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  <p:sldMasterId id="2147483762" r:id="rId2"/>
  </p:sldMasterIdLst>
  <p:notesMasterIdLst>
    <p:notesMasterId r:id="rId39"/>
  </p:notesMasterIdLst>
  <p:sldIdLst>
    <p:sldId id="381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37" r:id="rId24"/>
    <p:sldId id="438" r:id="rId25"/>
    <p:sldId id="439" r:id="rId26"/>
    <p:sldId id="440" r:id="rId27"/>
    <p:sldId id="441" r:id="rId28"/>
    <p:sldId id="442" r:id="rId29"/>
    <p:sldId id="443" r:id="rId30"/>
    <p:sldId id="444" r:id="rId31"/>
    <p:sldId id="445" r:id="rId32"/>
    <p:sldId id="446" r:id="rId33"/>
    <p:sldId id="447" r:id="rId34"/>
    <p:sldId id="448" r:id="rId35"/>
    <p:sldId id="450" r:id="rId36"/>
    <p:sldId id="451" r:id="rId37"/>
    <p:sldId id="416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8F8"/>
    <a:srgbClr val="CC9900"/>
    <a:srgbClr val="FF33CC"/>
    <a:srgbClr val="FFC9FF"/>
    <a:srgbClr val="FFFFFF"/>
    <a:srgbClr val="9090F4"/>
    <a:srgbClr val="FFFF00"/>
    <a:srgbClr val="F6F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8" autoAdjust="0"/>
    <p:restoredTop sz="85393" autoAdjust="0"/>
  </p:normalViewPr>
  <p:slideViewPr>
    <p:cSldViewPr snapToGrid="0">
      <p:cViewPr varScale="1">
        <p:scale>
          <a:sx n="97" d="100"/>
          <a:sy n="97" d="100"/>
        </p:scale>
        <p:origin x="159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3D59459-3A90-4E50-935D-8A047B3B10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76579-CAA5-408C-8B0E-042381D41A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F0DD12-6D0B-434E-AEAE-27A0808CBFDE}" type="datetimeFigureOut">
              <a:rPr lang="zh-CN" altLang="en-US"/>
              <a:pPr>
                <a:defRPr/>
              </a:pPr>
              <a:t>2019/9/18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228F404-B07E-4F48-B153-584E72C0D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201B93C-7BC2-434C-968A-AAA6D646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6A6D66-E3AC-4DFF-9499-3E7591069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A8B5-1BE7-4E34-8BB4-5D8175BB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3CE97-CE35-493D-9476-D12D3F712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266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243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BD</a:t>
            </a:r>
            <a:r>
              <a:rPr lang="zh-CN" altLang="en-US" dirty="0"/>
              <a:t>‘</a:t>
            </a:r>
            <a:r>
              <a:rPr lang="en-US" altLang="zh-CN" dirty="0"/>
              <a:t>=BD’+ABD’    ABD+ABD’=AB</a:t>
            </a:r>
          </a:p>
          <a:p>
            <a:r>
              <a:rPr lang="en-US" altLang="zh-CN" dirty="0"/>
              <a:t>AB=AB+ABC’      ABC’+A’BC’=BC’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62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编号的理解：原变量</a:t>
            </a:r>
            <a:r>
              <a:rPr lang="en-US" altLang="zh-CN" dirty="0"/>
              <a:t>1</a:t>
            </a:r>
            <a:r>
              <a:rPr lang="zh-CN" altLang="en-US" dirty="0"/>
              <a:t>，反变量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对应真值表（取值为</a:t>
            </a:r>
            <a:r>
              <a:rPr lang="en-US" altLang="zh-CN" dirty="0"/>
              <a:t>1</a:t>
            </a:r>
            <a:r>
              <a:rPr lang="zh-CN" altLang="en-US" dirty="0"/>
              <a:t>的组合的二进制编码）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0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F=0 F</a:t>
            </a:r>
            <a:r>
              <a:rPr lang="zh-CN" altLang="en-US" dirty="0"/>
              <a:t>反函数</a:t>
            </a:r>
            <a:r>
              <a:rPr lang="en-US" altLang="zh-CN" dirty="0"/>
              <a:t>=1</a:t>
            </a:r>
            <a:r>
              <a:rPr lang="zh-CN" altLang="en-US" dirty="0"/>
              <a:t>，所以，不在</a:t>
            </a:r>
            <a:r>
              <a:rPr lang="en-US" altLang="zh-CN" dirty="0"/>
              <a:t>F</a:t>
            </a:r>
            <a:r>
              <a:rPr lang="zh-CN" altLang="en-US" dirty="0"/>
              <a:t>中的最小项，一定在反函数中。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116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编号的理解：该项为</a:t>
            </a:r>
            <a:r>
              <a:rPr lang="en-US" altLang="zh-CN" dirty="0"/>
              <a:t>0</a:t>
            </a:r>
            <a:r>
              <a:rPr lang="zh-CN" altLang="en-US" dirty="0"/>
              <a:t>的唯一编码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67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找</a:t>
            </a:r>
            <a:r>
              <a:rPr lang="en-US" altLang="zh-CN" dirty="0"/>
              <a:t>F</a:t>
            </a:r>
            <a:r>
              <a:rPr lang="zh-CN" altLang="en-US" dirty="0"/>
              <a:t>取值为</a:t>
            </a:r>
            <a:r>
              <a:rPr lang="en-US" altLang="zh-CN" dirty="0"/>
              <a:t>0</a:t>
            </a:r>
            <a:r>
              <a:rPr lang="zh-CN" altLang="en-US" dirty="0"/>
              <a:t>的项，对应最大项乘积。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77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99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2A7EA4BD-5727-4466-8939-4C91E126DA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8804CB69-02EA-4593-B6BE-4C0F5234E4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循环码时写出最小项。给出逻辑相邻</a:t>
            </a:r>
            <a:r>
              <a:rPr lang="en-US" altLang="zh-CN" dirty="0"/>
              <a:t>---</a:t>
            </a:r>
            <a:r>
              <a:rPr lang="zh-CN" altLang="en-US" dirty="0"/>
              <a:t>几何相邻 </a:t>
            </a:r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E5D373C3-B88E-41E8-AB08-29F6755C9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2BEB055-9A8F-4E54-98CC-574B5F8AB668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508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几何相邻：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相接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）行或列首位相接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逻辑相邻：两个最小项只有一个变量出现的形式不同。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288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542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用电机控制的例子：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、限定输入不能出现两个以上</a:t>
            </a:r>
            <a:r>
              <a:rPr lang="en-US" altLang="zh-CN" dirty="0"/>
              <a:t>1</a:t>
            </a:r>
            <a:r>
              <a:rPr lang="zh-CN" altLang="en-US" dirty="0"/>
              <a:t>，约束项，用等于</a:t>
            </a:r>
            <a:r>
              <a:rPr lang="en-US" altLang="zh-CN" dirty="0"/>
              <a:t>0</a:t>
            </a:r>
            <a:r>
              <a:rPr lang="zh-CN" altLang="en-US" dirty="0"/>
              <a:t>表示。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、设计电路，可以出现两个以上</a:t>
            </a:r>
            <a:r>
              <a:rPr lang="en-US" altLang="zh-CN" dirty="0"/>
              <a:t>1</a:t>
            </a:r>
            <a:r>
              <a:rPr lang="zh-CN" altLang="en-US" dirty="0"/>
              <a:t>，但出现后不起作用，任意项。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48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与或表达式中，是否加上无关项，并不影响逻辑函数的结果。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678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550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6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E64B3B62-5DCE-4A42-A0FB-B7FAF05480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3045" y="3174576"/>
            <a:ext cx="8446717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58715" y="2466906"/>
            <a:ext cx="7426569" cy="69536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219994" y="3445937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1A02683C-0E7E-4B38-899B-FC3B07C20C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0046" y="6248400"/>
            <a:ext cx="1905000" cy="457200"/>
          </a:xfrm>
        </p:spPr>
        <p:txBody>
          <a:bodyPr/>
          <a:lstStyle>
            <a:lvl1pPr>
              <a:defRPr b="1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B7DEAEF-90FE-45CE-897C-A4587B87FB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b="1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139F8AE-5050-4005-929A-F622B5A5A2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524608" y="6248400"/>
            <a:ext cx="1091040" cy="457200"/>
          </a:xfrm>
        </p:spPr>
        <p:txBody>
          <a:bodyPr/>
          <a:lstStyle>
            <a:lvl1pPr>
              <a:defRPr b="1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F3F2C03-9459-43CD-BA21-371437B9913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D6750F8-FE5B-4AAF-AB86-B6AAAC40B4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640" y="937607"/>
            <a:ext cx="3571387" cy="45719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61652214&amp;di=0dbe8ba562ebf8b0aac6fc468b7851b5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2DA67216-37D7-4C69-A2CE-B9CD4F7AB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92" b="35641"/>
          <a:stretch/>
        </p:blipFill>
        <p:spPr bwMode="auto">
          <a:xfrm>
            <a:off x="372005" y="275048"/>
            <a:ext cx="3389022" cy="6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245184"/>
      </p:ext>
    </p:extLst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7161" y="309671"/>
            <a:ext cx="6954715" cy="588136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23" y="984738"/>
            <a:ext cx="8563708" cy="5375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 b="1">
                <a:solidFill>
                  <a:schemeClr val="tx1"/>
                </a:solidFill>
              </a:defRPr>
            </a:lvl2pPr>
            <a:lvl3pPr marL="914400" indent="0">
              <a:buNone/>
              <a:defRPr b="1">
                <a:solidFill>
                  <a:schemeClr val="tx1"/>
                </a:solidFill>
              </a:defRPr>
            </a:lvl3pPr>
            <a:lvl4pPr marL="1371600" indent="0">
              <a:buNone/>
              <a:defRPr b="1">
                <a:solidFill>
                  <a:schemeClr val="tx1"/>
                </a:solidFill>
              </a:defRPr>
            </a:lvl4pPr>
            <a:lvl5pPr marL="1828800" indent="0">
              <a:buNone/>
              <a:defRPr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01E0D4-4280-4C64-8793-7E6B1B7F2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3273F16-BE22-4912-8CC3-17915B73E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2737" y="6359768"/>
            <a:ext cx="735625" cy="457200"/>
          </a:xfrm>
          <a:ln/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786AB32-464C-401F-BFCA-223EB6557C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400382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788" y="1455006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 b="1">
                <a:solidFill>
                  <a:schemeClr val="tx1"/>
                </a:solidFill>
              </a:defRPr>
            </a:lvl2pPr>
            <a:lvl3pPr>
              <a:defRPr b="1">
                <a:solidFill>
                  <a:schemeClr val="tx1"/>
                </a:solidFill>
              </a:defRPr>
            </a:lvl3pPr>
            <a:lvl4pPr>
              <a:defRPr b="1">
                <a:solidFill>
                  <a:schemeClr val="tx1"/>
                </a:solidFill>
              </a:defRPr>
            </a:lvl4pPr>
            <a:lvl5pPr>
              <a:defRPr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0642" y="1432904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 b="1">
                <a:solidFill>
                  <a:schemeClr val="tx1"/>
                </a:solidFill>
              </a:defRPr>
            </a:lvl2pPr>
            <a:lvl3pPr>
              <a:defRPr b="1">
                <a:solidFill>
                  <a:schemeClr val="tx1"/>
                </a:solidFill>
              </a:defRPr>
            </a:lvl3pPr>
            <a:lvl4pPr>
              <a:defRPr b="1">
                <a:solidFill>
                  <a:schemeClr val="tx1"/>
                </a:solidFill>
              </a:defRPr>
            </a:lvl4pPr>
            <a:lvl5pPr>
              <a:defRPr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AD8B827-6413-4C25-8DA1-80CBDD262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0B3030-B043-4F47-9B26-F954C9946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A423450-2CBE-4B62-AE41-DD58522F5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4C1C56C-149B-47FD-93E1-25EA40A550F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072281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6104" y="265475"/>
            <a:ext cx="6961256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3523" y="127671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523" y="2100631"/>
            <a:ext cx="386873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32435" y="127671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32435" y="2100631"/>
            <a:ext cx="38877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1F2607-B43C-46D6-B2B2-7FD0BB371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4067993-EC72-4429-BEFF-EBBFBC8EC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47310DB-F0C8-4363-B0B3-A32B28E66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F513AF2-E6BE-46BF-BE60-AE5395E88C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346217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25414"/>
            <a:ext cx="2949575" cy="93198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1283677"/>
            <a:ext cx="4629150" cy="457737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4267126-A643-4066-8088-A43B30422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8BCFC2-534C-41E8-811C-18B0F5FAF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EAC1D16-6221-440A-B52D-08EEFAE6C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E5B9687-43AD-48E3-B967-34003FFE165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B1102C7-0F18-4D91-A4A7-17569BAF03D1}"/>
              </a:ext>
            </a:extLst>
          </p:cNvPr>
          <p:cNvSpPr txBox="1">
            <a:spLocks/>
          </p:cNvSpPr>
          <p:nvPr/>
        </p:nvSpPr>
        <p:spPr bwMode="auto">
          <a:xfrm>
            <a:off x="1306104" y="265475"/>
            <a:ext cx="6961256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>
                <a:solidFill>
                  <a:schemeClr val="tx1"/>
                </a:solidFill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54928051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A6C1A6F-CA45-4ED4-8D74-4DB3EA411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E8E0055-8C08-48AE-A614-0621C3AAA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7AB1BBF-1B54-4936-89F0-D7134E96D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AD361-67D9-49AA-9A53-38CF28EEA5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074596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0100" y="1661550"/>
            <a:ext cx="7772400" cy="4663050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03D8EB-F24A-4CC2-A452-D60565246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55C235-C6C7-4F8E-BEA1-B254A0E7B0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7095AB-979D-4545-9D7B-BDA09C0C72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5C643A4-3E26-45D1-96DF-2F67516788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396544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4D4DC8-598E-4C1C-8C7D-D0DB23517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49145F-D98D-4B52-A0C3-CC0F1041C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EB162E-2B07-43A3-969A-1620367E1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FF35C-FDA9-4B3C-A051-F6FCDC8E36D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7342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25DE12F-3BDE-45A7-9195-DFB31E23762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7B73DCB5-2F2C-47DA-AD35-359388EB4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F8BF4BE9-387E-4E02-B37E-713541D5C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8217ED28-00A7-4408-8F30-5FA8A236A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142F46D-6EC3-4740-A7C0-D9C2E3AD3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26AC258-9020-46DE-A157-2AB086BEB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2ACFC4FA-1C01-4C9E-B1BE-F0BCF91DC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2E1BCF4A-DC7D-4A93-9FBD-C0CC6D61B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25D75F2C-0A81-4E58-B45D-06E5B203A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A8A65F19-097C-492C-889A-1BA24941D92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D9B8581-6C1B-4C56-8886-62D4411584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064C5A53-9B35-4D30-8163-31FEF733F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79B8FFF5-3059-42AA-9009-0594FE6DB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823BF3A-28A3-4F58-916B-B73A7E5830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389796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 useBgFill="1"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2369747-48F4-4872-9673-4572FA11C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5FA18D6-11B7-454E-8AE6-27CFB002D1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14A1A3-5141-4F9B-9AC1-53A8F7DA6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4BC1C-5505-46C2-8E42-2B4D14BD16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45675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5B245C7-2BC6-42E8-91E5-63788C982C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6E3410-9B45-4815-9F5B-315B1D8233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F9E051-863B-4790-8953-9D1360BE9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73028-21F3-4F59-B552-748B661A5D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2808127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E50AA4B-9F5F-4792-A99F-0DFC50E90C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0658709-9F7A-48EE-A495-AE636A35FF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F5B0003-F71D-48FF-84A7-D1A0754CEC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11EC4-6ECC-4F81-90DA-FE27E50347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894437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5150746-9128-4FFE-9AB0-F018C36C97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5D1EA97-E622-418F-A072-6DF1A91D8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BCFA9A3-30E1-470E-BD9B-363CA1A8F5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8B446-EA0A-422E-9454-FEB9B28E9F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000451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F5E003F-97E8-4336-AD3D-677F0302DE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472FF59-A9E2-4E9A-854E-3BB2B175EC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B0CC116-9EBE-4479-A12B-BAD4063A2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D478D-6DD4-4350-9CE2-B90C673885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724695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5AB6381-312B-4B21-B484-3FB8C6248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59E3FEF-38C1-4A6B-A875-3931E3FF5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2BAED94-1A01-4764-AC66-3F229CA5CD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52505-6FE3-476D-A4D5-D52F919409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034910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2DAF04F-5D2D-4532-AD0F-F7BF373AEB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9B488BE-3036-4AD6-BB1C-8B7F775F1D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BBAD0AA-629C-41E6-AE78-83F9F14E7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4EAF4-F041-4269-B565-EC6AB53ED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853549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5A24919-B060-48E7-BA90-4F38222B49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C28E399-DA5D-4C2D-B401-D5CBFECBDC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EDF1B69-1E69-4C5A-AA65-83C503D1C4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80697-E090-41BC-88E1-76F612E950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2898641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03E64D4-4F0B-4553-A8BB-86F7BEF738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3A22CCD-53CD-43A4-B239-733D3E053A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06B58B6-B0C9-48CC-B429-A94B99AA4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F201E-4F86-49CA-BBEC-9F9A9B6985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146877"/>
      </p:ext>
    </p:extLst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4A0624-77AC-4CC9-B900-3666A4D1A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1F93B3-A90A-416D-A8D5-20AB6C8366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73D0F7B-FF46-435B-9D2A-78A039050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BF9CB-2184-4723-9F97-F6F1E73F4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3601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>
            <a:extLst>
              <a:ext uri="{FF2B5EF4-FFF2-40B4-BE49-F238E27FC236}">
                <a16:creationId xmlns:a16="http://schemas.microsoft.com/office/drawing/2014/main" id="{33707532-3883-41BD-9420-919E4556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4769" y="320113"/>
            <a:ext cx="7305992" cy="57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B2AD3E2D-3A3D-4B5E-9FF0-A1F7C6A7EB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9568" y="6478560"/>
            <a:ext cx="1905000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251BD657-367E-42D1-AD22-5D841EBD79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7968" y="6446810"/>
            <a:ext cx="2895600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7BAE4AFF-C4CB-4777-97BC-8D6374BD45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6968" y="635976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10C667A8-7131-4CDF-A0AD-CF5F7551383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7F5FEE0-C94D-4C86-98BD-A08461FDF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818" y="6380642"/>
            <a:ext cx="8226425" cy="31750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57428162&amp;di=37860fdf3c4871460953786bbfa26622&amp;imgtype=0&amp;src=http%3A%2F%2Fpic.baike.soso.com%2Fp%2F20111015%2F20111015115227-260268041.jpg">
            <a:extLst>
              <a:ext uri="{FF2B5EF4-FFF2-40B4-BE49-F238E27FC236}">
                <a16:creationId xmlns:a16="http://schemas.microsoft.com/office/drawing/2014/main" id="{2318C2BE-15EA-4A82-8C68-EB4236E68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4" t="12080" r="11532" b="12880"/>
          <a:stretch/>
        </p:blipFill>
        <p:spPr bwMode="auto">
          <a:xfrm>
            <a:off x="428827" y="248004"/>
            <a:ext cx="677490" cy="6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7A33D88C-FAA7-4E46-8DD1-45BB3E8CD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464668" y="6446811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A16393-7427-4CCB-805E-364FBB0B1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336" y="918967"/>
            <a:ext cx="8226425" cy="31750"/>
          </a:xfrm>
          <a:prstGeom prst="rect">
            <a:avLst/>
          </a:prstGeom>
          <a:gradFill rotWithShape="0">
            <a:gsLst>
              <a:gs pos="1600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E2F7D08-FD33-484E-9182-6B281FB7C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07784" y="248004"/>
            <a:ext cx="31750" cy="105251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5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</p:sldLayoutIdLst>
  <p:transition>
    <p:blinds dir="vert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10BA20-21C1-4ADC-A6DF-E78155F016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B114874-56B3-49D8-B0C8-3231ACAAF3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21AADD-C5EF-409B-A196-E529D0EF05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902D50-A05C-43F8-98CB-161911104D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B9CD20-3A2B-4E65-8B14-B427FE3213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81DBF1C-D9F4-40CB-9478-B1364B9EFB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CF81D39-3AA7-434F-8D4D-EEBCD48669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AA13466-FF77-4036-8C92-CB756C40D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815147A-F2A1-4FD4-B6F1-0F0513BF3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7F784C04-437D-4549-8B41-A76256F262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012D1F22-FD4F-452B-9786-8877079A9C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45615142-143C-4D82-A708-CCB62298AA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760B3BA-79C2-4B7C-B414-832AFB883E4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>
    <p:zo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9A2F44-287A-4D16-B1EF-F79BB4E79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637" y="2342216"/>
            <a:ext cx="5916157" cy="695360"/>
          </a:xfrm>
        </p:spPr>
        <p:txBody>
          <a:bodyPr/>
          <a:lstStyle/>
          <a:p>
            <a:r>
              <a:rPr lang="zh-CN" altLang="en-US" dirty="0"/>
              <a:t>第三部分  逻辑函数化简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72E532A-91D6-4E0F-83FA-B4C2FAF57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994" y="3445937"/>
            <a:ext cx="6400800" cy="2393754"/>
          </a:xfrm>
        </p:spPr>
        <p:txBody>
          <a:bodyPr/>
          <a:lstStyle/>
          <a:p>
            <a:r>
              <a:rPr lang="zh-CN" altLang="en-US" dirty="0"/>
              <a:t>公式法</a:t>
            </a:r>
            <a:endParaRPr lang="en-US" altLang="zh-CN" dirty="0"/>
          </a:p>
          <a:p>
            <a:r>
              <a:rPr lang="zh-CN" altLang="en-US" dirty="0"/>
              <a:t>卡诺图法</a:t>
            </a:r>
            <a:endParaRPr lang="en-US" altLang="zh-CN" dirty="0"/>
          </a:p>
          <a:p>
            <a:r>
              <a:rPr lang="zh-CN" altLang="en-US" dirty="0"/>
              <a:t>多输出函数化简</a:t>
            </a:r>
            <a:endParaRPr lang="en-US" altLang="zh-CN" dirty="0"/>
          </a:p>
          <a:p>
            <a:r>
              <a:rPr lang="zh-CN" altLang="en-US" dirty="0"/>
              <a:t>不同表达式之间的转化</a:t>
            </a:r>
          </a:p>
        </p:txBody>
      </p:sp>
    </p:spTree>
    <p:extLst>
      <p:ext uri="{BB962C8B-B14F-4D97-AF65-F5344CB8AC3E}">
        <p14:creationId xmlns:p14="http://schemas.microsoft.com/office/powerpoint/2010/main" val="3453375705"/>
      </p:ext>
    </p:extLst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6D01F0D-0E42-459B-8056-9C56582C4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938" y="220663"/>
            <a:ext cx="6521450" cy="517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§3</a:t>
            </a: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—</a:t>
            </a: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    </a:t>
            </a:r>
            <a:r>
              <a:rPr lang="zh-CN" altLang="en-US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用代数法化简逻辑式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19071E7A-A343-48DC-8145-3F26CF1A2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506538"/>
            <a:ext cx="3167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最简与或表达式：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D7191133-CFF9-474D-A4DA-E12384594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2251075"/>
            <a:ext cx="68754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、乘积项的个数最少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用门电路实现，用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的与门数最少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7CE82A50-F824-48CF-BEB5-3B80235A7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3538538"/>
            <a:ext cx="73152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、在满足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的条件下，乘积项中的变量最少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与门的输入端最少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68F1CACC-8807-4427-81F1-51583023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4910138"/>
            <a:ext cx="6875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省器件：用最少的门，门的输入也最少</a:t>
            </a:r>
          </a:p>
        </p:txBody>
      </p:sp>
    </p:spTree>
    <p:extLst>
      <p:ext uri="{BB962C8B-B14F-4D97-AF65-F5344CB8AC3E}">
        <p14:creationId xmlns:p14="http://schemas.microsoft.com/office/powerpoint/2010/main" val="195546004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3" grpId="0" autoUpdateAnimBg="0"/>
      <p:bldP spid="37894" grpId="0" autoUpdateAnimBg="0"/>
      <p:bldP spid="37895" grpId="0" autoUpdateAnimBg="0"/>
      <p:bldP spid="3789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52C2D35-CF3A-4D38-A013-7D3FEE094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400" y="271463"/>
            <a:ext cx="1695450" cy="482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1】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95EF961-E116-4F50-BA06-DEC64F9E1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1020763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展开：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FB1ED5A8-3CC3-49F3-B8AB-BE8555B0F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17653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合并：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0DCF62DE-2B66-4175-8576-4A64E3727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24765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互补律：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65854E86-5243-4B19-A51A-96AD13C04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315436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互补律：</a:t>
            </a:r>
          </a:p>
        </p:txBody>
      </p:sp>
      <p:grpSp>
        <p:nvGrpSpPr>
          <p:cNvPr id="38919" name="Group 7">
            <a:extLst>
              <a:ext uri="{FF2B5EF4-FFF2-40B4-BE49-F238E27FC236}">
                <a16:creationId xmlns:a16="http://schemas.microsoft.com/office/drawing/2014/main" id="{D2B85A13-5AA3-4C99-9A3F-90993E6F063B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336550"/>
            <a:ext cx="4505325" cy="519113"/>
            <a:chOff x="1333" y="501"/>
            <a:chExt cx="2838" cy="327"/>
          </a:xfrm>
        </p:grpSpPr>
        <p:sp>
          <p:nvSpPr>
            <p:cNvPr id="39982" name="Text Box 8">
              <a:extLst>
                <a:ext uri="{FF2B5EF4-FFF2-40B4-BE49-F238E27FC236}">
                  <a16:creationId xmlns:a16="http://schemas.microsoft.com/office/drawing/2014/main" id="{1123011C-44F7-40A0-9A56-5C8EE25F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" y="501"/>
              <a:ext cx="28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F=A(BC+BC)+ABC+ABC</a:t>
              </a:r>
            </a:p>
          </p:txBody>
        </p:sp>
        <p:sp>
          <p:nvSpPr>
            <p:cNvPr id="39983" name="Line 9">
              <a:extLst>
                <a:ext uri="{FF2B5EF4-FFF2-40B4-BE49-F238E27FC236}">
                  <a16:creationId xmlns:a16="http://schemas.microsoft.com/office/drawing/2014/main" id="{08795EE5-0FDB-4713-B997-5C62392E4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565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4" name="Line 10">
              <a:extLst>
                <a:ext uri="{FF2B5EF4-FFF2-40B4-BE49-F238E27FC236}">
                  <a16:creationId xmlns:a16="http://schemas.microsoft.com/office/drawing/2014/main" id="{8F916C40-CCF6-4DCB-BD07-044C561A3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565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5" name="Line 11">
              <a:extLst>
                <a:ext uri="{FF2B5EF4-FFF2-40B4-BE49-F238E27FC236}">
                  <a16:creationId xmlns:a16="http://schemas.microsoft.com/office/drawing/2014/main" id="{79D28BB9-793A-441F-ACF2-1EF3AA6BC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" y="565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6" name="Line 12">
              <a:extLst>
                <a:ext uri="{FF2B5EF4-FFF2-40B4-BE49-F238E27FC236}">
                  <a16:creationId xmlns:a16="http://schemas.microsoft.com/office/drawing/2014/main" id="{98F55CB7-CF08-46BD-9972-EE2B7506E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565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25" name="Group 13">
            <a:extLst>
              <a:ext uri="{FF2B5EF4-FFF2-40B4-BE49-F238E27FC236}">
                <a16:creationId xmlns:a16="http://schemas.microsoft.com/office/drawing/2014/main" id="{A754611B-8EB2-4B31-BC02-9D0AE10F52F1}"/>
              </a:ext>
            </a:extLst>
          </p:cNvPr>
          <p:cNvGrpSpPr>
            <a:grpSpLocks/>
          </p:cNvGrpSpPr>
          <p:nvPr/>
        </p:nvGrpSpPr>
        <p:grpSpPr bwMode="auto">
          <a:xfrm>
            <a:off x="3063875" y="1066800"/>
            <a:ext cx="4284663" cy="519113"/>
            <a:chOff x="1482" y="949"/>
            <a:chExt cx="2699" cy="327"/>
          </a:xfrm>
        </p:grpSpPr>
        <p:sp>
          <p:nvSpPr>
            <p:cNvPr id="39977" name="Text Box 14">
              <a:extLst>
                <a:ext uri="{FF2B5EF4-FFF2-40B4-BE49-F238E27FC236}">
                  <a16:creationId xmlns:a16="http://schemas.microsoft.com/office/drawing/2014/main" id="{909478D0-4686-4DE2-A287-3E2664D2A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" y="949"/>
              <a:ext cx="26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=ABC+ABC+ABC+ABC</a:t>
              </a:r>
            </a:p>
          </p:txBody>
        </p:sp>
        <p:sp>
          <p:nvSpPr>
            <p:cNvPr id="39978" name="Line 15">
              <a:extLst>
                <a:ext uri="{FF2B5EF4-FFF2-40B4-BE49-F238E27FC236}">
                  <a16:creationId xmlns:a16="http://schemas.microsoft.com/office/drawing/2014/main" id="{565D3236-F5DB-4B16-B840-9E0D5D7AC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014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9" name="Line 16">
              <a:extLst>
                <a:ext uri="{FF2B5EF4-FFF2-40B4-BE49-F238E27FC236}">
                  <a16:creationId xmlns:a16="http://schemas.microsoft.com/office/drawing/2014/main" id="{94A69EEC-D072-4B59-9E4B-6E06106C9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1014"/>
              <a:ext cx="106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0" name="Line 17">
              <a:extLst>
                <a:ext uri="{FF2B5EF4-FFF2-40B4-BE49-F238E27FC236}">
                  <a16:creationId xmlns:a16="http://schemas.microsoft.com/office/drawing/2014/main" id="{D92A7AD5-769F-4D83-B5E0-BB96F434E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" y="1014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1" name="Line 18">
              <a:extLst>
                <a:ext uri="{FF2B5EF4-FFF2-40B4-BE49-F238E27FC236}">
                  <a16:creationId xmlns:a16="http://schemas.microsoft.com/office/drawing/2014/main" id="{EA045367-14CC-48F0-8270-72A4B3B49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8" y="1014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31" name="Group 19">
            <a:extLst>
              <a:ext uri="{FF2B5EF4-FFF2-40B4-BE49-F238E27FC236}">
                <a16:creationId xmlns:a16="http://schemas.microsoft.com/office/drawing/2014/main" id="{B6FDA733-5E17-48F4-89CA-89B06BE96527}"/>
              </a:ext>
            </a:extLst>
          </p:cNvPr>
          <p:cNvGrpSpPr>
            <a:grpSpLocks/>
          </p:cNvGrpSpPr>
          <p:nvPr/>
        </p:nvGrpSpPr>
        <p:grpSpPr bwMode="auto">
          <a:xfrm>
            <a:off x="3081338" y="1827213"/>
            <a:ext cx="4624387" cy="519112"/>
            <a:chOff x="1504" y="1152"/>
            <a:chExt cx="2913" cy="327"/>
          </a:xfrm>
        </p:grpSpPr>
        <p:sp>
          <p:nvSpPr>
            <p:cNvPr id="39972" name="Text Box 20">
              <a:extLst>
                <a:ext uri="{FF2B5EF4-FFF2-40B4-BE49-F238E27FC236}">
                  <a16:creationId xmlns:a16="http://schemas.microsoft.com/office/drawing/2014/main" id="{3ADC6E8D-3C06-4974-A0EA-2CA731A7A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1152"/>
              <a:ext cx="29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=(ABC+ABC)+(ABC+ABC)</a:t>
              </a:r>
            </a:p>
          </p:txBody>
        </p:sp>
        <p:sp>
          <p:nvSpPr>
            <p:cNvPr id="39973" name="Line 21">
              <a:extLst>
                <a:ext uri="{FF2B5EF4-FFF2-40B4-BE49-F238E27FC236}">
                  <a16:creationId xmlns:a16="http://schemas.microsoft.com/office/drawing/2014/main" id="{F4DC9A44-E0E5-48A2-B221-7CEFCA740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21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4" name="Line 22">
              <a:extLst>
                <a:ext uri="{FF2B5EF4-FFF2-40B4-BE49-F238E27FC236}">
                  <a16:creationId xmlns:a16="http://schemas.microsoft.com/office/drawing/2014/main" id="{7CA89255-ACE3-49A0-9490-33DBCAEED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4" y="1216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5" name="Line 23">
              <a:extLst>
                <a:ext uri="{FF2B5EF4-FFF2-40B4-BE49-F238E27FC236}">
                  <a16:creationId xmlns:a16="http://schemas.microsoft.com/office/drawing/2014/main" id="{12795EFD-9BC5-4968-88E2-91E41FEDC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6" y="1216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6" name="Line 24">
              <a:extLst>
                <a:ext uri="{FF2B5EF4-FFF2-40B4-BE49-F238E27FC236}">
                  <a16:creationId xmlns:a16="http://schemas.microsoft.com/office/drawing/2014/main" id="{A87FE2CB-1D2A-47A5-9834-FCA6B7FAB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1216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37" name="Group 25">
            <a:extLst>
              <a:ext uri="{FF2B5EF4-FFF2-40B4-BE49-F238E27FC236}">
                <a16:creationId xmlns:a16="http://schemas.microsoft.com/office/drawing/2014/main" id="{64B65161-2C61-417D-B821-A3E082610516}"/>
              </a:ext>
            </a:extLst>
          </p:cNvPr>
          <p:cNvGrpSpPr>
            <a:grpSpLocks/>
          </p:cNvGrpSpPr>
          <p:nvPr/>
        </p:nvGrpSpPr>
        <p:grpSpPr bwMode="auto">
          <a:xfrm>
            <a:off x="3078163" y="2524125"/>
            <a:ext cx="3657600" cy="519113"/>
            <a:chOff x="1461" y="1696"/>
            <a:chExt cx="2304" cy="327"/>
          </a:xfrm>
        </p:grpSpPr>
        <p:sp>
          <p:nvSpPr>
            <p:cNvPr id="39968" name="Text Box 26">
              <a:extLst>
                <a:ext uri="{FF2B5EF4-FFF2-40B4-BE49-F238E27FC236}">
                  <a16:creationId xmlns:a16="http://schemas.microsoft.com/office/drawing/2014/main" id="{F2AE54B5-70EE-49B9-BB4B-99F3BC804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1" y="1696"/>
              <a:ext cx="2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=AC(B+B)+AC(B+B)</a:t>
              </a:r>
            </a:p>
          </p:txBody>
        </p:sp>
        <p:sp>
          <p:nvSpPr>
            <p:cNvPr id="39969" name="Line 27">
              <a:extLst>
                <a:ext uri="{FF2B5EF4-FFF2-40B4-BE49-F238E27FC236}">
                  <a16:creationId xmlns:a16="http://schemas.microsoft.com/office/drawing/2014/main" id="{054F30ED-D9BF-4FFB-BC0E-919A6E490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1749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0" name="Line 28">
              <a:extLst>
                <a:ext uri="{FF2B5EF4-FFF2-40B4-BE49-F238E27FC236}">
                  <a16:creationId xmlns:a16="http://schemas.microsoft.com/office/drawing/2014/main" id="{8B0D8CD9-FBC4-424F-8366-2E8635697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1760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1" name="Line 29">
              <a:extLst>
                <a:ext uri="{FF2B5EF4-FFF2-40B4-BE49-F238E27FC236}">
                  <a16:creationId xmlns:a16="http://schemas.microsoft.com/office/drawing/2014/main" id="{8EBF91DF-0330-435B-9E50-0F6501F24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1760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42" name="Group 30">
            <a:extLst>
              <a:ext uri="{FF2B5EF4-FFF2-40B4-BE49-F238E27FC236}">
                <a16:creationId xmlns:a16="http://schemas.microsoft.com/office/drawing/2014/main" id="{4C474408-F8D8-417C-9185-095A11A736E6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3165475"/>
            <a:ext cx="2251075" cy="519113"/>
            <a:chOff x="1397" y="3733"/>
            <a:chExt cx="1418" cy="327"/>
          </a:xfrm>
        </p:grpSpPr>
        <p:sp>
          <p:nvSpPr>
            <p:cNvPr id="39966" name="Text Box 31">
              <a:extLst>
                <a:ext uri="{FF2B5EF4-FFF2-40B4-BE49-F238E27FC236}">
                  <a16:creationId xmlns:a16="http://schemas.microsoft.com/office/drawing/2014/main" id="{2246B013-3149-4872-8A9F-CC6DE9893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" y="3733"/>
              <a:ext cx="14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=AC+AC=A</a:t>
              </a:r>
            </a:p>
          </p:txBody>
        </p:sp>
        <p:sp>
          <p:nvSpPr>
            <p:cNvPr id="39967" name="Line 32">
              <a:extLst>
                <a:ext uri="{FF2B5EF4-FFF2-40B4-BE49-F238E27FC236}">
                  <a16:creationId xmlns:a16="http://schemas.microsoft.com/office/drawing/2014/main" id="{C50F1C8A-8FEA-4965-AB98-588FDF2D3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798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45" name="Rectangle 33">
            <a:extLst>
              <a:ext uri="{FF2B5EF4-FFF2-40B4-BE49-F238E27FC236}">
                <a16:creationId xmlns:a16="http://schemas.microsoft.com/office/drawing/2014/main" id="{0EC716FC-12F5-4C9F-B7CC-F4CDD888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4032250"/>
            <a:ext cx="17145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2】</a:t>
            </a:r>
          </a:p>
        </p:txBody>
      </p:sp>
      <p:grpSp>
        <p:nvGrpSpPr>
          <p:cNvPr id="38946" name="Group 34">
            <a:extLst>
              <a:ext uri="{FF2B5EF4-FFF2-40B4-BE49-F238E27FC236}">
                <a16:creationId xmlns:a16="http://schemas.microsoft.com/office/drawing/2014/main" id="{A29EF0A4-5B53-471D-85A3-FDC095D26FAB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4030663"/>
            <a:ext cx="2608262" cy="519112"/>
            <a:chOff x="2432" y="2571"/>
            <a:chExt cx="1643" cy="327"/>
          </a:xfrm>
        </p:grpSpPr>
        <p:sp>
          <p:nvSpPr>
            <p:cNvPr id="39963" name="Text Box 35">
              <a:extLst>
                <a:ext uri="{FF2B5EF4-FFF2-40B4-BE49-F238E27FC236}">
                  <a16:creationId xmlns:a16="http://schemas.microsoft.com/office/drawing/2014/main" id="{1EEBA7F1-6ED6-41AA-9E0D-60005107C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2571"/>
              <a:ext cx="16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F=A(B+C)+BC</a:t>
              </a:r>
            </a:p>
          </p:txBody>
        </p:sp>
        <p:sp>
          <p:nvSpPr>
            <p:cNvPr id="39964" name="Line 36">
              <a:extLst>
                <a:ext uri="{FF2B5EF4-FFF2-40B4-BE49-F238E27FC236}">
                  <a16:creationId xmlns:a16="http://schemas.microsoft.com/office/drawing/2014/main" id="{9C5D3C8C-B584-44CA-9A81-AFED8A726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2635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5" name="Line 37">
              <a:extLst>
                <a:ext uri="{FF2B5EF4-FFF2-40B4-BE49-F238E27FC236}">
                  <a16:creationId xmlns:a16="http://schemas.microsoft.com/office/drawing/2014/main" id="{E75F899E-3F45-4379-9B9B-33BFCC458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635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50" name="Group 38">
            <a:extLst>
              <a:ext uri="{FF2B5EF4-FFF2-40B4-BE49-F238E27FC236}">
                <a16:creationId xmlns:a16="http://schemas.microsoft.com/office/drawing/2014/main" id="{7050893A-D287-4DC1-9641-D7CD118C8248}"/>
              </a:ext>
            </a:extLst>
          </p:cNvPr>
          <p:cNvGrpSpPr>
            <a:grpSpLocks/>
          </p:cNvGrpSpPr>
          <p:nvPr/>
        </p:nvGrpSpPr>
        <p:grpSpPr bwMode="auto">
          <a:xfrm>
            <a:off x="3416300" y="4960938"/>
            <a:ext cx="2082800" cy="519112"/>
            <a:chOff x="2549" y="3115"/>
            <a:chExt cx="1312" cy="327"/>
          </a:xfrm>
        </p:grpSpPr>
        <p:sp>
          <p:nvSpPr>
            <p:cNvPr id="39957" name="Text Box 39">
              <a:extLst>
                <a:ext uri="{FF2B5EF4-FFF2-40B4-BE49-F238E27FC236}">
                  <a16:creationId xmlns:a16="http://schemas.microsoft.com/office/drawing/2014/main" id="{261422F4-9DE1-4CDC-A2FA-125CE63F5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" y="3115"/>
              <a:ext cx="13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•BC+BC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8" name="Line 40">
              <a:extLst>
                <a:ext uri="{FF2B5EF4-FFF2-40B4-BE49-F238E27FC236}">
                  <a16:creationId xmlns:a16="http://schemas.microsoft.com/office/drawing/2014/main" id="{850C315C-D6AF-45A9-AB17-787BC87FC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178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59" name="Line 41">
              <a:extLst>
                <a:ext uri="{FF2B5EF4-FFF2-40B4-BE49-F238E27FC236}">
                  <a16:creationId xmlns:a16="http://schemas.microsoft.com/office/drawing/2014/main" id="{CFADD6D0-26AA-43B1-A811-35D9C9916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" y="3179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0" name="Line 42">
              <a:extLst>
                <a:ext uri="{FF2B5EF4-FFF2-40B4-BE49-F238E27FC236}">
                  <a16:creationId xmlns:a16="http://schemas.microsoft.com/office/drawing/2014/main" id="{9A6039C8-D8CF-4070-9BE8-56C422575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3" y="3179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1" name="Line 43">
              <a:extLst>
                <a:ext uri="{FF2B5EF4-FFF2-40B4-BE49-F238E27FC236}">
                  <a16:creationId xmlns:a16="http://schemas.microsoft.com/office/drawing/2014/main" id="{151AF5FB-1A5E-4DFB-ABC0-DF9ADC9C0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5" y="3179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2" name="Line 44">
              <a:extLst>
                <a:ext uri="{FF2B5EF4-FFF2-40B4-BE49-F238E27FC236}">
                  <a16:creationId xmlns:a16="http://schemas.microsoft.com/office/drawing/2014/main" id="{F6A5A0EF-3EAF-405B-AFD1-B4E67DF70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" y="3136"/>
              <a:ext cx="310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957" name="Group 45">
            <a:extLst>
              <a:ext uri="{FF2B5EF4-FFF2-40B4-BE49-F238E27FC236}">
                <a16:creationId xmlns:a16="http://schemas.microsoft.com/office/drawing/2014/main" id="{AB04A5D1-20E3-47A9-9C8F-298F6C888137}"/>
              </a:ext>
            </a:extLst>
          </p:cNvPr>
          <p:cNvGrpSpPr>
            <a:grpSpLocks/>
          </p:cNvGrpSpPr>
          <p:nvPr/>
        </p:nvGrpSpPr>
        <p:grpSpPr bwMode="auto">
          <a:xfrm>
            <a:off x="3405188" y="5773738"/>
            <a:ext cx="1541462" cy="519112"/>
            <a:chOff x="2475" y="3637"/>
            <a:chExt cx="971" cy="327"/>
          </a:xfrm>
        </p:grpSpPr>
        <p:sp>
          <p:nvSpPr>
            <p:cNvPr id="39954" name="Text Box 46">
              <a:extLst>
                <a:ext uri="{FF2B5EF4-FFF2-40B4-BE49-F238E27FC236}">
                  <a16:creationId xmlns:a16="http://schemas.microsoft.com/office/drawing/2014/main" id="{971F980E-3407-4D5E-817E-DF1620CC2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3637"/>
              <a:ext cx="9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=A+BC</a:t>
              </a:r>
            </a:p>
          </p:txBody>
        </p:sp>
        <p:sp>
          <p:nvSpPr>
            <p:cNvPr id="39955" name="Line 47">
              <a:extLst>
                <a:ext uri="{FF2B5EF4-FFF2-40B4-BE49-F238E27FC236}">
                  <a16:creationId xmlns:a16="http://schemas.microsoft.com/office/drawing/2014/main" id="{33E7E7D2-FAB4-48F2-B4BF-B7B88C87F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3702"/>
              <a:ext cx="1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56" name="Line 48">
              <a:extLst>
                <a:ext uri="{FF2B5EF4-FFF2-40B4-BE49-F238E27FC236}">
                  <a16:creationId xmlns:a16="http://schemas.microsoft.com/office/drawing/2014/main" id="{90A21129-BE14-4D6F-ABCD-323E2704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7" y="3702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61" name="Rectangle 49">
            <a:extLst>
              <a:ext uri="{FF2B5EF4-FFF2-40B4-BE49-F238E27FC236}">
                <a16:creationId xmlns:a16="http://schemas.microsoft.com/office/drawing/2014/main" id="{12F5B733-7911-47B3-8300-9BC454E31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4919663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反演律</a:t>
            </a:r>
          </a:p>
        </p:txBody>
      </p:sp>
      <p:sp>
        <p:nvSpPr>
          <p:cNvPr id="38962" name="Text Box 50">
            <a:extLst>
              <a:ext uri="{FF2B5EF4-FFF2-40B4-BE49-F238E27FC236}">
                <a16:creationId xmlns:a16="http://schemas.microsoft.com/office/drawing/2014/main" id="{BC140504-F88E-4882-B57A-792772E4A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5775325"/>
            <a:ext cx="1404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吸收律</a:t>
            </a:r>
          </a:p>
        </p:txBody>
      </p:sp>
    </p:spTree>
    <p:extLst>
      <p:ext uri="{BB962C8B-B14F-4D97-AF65-F5344CB8AC3E}">
        <p14:creationId xmlns:p14="http://schemas.microsoft.com/office/powerpoint/2010/main" val="26617689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utoUpdateAnimBg="0"/>
      <p:bldP spid="38916" grpId="0" autoUpdateAnimBg="0"/>
      <p:bldP spid="38917" grpId="0" autoUpdateAnimBg="0"/>
      <p:bldP spid="38918" grpId="0" autoUpdateAnimBg="0"/>
      <p:bldP spid="38945" grpId="0" autoUpdateAnimBg="0"/>
      <p:bldP spid="38961" grpId="0" autoUpdateAnimBg="0"/>
      <p:bldP spid="3896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462D34-3902-458A-94FD-EBA3924C0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411163"/>
            <a:ext cx="1592262" cy="447675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3】</a:t>
            </a:r>
          </a:p>
        </p:txBody>
      </p:sp>
      <p:grpSp>
        <p:nvGrpSpPr>
          <p:cNvPr id="39939" name="Group 3">
            <a:extLst>
              <a:ext uri="{FF2B5EF4-FFF2-40B4-BE49-F238E27FC236}">
                <a16:creationId xmlns:a16="http://schemas.microsoft.com/office/drawing/2014/main" id="{6145E82F-230F-479F-971E-577538CE5719}"/>
              </a:ext>
            </a:extLst>
          </p:cNvPr>
          <p:cNvGrpSpPr>
            <a:grpSpLocks/>
          </p:cNvGrpSpPr>
          <p:nvPr/>
        </p:nvGrpSpPr>
        <p:grpSpPr bwMode="auto">
          <a:xfrm>
            <a:off x="2319338" y="374650"/>
            <a:ext cx="4808537" cy="519113"/>
            <a:chOff x="1355" y="309"/>
            <a:chExt cx="3029" cy="327"/>
          </a:xfrm>
        </p:grpSpPr>
        <p:sp>
          <p:nvSpPr>
            <p:cNvPr id="40994" name="Text Box 4">
              <a:extLst>
                <a:ext uri="{FF2B5EF4-FFF2-40B4-BE49-F238E27FC236}">
                  <a16:creationId xmlns:a16="http://schemas.microsoft.com/office/drawing/2014/main" id="{5D0924B5-B3F6-4123-A70A-090091116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5" y="309"/>
              <a:ext cx="30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F=ABC+ABC+CD+BD+ABD</a:t>
              </a:r>
            </a:p>
          </p:txBody>
        </p:sp>
        <p:sp>
          <p:nvSpPr>
            <p:cNvPr id="40995" name="Line 5">
              <a:extLst>
                <a:ext uri="{FF2B5EF4-FFF2-40B4-BE49-F238E27FC236}">
                  <a16:creationId xmlns:a16="http://schemas.microsoft.com/office/drawing/2014/main" id="{CB204D88-D12F-4467-99D0-4971043E8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373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6" name="Line 6">
              <a:extLst>
                <a:ext uri="{FF2B5EF4-FFF2-40B4-BE49-F238E27FC236}">
                  <a16:creationId xmlns:a16="http://schemas.microsoft.com/office/drawing/2014/main" id="{2A9F9EFE-040A-4EEC-980D-BE92B5AC8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373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7" name="Line 7">
              <a:extLst>
                <a:ext uri="{FF2B5EF4-FFF2-40B4-BE49-F238E27FC236}">
                  <a16:creationId xmlns:a16="http://schemas.microsoft.com/office/drawing/2014/main" id="{A2A67EBD-6082-4DEF-8465-BAF830C28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373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944" name="Group 8">
            <a:extLst>
              <a:ext uri="{FF2B5EF4-FFF2-40B4-BE49-F238E27FC236}">
                <a16:creationId xmlns:a16="http://schemas.microsoft.com/office/drawing/2014/main" id="{E1DE5388-D548-45B4-ADFB-A0E0A583FDC5}"/>
              </a:ext>
            </a:extLst>
          </p:cNvPr>
          <p:cNvGrpSpPr>
            <a:grpSpLocks/>
          </p:cNvGrpSpPr>
          <p:nvPr/>
        </p:nvGrpSpPr>
        <p:grpSpPr bwMode="auto">
          <a:xfrm>
            <a:off x="2578100" y="989013"/>
            <a:ext cx="4775200" cy="519112"/>
            <a:chOff x="1272" y="348"/>
            <a:chExt cx="3008" cy="327"/>
          </a:xfrm>
        </p:grpSpPr>
        <p:sp>
          <p:nvSpPr>
            <p:cNvPr id="40990" name="Text Box 9">
              <a:extLst>
                <a:ext uri="{FF2B5EF4-FFF2-40B4-BE49-F238E27FC236}">
                  <a16:creationId xmlns:a16="http://schemas.microsoft.com/office/drawing/2014/main" id="{719FB7B2-73E4-4FC1-8499-837C9D895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" y="348"/>
              <a:ext cx="3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=(CD+BD+ABC)+ABC+ABD</a:t>
              </a:r>
            </a:p>
          </p:txBody>
        </p:sp>
        <p:sp>
          <p:nvSpPr>
            <p:cNvPr id="40991" name="Line 10">
              <a:extLst>
                <a:ext uri="{FF2B5EF4-FFF2-40B4-BE49-F238E27FC236}">
                  <a16:creationId xmlns:a16="http://schemas.microsoft.com/office/drawing/2014/main" id="{DA77BA23-10E6-42B0-84F6-4C319D668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7" y="413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2" name="Line 11">
              <a:extLst>
                <a:ext uri="{FF2B5EF4-FFF2-40B4-BE49-F238E27FC236}">
                  <a16:creationId xmlns:a16="http://schemas.microsoft.com/office/drawing/2014/main" id="{FEEBE99D-65BA-4746-A43F-DBCF37C5E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1" y="412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3" name="Line 12">
              <a:extLst>
                <a:ext uri="{FF2B5EF4-FFF2-40B4-BE49-F238E27FC236}">
                  <a16:creationId xmlns:a16="http://schemas.microsoft.com/office/drawing/2014/main" id="{3B727A1F-993A-45FF-99D2-B24B901E6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412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949" name="Group 13">
            <a:extLst>
              <a:ext uri="{FF2B5EF4-FFF2-40B4-BE49-F238E27FC236}">
                <a16:creationId xmlns:a16="http://schemas.microsoft.com/office/drawing/2014/main" id="{DF1EF3FB-F46D-4476-A3C9-E2A4F68E0331}"/>
              </a:ext>
            </a:extLst>
          </p:cNvPr>
          <p:cNvGrpSpPr>
            <a:grpSpLocks/>
          </p:cNvGrpSpPr>
          <p:nvPr/>
        </p:nvGrpSpPr>
        <p:grpSpPr bwMode="auto">
          <a:xfrm>
            <a:off x="2563813" y="2428875"/>
            <a:ext cx="3589337" cy="519113"/>
            <a:chOff x="1355" y="1291"/>
            <a:chExt cx="2261" cy="327"/>
          </a:xfrm>
        </p:grpSpPr>
        <p:sp>
          <p:nvSpPr>
            <p:cNvPr id="40986" name="Text Box 14">
              <a:extLst>
                <a:ext uri="{FF2B5EF4-FFF2-40B4-BE49-F238E27FC236}">
                  <a16:creationId xmlns:a16="http://schemas.microsoft.com/office/drawing/2014/main" id="{3226142E-D78A-431D-8582-7A1C8746D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5" y="1291"/>
              <a:ext cx="22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=CD+BD+ABC+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40987" name="Line 15">
              <a:extLst>
                <a:ext uri="{FF2B5EF4-FFF2-40B4-BE49-F238E27FC236}">
                  <a16:creationId xmlns:a16="http://schemas.microsoft.com/office/drawing/2014/main" id="{4C2C89EC-D688-46B1-B149-C68E70AE5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1344"/>
              <a:ext cx="117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8" name="Line 16">
              <a:extLst>
                <a:ext uri="{FF2B5EF4-FFF2-40B4-BE49-F238E27FC236}">
                  <a16:creationId xmlns:a16="http://schemas.microsoft.com/office/drawing/2014/main" id="{3B2FC898-6EAD-46E0-8046-17A1B0B61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1355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9" name="Line 17">
              <a:extLst>
                <a:ext uri="{FF2B5EF4-FFF2-40B4-BE49-F238E27FC236}">
                  <a16:creationId xmlns:a16="http://schemas.microsoft.com/office/drawing/2014/main" id="{890BC313-3D46-4A0B-A6EC-395158BA8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4" y="1355"/>
              <a:ext cx="1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954" name="Rectangle 18">
            <a:extLst>
              <a:ext uri="{FF2B5EF4-FFF2-40B4-BE49-F238E27FC236}">
                <a16:creationId xmlns:a16="http://schemas.microsoft.com/office/drawing/2014/main" id="{62EEF58F-078C-483D-8B54-0C5D1FD81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405062"/>
            <a:ext cx="2533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包含、吸收律</a:t>
            </a:r>
          </a:p>
        </p:txBody>
      </p:sp>
      <p:grpSp>
        <p:nvGrpSpPr>
          <p:cNvPr id="39955" name="Group 19">
            <a:extLst>
              <a:ext uri="{FF2B5EF4-FFF2-40B4-BE49-F238E27FC236}">
                <a16:creationId xmlns:a16="http://schemas.microsoft.com/office/drawing/2014/main" id="{CB5A663C-7C3D-4EDC-8189-90154C32CA5C}"/>
              </a:ext>
            </a:extLst>
          </p:cNvPr>
          <p:cNvGrpSpPr>
            <a:grpSpLocks/>
          </p:cNvGrpSpPr>
          <p:nvPr/>
        </p:nvGrpSpPr>
        <p:grpSpPr bwMode="auto">
          <a:xfrm>
            <a:off x="2566988" y="1708150"/>
            <a:ext cx="3692525" cy="519113"/>
            <a:chOff x="1005" y="618"/>
            <a:chExt cx="2326" cy="327"/>
          </a:xfrm>
        </p:grpSpPr>
        <p:sp>
          <p:nvSpPr>
            <p:cNvPr id="40982" name="Text Box 20">
              <a:extLst>
                <a:ext uri="{FF2B5EF4-FFF2-40B4-BE49-F238E27FC236}">
                  <a16:creationId xmlns:a16="http://schemas.microsoft.com/office/drawing/2014/main" id="{FC9494B4-49A4-4DD2-BC5E-E5D7C2B0C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618"/>
              <a:ext cx="23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=CD+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BD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+ABD+ABC</a:t>
              </a:r>
            </a:p>
          </p:txBody>
        </p:sp>
        <p:sp>
          <p:nvSpPr>
            <p:cNvPr id="40983" name="Line 21">
              <a:extLst>
                <a:ext uri="{FF2B5EF4-FFF2-40B4-BE49-F238E27FC236}">
                  <a16:creationId xmlns:a16="http://schemas.microsoft.com/office/drawing/2014/main" id="{95855D09-873F-42C6-A504-4A1AF9D3F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670"/>
              <a:ext cx="15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4" name="Line 22">
              <a:extLst>
                <a:ext uri="{FF2B5EF4-FFF2-40B4-BE49-F238E27FC236}">
                  <a16:creationId xmlns:a16="http://schemas.microsoft.com/office/drawing/2014/main" id="{3E9F03A7-5659-4081-8BF2-C623EE4AD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681"/>
              <a:ext cx="15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5" name="Line 23">
              <a:extLst>
                <a:ext uri="{FF2B5EF4-FFF2-40B4-BE49-F238E27FC236}">
                  <a16:creationId xmlns:a16="http://schemas.microsoft.com/office/drawing/2014/main" id="{DD5EC45B-D38F-47D8-B330-F736AFCC0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" y="681"/>
              <a:ext cx="1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962" name="Rectangle 26">
            <a:extLst>
              <a:ext uri="{FF2B5EF4-FFF2-40B4-BE49-F238E27FC236}">
                <a16:creationId xmlns:a16="http://schemas.microsoft.com/office/drawing/2014/main" id="{A03B1626-22B5-46C6-97EC-AE762B1F8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27388"/>
            <a:ext cx="2533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包含、吸收律</a:t>
            </a:r>
          </a:p>
        </p:txBody>
      </p:sp>
      <p:grpSp>
        <p:nvGrpSpPr>
          <p:cNvPr id="39963" name="Group 27">
            <a:extLst>
              <a:ext uri="{FF2B5EF4-FFF2-40B4-BE49-F238E27FC236}">
                <a16:creationId xmlns:a16="http://schemas.microsoft.com/office/drawing/2014/main" id="{6EE9354F-A0D3-451E-A14C-4DEFE777D3CE}"/>
              </a:ext>
            </a:extLst>
          </p:cNvPr>
          <p:cNvGrpSpPr>
            <a:grpSpLocks/>
          </p:cNvGrpSpPr>
          <p:nvPr/>
        </p:nvGrpSpPr>
        <p:grpSpPr bwMode="auto">
          <a:xfrm>
            <a:off x="2581275" y="3281363"/>
            <a:ext cx="3335338" cy="519112"/>
            <a:chOff x="1480" y="2293"/>
            <a:chExt cx="2101" cy="327"/>
          </a:xfrm>
        </p:grpSpPr>
        <p:sp>
          <p:nvSpPr>
            <p:cNvPr id="40979" name="Text Box 28">
              <a:extLst>
                <a:ext uri="{FF2B5EF4-FFF2-40B4-BE49-F238E27FC236}">
                  <a16:creationId xmlns:a16="http://schemas.microsoft.com/office/drawing/2014/main" id="{5D543335-DF17-4A45-A9B2-DA3A144D1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" y="2293"/>
              <a:ext cx="21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=CD+BD+BC+AB</a:t>
              </a:r>
            </a:p>
          </p:txBody>
        </p:sp>
        <p:sp>
          <p:nvSpPr>
            <p:cNvPr id="40980" name="Line 29">
              <a:extLst>
                <a:ext uri="{FF2B5EF4-FFF2-40B4-BE49-F238E27FC236}">
                  <a16:creationId xmlns:a16="http://schemas.microsoft.com/office/drawing/2014/main" id="{E6FBD679-0678-40B5-8E6D-D4A03F7AF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" y="2349"/>
              <a:ext cx="1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1" name="Line 30">
              <a:extLst>
                <a:ext uri="{FF2B5EF4-FFF2-40B4-BE49-F238E27FC236}">
                  <a16:creationId xmlns:a16="http://schemas.microsoft.com/office/drawing/2014/main" id="{BE8CBDEC-E93D-4466-B4AB-A1D45EC06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349"/>
              <a:ext cx="1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967" name="Rectangle 31">
            <a:extLst>
              <a:ext uri="{FF2B5EF4-FFF2-40B4-BE49-F238E27FC236}">
                <a16:creationId xmlns:a16="http://schemas.microsoft.com/office/drawing/2014/main" id="{1AB0BF1E-C732-4826-BB0F-0E327FEFA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3981450"/>
            <a:ext cx="169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包含律</a:t>
            </a:r>
          </a:p>
        </p:txBody>
      </p:sp>
      <p:grpSp>
        <p:nvGrpSpPr>
          <p:cNvPr id="39968" name="Group 32">
            <a:extLst>
              <a:ext uri="{FF2B5EF4-FFF2-40B4-BE49-F238E27FC236}">
                <a16:creationId xmlns:a16="http://schemas.microsoft.com/office/drawing/2014/main" id="{3D938625-F72A-47D0-A080-F03F55F64516}"/>
              </a:ext>
            </a:extLst>
          </p:cNvPr>
          <p:cNvGrpSpPr>
            <a:grpSpLocks/>
          </p:cNvGrpSpPr>
          <p:nvPr/>
        </p:nvGrpSpPr>
        <p:grpSpPr bwMode="auto">
          <a:xfrm>
            <a:off x="2527300" y="4068763"/>
            <a:ext cx="4106863" cy="519112"/>
            <a:chOff x="1592" y="2563"/>
            <a:chExt cx="2587" cy="327"/>
          </a:xfrm>
        </p:grpSpPr>
        <p:sp>
          <p:nvSpPr>
            <p:cNvPr id="40976" name="Text Box 33">
              <a:extLst>
                <a:ext uri="{FF2B5EF4-FFF2-40B4-BE49-F238E27FC236}">
                  <a16:creationId xmlns:a16="http://schemas.microsoft.com/office/drawing/2014/main" id="{22D4B400-89C5-4A73-858E-9869E5AEA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2" y="2563"/>
              <a:ext cx="25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CD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+BD+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BD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BC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</a:t>
              </a:r>
            </a:p>
          </p:txBody>
        </p:sp>
        <p:sp>
          <p:nvSpPr>
            <p:cNvPr id="40977" name="Line 34">
              <a:extLst>
                <a:ext uri="{FF2B5EF4-FFF2-40B4-BE49-F238E27FC236}">
                  <a16:creationId xmlns:a16="http://schemas.microsoft.com/office/drawing/2014/main" id="{14C3FE79-8D13-4EA4-8A24-F020DA8DC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1" y="2619"/>
              <a:ext cx="1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78" name="Line 35">
              <a:extLst>
                <a:ext uri="{FF2B5EF4-FFF2-40B4-BE49-F238E27FC236}">
                  <a16:creationId xmlns:a16="http://schemas.microsoft.com/office/drawing/2014/main" id="{CD7DC313-DE37-4C4A-A119-6BF85ABE7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" y="2619"/>
              <a:ext cx="12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972" name="Group 36">
            <a:extLst>
              <a:ext uri="{FF2B5EF4-FFF2-40B4-BE49-F238E27FC236}">
                <a16:creationId xmlns:a16="http://schemas.microsoft.com/office/drawing/2014/main" id="{04606150-FCB9-45B6-A793-3773ED63D5BA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4821238"/>
            <a:ext cx="2978150" cy="519112"/>
            <a:chOff x="1648" y="3037"/>
            <a:chExt cx="1876" cy="327"/>
          </a:xfrm>
        </p:grpSpPr>
        <p:sp>
          <p:nvSpPr>
            <p:cNvPr id="40974" name="Text Box 37">
              <a:extLst>
                <a:ext uri="{FF2B5EF4-FFF2-40B4-BE49-F238E27FC236}">
                  <a16:creationId xmlns:a16="http://schemas.microsoft.com/office/drawing/2014/main" id="{5DAE5806-49FF-4DED-8809-A120FAE94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8" y="3037"/>
              <a:ext cx="18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=CD+B+BC+AB</a:t>
              </a:r>
            </a:p>
          </p:txBody>
        </p:sp>
        <p:sp>
          <p:nvSpPr>
            <p:cNvPr id="40975" name="Line 38">
              <a:extLst>
                <a:ext uri="{FF2B5EF4-FFF2-40B4-BE49-F238E27FC236}">
                  <a16:creationId xmlns:a16="http://schemas.microsoft.com/office/drawing/2014/main" id="{36FDE616-B046-4C55-8096-09C0DEBFD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3093"/>
              <a:ext cx="1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975" name="Text Box 39">
            <a:extLst>
              <a:ext uri="{FF2B5EF4-FFF2-40B4-BE49-F238E27FC236}">
                <a16:creationId xmlns:a16="http://schemas.microsoft.com/office/drawing/2014/main" id="{05D95AE8-9C35-432C-830A-B67189FDB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5467350"/>
            <a:ext cx="145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=CD+B</a:t>
            </a:r>
          </a:p>
        </p:txBody>
      </p:sp>
    </p:spTree>
    <p:extLst>
      <p:ext uri="{BB962C8B-B14F-4D97-AF65-F5344CB8AC3E}">
        <p14:creationId xmlns:p14="http://schemas.microsoft.com/office/powerpoint/2010/main" val="32765303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54" grpId="0" autoUpdateAnimBg="0"/>
      <p:bldP spid="39962" grpId="0" autoUpdateAnimBg="0"/>
      <p:bldP spid="39967" grpId="0" autoUpdateAnimBg="0"/>
      <p:bldP spid="3997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090ECBD-F8ED-4539-A9CC-00B737BE9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9900" y="376238"/>
            <a:ext cx="1879600" cy="544512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4】</a:t>
            </a:r>
          </a:p>
        </p:txBody>
      </p:sp>
      <p:grpSp>
        <p:nvGrpSpPr>
          <p:cNvPr id="40963" name="Group 3">
            <a:extLst>
              <a:ext uri="{FF2B5EF4-FFF2-40B4-BE49-F238E27FC236}">
                <a16:creationId xmlns:a16="http://schemas.microsoft.com/office/drawing/2014/main" id="{7765931D-8CF6-443A-B9F7-AFD6A5D55CF8}"/>
              </a:ext>
            </a:extLst>
          </p:cNvPr>
          <p:cNvGrpSpPr>
            <a:grpSpLocks/>
          </p:cNvGrpSpPr>
          <p:nvPr/>
        </p:nvGrpSpPr>
        <p:grpSpPr bwMode="auto">
          <a:xfrm>
            <a:off x="2393950" y="923925"/>
            <a:ext cx="3275013" cy="552450"/>
            <a:chOff x="1047" y="1131"/>
            <a:chExt cx="2063" cy="348"/>
          </a:xfrm>
        </p:grpSpPr>
        <p:sp>
          <p:nvSpPr>
            <p:cNvPr id="42026" name="Text Box 4">
              <a:extLst>
                <a:ext uri="{FF2B5EF4-FFF2-40B4-BE49-F238E27FC236}">
                  <a16:creationId xmlns:a16="http://schemas.microsoft.com/office/drawing/2014/main" id="{4819DE23-24C6-4B87-BE6C-F399C03AA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7" y="1152"/>
              <a:ext cx="20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F=AB+AB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•BC+BC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7" name="Line 5">
              <a:extLst>
                <a:ext uri="{FF2B5EF4-FFF2-40B4-BE49-F238E27FC236}">
                  <a16:creationId xmlns:a16="http://schemas.microsoft.com/office/drawing/2014/main" id="{51AB52CC-AA6D-405F-A706-370FC5004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8" y="1217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8" name="Line 6">
              <a:extLst>
                <a:ext uri="{FF2B5EF4-FFF2-40B4-BE49-F238E27FC236}">
                  <a16:creationId xmlns:a16="http://schemas.microsoft.com/office/drawing/2014/main" id="{9C377D17-6883-4C00-B57E-B85399269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1217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9" name="Line 7">
              <a:extLst>
                <a:ext uri="{FF2B5EF4-FFF2-40B4-BE49-F238E27FC236}">
                  <a16:creationId xmlns:a16="http://schemas.microsoft.com/office/drawing/2014/main" id="{EF6E8870-97C0-4C2C-9521-394581BF7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1217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0" name="Line 8">
              <a:extLst>
                <a:ext uri="{FF2B5EF4-FFF2-40B4-BE49-F238E27FC236}">
                  <a16:creationId xmlns:a16="http://schemas.microsoft.com/office/drawing/2014/main" id="{7FBD71BB-1F95-4177-87B9-EAF68FA9B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217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1" name="Line 9">
              <a:extLst>
                <a:ext uri="{FF2B5EF4-FFF2-40B4-BE49-F238E27FC236}">
                  <a16:creationId xmlns:a16="http://schemas.microsoft.com/office/drawing/2014/main" id="{70568EEB-F5E2-4884-B0A4-0C4B01206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172"/>
              <a:ext cx="70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2" name="Line 10">
              <a:extLst>
                <a:ext uri="{FF2B5EF4-FFF2-40B4-BE49-F238E27FC236}">
                  <a16:creationId xmlns:a16="http://schemas.microsoft.com/office/drawing/2014/main" id="{935B02A7-2861-4A96-A053-917C33AF6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3" y="1171"/>
              <a:ext cx="70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3" name="Line 11">
              <a:extLst>
                <a:ext uri="{FF2B5EF4-FFF2-40B4-BE49-F238E27FC236}">
                  <a16:creationId xmlns:a16="http://schemas.microsoft.com/office/drawing/2014/main" id="{3D17D2BB-C39F-45B9-82AA-40645FB91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4" y="1131"/>
              <a:ext cx="15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72" name="Group 12">
            <a:extLst>
              <a:ext uri="{FF2B5EF4-FFF2-40B4-BE49-F238E27FC236}">
                <a16:creationId xmlns:a16="http://schemas.microsoft.com/office/drawing/2014/main" id="{A7A37649-F26C-46F7-94DE-EB7FA044FED0}"/>
              </a:ext>
            </a:extLst>
          </p:cNvPr>
          <p:cNvGrpSpPr>
            <a:grpSpLocks/>
          </p:cNvGrpSpPr>
          <p:nvPr/>
        </p:nvGrpSpPr>
        <p:grpSpPr bwMode="auto">
          <a:xfrm>
            <a:off x="2643188" y="1560513"/>
            <a:ext cx="2992437" cy="519112"/>
            <a:chOff x="1854" y="1456"/>
            <a:chExt cx="1885" cy="327"/>
          </a:xfrm>
        </p:grpSpPr>
        <p:sp>
          <p:nvSpPr>
            <p:cNvPr id="42021" name="Text Box 13">
              <a:extLst>
                <a:ext uri="{FF2B5EF4-FFF2-40B4-BE49-F238E27FC236}">
                  <a16:creationId xmlns:a16="http://schemas.microsoft.com/office/drawing/2014/main" id="{ABF36C28-78F8-44D6-BE39-2032E4EFD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1456"/>
              <a:ext cx="18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=AB+AB+BC+BC</a:t>
              </a:r>
            </a:p>
          </p:txBody>
        </p:sp>
        <p:sp>
          <p:nvSpPr>
            <p:cNvPr id="42022" name="Line 14">
              <a:extLst>
                <a:ext uri="{FF2B5EF4-FFF2-40B4-BE49-F238E27FC236}">
                  <a16:creationId xmlns:a16="http://schemas.microsoft.com/office/drawing/2014/main" id="{36410A4F-9CDA-4F61-8F8B-645759BA9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6" y="152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3" name="Line 15">
              <a:extLst>
                <a:ext uri="{FF2B5EF4-FFF2-40B4-BE49-F238E27FC236}">
                  <a16:creationId xmlns:a16="http://schemas.microsoft.com/office/drawing/2014/main" id="{E50F9F2E-BD44-4008-B9D8-FE5582119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152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4" name="Line 16">
              <a:extLst>
                <a:ext uri="{FF2B5EF4-FFF2-40B4-BE49-F238E27FC236}">
                  <a16:creationId xmlns:a16="http://schemas.microsoft.com/office/drawing/2014/main" id="{43B6802F-9255-445B-BDD0-2140E815D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5" y="1521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5" name="Line 17">
              <a:extLst>
                <a:ext uri="{FF2B5EF4-FFF2-40B4-BE49-F238E27FC236}">
                  <a16:creationId xmlns:a16="http://schemas.microsoft.com/office/drawing/2014/main" id="{8FD217BF-F2BB-4A93-B63E-CF78639FA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" y="1521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78" name="Group 18">
            <a:extLst>
              <a:ext uri="{FF2B5EF4-FFF2-40B4-BE49-F238E27FC236}">
                <a16:creationId xmlns:a16="http://schemas.microsoft.com/office/drawing/2014/main" id="{4473D130-39D8-4368-9E64-7EB7A3112475}"/>
              </a:ext>
            </a:extLst>
          </p:cNvPr>
          <p:cNvGrpSpPr>
            <a:grpSpLocks/>
          </p:cNvGrpSpPr>
          <p:nvPr/>
        </p:nvGrpSpPr>
        <p:grpSpPr bwMode="auto">
          <a:xfrm>
            <a:off x="2644775" y="2187575"/>
            <a:ext cx="3824288" cy="519113"/>
            <a:chOff x="2157" y="1728"/>
            <a:chExt cx="2409" cy="327"/>
          </a:xfrm>
        </p:grpSpPr>
        <p:sp>
          <p:nvSpPr>
            <p:cNvPr id="42015" name="Text Box 19">
              <a:extLst>
                <a:ext uri="{FF2B5EF4-FFF2-40B4-BE49-F238E27FC236}">
                  <a16:creationId xmlns:a16="http://schemas.microsoft.com/office/drawing/2014/main" id="{B6A444D6-7189-4D07-B43D-480B5CADB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1728"/>
              <a:ext cx="24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+AB+BC+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BC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AC</a:t>
              </a:r>
            </a:p>
          </p:txBody>
        </p:sp>
        <p:sp>
          <p:nvSpPr>
            <p:cNvPr id="42016" name="Line 20">
              <a:extLst>
                <a:ext uri="{FF2B5EF4-FFF2-40B4-BE49-F238E27FC236}">
                  <a16:creationId xmlns:a16="http://schemas.microsoft.com/office/drawing/2014/main" id="{59252D5F-35A2-494C-A6F3-87882CFA5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793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7" name="Line 21">
              <a:extLst>
                <a:ext uri="{FF2B5EF4-FFF2-40B4-BE49-F238E27FC236}">
                  <a16:creationId xmlns:a16="http://schemas.microsoft.com/office/drawing/2014/main" id="{DD7875C0-A2A9-4740-AD17-15FAA0C0C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1793"/>
              <a:ext cx="11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8" name="Line 22">
              <a:extLst>
                <a:ext uri="{FF2B5EF4-FFF2-40B4-BE49-F238E27FC236}">
                  <a16:creationId xmlns:a16="http://schemas.microsoft.com/office/drawing/2014/main" id="{5A726670-AA25-485E-882A-8CE528B6A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" y="1793"/>
              <a:ext cx="11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9" name="Line 23">
              <a:extLst>
                <a:ext uri="{FF2B5EF4-FFF2-40B4-BE49-F238E27FC236}">
                  <a16:creationId xmlns:a16="http://schemas.microsoft.com/office/drawing/2014/main" id="{5192A06F-24A1-4565-A12D-CFA7953D7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" y="1793"/>
              <a:ext cx="11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0" name="Line 24">
              <a:extLst>
                <a:ext uri="{FF2B5EF4-FFF2-40B4-BE49-F238E27FC236}">
                  <a16:creationId xmlns:a16="http://schemas.microsoft.com/office/drawing/2014/main" id="{036CB7BE-6E82-4E70-93E2-9A182C94C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794"/>
              <a:ext cx="11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85" name="Group 25">
            <a:extLst>
              <a:ext uri="{FF2B5EF4-FFF2-40B4-BE49-F238E27FC236}">
                <a16:creationId xmlns:a16="http://schemas.microsoft.com/office/drawing/2014/main" id="{B4660A64-F906-477E-AB74-A48E308BB090}"/>
              </a:ext>
            </a:extLst>
          </p:cNvPr>
          <p:cNvGrpSpPr>
            <a:grpSpLocks/>
          </p:cNvGrpSpPr>
          <p:nvPr/>
        </p:nvGrpSpPr>
        <p:grpSpPr bwMode="auto">
          <a:xfrm>
            <a:off x="2649538" y="2792413"/>
            <a:ext cx="2527300" cy="519112"/>
            <a:chOff x="1969" y="1759"/>
            <a:chExt cx="1592" cy="327"/>
          </a:xfrm>
        </p:grpSpPr>
        <p:sp>
          <p:nvSpPr>
            <p:cNvPr id="42011" name="Text Box 26">
              <a:extLst>
                <a:ext uri="{FF2B5EF4-FFF2-40B4-BE49-F238E27FC236}">
                  <a16:creationId xmlns:a16="http://schemas.microsoft.com/office/drawing/2014/main" id="{A9976856-FA60-4F96-B980-4913F3AF5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1759"/>
              <a:ext cx="15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=AB+BC+AC</a:t>
              </a:r>
            </a:p>
          </p:txBody>
        </p:sp>
        <p:sp>
          <p:nvSpPr>
            <p:cNvPr id="42012" name="Line 27">
              <a:extLst>
                <a:ext uri="{FF2B5EF4-FFF2-40B4-BE49-F238E27FC236}">
                  <a16:creationId xmlns:a16="http://schemas.microsoft.com/office/drawing/2014/main" id="{5E3A8479-1D0A-4113-AABD-76E1317FB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0" y="1825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3" name="Line 28">
              <a:extLst>
                <a:ext uri="{FF2B5EF4-FFF2-40B4-BE49-F238E27FC236}">
                  <a16:creationId xmlns:a16="http://schemas.microsoft.com/office/drawing/2014/main" id="{84E85C35-747F-4514-8D82-BF7A98EAD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7" y="1825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4" name="Line 29">
              <a:extLst>
                <a:ext uri="{FF2B5EF4-FFF2-40B4-BE49-F238E27FC236}">
                  <a16:creationId xmlns:a16="http://schemas.microsoft.com/office/drawing/2014/main" id="{017615E9-428C-4380-BCBF-4CCCB33A8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825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990" name="Text Box 30">
            <a:extLst>
              <a:ext uri="{FF2B5EF4-FFF2-40B4-BE49-F238E27FC236}">
                <a16:creationId xmlns:a16="http://schemas.microsoft.com/office/drawing/2014/main" id="{6521C419-7DF9-4BFC-B06E-DDBBFF225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3797300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</a:p>
        </p:txBody>
      </p:sp>
      <p:grpSp>
        <p:nvGrpSpPr>
          <p:cNvPr id="40991" name="Group 31">
            <a:extLst>
              <a:ext uri="{FF2B5EF4-FFF2-40B4-BE49-F238E27FC236}">
                <a16:creationId xmlns:a16="http://schemas.microsoft.com/office/drawing/2014/main" id="{012A121B-F93A-4E49-9179-DFDB698BE17F}"/>
              </a:ext>
            </a:extLst>
          </p:cNvPr>
          <p:cNvGrpSpPr>
            <a:grpSpLocks/>
          </p:cNvGrpSpPr>
          <p:nvPr/>
        </p:nvGrpSpPr>
        <p:grpSpPr bwMode="auto">
          <a:xfrm>
            <a:off x="2609850" y="3835400"/>
            <a:ext cx="2992438" cy="519113"/>
            <a:chOff x="1854" y="1456"/>
            <a:chExt cx="1885" cy="327"/>
          </a:xfrm>
        </p:grpSpPr>
        <p:sp>
          <p:nvSpPr>
            <p:cNvPr id="42006" name="Text Box 32">
              <a:extLst>
                <a:ext uri="{FF2B5EF4-FFF2-40B4-BE49-F238E27FC236}">
                  <a16:creationId xmlns:a16="http://schemas.microsoft.com/office/drawing/2014/main" id="{B35F9249-F60E-4080-A940-A36D4CE45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1456"/>
              <a:ext cx="18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=AB+AB+BC+BC</a:t>
              </a:r>
            </a:p>
          </p:txBody>
        </p:sp>
        <p:sp>
          <p:nvSpPr>
            <p:cNvPr id="42007" name="Line 33">
              <a:extLst>
                <a:ext uri="{FF2B5EF4-FFF2-40B4-BE49-F238E27FC236}">
                  <a16:creationId xmlns:a16="http://schemas.microsoft.com/office/drawing/2014/main" id="{537C9136-9970-46EA-890C-BCEA5FC58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6" y="152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8" name="Line 34">
              <a:extLst>
                <a:ext uri="{FF2B5EF4-FFF2-40B4-BE49-F238E27FC236}">
                  <a16:creationId xmlns:a16="http://schemas.microsoft.com/office/drawing/2014/main" id="{EA201AE8-165A-494D-9831-9A9EDB2E8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152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9" name="Line 35">
              <a:extLst>
                <a:ext uri="{FF2B5EF4-FFF2-40B4-BE49-F238E27FC236}">
                  <a16:creationId xmlns:a16="http://schemas.microsoft.com/office/drawing/2014/main" id="{2592CB00-E25E-4E56-A93D-86D44E15D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5" y="1521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0" name="Line 36">
              <a:extLst>
                <a:ext uri="{FF2B5EF4-FFF2-40B4-BE49-F238E27FC236}">
                  <a16:creationId xmlns:a16="http://schemas.microsoft.com/office/drawing/2014/main" id="{4CC180EB-EC52-45B8-B5EC-2B378D00E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" y="1521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97" name="Group 37">
            <a:extLst>
              <a:ext uri="{FF2B5EF4-FFF2-40B4-BE49-F238E27FC236}">
                <a16:creationId xmlns:a16="http://schemas.microsoft.com/office/drawing/2014/main" id="{2633E58B-FA03-4CD8-A1A3-8EC03339EFFF}"/>
              </a:ext>
            </a:extLst>
          </p:cNvPr>
          <p:cNvGrpSpPr>
            <a:grpSpLocks/>
          </p:cNvGrpSpPr>
          <p:nvPr/>
        </p:nvGrpSpPr>
        <p:grpSpPr bwMode="auto">
          <a:xfrm>
            <a:off x="2630488" y="4403725"/>
            <a:ext cx="3824287" cy="519113"/>
            <a:chOff x="1657" y="2477"/>
            <a:chExt cx="2409" cy="327"/>
          </a:xfrm>
        </p:grpSpPr>
        <p:sp>
          <p:nvSpPr>
            <p:cNvPr id="42000" name="Text Box 38">
              <a:extLst>
                <a:ext uri="{FF2B5EF4-FFF2-40B4-BE49-F238E27FC236}">
                  <a16:creationId xmlns:a16="http://schemas.microsoft.com/office/drawing/2014/main" id="{630808B5-3064-47F8-AEB4-ED38B1995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2477"/>
              <a:ext cx="24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=AB+AB+BC+BC+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AC</a:t>
              </a:r>
            </a:p>
          </p:txBody>
        </p:sp>
        <p:sp>
          <p:nvSpPr>
            <p:cNvPr id="42001" name="Line 39">
              <a:extLst>
                <a:ext uri="{FF2B5EF4-FFF2-40B4-BE49-F238E27FC236}">
                  <a16:creationId xmlns:a16="http://schemas.microsoft.com/office/drawing/2014/main" id="{4096A6C9-43EF-4941-A960-6CA028C78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1" y="2542"/>
              <a:ext cx="11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2" name="Line 40">
              <a:extLst>
                <a:ext uri="{FF2B5EF4-FFF2-40B4-BE49-F238E27FC236}">
                  <a16:creationId xmlns:a16="http://schemas.microsoft.com/office/drawing/2014/main" id="{2009CA68-E386-4F8F-AB5D-A43993104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8" y="254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3" name="Line 41">
              <a:extLst>
                <a:ext uri="{FF2B5EF4-FFF2-40B4-BE49-F238E27FC236}">
                  <a16:creationId xmlns:a16="http://schemas.microsoft.com/office/drawing/2014/main" id="{776772A9-5CB6-44D8-B6C3-CC80D8BF4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9" y="254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4" name="Line 42">
              <a:extLst>
                <a:ext uri="{FF2B5EF4-FFF2-40B4-BE49-F238E27FC236}">
                  <a16:creationId xmlns:a16="http://schemas.microsoft.com/office/drawing/2014/main" id="{C755F7D6-8CD7-467D-B30F-F51A654DE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254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5" name="Line 43">
              <a:extLst>
                <a:ext uri="{FF2B5EF4-FFF2-40B4-BE49-F238E27FC236}">
                  <a16:creationId xmlns:a16="http://schemas.microsoft.com/office/drawing/2014/main" id="{D399DE2E-92E3-4FB0-9DED-EA323FE21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6" y="2543"/>
              <a:ext cx="11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004" name="Group 44">
            <a:extLst>
              <a:ext uri="{FF2B5EF4-FFF2-40B4-BE49-F238E27FC236}">
                <a16:creationId xmlns:a16="http://schemas.microsoft.com/office/drawing/2014/main" id="{048B99D0-1371-475E-8350-06209B215783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4862513"/>
            <a:ext cx="2327275" cy="519112"/>
            <a:chOff x="1917" y="3247"/>
            <a:chExt cx="1466" cy="327"/>
          </a:xfrm>
        </p:grpSpPr>
        <p:sp>
          <p:nvSpPr>
            <p:cNvPr id="41996" name="Text Box 45">
              <a:extLst>
                <a:ext uri="{FF2B5EF4-FFF2-40B4-BE49-F238E27FC236}">
                  <a16:creationId xmlns:a16="http://schemas.microsoft.com/office/drawing/2014/main" id="{4E514F2E-B8D9-47C8-AF95-A49D7850A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7" y="3247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=AB+BC+AC</a:t>
              </a:r>
            </a:p>
          </p:txBody>
        </p:sp>
        <p:sp>
          <p:nvSpPr>
            <p:cNvPr id="41997" name="Line 46">
              <a:extLst>
                <a:ext uri="{FF2B5EF4-FFF2-40B4-BE49-F238E27FC236}">
                  <a16:creationId xmlns:a16="http://schemas.microsoft.com/office/drawing/2014/main" id="{86BEF10D-7A80-461C-B686-3835A9E2D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7" y="3301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8" name="Line 47">
              <a:extLst>
                <a:ext uri="{FF2B5EF4-FFF2-40B4-BE49-F238E27FC236}">
                  <a16:creationId xmlns:a16="http://schemas.microsoft.com/office/drawing/2014/main" id="{BD02696F-0A11-41C7-8D45-1E20A432D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" y="3301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9" name="Line 48">
              <a:extLst>
                <a:ext uri="{FF2B5EF4-FFF2-40B4-BE49-F238E27FC236}">
                  <a16:creationId xmlns:a16="http://schemas.microsoft.com/office/drawing/2014/main" id="{4B28A27B-39B1-422C-8DDE-2D4B80120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8" y="3301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09" name="Text Box 49">
            <a:extLst>
              <a:ext uri="{FF2B5EF4-FFF2-40B4-BE49-F238E27FC236}">
                <a16:creationId xmlns:a16="http://schemas.microsoft.com/office/drawing/2014/main" id="{172AED60-B28C-46D0-9888-8DD9EBB2F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5703310"/>
            <a:ext cx="3806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可见：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最简式不唯一</a:t>
            </a:r>
          </a:p>
        </p:txBody>
      </p:sp>
    </p:spTree>
    <p:extLst>
      <p:ext uri="{BB962C8B-B14F-4D97-AF65-F5344CB8AC3E}">
        <p14:creationId xmlns:p14="http://schemas.microsoft.com/office/powerpoint/2010/main" val="1874130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90" grpId="0" autoUpdateAnimBg="0"/>
      <p:bldP spid="4100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E840EC5-0900-4969-87B6-FC763291E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227013"/>
            <a:ext cx="7105650" cy="5286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§3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—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    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最小项和最大项</a:t>
            </a:r>
            <a:endParaRPr lang="zh-CN" altLang="en-US" sz="2800" b="1" dirty="0"/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08AE1435-6CCE-48FD-9A34-4F78D4B1C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814388"/>
            <a:ext cx="3440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、最小项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A0DBA74C-549F-423F-BB11-BE6834C03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2060575"/>
            <a:ext cx="141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最小项</a:t>
            </a: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52534161-0CDA-43BE-92CB-6FAF7157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3441700"/>
            <a:ext cx="6632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】 n=3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，对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个最小项</a:t>
            </a:r>
          </a:p>
        </p:txBody>
      </p:sp>
      <p:sp>
        <p:nvSpPr>
          <p:cNvPr id="44038" name="AutoShape 6">
            <a:extLst>
              <a:ext uri="{FF2B5EF4-FFF2-40B4-BE49-F238E27FC236}">
                <a16:creationId xmlns:a16="http://schemas.microsoft.com/office/drawing/2014/main" id="{F937506D-756C-44EB-A46A-4E0E17E3C563}"/>
              </a:ext>
            </a:extLst>
          </p:cNvPr>
          <p:cNvSpPr>
            <a:spLocks/>
          </p:cNvSpPr>
          <p:nvPr/>
        </p:nvSpPr>
        <p:spPr bwMode="auto">
          <a:xfrm>
            <a:off x="2794000" y="1511300"/>
            <a:ext cx="282575" cy="1614488"/>
          </a:xfrm>
          <a:prstGeom prst="leftBrace">
            <a:avLst>
              <a:gd name="adj1" fmla="val 4761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9" name="Text Box 7">
            <a:extLst>
              <a:ext uri="{FF2B5EF4-FFF2-40B4-BE49-F238E27FC236}">
                <a16:creationId xmlns:a16="http://schemas.microsoft.com/office/drawing/2014/main" id="{DA6E0D30-7607-48F3-9D3A-5D73956B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1377950"/>
            <a:ext cx="1462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乘积项</a:t>
            </a:r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375C1489-25F0-4172-87B9-E47957D15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1828800"/>
            <a:ext cx="2509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包含全部变量</a:t>
            </a: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6D6F58F2-1B32-4C2E-AE70-D94424C92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63" y="2344738"/>
            <a:ext cx="3390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以原变量或反变量的形式只出现一次</a:t>
            </a:r>
          </a:p>
        </p:txBody>
      </p:sp>
      <p:grpSp>
        <p:nvGrpSpPr>
          <p:cNvPr id="44042" name="Group 10">
            <a:extLst>
              <a:ext uri="{FF2B5EF4-FFF2-40B4-BE49-F238E27FC236}">
                <a16:creationId xmlns:a16="http://schemas.microsoft.com/office/drawing/2014/main" id="{DDAD64D9-472A-47CD-A59B-97853BD23DC7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3957638"/>
            <a:ext cx="4305300" cy="2667000"/>
            <a:chOff x="1236" y="2545"/>
            <a:chExt cx="2712" cy="1680"/>
          </a:xfrm>
        </p:grpSpPr>
        <p:sp>
          <p:nvSpPr>
            <p:cNvPr id="43030" name="Text Box 11">
              <a:extLst>
                <a:ext uri="{FF2B5EF4-FFF2-40B4-BE49-F238E27FC236}">
                  <a16:creationId xmlns:a16="http://schemas.microsoft.com/office/drawing/2014/main" id="{AA6BDF7B-70D7-438E-A217-B69DE68C8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874"/>
              <a:ext cx="7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</a:t>
              </a:r>
            </a:p>
          </p:txBody>
        </p:sp>
        <p:grpSp>
          <p:nvGrpSpPr>
            <p:cNvPr id="43031" name="Group 12">
              <a:extLst>
                <a:ext uri="{FF2B5EF4-FFF2-40B4-BE49-F238E27FC236}">
                  <a16:creationId xmlns:a16="http://schemas.microsoft.com/office/drawing/2014/main" id="{A200C201-63E3-4A1F-BD92-DC9589138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" y="2867"/>
              <a:ext cx="743" cy="327"/>
              <a:chOff x="1308" y="2707"/>
              <a:chExt cx="743" cy="327"/>
            </a:xfrm>
          </p:grpSpPr>
          <p:sp>
            <p:nvSpPr>
              <p:cNvPr id="43055" name="Text Box 13">
                <a:extLst>
                  <a:ext uri="{FF2B5EF4-FFF2-40B4-BE49-F238E27FC236}">
                    <a16:creationId xmlns:a16="http://schemas.microsoft.com/office/drawing/2014/main" id="{54B00ACD-A092-43CD-BBC6-84FCB3F95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2707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56" name="Line 14">
                <a:extLst>
                  <a:ext uri="{FF2B5EF4-FFF2-40B4-BE49-F238E27FC236}">
                    <a16:creationId xmlns:a16="http://schemas.microsoft.com/office/drawing/2014/main" id="{3793B028-55FF-4B72-8247-F58482513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2" y="276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57" name="Line 15">
                <a:extLst>
                  <a:ext uri="{FF2B5EF4-FFF2-40B4-BE49-F238E27FC236}">
                    <a16:creationId xmlns:a16="http://schemas.microsoft.com/office/drawing/2014/main" id="{57CD4174-79AD-436C-8F0A-DCDDA25CC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0" y="276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58" name="Line 16">
                <a:extLst>
                  <a:ext uri="{FF2B5EF4-FFF2-40B4-BE49-F238E27FC236}">
                    <a16:creationId xmlns:a16="http://schemas.microsoft.com/office/drawing/2014/main" id="{3CF9A7A4-AA2D-4548-82C9-0C1AF5FE3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8" y="276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2" name="Group 17">
              <a:extLst>
                <a:ext uri="{FF2B5EF4-FFF2-40B4-BE49-F238E27FC236}">
                  <a16:creationId xmlns:a16="http://schemas.microsoft.com/office/drawing/2014/main" id="{F6F79264-FFE2-4447-9056-100A1DB93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" y="3225"/>
              <a:ext cx="743" cy="327"/>
              <a:chOff x="1308" y="3095"/>
              <a:chExt cx="743" cy="327"/>
            </a:xfrm>
          </p:grpSpPr>
          <p:sp>
            <p:nvSpPr>
              <p:cNvPr id="43052" name="Text Box 18">
                <a:extLst>
                  <a:ext uri="{FF2B5EF4-FFF2-40B4-BE49-F238E27FC236}">
                    <a16:creationId xmlns:a16="http://schemas.microsoft.com/office/drawing/2014/main" id="{F3D7717B-8068-4E1D-B926-3EB49D9464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3095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53" name="Line 19">
                <a:extLst>
                  <a:ext uri="{FF2B5EF4-FFF2-40B4-BE49-F238E27FC236}">
                    <a16:creationId xmlns:a16="http://schemas.microsoft.com/office/drawing/2014/main" id="{265657B5-A637-4021-B7D3-019F98EB6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3163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54" name="Line 20">
                <a:extLst>
                  <a:ext uri="{FF2B5EF4-FFF2-40B4-BE49-F238E27FC236}">
                    <a16:creationId xmlns:a16="http://schemas.microsoft.com/office/drawing/2014/main" id="{E3614276-1CA7-424B-9D93-0C06EBC50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0" y="3163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3" name="Group 21">
              <a:extLst>
                <a:ext uri="{FF2B5EF4-FFF2-40B4-BE49-F238E27FC236}">
                  <a16:creationId xmlns:a16="http://schemas.microsoft.com/office/drawing/2014/main" id="{FF566A72-447E-48ED-A482-5C11C6E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7" y="3561"/>
              <a:ext cx="743" cy="327"/>
              <a:chOff x="1307" y="3461"/>
              <a:chExt cx="743" cy="327"/>
            </a:xfrm>
          </p:grpSpPr>
          <p:sp>
            <p:nvSpPr>
              <p:cNvPr id="43049" name="Text Box 22">
                <a:extLst>
                  <a:ext uri="{FF2B5EF4-FFF2-40B4-BE49-F238E27FC236}">
                    <a16:creationId xmlns:a16="http://schemas.microsoft.com/office/drawing/2014/main" id="{913AC0C3-6F62-425A-82E5-6D863B287F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7" y="3461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50" name="Line 23">
                <a:extLst>
                  <a:ext uri="{FF2B5EF4-FFF2-40B4-BE49-F238E27FC236}">
                    <a16:creationId xmlns:a16="http://schemas.microsoft.com/office/drawing/2014/main" id="{F538F28B-2072-416E-AF15-B7DD838A7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1" y="3530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51" name="Line 24">
                <a:extLst>
                  <a:ext uri="{FF2B5EF4-FFF2-40B4-BE49-F238E27FC236}">
                    <a16:creationId xmlns:a16="http://schemas.microsoft.com/office/drawing/2014/main" id="{3FA0216C-BD79-4CAD-ACA2-A012D11D1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7" y="3530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4" name="Group 25">
              <a:extLst>
                <a:ext uri="{FF2B5EF4-FFF2-40B4-BE49-F238E27FC236}">
                  <a16:creationId xmlns:a16="http://schemas.microsoft.com/office/drawing/2014/main" id="{EFD0306C-D20B-4B22-A5A3-713B3F17B1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7" y="3898"/>
              <a:ext cx="743" cy="327"/>
              <a:chOff x="1307" y="3828"/>
              <a:chExt cx="743" cy="327"/>
            </a:xfrm>
          </p:grpSpPr>
          <p:sp>
            <p:nvSpPr>
              <p:cNvPr id="43047" name="Text Box 26">
                <a:extLst>
                  <a:ext uri="{FF2B5EF4-FFF2-40B4-BE49-F238E27FC236}">
                    <a16:creationId xmlns:a16="http://schemas.microsoft.com/office/drawing/2014/main" id="{556FED00-1C23-41EF-B13E-D6793C7E65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7" y="3828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48" name="Line 27">
                <a:extLst>
                  <a:ext uri="{FF2B5EF4-FFF2-40B4-BE49-F238E27FC236}">
                    <a16:creationId xmlns:a16="http://schemas.microsoft.com/office/drawing/2014/main" id="{E68EA3BD-F3E1-43A6-AC6E-EE610A22F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3896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5" name="Group 28">
              <a:extLst>
                <a:ext uri="{FF2B5EF4-FFF2-40B4-BE49-F238E27FC236}">
                  <a16:creationId xmlns:a16="http://schemas.microsoft.com/office/drawing/2014/main" id="{5CA2126A-B8B0-44FF-8BED-7B3BB9CFC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1" y="2857"/>
              <a:ext cx="743" cy="327"/>
              <a:chOff x="3151" y="2697"/>
              <a:chExt cx="743" cy="327"/>
            </a:xfrm>
          </p:grpSpPr>
          <p:sp>
            <p:nvSpPr>
              <p:cNvPr id="43044" name="Text Box 29">
                <a:extLst>
                  <a:ext uri="{FF2B5EF4-FFF2-40B4-BE49-F238E27FC236}">
                    <a16:creationId xmlns:a16="http://schemas.microsoft.com/office/drawing/2014/main" id="{40950A24-FEF6-4A42-B775-1692B03ED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1" y="2697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45" name="Line 30">
                <a:extLst>
                  <a:ext uri="{FF2B5EF4-FFF2-40B4-BE49-F238E27FC236}">
                    <a16:creationId xmlns:a16="http://schemas.microsoft.com/office/drawing/2014/main" id="{B2E0EEB2-08A4-44EA-A2DC-A62D4BA68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3" y="276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46" name="Line 31">
                <a:extLst>
                  <a:ext uri="{FF2B5EF4-FFF2-40B4-BE49-F238E27FC236}">
                    <a16:creationId xmlns:a16="http://schemas.microsoft.com/office/drawing/2014/main" id="{10A2C0D4-AFC7-4DC8-BAC4-1BD52520C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1" y="276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6" name="Group 32">
              <a:extLst>
                <a:ext uri="{FF2B5EF4-FFF2-40B4-BE49-F238E27FC236}">
                  <a16:creationId xmlns:a16="http://schemas.microsoft.com/office/drawing/2014/main" id="{BEA03FEC-6EFD-47BD-BA0A-6FF413830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2" y="3204"/>
              <a:ext cx="743" cy="327"/>
              <a:chOff x="3172" y="3074"/>
              <a:chExt cx="743" cy="327"/>
            </a:xfrm>
          </p:grpSpPr>
          <p:sp>
            <p:nvSpPr>
              <p:cNvPr id="43042" name="Text Box 33">
                <a:extLst>
                  <a:ext uri="{FF2B5EF4-FFF2-40B4-BE49-F238E27FC236}">
                    <a16:creationId xmlns:a16="http://schemas.microsoft.com/office/drawing/2014/main" id="{5348A541-89BA-4FA7-B59B-836504BE3C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2" y="3074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43" name="Line 34">
                <a:extLst>
                  <a:ext uri="{FF2B5EF4-FFF2-40B4-BE49-F238E27FC236}">
                    <a16:creationId xmlns:a16="http://schemas.microsoft.com/office/drawing/2014/main" id="{6E1B72FA-3C52-4814-8C4B-083C90747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4" y="3142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3037" name="Group 35">
              <a:extLst>
                <a:ext uri="{FF2B5EF4-FFF2-40B4-BE49-F238E27FC236}">
                  <a16:creationId xmlns:a16="http://schemas.microsoft.com/office/drawing/2014/main" id="{CEC84086-A286-40C6-9A4D-5EDD14F08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1" y="3550"/>
              <a:ext cx="743" cy="327"/>
              <a:chOff x="3151" y="3450"/>
              <a:chExt cx="743" cy="327"/>
            </a:xfrm>
          </p:grpSpPr>
          <p:sp>
            <p:nvSpPr>
              <p:cNvPr id="43040" name="Text Box 36">
                <a:extLst>
                  <a:ext uri="{FF2B5EF4-FFF2-40B4-BE49-F238E27FC236}">
                    <a16:creationId xmlns:a16="http://schemas.microsoft.com/office/drawing/2014/main" id="{FC19EF11-31EA-48C3-9CBE-F36FF4EE97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1" y="3450"/>
                <a:ext cx="74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43041" name="Line 37">
                <a:extLst>
                  <a:ext uri="{FF2B5EF4-FFF2-40B4-BE49-F238E27FC236}">
                    <a16:creationId xmlns:a16="http://schemas.microsoft.com/office/drawing/2014/main" id="{1A06402C-D128-4CE8-BCA2-E635147C0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1" y="3519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3038" name="Text Box 38">
              <a:extLst>
                <a:ext uri="{FF2B5EF4-FFF2-40B4-BE49-F238E27FC236}">
                  <a16:creationId xmlns:a16="http://schemas.microsoft.com/office/drawing/2014/main" id="{5D7D4362-3F6A-47F4-8556-E532B41A6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545"/>
              <a:ext cx="8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最小项</a:t>
              </a:r>
            </a:p>
          </p:txBody>
        </p:sp>
        <p:sp>
          <p:nvSpPr>
            <p:cNvPr id="43039" name="Text Box 39">
              <a:extLst>
                <a:ext uri="{FF2B5EF4-FFF2-40B4-BE49-F238E27FC236}">
                  <a16:creationId xmlns:a16="http://schemas.microsoft.com/office/drawing/2014/main" id="{FA53BE83-F46E-47E2-9A1F-23378F403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" y="2545"/>
              <a:ext cx="8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最小项</a:t>
              </a:r>
            </a:p>
          </p:txBody>
        </p:sp>
      </p:grpSp>
      <p:grpSp>
        <p:nvGrpSpPr>
          <p:cNvPr id="44072" name="Group 40">
            <a:extLst>
              <a:ext uri="{FF2B5EF4-FFF2-40B4-BE49-F238E27FC236}">
                <a16:creationId xmlns:a16="http://schemas.microsoft.com/office/drawing/2014/main" id="{2107DB6F-70BB-4253-9680-30296F326501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913188"/>
            <a:ext cx="4025900" cy="2670175"/>
            <a:chOff x="2208" y="2517"/>
            <a:chExt cx="2536" cy="1682"/>
          </a:xfrm>
        </p:grpSpPr>
        <p:sp>
          <p:nvSpPr>
            <p:cNvPr id="43020" name="Text Box 41">
              <a:extLst>
                <a:ext uri="{FF2B5EF4-FFF2-40B4-BE49-F238E27FC236}">
                  <a16:creationId xmlns:a16="http://schemas.microsoft.com/office/drawing/2014/main" id="{0392D062-A774-4C62-A986-FF3C83270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536"/>
              <a:ext cx="6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编号</a:t>
              </a:r>
            </a:p>
          </p:txBody>
        </p:sp>
        <p:sp>
          <p:nvSpPr>
            <p:cNvPr id="43021" name="Text Box 42">
              <a:extLst>
                <a:ext uri="{FF2B5EF4-FFF2-40B4-BE49-F238E27FC236}">
                  <a16:creationId xmlns:a16="http://schemas.microsoft.com/office/drawing/2014/main" id="{E0AF35F9-E80D-484B-8253-EB263F8C2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828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3022" name="Text Box 43">
              <a:extLst>
                <a:ext uri="{FF2B5EF4-FFF2-40B4-BE49-F238E27FC236}">
                  <a16:creationId xmlns:a16="http://schemas.microsoft.com/office/drawing/2014/main" id="{BBD9D684-0880-4158-B013-57F6B3C49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194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3023" name="Text Box 44">
              <a:extLst>
                <a:ext uri="{FF2B5EF4-FFF2-40B4-BE49-F238E27FC236}">
                  <a16:creationId xmlns:a16="http://schemas.microsoft.com/office/drawing/2014/main" id="{2BF3493C-D0B0-4707-93E4-31A2C0D44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" y="3529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3024" name="Text Box 45">
              <a:extLst>
                <a:ext uri="{FF2B5EF4-FFF2-40B4-BE49-F238E27FC236}">
                  <a16:creationId xmlns:a16="http://schemas.microsoft.com/office/drawing/2014/main" id="{C85C391A-CF4D-4319-BF4D-9A0B2BD0A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3" y="3872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3025" name="Text Box 46">
              <a:extLst>
                <a:ext uri="{FF2B5EF4-FFF2-40B4-BE49-F238E27FC236}">
                  <a16:creationId xmlns:a16="http://schemas.microsoft.com/office/drawing/2014/main" id="{037C1459-3092-4E92-A386-D45BEFDAC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3" y="2517"/>
              <a:ext cx="6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编号</a:t>
              </a:r>
            </a:p>
          </p:txBody>
        </p:sp>
        <p:sp>
          <p:nvSpPr>
            <p:cNvPr id="43026" name="Text Box 47">
              <a:extLst>
                <a:ext uri="{FF2B5EF4-FFF2-40B4-BE49-F238E27FC236}">
                  <a16:creationId xmlns:a16="http://schemas.microsoft.com/office/drawing/2014/main" id="{B4113643-6D1C-4BDC-AE8D-A26E756CC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9" y="2803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43027" name="Text Box 48">
              <a:extLst>
                <a:ext uri="{FF2B5EF4-FFF2-40B4-BE49-F238E27FC236}">
                  <a16:creationId xmlns:a16="http://schemas.microsoft.com/office/drawing/2014/main" id="{367C2DB9-4013-408C-9FF1-7AEC67FE2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0" y="3160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43028" name="Text Box 49">
              <a:extLst>
                <a:ext uri="{FF2B5EF4-FFF2-40B4-BE49-F238E27FC236}">
                  <a16:creationId xmlns:a16="http://schemas.microsoft.com/office/drawing/2014/main" id="{9AB9BF38-0796-499F-9596-A720BA37B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0" y="3527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3029" name="Text Box 50">
              <a:extLst>
                <a:ext uri="{FF2B5EF4-FFF2-40B4-BE49-F238E27FC236}">
                  <a16:creationId xmlns:a16="http://schemas.microsoft.com/office/drawing/2014/main" id="{5686C66E-0C19-4C7D-82E4-CA971C69A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0" y="3852"/>
              <a:ext cx="4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74369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6" grpId="0" autoUpdateAnimBg="0"/>
      <p:bldP spid="44037" grpId="0" autoUpdateAnimBg="0"/>
      <p:bldP spid="44038" grpId="0" animBg="1"/>
      <p:bldP spid="44039" grpId="0" autoUpdateAnimBg="0"/>
      <p:bldP spid="44040" grpId="0" autoUpdateAnimBg="0"/>
      <p:bldP spid="4404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4C4C114-DE98-4547-8EE3-F2C24CDE8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213" y="292100"/>
            <a:ext cx="2751137" cy="4953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最小项的性质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FC57C6E4-47C5-46D6-BBFF-72708AA8C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012825"/>
            <a:ext cx="4605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最小项为“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的取值唯一。</a:t>
            </a:r>
          </a:p>
        </p:txBody>
      </p:sp>
      <p:grpSp>
        <p:nvGrpSpPr>
          <p:cNvPr id="45060" name="Group 4">
            <a:extLst>
              <a:ext uri="{FF2B5EF4-FFF2-40B4-BE49-F238E27FC236}">
                <a16:creationId xmlns:a16="http://schemas.microsoft.com/office/drawing/2014/main" id="{639B5964-7F99-491A-9F39-38420D8D552B}"/>
              </a:ext>
            </a:extLst>
          </p:cNvPr>
          <p:cNvGrpSpPr>
            <a:grpSpLocks/>
          </p:cNvGrpSpPr>
          <p:nvPr/>
        </p:nvGrpSpPr>
        <p:grpSpPr bwMode="auto">
          <a:xfrm>
            <a:off x="1147763" y="1635125"/>
            <a:ext cx="6334125" cy="1160463"/>
            <a:chOff x="765" y="1435"/>
            <a:chExt cx="3990" cy="731"/>
          </a:xfrm>
        </p:grpSpPr>
        <p:sp>
          <p:nvSpPr>
            <p:cNvPr id="44042" name="Text Box 5">
              <a:extLst>
                <a:ext uri="{FF2B5EF4-FFF2-40B4-BE49-F238E27FC236}">
                  <a16:creationId xmlns:a16="http://schemas.microsoft.com/office/drawing/2014/main" id="{6B36F075-26ED-4E7A-BFCD-0B925AB40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1435"/>
              <a:ext cx="399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如：最小项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ABC,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只有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取值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101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时，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才为“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1”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，其它取值时全为“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0”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。</a:t>
              </a:r>
            </a:p>
          </p:txBody>
        </p:sp>
        <p:sp>
          <p:nvSpPr>
            <p:cNvPr id="44043" name="Line 6">
              <a:extLst>
                <a:ext uri="{FF2B5EF4-FFF2-40B4-BE49-F238E27FC236}">
                  <a16:creationId xmlns:a16="http://schemas.microsoft.com/office/drawing/2014/main" id="{5C03BA66-B9CC-4C29-83E7-974FF0540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6" y="1498"/>
              <a:ext cx="11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5063" name="Text Box 7">
            <a:extLst>
              <a:ext uri="{FF2B5EF4-FFF2-40B4-BE49-F238E27FC236}">
                <a16:creationId xmlns:a16="http://schemas.microsoft.com/office/drawing/2014/main" id="{FE51449A-32C4-4226-BF82-99528FE62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2971800"/>
            <a:ext cx="507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任意两个最小项之积为“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A2EFDCCA-0407-459A-BE10-79E74CFFC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659188"/>
            <a:ext cx="4256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全部最小项之和为“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45065" name="Group 9">
            <a:extLst>
              <a:ext uri="{FF2B5EF4-FFF2-40B4-BE49-F238E27FC236}">
                <a16:creationId xmlns:a16="http://schemas.microsoft.com/office/drawing/2014/main" id="{B8D2EBE3-7A7D-4972-9C7A-F9BF363E51E4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4359275"/>
            <a:ext cx="7962900" cy="1160463"/>
            <a:chOff x="387" y="2796"/>
            <a:chExt cx="5016" cy="731"/>
          </a:xfrm>
        </p:grpSpPr>
        <p:sp>
          <p:nvSpPr>
            <p:cNvPr id="44040" name="Text Box 10">
              <a:extLst>
                <a:ext uri="{FF2B5EF4-FFF2-40B4-BE49-F238E27FC236}">
                  <a16:creationId xmlns:a16="http://schemas.microsoft.com/office/drawing/2014/main" id="{4A057BD2-4132-4417-866E-95B5154F2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2796"/>
              <a:ext cx="5016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4)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某一个最小项不是包含在函数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中，就包含在反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函数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中。</a:t>
              </a:r>
            </a:p>
          </p:txBody>
        </p:sp>
        <p:sp>
          <p:nvSpPr>
            <p:cNvPr id="44041" name="Line 11">
              <a:extLst>
                <a:ext uri="{FF2B5EF4-FFF2-40B4-BE49-F238E27FC236}">
                  <a16:creationId xmlns:a16="http://schemas.microsoft.com/office/drawing/2014/main" id="{D3647AE0-2095-42D2-A66C-095AC0FFD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3257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22652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autoUpdateAnimBg="0"/>
      <p:bldP spid="45063" grpId="0" autoUpdateAnimBg="0"/>
      <p:bldP spid="4506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D4CA96A-600D-4D7F-B3F7-B3C662956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225" y="211138"/>
            <a:ext cx="6426200" cy="46196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标准与或表达式（最小项表达式）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7CEA6191-F744-4854-8684-121E22FBE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798513"/>
            <a:ext cx="6886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全部由最小项构成的“与或”表达式</a:t>
            </a:r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F748A1A0-E5B3-4551-BD95-0BC48D223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527175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1】</a:t>
            </a:r>
          </a:p>
        </p:txBody>
      </p:sp>
      <p:grpSp>
        <p:nvGrpSpPr>
          <p:cNvPr id="46085" name="Group 5">
            <a:extLst>
              <a:ext uri="{FF2B5EF4-FFF2-40B4-BE49-F238E27FC236}">
                <a16:creationId xmlns:a16="http://schemas.microsoft.com/office/drawing/2014/main" id="{2535D5E7-98BD-4647-A9B9-AA7CFF211A40}"/>
              </a:ext>
            </a:extLst>
          </p:cNvPr>
          <p:cNvGrpSpPr>
            <a:grpSpLocks/>
          </p:cNvGrpSpPr>
          <p:nvPr/>
        </p:nvGrpSpPr>
        <p:grpSpPr bwMode="auto">
          <a:xfrm>
            <a:off x="1974850" y="1573213"/>
            <a:ext cx="2141538" cy="519112"/>
            <a:chOff x="1232" y="1183"/>
            <a:chExt cx="1349" cy="327"/>
          </a:xfrm>
        </p:grpSpPr>
        <p:sp>
          <p:nvSpPr>
            <p:cNvPr id="45132" name="Text Box 6">
              <a:extLst>
                <a:ext uri="{FF2B5EF4-FFF2-40B4-BE49-F238E27FC236}">
                  <a16:creationId xmlns:a16="http://schemas.microsoft.com/office/drawing/2014/main" id="{C8F933E7-2A35-4DD1-B605-6E52FA550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2" y="1183"/>
              <a:ext cx="1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F=ABC+BC</a:t>
              </a:r>
            </a:p>
          </p:txBody>
        </p:sp>
        <p:sp>
          <p:nvSpPr>
            <p:cNvPr id="45133" name="Line 7">
              <a:extLst>
                <a:ext uri="{FF2B5EF4-FFF2-40B4-BE49-F238E27FC236}">
                  <a16:creationId xmlns:a16="http://schemas.microsoft.com/office/drawing/2014/main" id="{84A58121-1AB9-4EA8-B40B-950B23C27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1248"/>
              <a:ext cx="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6092" name="Group 12">
            <a:extLst>
              <a:ext uri="{FF2B5EF4-FFF2-40B4-BE49-F238E27FC236}">
                <a16:creationId xmlns:a16="http://schemas.microsoft.com/office/drawing/2014/main" id="{9DD3617F-FC97-4904-916B-59ED94F0D293}"/>
              </a:ext>
            </a:extLst>
          </p:cNvPr>
          <p:cNvGrpSpPr>
            <a:grpSpLocks/>
          </p:cNvGrpSpPr>
          <p:nvPr/>
        </p:nvGrpSpPr>
        <p:grpSpPr bwMode="auto">
          <a:xfrm>
            <a:off x="3994150" y="2154238"/>
            <a:ext cx="3076575" cy="519112"/>
            <a:chOff x="681" y="2712"/>
            <a:chExt cx="1938" cy="327"/>
          </a:xfrm>
        </p:grpSpPr>
        <p:sp>
          <p:nvSpPr>
            <p:cNvPr id="45125" name="Text Box 13">
              <a:extLst>
                <a:ext uri="{FF2B5EF4-FFF2-40B4-BE49-F238E27FC236}">
                  <a16:creationId xmlns:a16="http://schemas.microsoft.com/office/drawing/2014/main" id="{188462CC-1E3A-4A55-AC35-E8031875A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" y="2712"/>
              <a:ext cx="19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=ABC+ABC+ABC</a:t>
              </a:r>
            </a:p>
          </p:txBody>
        </p:sp>
        <p:sp>
          <p:nvSpPr>
            <p:cNvPr id="45126" name="Line 14">
              <a:extLst>
                <a:ext uri="{FF2B5EF4-FFF2-40B4-BE49-F238E27FC236}">
                  <a16:creationId xmlns:a16="http://schemas.microsoft.com/office/drawing/2014/main" id="{0B0B9821-ED98-46BB-9DD1-F7CB8A1A0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" y="2774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7" name="Line 15">
              <a:extLst>
                <a:ext uri="{FF2B5EF4-FFF2-40B4-BE49-F238E27FC236}">
                  <a16:creationId xmlns:a16="http://schemas.microsoft.com/office/drawing/2014/main" id="{9CDBF013-7CE3-43D9-BB9B-F21D1447F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" y="2774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8" name="Line 16">
              <a:extLst>
                <a:ext uri="{FF2B5EF4-FFF2-40B4-BE49-F238E27FC236}">
                  <a16:creationId xmlns:a16="http://schemas.microsoft.com/office/drawing/2014/main" id="{EE66D8F0-DFAC-4F86-8ADF-E5607F3D2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2774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097" name="Text Box 17">
            <a:extLst>
              <a:ext uri="{FF2B5EF4-FFF2-40B4-BE49-F238E27FC236}">
                <a16:creationId xmlns:a16="http://schemas.microsoft.com/office/drawing/2014/main" id="{853341F5-CE83-4B90-B277-BC01BD18D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2670175"/>
            <a:ext cx="2295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46098" name="Text Box 18">
            <a:extLst>
              <a:ext uri="{FF2B5EF4-FFF2-40B4-BE49-F238E27FC236}">
                <a16:creationId xmlns:a16="http://schemas.microsoft.com/office/drawing/2014/main" id="{AF8941EB-F2EA-499E-A17C-4A6DBB803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2963" y="2687638"/>
            <a:ext cx="2625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m(1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7)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99" name="Text Box 19">
            <a:extLst>
              <a:ext uri="{FF2B5EF4-FFF2-40B4-BE49-F238E27FC236}">
                <a16:creationId xmlns:a16="http://schemas.microsoft.com/office/drawing/2014/main" id="{DE64F169-55CD-497C-ACDC-C06254796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189288"/>
            <a:ext cx="2544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三人表决电路</a:t>
            </a:r>
          </a:p>
        </p:txBody>
      </p:sp>
      <p:sp>
        <p:nvSpPr>
          <p:cNvPr id="46100" name="Text Box 20">
            <a:extLst>
              <a:ext uri="{FF2B5EF4-FFF2-40B4-BE49-F238E27FC236}">
                <a16:creationId xmlns:a16="http://schemas.microsoft.com/office/drawing/2014/main" id="{9760AC85-AC9E-4B1E-8054-3F10A544F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2586038"/>
            <a:ext cx="153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2】</a:t>
            </a:r>
          </a:p>
        </p:txBody>
      </p:sp>
      <p:grpSp>
        <p:nvGrpSpPr>
          <p:cNvPr id="46101" name="Group 21">
            <a:extLst>
              <a:ext uri="{FF2B5EF4-FFF2-40B4-BE49-F238E27FC236}">
                <a16:creationId xmlns:a16="http://schemas.microsoft.com/office/drawing/2014/main" id="{5021EEA8-D444-46B6-9E71-A096727A531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771900"/>
            <a:ext cx="2030413" cy="3038475"/>
            <a:chOff x="3271" y="1540"/>
            <a:chExt cx="1279" cy="1914"/>
          </a:xfrm>
        </p:grpSpPr>
        <p:sp>
          <p:nvSpPr>
            <p:cNvPr id="45076" name="Line 22">
              <a:extLst>
                <a:ext uri="{FF2B5EF4-FFF2-40B4-BE49-F238E27FC236}">
                  <a16:creationId xmlns:a16="http://schemas.microsoft.com/office/drawing/2014/main" id="{B7D65515-B1F7-4D20-8802-9DF2AF23F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602"/>
              <a:ext cx="123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7" name="Line 23">
              <a:extLst>
                <a:ext uri="{FF2B5EF4-FFF2-40B4-BE49-F238E27FC236}">
                  <a16:creationId xmlns:a16="http://schemas.microsoft.com/office/drawing/2014/main" id="{63BC74D8-37A8-4052-A766-E393FF540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882"/>
              <a:ext cx="1213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8" name="Line 24">
              <a:extLst>
                <a:ext uri="{FF2B5EF4-FFF2-40B4-BE49-F238E27FC236}">
                  <a16:creationId xmlns:a16="http://schemas.microsoft.com/office/drawing/2014/main" id="{94ABEBA7-AD5B-4A7C-81A9-44AF1D3BE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3399"/>
              <a:ext cx="124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9" name="Line 25">
              <a:extLst>
                <a:ext uri="{FF2B5EF4-FFF2-40B4-BE49-F238E27FC236}">
                  <a16:creationId xmlns:a16="http://schemas.microsoft.com/office/drawing/2014/main" id="{DF1B319A-A864-4357-AAC4-AAB16221C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1602"/>
              <a:ext cx="0" cy="1797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80" name="Text Box 26">
              <a:extLst>
                <a:ext uri="{FF2B5EF4-FFF2-40B4-BE49-F238E27FC236}">
                  <a16:creationId xmlns:a16="http://schemas.microsoft.com/office/drawing/2014/main" id="{F980A572-B650-4345-82A6-FF6687068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1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5081" name="Text Box 27">
              <a:extLst>
                <a:ext uri="{FF2B5EF4-FFF2-40B4-BE49-F238E27FC236}">
                  <a16:creationId xmlns:a16="http://schemas.microsoft.com/office/drawing/2014/main" id="{764FB927-DD2F-4677-A589-3803EDE05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1540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5082" name="Text Box 28">
              <a:extLst>
                <a:ext uri="{FF2B5EF4-FFF2-40B4-BE49-F238E27FC236}">
                  <a16:creationId xmlns:a16="http://schemas.microsoft.com/office/drawing/2014/main" id="{A3D9AB80-4DDE-4B3F-A6A7-989BFC7B4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5083" name="Text Box 29">
              <a:extLst>
                <a:ext uri="{FF2B5EF4-FFF2-40B4-BE49-F238E27FC236}">
                  <a16:creationId xmlns:a16="http://schemas.microsoft.com/office/drawing/2014/main" id="{0B1F09B1-5F08-4F48-A2E8-4EF22EE86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" y="1540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45084" name="Text Box 30">
              <a:extLst>
                <a:ext uri="{FF2B5EF4-FFF2-40B4-BE49-F238E27FC236}">
                  <a16:creationId xmlns:a16="http://schemas.microsoft.com/office/drawing/2014/main" id="{B5BEFA80-7B2A-4320-A591-BEA3A0375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9" y="18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85" name="Text Box 31">
              <a:extLst>
                <a:ext uri="{FF2B5EF4-FFF2-40B4-BE49-F238E27FC236}">
                  <a16:creationId xmlns:a16="http://schemas.microsoft.com/office/drawing/2014/main" id="{95D5B0A1-4F36-47B6-81EF-AC8C31B9D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00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86" name="Text Box 32">
              <a:extLst>
                <a:ext uri="{FF2B5EF4-FFF2-40B4-BE49-F238E27FC236}">
                  <a16:creationId xmlns:a16="http://schemas.microsoft.com/office/drawing/2014/main" id="{BEB47AD1-A84B-4592-99C6-CA418F241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1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87" name="Text Box 33">
              <a:extLst>
                <a:ext uri="{FF2B5EF4-FFF2-40B4-BE49-F238E27FC236}">
                  <a16:creationId xmlns:a16="http://schemas.microsoft.com/office/drawing/2014/main" id="{370068BB-9DA6-48FE-B26F-50DA10260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1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88" name="Text Box 34">
              <a:extLst>
                <a:ext uri="{FF2B5EF4-FFF2-40B4-BE49-F238E27FC236}">
                  <a16:creationId xmlns:a16="http://schemas.microsoft.com/office/drawing/2014/main" id="{AB01F317-4159-49A4-8EE2-5B103C7A9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7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89" name="Text Box 35">
              <a:extLst>
                <a:ext uri="{FF2B5EF4-FFF2-40B4-BE49-F238E27FC236}">
                  <a16:creationId xmlns:a16="http://schemas.microsoft.com/office/drawing/2014/main" id="{AC04672D-5F94-40BD-9880-35E03285D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94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90" name="Text Box 36">
              <a:extLst>
                <a:ext uri="{FF2B5EF4-FFF2-40B4-BE49-F238E27FC236}">
                  <a16:creationId xmlns:a16="http://schemas.microsoft.com/office/drawing/2014/main" id="{C6605016-6EAA-4057-9D08-70B79E697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5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91" name="Text Box 37">
              <a:extLst>
                <a:ext uri="{FF2B5EF4-FFF2-40B4-BE49-F238E27FC236}">
                  <a16:creationId xmlns:a16="http://schemas.microsoft.com/office/drawing/2014/main" id="{1D98F0C5-D0F0-4065-88E3-360CF6C50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3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092" name="Text Box 38">
              <a:extLst>
                <a:ext uri="{FF2B5EF4-FFF2-40B4-BE49-F238E27FC236}">
                  <a16:creationId xmlns:a16="http://schemas.microsoft.com/office/drawing/2014/main" id="{87302AED-17E6-443F-AE57-45691CDAF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093" name="Text Box 39">
              <a:extLst>
                <a:ext uri="{FF2B5EF4-FFF2-40B4-BE49-F238E27FC236}">
                  <a16:creationId xmlns:a16="http://schemas.microsoft.com/office/drawing/2014/main" id="{C9052663-FBAB-4D6C-B2FB-F6C8AB23B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9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grpSp>
          <p:nvGrpSpPr>
            <p:cNvPr id="45094" name="Group 40">
              <a:extLst>
                <a:ext uri="{FF2B5EF4-FFF2-40B4-BE49-F238E27FC236}">
                  <a16:creationId xmlns:a16="http://schemas.microsoft.com/office/drawing/2014/main" id="{AECE917C-229A-4215-A6CB-E71A00268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360"/>
              <a:ext cx="254" cy="554"/>
              <a:chOff x="3748" y="2111"/>
              <a:chExt cx="317" cy="666"/>
            </a:xfrm>
          </p:grpSpPr>
          <p:sp>
            <p:nvSpPr>
              <p:cNvPr id="45123" name="Text Box 41">
                <a:extLst>
                  <a:ext uri="{FF2B5EF4-FFF2-40B4-BE49-F238E27FC236}">
                    <a16:creationId xmlns:a16="http://schemas.microsoft.com/office/drawing/2014/main" id="{7AEF96A8-2219-4DAF-B923-8A34746CD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5124" name="Text Box 42">
                <a:extLst>
                  <a:ext uri="{FF2B5EF4-FFF2-40B4-BE49-F238E27FC236}">
                    <a16:creationId xmlns:a16="http://schemas.microsoft.com/office/drawing/2014/main" id="{F4BC8736-1D8F-4B88-9A52-5CF5EC41C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5095" name="Text Box 43">
              <a:extLst>
                <a:ext uri="{FF2B5EF4-FFF2-40B4-BE49-F238E27FC236}">
                  <a16:creationId xmlns:a16="http://schemas.microsoft.com/office/drawing/2014/main" id="{38751F62-D3E7-4785-A47E-264E507CC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272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096" name="Text Box 44">
              <a:extLst>
                <a:ext uri="{FF2B5EF4-FFF2-40B4-BE49-F238E27FC236}">
                  <a16:creationId xmlns:a16="http://schemas.microsoft.com/office/drawing/2014/main" id="{FDC3AF40-4890-4282-AE90-61456F3F9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290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097" name="Text Box 45">
              <a:extLst>
                <a:ext uri="{FF2B5EF4-FFF2-40B4-BE49-F238E27FC236}">
                  <a16:creationId xmlns:a16="http://schemas.microsoft.com/office/drawing/2014/main" id="{B00985FC-6735-4009-A9E4-5A8B87324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30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098" name="Text Box 46">
              <a:extLst>
                <a:ext uri="{FF2B5EF4-FFF2-40B4-BE49-F238E27FC236}">
                  <a16:creationId xmlns:a16="http://schemas.microsoft.com/office/drawing/2014/main" id="{B6FF98B5-5FD9-46FC-8130-D94E0F6A4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81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099" name="Text Box 47">
              <a:extLst>
                <a:ext uri="{FF2B5EF4-FFF2-40B4-BE49-F238E27FC236}">
                  <a16:creationId xmlns:a16="http://schemas.microsoft.com/office/drawing/2014/main" id="{6EB9E178-D30D-42B0-9D83-FDE89D7EF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9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100" name="Text Box 48">
              <a:extLst>
                <a:ext uri="{FF2B5EF4-FFF2-40B4-BE49-F238E27FC236}">
                  <a16:creationId xmlns:a16="http://schemas.microsoft.com/office/drawing/2014/main" id="{0888DB88-CC17-46D4-BF40-18F1B0DFB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2" y="253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5101" name="Text Box 49">
              <a:extLst>
                <a:ext uri="{FF2B5EF4-FFF2-40B4-BE49-F238E27FC236}">
                  <a16:creationId xmlns:a16="http://schemas.microsoft.com/office/drawing/2014/main" id="{26ED5010-62E5-4235-A08A-33C511843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45102" name="Group 50">
              <a:extLst>
                <a:ext uri="{FF2B5EF4-FFF2-40B4-BE49-F238E27FC236}">
                  <a16:creationId xmlns:a16="http://schemas.microsoft.com/office/drawing/2014/main" id="{E0EC6AA0-6040-4EBA-998F-917D388EE6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890"/>
              <a:ext cx="246" cy="542"/>
              <a:chOff x="3759" y="2338"/>
              <a:chExt cx="308" cy="652"/>
            </a:xfrm>
          </p:grpSpPr>
          <p:sp>
            <p:nvSpPr>
              <p:cNvPr id="45121" name="Text Box 51">
                <a:extLst>
                  <a:ext uri="{FF2B5EF4-FFF2-40B4-BE49-F238E27FC236}">
                    <a16:creationId xmlns:a16="http://schemas.microsoft.com/office/drawing/2014/main" id="{56F2E207-12E5-4B0E-9FA2-8580AC494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5122" name="Text Box 52">
                <a:extLst>
                  <a:ext uri="{FF2B5EF4-FFF2-40B4-BE49-F238E27FC236}">
                    <a16:creationId xmlns:a16="http://schemas.microsoft.com/office/drawing/2014/main" id="{64B703E3-621E-4D67-854B-CA70A8A5E9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51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5103" name="Group 53">
              <a:extLst>
                <a:ext uri="{FF2B5EF4-FFF2-40B4-BE49-F238E27FC236}">
                  <a16:creationId xmlns:a16="http://schemas.microsoft.com/office/drawing/2014/main" id="{9DD7749F-DED1-40CB-A8B9-549852EAE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171"/>
              <a:ext cx="246" cy="541"/>
              <a:chOff x="3759" y="2338"/>
              <a:chExt cx="308" cy="650"/>
            </a:xfrm>
          </p:grpSpPr>
          <p:sp>
            <p:nvSpPr>
              <p:cNvPr id="45119" name="Text Box 54">
                <a:extLst>
                  <a:ext uri="{FF2B5EF4-FFF2-40B4-BE49-F238E27FC236}">
                    <a16:creationId xmlns:a16="http://schemas.microsoft.com/office/drawing/2014/main" id="{0A6455B1-E132-40C4-ACCC-DC82DECBE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5120" name="Text Box 55">
                <a:extLst>
                  <a:ext uri="{FF2B5EF4-FFF2-40B4-BE49-F238E27FC236}">
                    <a16:creationId xmlns:a16="http://schemas.microsoft.com/office/drawing/2014/main" id="{3A973EAB-99AB-4C89-9F65-69E4256DF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49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5104" name="Group 56">
              <a:extLst>
                <a:ext uri="{FF2B5EF4-FFF2-40B4-BE49-F238E27FC236}">
                  <a16:creationId xmlns:a16="http://schemas.microsoft.com/office/drawing/2014/main" id="{8CC76521-F78D-4466-AE06-D528BD950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890"/>
              <a:ext cx="254" cy="552"/>
              <a:chOff x="3747" y="2112"/>
              <a:chExt cx="318" cy="664"/>
            </a:xfrm>
          </p:grpSpPr>
          <p:sp>
            <p:nvSpPr>
              <p:cNvPr id="45117" name="Text Box 57">
                <a:extLst>
                  <a:ext uri="{FF2B5EF4-FFF2-40B4-BE49-F238E27FC236}">
                    <a16:creationId xmlns:a16="http://schemas.microsoft.com/office/drawing/2014/main" id="{03FD17CF-A687-4CC2-BD14-4E9FF7BF3D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2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5118" name="Text Box 58">
                <a:extLst>
                  <a:ext uri="{FF2B5EF4-FFF2-40B4-BE49-F238E27FC236}">
                    <a16:creationId xmlns:a16="http://schemas.microsoft.com/office/drawing/2014/main" id="{FA61645A-E0CF-4795-BDD4-189A26D7AF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7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5105" name="Group 59">
              <a:extLst>
                <a:ext uri="{FF2B5EF4-FFF2-40B4-BE49-F238E27FC236}">
                  <a16:creationId xmlns:a16="http://schemas.microsoft.com/office/drawing/2014/main" id="{7F7123F9-33C8-4863-9F25-B80227DDED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6" y="2530"/>
              <a:ext cx="255" cy="555"/>
              <a:chOff x="3746" y="2111"/>
              <a:chExt cx="319" cy="666"/>
            </a:xfrm>
          </p:grpSpPr>
          <p:sp>
            <p:nvSpPr>
              <p:cNvPr id="45115" name="Text Box 60">
                <a:extLst>
                  <a:ext uri="{FF2B5EF4-FFF2-40B4-BE49-F238E27FC236}">
                    <a16:creationId xmlns:a16="http://schemas.microsoft.com/office/drawing/2014/main" id="{C0E80EAB-49E2-4644-B48A-9E1E44F80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6" y="2111"/>
                <a:ext cx="307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5116" name="Text Box 61">
                <a:extLst>
                  <a:ext uri="{FF2B5EF4-FFF2-40B4-BE49-F238E27FC236}">
                    <a16:creationId xmlns:a16="http://schemas.microsoft.com/office/drawing/2014/main" id="{CBA592FF-06D3-4FBE-ACB6-30D643DC01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9"/>
                <a:ext cx="305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5106" name="Group 62">
              <a:extLst>
                <a:ext uri="{FF2B5EF4-FFF2-40B4-BE49-F238E27FC236}">
                  <a16:creationId xmlns:a16="http://schemas.microsoft.com/office/drawing/2014/main" id="{375085B5-3028-467C-8728-537999AA9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160"/>
              <a:ext cx="254" cy="554"/>
              <a:chOff x="3747" y="2111"/>
              <a:chExt cx="318" cy="666"/>
            </a:xfrm>
          </p:grpSpPr>
          <p:sp>
            <p:nvSpPr>
              <p:cNvPr id="45113" name="Text Box 63">
                <a:extLst>
                  <a:ext uri="{FF2B5EF4-FFF2-40B4-BE49-F238E27FC236}">
                    <a16:creationId xmlns:a16="http://schemas.microsoft.com/office/drawing/2014/main" id="{60C438CF-F7A9-48A9-9A37-F201B828F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5114" name="Text Box 64">
                <a:extLst>
                  <a:ext uri="{FF2B5EF4-FFF2-40B4-BE49-F238E27FC236}">
                    <a16:creationId xmlns:a16="http://schemas.microsoft.com/office/drawing/2014/main" id="{29A24243-CC9B-451D-9372-379128C3E5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5107" name="Group 65">
              <a:extLst>
                <a:ext uri="{FF2B5EF4-FFF2-40B4-BE49-F238E27FC236}">
                  <a16:creationId xmlns:a16="http://schemas.microsoft.com/office/drawing/2014/main" id="{955FE473-483D-432E-A0AB-6491E6A6C5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" y="1791"/>
              <a:ext cx="253" cy="554"/>
              <a:chOff x="3748" y="2111"/>
              <a:chExt cx="316" cy="666"/>
            </a:xfrm>
          </p:grpSpPr>
          <p:sp>
            <p:nvSpPr>
              <p:cNvPr id="45111" name="Text Box 66">
                <a:extLst>
                  <a:ext uri="{FF2B5EF4-FFF2-40B4-BE49-F238E27FC236}">
                    <a16:creationId xmlns:a16="http://schemas.microsoft.com/office/drawing/2014/main" id="{1E4D913A-EC60-4E94-8404-65E350B7B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5112" name="Text Box 67">
                <a:extLst>
                  <a:ext uri="{FF2B5EF4-FFF2-40B4-BE49-F238E27FC236}">
                    <a16:creationId xmlns:a16="http://schemas.microsoft.com/office/drawing/2014/main" id="{B6D54C82-CBEE-4F15-8D4E-8DEC0E5A7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5108" name="Text Box 68">
              <a:extLst>
                <a:ext uri="{FF2B5EF4-FFF2-40B4-BE49-F238E27FC236}">
                  <a16:creationId xmlns:a16="http://schemas.microsoft.com/office/drawing/2014/main" id="{4BAC73E2-FF14-4F6D-AAF2-99389354C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308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109" name="Line 69">
              <a:extLst>
                <a:ext uri="{FF2B5EF4-FFF2-40B4-BE49-F238E27FC236}">
                  <a16:creationId xmlns:a16="http://schemas.microsoft.com/office/drawing/2014/main" id="{4DAD18B2-C371-47B9-803E-FE54F9433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5" y="1602"/>
              <a:ext cx="0" cy="180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10" name="Line 70">
              <a:extLst>
                <a:ext uri="{FF2B5EF4-FFF2-40B4-BE49-F238E27FC236}">
                  <a16:creationId xmlns:a16="http://schemas.microsoft.com/office/drawing/2014/main" id="{EC30C0F9-2EB3-4767-8155-081B76B79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1592"/>
              <a:ext cx="0" cy="181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6151" name="Group 71">
            <a:extLst>
              <a:ext uri="{FF2B5EF4-FFF2-40B4-BE49-F238E27FC236}">
                <a16:creationId xmlns:a16="http://schemas.microsoft.com/office/drawing/2014/main" id="{C26E3259-C245-4372-8018-65CB81CBE1BF}"/>
              </a:ext>
            </a:extLst>
          </p:cNvPr>
          <p:cNvGrpSpPr>
            <a:grpSpLocks/>
          </p:cNvGrpSpPr>
          <p:nvPr/>
        </p:nvGrpSpPr>
        <p:grpSpPr bwMode="auto">
          <a:xfrm>
            <a:off x="3209925" y="4157663"/>
            <a:ext cx="4238625" cy="519112"/>
            <a:chOff x="2105" y="3624"/>
            <a:chExt cx="2670" cy="327"/>
          </a:xfrm>
        </p:grpSpPr>
        <p:sp>
          <p:nvSpPr>
            <p:cNvPr id="45072" name="Text Box 72">
              <a:extLst>
                <a:ext uri="{FF2B5EF4-FFF2-40B4-BE49-F238E27FC236}">
                  <a16:creationId xmlns:a16="http://schemas.microsoft.com/office/drawing/2014/main" id="{A64A236D-450B-4CD1-9869-953A3B147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3624"/>
              <a:ext cx="26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F=ABC+ABC+ABC+ABC</a:t>
              </a:r>
            </a:p>
          </p:txBody>
        </p:sp>
        <p:sp>
          <p:nvSpPr>
            <p:cNvPr id="45073" name="Line 73">
              <a:extLst>
                <a:ext uri="{FF2B5EF4-FFF2-40B4-BE49-F238E27FC236}">
                  <a16:creationId xmlns:a16="http://schemas.microsoft.com/office/drawing/2014/main" id="{5BDCAFD3-1D8A-4ED6-A57E-7AFCA343B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0" y="3685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4" name="Line 74">
              <a:extLst>
                <a:ext uri="{FF2B5EF4-FFF2-40B4-BE49-F238E27FC236}">
                  <a16:creationId xmlns:a16="http://schemas.microsoft.com/office/drawing/2014/main" id="{6F84B977-CB00-44D0-B962-5FE673272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3" y="3685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5" name="Line 75">
              <a:extLst>
                <a:ext uri="{FF2B5EF4-FFF2-40B4-BE49-F238E27FC236}">
                  <a16:creationId xmlns:a16="http://schemas.microsoft.com/office/drawing/2014/main" id="{F3035CDB-3AFD-4E9C-9BE3-29BCD57AC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3685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156" name="Text Box 76">
            <a:extLst>
              <a:ext uri="{FF2B5EF4-FFF2-40B4-BE49-F238E27FC236}">
                <a16:creationId xmlns:a16="http://schemas.microsoft.com/office/drawing/2014/main" id="{4472354A-0537-4E15-9FF2-437845733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575" y="4805363"/>
            <a:ext cx="2859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46157" name="Text Box 77">
            <a:extLst>
              <a:ext uri="{FF2B5EF4-FFF2-40B4-BE49-F238E27FC236}">
                <a16:creationId xmlns:a16="http://schemas.microsoft.com/office/drawing/2014/main" id="{A45EBB98-66F0-487E-BAB2-26A6D48D7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5470525"/>
            <a:ext cx="3340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m(3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6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7)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4F010A-5E55-4128-979F-4DDABC499C06}"/>
              </a:ext>
            </a:extLst>
          </p:cNvPr>
          <p:cNvGrpSpPr/>
          <p:nvPr/>
        </p:nvGrpSpPr>
        <p:grpSpPr>
          <a:xfrm>
            <a:off x="4119564" y="1562101"/>
            <a:ext cx="2820988" cy="519112"/>
            <a:chOff x="4119564" y="1562101"/>
            <a:chExt cx="2820988" cy="519112"/>
          </a:xfrm>
        </p:grpSpPr>
        <p:grpSp>
          <p:nvGrpSpPr>
            <p:cNvPr id="46088" name="Group 8">
              <a:extLst>
                <a:ext uri="{FF2B5EF4-FFF2-40B4-BE49-F238E27FC236}">
                  <a16:creationId xmlns:a16="http://schemas.microsoft.com/office/drawing/2014/main" id="{8FC0D3E2-83DB-4792-9DA2-74D9B3671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9564" y="1562101"/>
              <a:ext cx="2820988" cy="519112"/>
              <a:chOff x="2834" y="3072"/>
              <a:chExt cx="1777" cy="327"/>
            </a:xfrm>
          </p:grpSpPr>
          <p:sp>
            <p:nvSpPr>
              <p:cNvPr id="45130" name="Text Box 10">
                <a:extLst>
                  <a:ext uri="{FF2B5EF4-FFF2-40B4-BE49-F238E27FC236}">
                    <a16:creationId xmlns:a16="http://schemas.microsoft.com/office/drawing/2014/main" id="{3B165967-00B2-4A33-AD5D-0F9DB43690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4" y="3072"/>
                <a:ext cx="1777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=ABC+BC(A+A)</a:t>
                </a:r>
              </a:p>
            </p:txBody>
          </p:sp>
          <p:sp>
            <p:nvSpPr>
              <p:cNvPr id="45129" name="Line 9">
                <a:extLst>
                  <a:ext uri="{FF2B5EF4-FFF2-40B4-BE49-F238E27FC236}">
                    <a16:creationId xmlns:a16="http://schemas.microsoft.com/office/drawing/2014/main" id="{CFB27F77-0B5E-44F5-AB87-241C7EB30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9" y="3143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131" name="Line 11">
                <a:extLst>
                  <a:ext uri="{FF2B5EF4-FFF2-40B4-BE49-F238E27FC236}">
                    <a16:creationId xmlns:a16="http://schemas.microsoft.com/office/drawing/2014/main" id="{528B5BD2-95C5-4C7E-8A83-192D3D9FA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2" y="3143"/>
                <a:ext cx="126" cy="0"/>
              </a:xfrm>
              <a:prstGeom prst="line">
                <a:avLst/>
              </a:prstGeom>
              <a:noFill/>
              <a:ln w="3810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3BB7B899-0794-4A9F-9503-54ADA6469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9244" y="1674813"/>
              <a:ext cx="200025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0557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3" grpId="0" autoUpdateAnimBg="0"/>
      <p:bldP spid="46084" grpId="0" autoUpdateAnimBg="0"/>
      <p:bldP spid="46097" grpId="0" autoUpdateAnimBg="0"/>
      <p:bldP spid="46098" grpId="0" autoUpdateAnimBg="0"/>
      <p:bldP spid="46099" grpId="0" autoUpdateAnimBg="0"/>
      <p:bldP spid="46100" grpId="0" autoUpdateAnimBg="0"/>
      <p:bldP spid="46156" grpId="0" autoUpdateAnimBg="0"/>
      <p:bldP spid="4615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B1CBF847-5D3E-44EA-89DE-98CE3F4A1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8625" y="869950"/>
            <a:ext cx="2687638" cy="577850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1F08F8"/>
                </a:solidFill>
              </a:rPr>
              <a:t>2</a:t>
            </a:r>
            <a:r>
              <a:rPr lang="zh-CN" altLang="en-US" sz="3200" b="1" dirty="0">
                <a:solidFill>
                  <a:srgbClr val="1F08F8"/>
                </a:solidFill>
              </a:rPr>
              <a:t>、最大项</a:t>
            </a:r>
          </a:p>
        </p:txBody>
      </p:sp>
      <p:sp>
        <p:nvSpPr>
          <p:cNvPr id="98307" name="AutoShape 3">
            <a:extLst>
              <a:ext uri="{FF2B5EF4-FFF2-40B4-BE49-F238E27FC236}">
                <a16:creationId xmlns:a16="http://schemas.microsoft.com/office/drawing/2014/main" id="{CAA9AB18-094C-417F-8610-BAB2BDB5BAAE}"/>
              </a:ext>
            </a:extLst>
          </p:cNvPr>
          <p:cNvSpPr>
            <a:spLocks/>
          </p:cNvSpPr>
          <p:nvPr/>
        </p:nvSpPr>
        <p:spPr bwMode="auto">
          <a:xfrm>
            <a:off x="2943225" y="381000"/>
            <a:ext cx="282575" cy="1614488"/>
          </a:xfrm>
          <a:prstGeom prst="leftBrace">
            <a:avLst>
              <a:gd name="adj1" fmla="val 4761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B77FB5FE-16B1-4900-9CB0-B2A54AB75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800" y="247650"/>
            <a:ext cx="1462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或项</a:t>
            </a:r>
          </a:p>
        </p:txBody>
      </p:sp>
      <p:sp>
        <p:nvSpPr>
          <p:cNvPr id="98309" name="Text Box 5">
            <a:extLst>
              <a:ext uri="{FF2B5EF4-FFF2-40B4-BE49-F238E27FC236}">
                <a16:creationId xmlns:a16="http://schemas.microsoft.com/office/drawing/2014/main" id="{9E0E0317-481B-4889-97A3-E95F9ADD3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25" y="698500"/>
            <a:ext cx="2509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包含全部变量</a:t>
            </a:r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2D12E40F-392A-4A0A-B88F-E0580D5D6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788" y="1214438"/>
            <a:ext cx="3390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以原变量或反变量的形式只出现一次</a:t>
            </a:r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4C5F7327-4C5A-4E4C-922E-95551CE70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763" y="2444750"/>
            <a:ext cx="6632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n=3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，对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个最大项</a:t>
            </a:r>
          </a:p>
        </p:txBody>
      </p:sp>
      <p:grpSp>
        <p:nvGrpSpPr>
          <p:cNvPr id="98402" name="Group 98">
            <a:extLst>
              <a:ext uri="{FF2B5EF4-FFF2-40B4-BE49-F238E27FC236}">
                <a16:creationId xmlns:a16="http://schemas.microsoft.com/office/drawing/2014/main" id="{71644A58-23AE-4F25-9A5F-354F7BD9C8CA}"/>
              </a:ext>
            </a:extLst>
          </p:cNvPr>
          <p:cNvGrpSpPr>
            <a:grpSpLocks/>
          </p:cNvGrpSpPr>
          <p:nvPr/>
        </p:nvGrpSpPr>
        <p:grpSpPr bwMode="auto">
          <a:xfrm>
            <a:off x="1878013" y="3195638"/>
            <a:ext cx="5400675" cy="2549525"/>
            <a:chOff x="1183" y="2013"/>
            <a:chExt cx="3402" cy="1606"/>
          </a:xfrm>
        </p:grpSpPr>
        <p:sp>
          <p:nvSpPr>
            <p:cNvPr id="46089" name="Rectangle 21">
              <a:extLst>
                <a:ext uri="{FF2B5EF4-FFF2-40B4-BE49-F238E27FC236}">
                  <a16:creationId xmlns:a16="http://schemas.microsoft.com/office/drawing/2014/main" id="{208EEA0F-070C-470D-A82C-7D7B4AAC3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" y="319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090" name="Rectangle 22">
              <a:extLst>
                <a:ext uri="{FF2B5EF4-FFF2-40B4-BE49-F238E27FC236}">
                  <a16:creationId xmlns:a16="http://schemas.microsoft.com/office/drawing/2014/main" id="{C7E135B8-583F-42AD-A619-413B66DF6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192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091" name="Rectangle 23">
              <a:extLst>
                <a:ext uri="{FF2B5EF4-FFF2-40B4-BE49-F238E27FC236}">
                  <a16:creationId xmlns:a16="http://schemas.microsoft.com/office/drawing/2014/main" id="{C8F84ACE-0A40-4899-8609-03AD3E90C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319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092" name="Rectangle 24">
              <a:extLst>
                <a:ext uri="{FF2B5EF4-FFF2-40B4-BE49-F238E27FC236}">
                  <a16:creationId xmlns:a16="http://schemas.microsoft.com/office/drawing/2014/main" id="{3D0F5024-B6E5-4234-96E6-095D78E1C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8" y="3192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093" name="Rectangle 25">
              <a:extLst>
                <a:ext uri="{FF2B5EF4-FFF2-40B4-BE49-F238E27FC236}">
                  <a16:creationId xmlns:a16="http://schemas.microsoft.com/office/drawing/2014/main" id="{25B0100E-06E0-4A73-9596-E2150FA96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319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094" name="Rectangle 26">
              <a:extLst>
                <a:ext uri="{FF2B5EF4-FFF2-40B4-BE49-F238E27FC236}">
                  <a16:creationId xmlns:a16="http://schemas.microsoft.com/office/drawing/2014/main" id="{A37E226D-462C-4B27-9A36-C41653CF7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3192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095" name="Rectangle 27">
              <a:extLst>
                <a:ext uri="{FF2B5EF4-FFF2-40B4-BE49-F238E27FC236}">
                  <a16:creationId xmlns:a16="http://schemas.microsoft.com/office/drawing/2014/main" id="{2A68FEE9-5734-409D-85D8-9FEBA3547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319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096" name="Rectangle 28">
              <a:extLst>
                <a:ext uri="{FF2B5EF4-FFF2-40B4-BE49-F238E27FC236}">
                  <a16:creationId xmlns:a16="http://schemas.microsoft.com/office/drawing/2014/main" id="{345CE222-C978-4C2A-B5C6-C6AC28180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3192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097" name="Rectangle 29">
              <a:extLst>
                <a:ext uri="{FF2B5EF4-FFF2-40B4-BE49-F238E27FC236}">
                  <a16:creationId xmlns:a16="http://schemas.microsoft.com/office/drawing/2014/main" id="{B2CB4B1B-21F2-4DD2-A443-510017592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2809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098" name="Rectangle 30">
              <a:extLst>
                <a:ext uri="{FF2B5EF4-FFF2-40B4-BE49-F238E27FC236}">
                  <a16:creationId xmlns:a16="http://schemas.microsoft.com/office/drawing/2014/main" id="{69003A7F-CD3C-4244-B4CF-46C99B738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2809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099" name="Rectangle 31">
              <a:extLst>
                <a:ext uri="{FF2B5EF4-FFF2-40B4-BE49-F238E27FC236}">
                  <a16:creationId xmlns:a16="http://schemas.microsoft.com/office/drawing/2014/main" id="{7F8A9A12-1B43-4A47-A813-B397204AF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2809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00" name="Rectangle 32">
              <a:extLst>
                <a:ext uri="{FF2B5EF4-FFF2-40B4-BE49-F238E27FC236}">
                  <a16:creationId xmlns:a16="http://schemas.microsoft.com/office/drawing/2014/main" id="{344A6AAC-DC8A-48D8-BF8C-CB5259FD1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2809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01" name="Rectangle 33">
              <a:extLst>
                <a:ext uri="{FF2B5EF4-FFF2-40B4-BE49-F238E27FC236}">
                  <a16:creationId xmlns:a16="http://schemas.microsoft.com/office/drawing/2014/main" id="{5B051543-AABC-420C-ACE5-6D409AA3A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" y="2809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02" name="Rectangle 34">
              <a:extLst>
                <a:ext uri="{FF2B5EF4-FFF2-40B4-BE49-F238E27FC236}">
                  <a16:creationId xmlns:a16="http://schemas.microsoft.com/office/drawing/2014/main" id="{78D5D2B9-B5D3-4643-9CEC-33FC28BB8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" y="2809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03" name="Rectangle 35">
              <a:extLst>
                <a:ext uri="{FF2B5EF4-FFF2-40B4-BE49-F238E27FC236}">
                  <a16:creationId xmlns:a16="http://schemas.microsoft.com/office/drawing/2014/main" id="{3A6F9EC2-FFC8-4243-BCB5-82CF95917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" y="2809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04" name="Rectangle 36">
              <a:extLst>
                <a:ext uri="{FF2B5EF4-FFF2-40B4-BE49-F238E27FC236}">
                  <a16:creationId xmlns:a16="http://schemas.microsoft.com/office/drawing/2014/main" id="{A49E4DE4-7E84-4AA1-B7E5-4AEC6EC26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2809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05" name="Rectangle 37">
              <a:extLst>
                <a:ext uri="{FF2B5EF4-FFF2-40B4-BE49-F238E27FC236}">
                  <a16:creationId xmlns:a16="http://schemas.microsoft.com/office/drawing/2014/main" id="{EC7F8FAB-0EC7-400E-82E4-E65A50A6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426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06" name="Rectangle 38">
              <a:extLst>
                <a:ext uri="{FF2B5EF4-FFF2-40B4-BE49-F238E27FC236}">
                  <a16:creationId xmlns:a16="http://schemas.microsoft.com/office/drawing/2014/main" id="{630F2FF0-0DC2-4C26-A3A4-7C2D47803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426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07" name="Rectangle 39">
              <a:extLst>
                <a:ext uri="{FF2B5EF4-FFF2-40B4-BE49-F238E27FC236}">
                  <a16:creationId xmlns:a16="http://schemas.microsoft.com/office/drawing/2014/main" id="{9EDA355D-2679-4CE2-ABC9-51D1ECBAC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426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08" name="Rectangle 40">
              <a:extLst>
                <a:ext uri="{FF2B5EF4-FFF2-40B4-BE49-F238E27FC236}">
                  <a16:creationId xmlns:a16="http://schemas.microsoft.com/office/drawing/2014/main" id="{FBCD0E3C-3C85-4325-AA72-2E1A628E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3" y="2426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09" name="Rectangle 41">
              <a:extLst>
                <a:ext uri="{FF2B5EF4-FFF2-40B4-BE49-F238E27FC236}">
                  <a16:creationId xmlns:a16="http://schemas.microsoft.com/office/drawing/2014/main" id="{09E49FCF-6147-4534-A1A9-2E087DBBF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" y="2426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10" name="Rectangle 42">
              <a:extLst>
                <a:ext uri="{FF2B5EF4-FFF2-40B4-BE49-F238E27FC236}">
                  <a16:creationId xmlns:a16="http://schemas.microsoft.com/office/drawing/2014/main" id="{40042BDA-C728-4735-88D1-E5EDCB704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2417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11" name="Rectangle 43">
              <a:extLst>
                <a:ext uri="{FF2B5EF4-FFF2-40B4-BE49-F238E27FC236}">
                  <a16:creationId xmlns:a16="http://schemas.microsoft.com/office/drawing/2014/main" id="{14F8AADE-108E-4D69-AB92-C571FE1E9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" y="2426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12" name="Rectangle 44">
              <a:extLst>
                <a:ext uri="{FF2B5EF4-FFF2-40B4-BE49-F238E27FC236}">
                  <a16:creationId xmlns:a16="http://schemas.microsoft.com/office/drawing/2014/main" id="{0EC57D26-B169-4E2B-86B8-DDBFF4145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2426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13" name="Rectangle 45">
              <a:extLst>
                <a:ext uri="{FF2B5EF4-FFF2-40B4-BE49-F238E27FC236}">
                  <a16:creationId xmlns:a16="http://schemas.microsoft.com/office/drawing/2014/main" id="{D480B62E-DBA9-40A9-A761-E307B967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" y="204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14" name="Rectangle 46">
              <a:extLst>
                <a:ext uri="{FF2B5EF4-FFF2-40B4-BE49-F238E27FC236}">
                  <a16:creationId xmlns:a16="http://schemas.microsoft.com/office/drawing/2014/main" id="{015C9B16-F8B4-4648-BD65-F56597553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2042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15" name="Rectangle 47">
              <a:extLst>
                <a:ext uri="{FF2B5EF4-FFF2-40B4-BE49-F238E27FC236}">
                  <a16:creationId xmlns:a16="http://schemas.microsoft.com/office/drawing/2014/main" id="{33B91ED4-23CF-4CB9-8BDB-99C81BEED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051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16" name="Rectangle 48">
              <a:extLst>
                <a:ext uri="{FF2B5EF4-FFF2-40B4-BE49-F238E27FC236}">
                  <a16:creationId xmlns:a16="http://schemas.microsoft.com/office/drawing/2014/main" id="{2FF48859-CB5F-457F-8BA1-8508D4EB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2042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17" name="Rectangle 49">
              <a:extLst>
                <a:ext uri="{FF2B5EF4-FFF2-40B4-BE49-F238E27FC236}">
                  <a16:creationId xmlns:a16="http://schemas.microsoft.com/office/drawing/2014/main" id="{74F60754-E4FC-4394-9CDF-8AC0EA039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204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18" name="Rectangle 50">
              <a:extLst>
                <a:ext uri="{FF2B5EF4-FFF2-40B4-BE49-F238E27FC236}">
                  <a16:creationId xmlns:a16="http://schemas.microsoft.com/office/drawing/2014/main" id="{AE783F3D-C00C-45B2-B9D4-FB6F6D345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2042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19" name="Rectangle 51">
              <a:extLst>
                <a:ext uri="{FF2B5EF4-FFF2-40B4-BE49-F238E27FC236}">
                  <a16:creationId xmlns:a16="http://schemas.microsoft.com/office/drawing/2014/main" id="{74FC077C-6C0B-498B-9BF7-165D3975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2042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20" name="Rectangle 52">
              <a:extLst>
                <a:ext uri="{FF2B5EF4-FFF2-40B4-BE49-F238E27FC236}">
                  <a16:creationId xmlns:a16="http://schemas.microsoft.com/office/drawing/2014/main" id="{41BF954E-DCC9-404A-AD12-3CEF53F26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2042"/>
              <a:ext cx="2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46121" name="Rectangle 53">
              <a:extLst>
                <a:ext uri="{FF2B5EF4-FFF2-40B4-BE49-F238E27FC236}">
                  <a16:creationId xmlns:a16="http://schemas.microsoft.com/office/drawing/2014/main" id="{F0F7A15B-6DF2-4C0F-8943-4AEEF2DAB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35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46122" name="Rectangle 54">
              <a:extLst>
                <a:ext uri="{FF2B5EF4-FFF2-40B4-BE49-F238E27FC236}">
                  <a16:creationId xmlns:a16="http://schemas.microsoft.com/office/drawing/2014/main" id="{449717D3-38E5-4F0B-8CD9-1981C9815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35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6123" name="Rectangle 55">
              <a:extLst>
                <a:ext uri="{FF2B5EF4-FFF2-40B4-BE49-F238E27FC236}">
                  <a16:creationId xmlns:a16="http://schemas.microsoft.com/office/drawing/2014/main" id="{DAE01BA0-45D8-414D-92A4-C2F4255C9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296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46124" name="Rectangle 56">
              <a:extLst>
                <a:ext uri="{FF2B5EF4-FFF2-40B4-BE49-F238E27FC236}">
                  <a16:creationId xmlns:a16="http://schemas.microsoft.com/office/drawing/2014/main" id="{B7347F93-09EA-4FAF-8BC0-F24748EE5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296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46125" name="Rectangle 57">
              <a:extLst>
                <a:ext uri="{FF2B5EF4-FFF2-40B4-BE49-F238E27FC236}">
                  <a16:creationId xmlns:a16="http://schemas.microsoft.com/office/drawing/2014/main" id="{ABF5AB8E-7EE1-4229-89AB-6957C63B0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" y="258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6126" name="Rectangle 58">
              <a:extLst>
                <a:ext uri="{FF2B5EF4-FFF2-40B4-BE49-F238E27FC236}">
                  <a16:creationId xmlns:a16="http://schemas.microsoft.com/office/drawing/2014/main" id="{65D93912-6878-4423-AC91-B3F27A289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258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6127" name="Rectangle 59">
              <a:extLst>
                <a:ext uri="{FF2B5EF4-FFF2-40B4-BE49-F238E27FC236}">
                  <a16:creationId xmlns:a16="http://schemas.microsoft.com/office/drawing/2014/main" id="{EE70B9BF-3141-4A3C-B860-87FD5DF88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20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6128" name="Rectangle 60">
              <a:extLst>
                <a:ext uri="{FF2B5EF4-FFF2-40B4-BE49-F238E27FC236}">
                  <a16:creationId xmlns:a16="http://schemas.microsoft.com/office/drawing/2014/main" id="{2AD81AD8-D777-479F-8340-0C4C4AB3A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220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6129" name="Rectangle 61">
              <a:extLst>
                <a:ext uri="{FF2B5EF4-FFF2-40B4-BE49-F238E27FC236}">
                  <a16:creationId xmlns:a16="http://schemas.microsoft.com/office/drawing/2014/main" id="{F6BAF5A3-6D3E-4F0B-AB16-FCC633586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0" name="Rectangle 62">
              <a:extLst>
                <a:ext uri="{FF2B5EF4-FFF2-40B4-BE49-F238E27FC236}">
                  <a16:creationId xmlns:a16="http://schemas.microsoft.com/office/drawing/2014/main" id="{6E13977A-1EF6-490C-A6DB-7404B6023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1" name="Rectangle 63">
              <a:extLst>
                <a:ext uri="{FF2B5EF4-FFF2-40B4-BE49-F238E27FC236}">
                  <a16:creationId xmlns:a16="http://schemas.microsoft.com/office/drawing/2014/main" id="{CE504D8B-A9EE-4684-9B11-CF7CFC11C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2" name="Rectangle 64">
              <a:extLst>
                <a:ext uri="{FF2B5EF4-FFF2-40B4-BE49-F238E27FC236}">
                  <a16:creationId xmlns:a16="http://schemas.microsoft.com/office/drawing/2014/main" id="{03DDF335-3E71-42F0-997B-2BB5A4A7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2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3" name="Rectangle 65">
              <a:extLst>
                <a:ext uri="{FF2B5EF4-FFF2-40B4-BE49-F238E27FC236}">
                  <a16:creationId xmlns:a16="http://schemas.microsoft.com/office/drawing/2014/main" id="{ECA37A25-0040-467D-8288-0CD1B8984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4" name="Rectangle 66">
              <a:extLst>
                <a:ext uri="{FF2B5EF4-FFF2-40B4-BE49-F238E27FC236}">
                  <a16:creationId xmlns:a16="http://schemas.microsoft.com/office/drawing/2014/main" id="{4E4E1A34-84D0-4C41-BE85-B0991E2AD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316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5" name="Rectangle 67">
              <a:extLst>
                <a:ext uri="{FF2B5EF4-FFF2-40B4-BE49-F238E27FC236}">
                  <a16:creationId xmlns:a16="http://schemas.microsoft.com/office/drawing/2014/main" id="{5E615944-FB37-4CAF-8F2B-5B0404253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6" name="Rectangle 68">
              <a:extLst>
                <a:ext uri="{FF2B5EF4-FFF2-40B4-BE49-F238E27FC236}">
                  <a16:creationId xmlns:a16="http://schemas.microsoft.com/office/drawing/2014/main" id="{7BD55E3C-FC66-4462-8A5E-34B5E9F04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7" name="Rectangle 69">
              <a:extLst>
                <a:ext uri="{FF2B5EF4-FFF2-40B4-BE49-F238E27FC236}">
                  <a16:creationId xmlns:a16="http://schemas.microsoft.com/office/drawing/2014/main" id="{71F36C02-1901-4F68-B537-D3F3CB0C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0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8" name="Rectangle 70">
              <a:extLst>
                <a:ext uri="{FF2B5EF4-FFF2-40B4-BE49-F238E27FC236}">
                  <a16:creationId xmlns:a16="http://schemas.microsoft.com/office/drawing/2014/main" id="{E796FB64-C2CE-460F-A2EE-EE3140BA0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39" name="Rectangle 71">
              <a:extLst>
                <a:ext uri="{FF2B5EF4-FFF2-40B4-BE49-F238E27FC236}">
                  <a16:creationId xmlns:a16="http://schemas.microsoft.com/office/drawing/2014/main" id="{C79713A7-AB5B-44F8-B973-3965B86F6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0" name="Rectangle 72">
              <a:extLst>
                <a:ext uri="{FF2B5EF4-FFF2-40B4-BE49-F238E27FC236}">
                  <a16:creationId xmlns:a16="http://schemas.microsoft.com/office/drawing/2014/main" id="{B6482B93-A931-47B9-B82F-EB18929CD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278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1" name="Rectangle 73">
              <a:extLst>
                <a:ext uri="{FF2B5EF4-FFF2-40B4-BE49-F238E27FC236}">
                  <a16:creationId xmlns:a16="http://schemas.microsoft.com/office/drawing/2014/main" id="{8501A401-5877-4798-83B9-44DB56DA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2" name="Rectangle 74">
              <a:extLst>
                <a:ext uri="{FF2B5EF4-FFF2-40B4-BE49-F238E27FC236}">
                  <a16:creationId xmlns:a16="http://schemas.microsoft.com/office/drawing/2014/main" id="{82554D49-9876-4E2C-B4FE-92BA89656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3" name="Rectangle 75">
              <a:extLst>
                <a:ext uri="{FF2B5EF4-FFF2-40B4-BE49-F238E27FC236}">
                  <a16:creationId xmlns:a16="http://schemas.microsoft.com/office/drawing/2014/main" id="{70A0A97A-A2C7-4BD0-9B11-CDB3DB95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4" name="Rectangle 76">
              <a:extLst>
                <a:ext uri="{FF2B5EF4-FFF2-40B4-BE49-F238E27FC236}">
                  <a16:creationId xmlns:a16="http://schemas.microsoft.com/office/drawing/2014/main" id="{E2EDDBDC-5421-412B-B8F6-795A6ADD1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5" name="Rectangle 77">
              <a:extLst>
                <a:ext uri="{FF2B5EF4-FFF2-40B4-BE49-F238E27FC236}">
                  <a16:creationId xmlns:a16="http://schemas.microsoft.com/office/drawing/2014/main" id="{9FAD0C0B-3CC6-49A0-BACD-7940C956A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6" name="Rectangle 78">
              <a:extLst>
                <a:ext uri="{FF2B5EF4-FFF2-40B4-BE49-F238E27FC236}">
                  <a16:creationId xmlns:a16="http://schemas.microsoft.com/office/drawing/2014/main" id="{8BF761BF-41D0-4E78-92B5-9DA8DD353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239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7" name="Rectangle 79">
              <a:extLst>
                <a:ext uri="{FF2B5EF4-FFF2-40B4-BE49-F238E27FC236}">
                  <a16:creationId xmlns:a16="http://schemas.microsoft.com/office/drawing/2014/main" id="{40C99E5E-CCD7-4B25-A578-A0C5C3D5B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8" name="Rectangle 80">
              <a:extLst>
                <a:ext uri="{FF2B5EF4-FFF2-40B4-BE49-F238E27FC236}">
                  <a16:creationId xmlns:a16="http://schemas.microsoft.com/office/drawing/2014/main" id="{F420D428-41AB-4AE2-85A9-185CF4D80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49" name="Rectangle 81">
              <a:extLst>
                <a:ext uri="{FF2B5EF4-FFF2-40B4-BE49-F238E27FC236}">
                  <a16:creationId xmlns:a16="http://schemas.microsoft.com/office/drawing/2014/main" id="{3B23B253-BD9A-4CD2-8BD2-F87ED514C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0" name="Rectangle 82">
              <a:extLst>
                <a:ext uri="{FF2B5EF4-FFF2-40B4-BE49-F238E27FC236}">
                  <a16:creationId xmlns:a16="http://schemas.microsoft.com/office/drawing/2014/main" id="{3C3DC309-E24C-44B8-AA2A-282A1FEA8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2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1" name="Rectangle 83">
              <a:extLst>
                <a:ext uri="{FF2B5EF4-FFF2-40B4-BE49-F238E27FC236}">
                  <a16:creationId xmlns:a16="http://schemas.microsoft.com/office/drawing/2014/main" id="{8B90FB02-F9F5-46B1-9728-3141C10FA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2" name="Rectangle 84">
              <a:extLst>
                <a:ext uri="{FF2B5EF4-FFF2-40B4-BE49-F238E27FC236}">
                  <a16:creationId xmlns:a16="http://schemas.microsoft.com/office/drawing/2014/main" id="{48915BC8-7191-48EB-8442-3CD86A97A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201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=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3" name="Line 87">
              <a:extLst>
                <a:ext uri="{FF2B5EF4-FFF2-40B4-BE49-F238E27FC236}">
                  <a16:creationId xmlns:a16="http://schemas.microsoft.com/office/drawing/2014/main" id="{954BE6CD-30E3-49E3-8413-42FAC5A6B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5" y="2057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4" name="Line 88">
              <a:extLst>
                <a:ext uri="{FF2B5EF4-FFF2-40B4-BE49-F238E27FC236}">
                  <a16:creationId xmlns:a16="http://schemas.microsoft.com/office/drawing/2014/main" id="{5178906E-5BDF-4B63-A525-765196AAC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2432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5" name="Line 89">
              <a:extLst>
                <a:ext uri="{FF2B5EF4-FFF2-40B4-BE49-F238E27FC236}">
                  <a16:creationId xmlns:a16="http://schemas.microsoft.com/office/drawing/2014/main" id="{2EB51D7F-8CC0-49BA-B972-BC314675F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" y="2441"/>
              <a:ext cx="13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6" name="Line 90">
              <a:extLst>
                <a:ext uri="{FF2B5EF4-FFF2-40B4-BE49-F238E27FC236}">
                  <a16:creationId xmlns:a16="http://schemas.microsoft.com/office/drawing/2014/main" id="{0AF86A0A-9FB4-433D-AE0F-1FC2CA54B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3" y="2441"/>
              <a:ext cx="13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7" name="Line 91">
              <a:extLst>
                <a:ext uri="{FF2B5EF4-FFF2-40B4-BE49-F238E27FC236}">
                  <a16:creationId xmlns:a16="http://schemas.microsoft.com/office/drawing/2014/main" id="{DFB8DC09-700D-40E2-AFB9-4F9440D0E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816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8" name="Line 92">
              <a:extLst>
                <a:ext uri="{FF2B5EF4-FFF2-40B4-BE49-F238E27FC236}">
                  <a16:creationId xmlns:a16="http://schemas.microsoft.com/office/drawing/2014/main" id="{0AEF891C-8EEB-43F9-B300-8F1187AA8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9" y="2834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59" name="Line 93">
              <a:extLst>
                <a:ext uri="{FF2B5EF4-FFF2-40B4-BE49-F238E27FC236}">
                  <a16:creationId xmlns:a16="http://schemas.microsoft.com/office/drawing/2014/main" id="{7CAA6D1C-B98C-4ECE-A4C5-90525B6ED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4" y="2834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60" name="Line 94">
              <a:extLst>
                <a:ext uri="{FF2B5EF4-FFF2-40B4-BE49-F238E27FC236}">
                  <a16:creationId xmlns:a16="http://schemas.microsoft.com/office/drawing/2014/main" id="{95E1C6DB-409E-4C3D-BF23-823B5ADEF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6" y="3209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61" name="Line 95">
              <a:extLst>
                <a:ext uri="{FF2B5EF4-FFF2-40B4-BE49-F238E27FC236}">
                  <a16:creationId xmlns:a16="http://schemas.microsoft.com/office/drawing/2014/main" id="{DCC7F470-417E-4FD6-9933-4612AD23F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0" y="3218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62" name="Line 96">
              <a:extLst>
                <a:ext uri="{FF2B5EF4-FFF2-40B4-BE49-F238E27FC236}">
                  <a16:creationId xmlns:a16="http://schemas.microsoft.com/office/drawing/2014/main" id="{721ABC0E-E10A-4D75-B141-6218D3BFD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" y="3209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163" name="Line 97">
              <a:extLst>
                <a:ext uri="{FF2B5EF4-FFF2-40B4-BE49-F238E27FC236}">
                  <a16:creationId xmlns:a16="http://schemas.microsoft.com/office/drawing/2014/main" id="{3CEB2243-824D-4A5C-ACDB-6226BBF53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4" y="3218"/>
              <a:ext cx="13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5012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  <p:bldP spid="98307" grpId="0" animBg="1"/>
      <p:bldP spid="98308" grpId="0" autoUpdateAnimBg="0"/>
      <p:bldP spid="98309" grpId="0" autoUpdateAnimBg="0"/>
      <p:bldP spid="98310" grpId="0" autoUpdateAnimBg="0"/>
      <p:bldP spid="983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91F1E07-D895-4F9E-BE52-DA896AC8C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5863" y="1374775"/>
            <a:ext cx="2684462" cy="477838"/>
          </a:xfrm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最大项表达式</a:t>
            </a:r>
          </a:p>
        </p:txBody>
      </p:sp>
      <p:grpSp>
        <p:nvGrpSpPr>
          <p:cNvPr id="99331" name="Group 3">
            <a:extLst>
              <a:ext uri="{FF2B5EF4-FFF2-40B4-BE49-F238E27FC236}">
                <a16:creationId xmlns:a16="http://schemas.microsoft.com/office/drawing/2014/main" id="{9C0F7D57-63AB-4EFE-8CB3-33B62B80A091}"/>
              </a:ext>
            </a:extLst>
          </p:cNvPr>
          <p:cNvGrpSpPr>
            <a:grpSpLocks/>
          </p:cNvGrpSpPr>
          <p:nvPr/>
        </p:nvGrpSpPr>
        <p:grpSpPr bwMode="auto">
          <a:xfrm>
            <a:off x="5705475" y="247650"/>
            <a:ext cx="2030413" cy="3038475"/>
            <a:chOff x="3271" y="1540"/>
            <a:chExt cx="1279" cy="1914"/>
          </a:xfrm>
        </p:grpSpPr>
        <p:sp>
          <p:nvSpPr>
            <p:cNvPr id="47115" name="Line 4">
              <a:extLst>
                <a:ext uri="{FF2B5EF4-FFF2-40B4-BE49-F238E27FC236}">
                  <a16:creationId xmlns:a16="http://schemas.microsoft.com/office/drawing/2014/main" id="{7A1EB4A0-C7E6-4CB3-8B4A-A442AD057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602"/>
              <a:ext cx="123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6" name="Line 5">
              <a:extLst>
                <a:ext uri="{FF2B5EF4-FFF2-40B4-BE49-F238E27FC236}">
                  <a16:creationId xmlns:a16="http://schemas.microsoft.com/office/drawing/2014/main" id="{EC1AC58E-174F-4EBD-A720-AF4B20D13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882"/>
              <a:ext cx="1213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7" name="Line 6">
              <a:extLst>
                <a:ext uri="{FF2B5EF4-FFF2-40B4-BE49-F238E27FC236}">
                  <a16:creationId xmlns:a16="http://schemas.microsoft.com/office/drawing/2014/main" id="{D75EBE9D-22F6-4F73-A8AF-047236465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3399"/>
              <a:ext cx="124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8" name="Line 7">
              <a:extLst>
                <a:ext uri="{FF2B5EF4-FFF2-40B4-BE49-F238E27FC236}">
                  <a16:creationId xmlns:a16="http://schemas.microsoft.com/office/drawing/2014/main" id="{1C105B8A-D6A3-4AF7-A25C-19CBD4E73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1602"/>
              <a:ext cx="0" cy="1797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9" name="Text Box 8">
              <a:extLst>
                <a:ext uri="{FF2B5EF4-FFF2-40B4-BE49-F238E27FC236}">
                  <a16:creationId xmlns:a16="http://schemas.microsoft.com/office/drawing/2014/main" id="{3AC564E1-A7FE-4E5A-B7DF-99E1DC543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1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7120" name="Text Box 9">
              <a:extLst>
                <a:ext uri="{FF2B5EF4-FFF2-40B4-BE49-F238E27FC236}">
                  <a16:creationId xmlns:a16="http://schemas.microsoft.com/office/drawing/2014/main" id="{D1894D74-1790-4BFA-8FFD-4203D2ACB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1540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7121" name="Text Box 10">
              <a:extLst>
                <a:ext uri="{FF2B5EF4-FFF2-40B4-BE49-F238E27FC236}">
                  <a16:creationId xmlns:a16="http://schemas.microsoft.com/office/drawing/2014/main" id="{5FE1458A-BB22-4341-8EEB-1DB817D27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7122" name="Text Box 11">
              <a:extLst>
                <a:ext uri="{FF2B5EF4-FFF2-40B4-BE49-F238E27FC236}">
                  <a16:creationId xmlns:a16="http://schemas.microsoft.com/office/drawing/2014/main" id="{AD60BD3A-C7F6-4980-92FC-5796AC5B0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" y="1540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47123" name="Text Box 12">
              <a:extLst>
                <a:ext uri="{FF2B5EF4-FFF2-40B4-BE49-F238E27FC236}">
                  <a16:creationId xmlns:a16="http://schemas.microsoft.com/office/drawing/2014/main" id="{A815EA31-708E-42BF-AF8C-22AD3C59B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9" y="18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4" name="Text Box 13">
              <a:extLst>
                <a:ext uri="{FF2B5EF4-FFF2-40B4-BE49-F238E27FC236}">
                  <a16:creationId xmlns:a16="http://schemas.microsoft.com/office/drawing/2014/main" id="{6E4FF86E-88B7-4DB3-9D65-D6EF16AD8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00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5" name="Text Box 14">
              <a:extLst>
                <a:ext uri="{FF2B5EF4-FFF2-40B4-BE49-F238E27FC236}">
                  <a16:creationId xmlns:a16="http://schemas.microsoft.com/office/drawing/2014/main" id="{81B3A8DF-A250-4559-B3DF-EFDEDAF89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1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6" name="Text Box 15">
              <a:extLst>
                <a:ext uri="{FF2B5EF4-FFF2-40B4-BE49-F238E27FC236}">
                  <a16:creationId xmlns:a16="http://schemas.microsoft.com/office/drawing/2014/main" id="{7ADAD956-1309-4792-B1AC-21FC1EEDC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1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7" name="Text Box 16">
              <a:extLst>
                <a:ext uri="{FF2B5EF4-FFF2-40B4-BE49-F238E27FC236}">
                  <a16:creationId xmlns:a16="http://schemas.microsoft.com/office/drawing/2014/main" id="{677F10C2-FEE8-4517-8138-B56013915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7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8" name="Text Box 17">
              <a:extLst>
                <a:ext uri="{FF2B5EF4-FFF2-40B4-BE49-F238E27FC236}">
                  <a16:creationId xmlns:a16="http://schemas.microsoft.com/office/drawing/2014/main" id="{D288D8B2-4D72-4AAB-B86D-F415C2F50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94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29" name="Text Box 18">
              <a:extLst>
                <a:ext uri="{FF2B5EF4-FFF2-40B4-BE49-F238E27FC236}">
                  <a16:creationId xmlns:a16="http://schemas.microsoft.com/office/drawing/2014/main" id="{2720E4DD-EB01-464C-9FCC-41A9399C3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5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30" name="Text Box 19">
              <a:extLst>
                <a:ext uri="{FF2B5EF4-FFF2-40B4-BE49-F238E27FC236}">
                  <a16:creationId xmlns:a16="http://schemas.microsoft.com/office/drawing/2014/main" id="{DD2E0B99-B4A9-447A-8557-0D07748A2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3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31" name="Text Box 20">
              <a:extLst>
                <a:ext uri="{FF2B5EF4-FFF2-40B4-BE49-F238E27FC236}">
                  <a16:creationId xmlns:a16="http://schemas.microsoft.com/office/drawing/2014/main" id="{0B2C148A-479C-42FD-B46F-8ADBEA273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32" name="Text Box 21">
              <a:extLst>
                <a:ext uri="{FF2B5EF4-FFF2-40B4-BE49-F238E27FC236}">
                  <a16:creationId xmlns:a16="http://schemas.microsoft.com/office/drawing/2014/main" id="{8BE2CA7C-0378-482B-820E-52476BA61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9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grpSp>
          <p:nvGrpSpPr>
            <p:cNvPr id="47133" name="Group 22">
              <a:extLst>
                <a:ext uri="{FF2B5EF4-FFF2-40B4-BE49-F238E27FC236}">
                  <a16:creationId xmlns:a16="http://schemas.microsoft.com/office/drawing/2014/main" id="{E5512677-C896-40BE-AFA1-BA3E93F50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360"/>
              <a:ext cx="254" cy="554"/>
              <a:chOff x="3748" y="2111"/>
              <a:chExt cx="317" cy="666"/>
            </a:xfrm>
          </p:grpSpPr>
          <p:sp>
            <p:nvSpPr>
              <p:cNvPr id="47162" name="Text Box 23">
                <a:extLst>
                  <a:ext uri="{FF2B5EF4-FFF2-40B4-BE49-F238E27FC236}">
                    <a16:creationId xmlns:a16="http://schemas.microsoft.com/office/drawing/2014/main" id="{2F57CB4C-3B1C-4E20-8FD1-F479E7DE7B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7163" name="Text Box 24">
                <a:extLst>
                  <a:ext uri="{FF2B5EF4-FFF2-40B4-BE49-F238E27FC236}">
                    <a16:creationId xmlns:a16="http://schemas.microsoft.com/office/drawing/2014/main" id="{F7A6E7B8-9136-49B1-97C3-260BBB1616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7134" name="Text Box 25">
              <a:extLst>
                <a:ext uri="{FF2B5EF4-FFF2-40B4-BE49-F238E27FC236}">
                  <a16:creationId xmlns:a16="http://schemas.microsoft.com/office/drawing/2014/main" id="{20D03C20-3E97-4985-9BEE-282B587BD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272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35" name="Text Box 26">
              <a:extLst>
                <a:ext uri="{FF2B5EF4-FFF2-40B4-BE49-F238E27FC236}">
                  <a16:creationId xmlns:a16="http://schemas.microsoft.com/office/drawing/2014/main" id="{497500E1-7271-42A8-A02D-65971269B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290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36" name="Text Box 27">
              <a:extLst>
                <a:ext uri="{FF2B5EF4-FFF2-40B4-BE49-F238E27FC236}">
                  <a16:creationId xmlns:a16="http://schemas.microsoft.com/office/drawing/2014/main" id="{37B80F7A-D7B7-49C9-9394-08F17B66A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30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37" name="Text Box 28">
              <a:extLst>
                <a:ext uri="{FF2B5EF4-FFF2-40B4-BE49-F238E27FC236}">
                  <a16:creationId xmlns:a16="http://schemas.microsoft.com/office/drawing/2014/main" id="{F313442C-1AB9-423B-B6E1-366FA884A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81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38" name="Text Box 29">
              <a:extLst>
                <a:ext uri="{FF2B5EF4-FFF2-40B4-BE49-F238E27FC236}">
                  <a16:creationId xmlns:a16="http://schemas.microsoft.com/office/drawing/2014/main" id="{E28E014D-DFEE-4808-B531-BCD36F9A6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9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39" name="Text Box 30">
              <a:extLst>
                <a:ext uri="{FF2B5EF4-FFF2-40B4-BE49-F238E27FC236}">
                  <a16:creationId xmlns:a16="http://schemas.microsoft.com/office/drawing/2014/main" id="{726500F5-A6E0-461A-8E29-735881547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2" y="253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7140" name="Text Box 31">
              <a:extLst>
                <a:ext uri="{FF2B5EF4-FFF2-40B4-BE49-F238E27FC236}">
                  <a16:creationId xmlns:a16="http://schemas.microsoft.com/office/drawing/2014/main" id="{EC79721C-911A-4F55-B4EC-7DA6C7634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47141" name="Group 32">
              <a:extLst>
                <a:ext uri="{FF2B5EF4-FFF2-40B4-BE49-F238E27FC236}">
                  <a16:creationId xmlns:a16="http://schemas.microsoft.com/office/drawing/2014/main" id="{87D942A8-3920-4751-BD82-294A56143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890"/>
              <a:ext cx="246" cy="542"/>
              <a:chOff x="3759" y="2338"/>
              <a:chExt cx="308" cy="652"/>
            </a:xfrm>
          </p:grpSpPr>
          <p:sp>
            <p:nvSpPr>
              <p:cNvPr id="47160" name="Text Box 33">
                <a:extLst>
                  <a:ext uri="{FF2B5EF4-FFF2-40B4-BE49-F238E27FC236}">
                    <a16:creationId xmlns:a16="http://schemas.microsoft.com/office/drawing/2014/main" id="{D7DC1A23-9B41-4563-9EAA-4777E04226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7161" name="Text Box 34">
                <a:extLst>
                  <a:ext uri="{FF2B5EF4-FFF2-40B4-BE49-F238E27FC236}">
                    <a16:creationId xmlns:a16="http://schemas.microsoft.com/office/drawing/2014/main" id="{F06E0130-6BA9-4E9F-921E-C962CECF1D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51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7142" name="Group 35">
              <a:extLst>
                <a:ext uri="{FF2B5EF4-FFF2-40B4-BE49-F238E27FC236}">
                  <a16:creationId xmlns:a16="http://schemas.microsoft.com/office/drawing/2014/main" id="{3C6B792E-2E11-405F-ABE5-ABBA650B5C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171"/>
              <a:ext cx="246" cy="541"/>
              <a:chOff x="3759" y="2338"/>
              <a:chExt cx="308" cy="650"/>
            </a:xfrm>
          </p:grpSpPr>
          <p:sp>
            <p:nvSpPr>
              <p:cNvPr id="47158" name="Text Box 36">
                <a:extLst>
                  <a:ext uri="{FF2B5EF4-FFF2-40B4-BE49-F238E27FC236}">
                    <a16:creationId xmlns:a16="http://schemas.microsoft.com/office/drawing/2014/main" id="{E76D1D38-281A-4915-92B6-18E7E94ED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7159" name="Text Box 37">
                <a:extLst>
                  <a:ext uri="{FF2B5EF4-FFF2-40B4-BE49-F238E27FC236}">
                    <a16:creationId xmlns:a16="http://schemas.microsoft.com/office/drawing/2014/main" id="{9E1DEFAF-E0E1-4E46-91A7-B059033AB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49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7143" name="Group 38">
              <a:extLst>
                <a:ext uri="{FF2B5EF4-FFF2-40B4-BE49-F238E27FC236}">
                  <a16:creationId xmlns:a16="http://schemas.microsoft.com/office/drawing/2014/main" id="{92A8D1B6-21D1-40FD-9029-1DB9D3B268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890"/>
              <a:ext cx="254" cy="552"/>
              <a:chOff x="3747" y="2112"/>
              <a:chExt cx="318" cy="664"/>
            </a:xfrm>
          </p:grpSpPr>
          <p:sp>
            <p:nvSpPr>
              <p:cNvPr id="47156" name="Text Box 39">
                <a:extLst>
                  <a:ext uri="{FF2B5EF4-FFF2-40B4-BE49-F238E27FC236}">
                    <a16:creationId xmlns:a16="http://schemas.microsoft.com/office/drawing/2014/main" id="{A3506C53-E90A-4234-ABA7-736F697526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2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7157" name="Text Box 40">
                <a:extLst>
                  <a:ext uri="{FF2B5EF4-FFF2-40B4-BE49-F238E27FC236}">
                    <a16:creationId xmlns:a16="http://schemas.microsoft.com/office/drawing/2014/main" id="{67272A57-058C-4F17-BE4D-12D3A97C4D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7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7144" name="Group 41">
              <a:extLst>
                <a:ext uri="{FF2B5EF4-FFF2-40B4-BE49-F238E27FC236}">
                  <a16:creationId xmlns:a16="http://schemas.microsoft.com/office/drawing/2014/main" id="{8EB019AC-1894-4184-96C0-D8E494FAC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6" y="2530"/>
              <a:ext cx="255" cy="555"/>
              <a:chOff x="3746" y="2111"/>
              <a:chExt cx="319" cy="666"/>
            </a:xfrm>
          </p:grpSpPr>
          <p:sp>
            <p:nvSpPr>
              <p:cNvPr id="47154" name="Text Box 42">
                <a:extLst>
                  <a:ext uri="{FF2B5EF4-FFF2-40B4-BE49-F238E27FC236}">
                    <a16:creationId xmlns:a16="http://schemas.microsoft.com/office/drawing/2014/main" id="{51E386AC-397F-400A-B285-99125BB1E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6" y="2111"/>
                <a:ext cx="307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7155" name="Text Box 43">
                <a:extLst>
                  <a:ext uri="{FF2B5EF4-FFF2-40B4-BE49-F238E27FC236}">
                    <a16:creationId xmlns:a16="http://schemas.microsoft.com/office/drawing/2014/main" id="{3F02E2FD-8406-4BF3-81D4-FF71516FE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9"/>
                <a:ext cx="305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7145" name="Group 44">
              <a:extLst>
                <a:ext uri="{FF2B5EF4-FFF2-40B4-BE49-F238E27FC236}">
                  <a16:creationId xmlns:a16="http://schemas.microsoft.com/office/drawing/2014/main" id="{11F00757-DAD5-433C-BBA6-456CE2C14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160"/>
              <a:ext cx="254" cy="554"/>
              <a:chOff x="3747" y="2111"/>
              <a:chExt cx="318" cy="666"/>
            </a:xfrm>
          </p:grpSpPr>
          <p:sp>
            <p:nvSpPr>
              <p:cNvPr id="47152" name="Text Box 45">
                <a:extLst>
                  <a:ext uri="{FF2B5EF4-FFF2-40B4-BE49-F238E27FC236}">
                    <a16:creationId xmlns:a16="http://schemas.microsoft.com/office/drawing/2014/main" id="{F5618BE9-9A5D-4CE3-A3AD-B5434CCF35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7153" name="Text Box 46">
                <a:extLst>
                  <a:ext uri="{FF2B5EF4-FFF2-40B4-BE49-F238E27FC236}">
                    <a16:creationId xmlns:a16="http://schemas.microsoft.com/office/drawing/2014/main" id="{64A8A8E4-53F0-4FA6-A1D1-A43E36FF7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7146" name="Group 47">
              <a:extLst>
                <a:ext uri="{FF2B5EF4-FFF2-40B4-BE49-F238E27FC236}">
                  <a16:creationId xmlns:a16="http://schemas.microsoft.com/office/drawing/2014/main" id="{F2943DFE-BDA8-455A-B43B-D0E5528521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" y="1791"/>
              <a:ext cx="253" cy="554"/>
              <a:chOff x="3748" y="2111"/>
              <a:chExt cx="316" cy="666"/>
            </a:xfrm>
          </p:grpSpPr>
          <p:sp>
            <p:nvSpPr>
              <p:cNvPr id="47150" name="Text Box 48">
                <a:extLst>
                  <a:ext uri="{FF2B5EF4-FFF2-40B4-BE49-F238E27FC236}">
                    <a16:creationId xmlns:a16="http://schemas.microsoft.com/office/drawing/2014/main" id="{1D1F140C-3308-4630-A49E-CB3CF3254C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7151" name="Text Box 49">
                <a:extLst>
                  <a:ext uri="{FF2B5EF4-FFF2-40B4-BE49-F238E27FC236}">
                    <a16:creationId xmlns:a16="http://schemas.microsoft.com/office/drawing/2014/main" id="{6122D9BD-1F5B-42E9-B482-A97C838B9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7147" name="Text Box 50">
              <a:extLst>
                <a:ext uri="{FF2B5EF4-FFF2-40B4-BE49-F238E27FC236}">
                  <a16:creationId xmlns:a16="http://schemas.microsoft.com/office/drawing/2014/main" id="{D177B1F2-D675-40A8-8015-62F5F243D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308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7148" name="Line 51">
              <a:extLst>
                <a:ext uri="{FF2B5EF4-FFF2-40B4-BE49-F238E27FC236}">
                  <a16:creationId xmlns:a16="http://schemas.microsoft.com/office/drawing/2014/main" id="{02E8A309-8845-4F7C-B187-2085B53B6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5" y="1602"/>
              <a:ext cx="0" cy="180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49" name="Line 52">
              <a:extLst>
                <a:ext uri="{FF2B5EF4-FFF2-40B4-BE49-F238E27FC236}">
                  <a16:creationId xmlns:a16="http://schemas.microsoft.com/office/drawing/2014/main" id="{4E0DA7B4-F506-4B81-BAF6-18CD1CC0E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1592"/>
              <a:ext cx="0" cy="181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9386" name="Text Box 58">
            <a:extLst>
              <a:ext uri="{FF2B5EF4-FFF2-40B4-BE49-F238E27FC236}">
                <a16:creationId xmlns:a16="http://schemas.microsoft.com/office/drawing/2014/main" id="{CAC613F8-B601-4C9A-ABB6-5CD68F5B9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4306888"/>
            <a:ext cx="25606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99387" name="Text Box 59">
            <a:extLst>
              <a:ext uri="{FF2B5EF4-FFF2-40B4-BE49-F238E27FC236}">
                <a16:creationId xmlns:a16="http://schemas.microsoft.com/office/drawing/2014/main" id="{881BEA2A-7BC2-4DDA-82E5-E0C688480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5070475"/>
            <a:ext cx="33734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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(0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9393" name="Group 65">
            <a:extLst>
              <a:ext uri="{FF2B5EF4-FFF2-40B4-BE49-F238E27FC236}">
                <a16:creationId xmlns:a16="http://schemas.microsoft.com/office/drawing/2014/main" id="{BE97AE52-9F41-4196-86C0-B31906CB6D9E}"/>
              </a:ext>
            </a:extLst>
          </p:cNvPr>
          <p:cNvGrpSpPr>
            <a:grpSpLocks/>
          </p:cNvGrpSpPr>
          <p:nvPr/>
        </p:nvGrpSpPr>
        <p:grpSpPr bwMode="auto">
          <a:xfrm>
            <a:off x="1395413" y="3438525"/>
            <a:ext cx="6351587" cy="519113"/>
            <a:chOff x="879" y="2166"/>
            <a:chExt cx="4001" cy="327"/>
          </a:xfrm>
        </p:grpSpPr>
        <p:sp>
          <p:nvSpPr>
            <p:cNvPr id="47111" name="Text Box 54">
              <a:extLst>
                <a:ext uri="{FF2B5EF4-FFF2-40B4-BE49-F238E27FC236}">
                  <a16:creationId xmlns:a16="http://schemas.microsoft.com/office/drawing/2014/main" id="{C0B93A0B-1EC9-415A-89A5-22799F6D5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166"/>
              <a:ext cx="4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F=(A+B+C)(A+B+C)(A+B+C)(A+B+C)</a:t>
              </a:r>
            </a:p>
          </p:txBody>
        </p:sp>
        <p:sp>
          <p:nvSpPr>
            <p:cNvPr id="47112" name="Line 56">
              <a:extLst>
                <a:ext uri="{FF2B5EF4-FFF2-40B4-BE49-F238E27FC236}">
                  <a16:creationId xmlns:a16="http://schemas.microsoft.com/office/drawing/2014/main" id="{2ED788D1-2D42-4937-AAB0-C64DB9EDE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2219"/>
              <a:ext cx="11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3" name="Line 62">
              <a:extLst>
                <a:ext uri="{FF2B5EF4-FFF2-40B4-BE49-F238E27FC236}">
                  <a16:creationId xmlns:a16="http://schemas.microsoft.com/office/drawing/2014/main" id="{5AD839B8-3FAC-4644-973C-AF4CEF326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3" y="2209"/>
              <a:ext cx="11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114" name="Line 63">
              <a:extLst>
                <a:ext uri="{FF2B5EF4-FFF2-40B4-BE49-F238E27FC236}">
                  <a16:creationId xmlns:a16="http://schemas.microsoft.com/office/drawing/2014/main" id="{FFAE4D19-AEED-414B-8447-0CC3AB73B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1" y="2212"/>
              <a:ext cx="11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03937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9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utoUpdateAnimBg="0"/>
      <p:bldP spid="99386" grpId="0"/>
      <p:bldP spid="9938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5EA46F8-39B4-4501-8364-206F97AF9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338" y="227013"/>
            <a:ext cx="2535237" cy="54451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最大项的性质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D66A74C1-D67B-412E-9ED6-C255B41CF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012825"/>
            <a:ext cx="4605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最大项为“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的取值唯一。</a:t>
            </a:r>
          </a:p>
        </p:txBody>
      </p:sp>
      <p:grpSp>
        <p:nvGrpSpPr>
          <p:cNvPr id="100366" name="Group 14">
            <a:extLst>
              <a:ext uri="{FF2B5EF4-FFF2-40B4-BE49-F238E27FC236}">
                <a16:creationId xmlns:a16="http://schemas.microsoft.com/office/drawing/2014/main" id="{A470AF00-67C6-44EF-AE56-C8C9972AB109}"/>
              </a:ext>
            </a:extLst>
          </p:cNvPr>
          <p:cNvGrpSpPr>
            <a:grpSpLocks/>
          </p:cNvGrpSpPr>
          <p:nvPr/>
        </p:nvGrpSpPr>
        <p:grpSpPr bwMode="auto">
          <a:xfrm>
            <a:off x="1147763" y="1635125"/>
            <a:ext cx="6764337" cy="1160463"/>
            <a:chOff x="723" y="1030"/>
            <a:chExt cx="4261" cy="731"/>
          </a:xfrm>
        </p:grpSpPr>
        <p:sp>
          <p:nvSpPr>
            <p:cNvPr id="48138" name="Text Box 5">
              <a:extLst>
                <a:ext uri="{FF2B5EF4-FFF2-40B4-BE49-F238E27FC236}">
                  <a16:creationId xmlns:a16="http://schemas.microsoft.com/office/drawing/2014/main" id="{66E8B154-7655-4F67-BDB5-B4D7EB9AC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" y="1030"/>
              <a:ext cx="4261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如：最大项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A+B+C,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只有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取值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010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时，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才为“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0”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，其它取值时全为“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1”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。</a:t>
              </a:r>
            </a:p>
          </p:txBody>
        </p:sp>
        <p:sp>
          <p:nvSpPr>
            <p:cNvPr id="48139" name="Line 6">
              <a:extLst>
                <a:ext uri="{FF2B5EF4-FFF2-40B4-BE49-F238E27FC236}">
                  <a16:creationId xmlns:a16="http://schemas.microsoft.com/office/drawing/2014/main" id="{EE0D134E-369D-4B76-99C7-246BDA67A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1077"/>
              <a:ext cx="12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0359" name="Text Box 7">
            <a:extLst>
              <a:ext uri="{FF2B5EF4-FFF2-40B4-BE49-F238E27FC236}">
                <a16:creationId xmlns:a16="http://schemas.microsoft.com/office/drawing/2014/main" id="{A5388EA2-2283-4E92-8427-9EDA131AF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2971800"/>
            <a:ext cx="507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任意两个最大项之和为“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100360" name="Text Box 8">
            <a:extLst>
              <a:ext uri="{FF2B5EF4-FFF2-40B4-BE49-F238E27FC236}">
                <a16:creationId xmlns:a16="http://schemas.microsoft.com/office/drawing/2014/main" id="{FC3C71C0-E5C3-464A-B870-7534E297B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659188"/>
            <a:ext cx="4256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全部最大项之积为“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100361" name="Group 9">
            <a:extLst>
              <a:ext uri="{FF2B5EF4-FFF2-40B4-BE49-F238E27FC236}">
                <a16:creationId xmlns:a16="http://schemas.microsoft.com/office/drawing/2014/main" id="{F4A0AE77-748C-4469-BBB7-29F2F42CC8DC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4359275"/>
            <a:ext cx="7962900" cy="1160463"/>
            <a:chOff x="387" y="2796"/>
            <a:chExt cx="5016" cy="731"/>
          </a:xfrm>
        </p:grpSpPr>
        <p:sp>
          <p:nvSpPr>
            <p:cNvPr id="48136" name="Text Box 10">
              <a:extLst>
                <a:ext uri="{FF2B5EF4-FFF2-40B4-BE49-F238E27FC236}">
                  <a16:creationId xmlns:a16="http://schemas.microsoft.com/office/drawing/2014/main" id="{DD77713D-5166-4C8F-AB50-C77234104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2796"/>
              <a:ext cx="5016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4)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某一个最大项不是包含在函数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中，就包含在反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函数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中。</a:t>
              </a:r>
            </a:p>
          </p:txBody>
        </p:sp>
        <p:sp>
          <p:nvSpPr>
            <p:cNvPr id="48137" name="Line 11">
              <a:extLst>
                <a:ext uri="{FF2B5EF4-FFF2-40B4-BE49-F238E27FC236}">
                  <a16:creationId xmlns:a16="http://schemas.microsoft.com/office/drawing/2014/main" id="{99E54675-DCE5-4C7E-AA03-B24F7E4E3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3257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6438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355" grpId="0" autoUpdateAnimBg="0"/>
      <p:bldP spid="100359" grpId="0" autoUpdateAnimBg="0"/>
      <p:bldP spid="10036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5D590EFF-AADB-4D45-BE12-FDFB7F408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211138"/>
            <a:ext cx="3830637" cy="54451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最小项和最大项的关系</a:t>
            </a:r>
          </a:p>
        </p:txBody>
      </p:sp>
      <p:grpSp>
        <p:nvGrpSpPr>
          <p:cNvPr id="101379" name="Group 3">
            <a:extLst>
              <a:ext uri="{FF2B5EF4-FFF2-40B4-BE49-F238E27FC236}">
                <a16:creationId xmlns:a16="http://schemas.microsoft.com/office/drawing/2014/main" id="{28AB0FF6-B2B1-49E5-9784-A3DE51A331F7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3438525"/>
            <a:ext cx="2032000" cy="3038475"/>
            <a:chOff x="3270" y="1540"/>
            <a:chExt cx="1280" cy="1914"/>
          </a:xfrm>
        </p:grpSpPr>
        <p:sp>
          <p:nvSpPr>
            <p:cNvPr id="49182" name="Line 4">
              <a:extLst>
                <a:ext uri="{FF2B5EF4-FFF2-40B4-BE49-F238E27FC236}">
                  <a16:creationId xmlns:a16="http://schemas.microsoft.com/office/drawing/2014/main" id="{F27E1879-081F-4678-9CBF-8B8F42BB7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602"/>
              <a:ext cx="123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3" name="Line 5">
              <a:extLst>
                <a:ext uri="{FF2B5EF4-FFF2-40B4-BE49-F238E27FC236}">
                  <a16:creationId xmlns:a16="http://schemas.microsoft.com/office/drawing/2014/main" id="{A4C5E441-C50A-4941-9D6C-A925C717C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1882"/>
              <a:ext cx="1213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4" name="Line 6">
              <a:extLst>
                <a:ext uri="{FF2B5EF4-FFF2-40B4-BE49-F238E27FC236}">
                  <a16:creationId xmlns:a16="http://schemas.microsoft.com/office/drawing/2014/main" id="{CC51203F-C712-4063-B730-E073034C1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3399"/>
              <a:ext cx="1244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5" name="Line 7">
              <a:extLst>
                <a:ext uri="{FF2B5EF4-FFF2-40B4-BE49-F238E27FC236}">
                  <a16:creationId xmlns:a16="http://schemas.microsoft.com/office/drawing/2014/main" id="{6E00A100-C93A-477F-9443-AC0973514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1602"/>
              <a:ext cx="0" cy="1797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6" name="Text Box 8">
              <a:extLst>
                <a:ext uri="{FF2B5EF4-FFF2-40B4-BE49-F238E27FC236}">
                  <a16:creationId xmlns:a16="http://schemas.microsoft.com/office/drawing/2014/main" id="{CE763AAD-A4E2-42D7-A7DD-F037A2309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9187" name="Text Box 9">
              <a:extLst>
                <a:ext uri="{FF2B5EF4-FFF2-40B4-BE49-F238E27FC236}">
                  <a16:creationId xmlns:a16="http://schemas.microsoft.com/office/drawing/2014/main" id="{0D4DE398-A5E3-4C71-A2C8-537BA38C1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1540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9188" name="Text Box 10">
              <a:extLst>
                <a:ext uri="{FF2B5EF4-FFF2-40B4-BE49-F238E27FC236}">
                  <a16:creationId xmlns:a16="http://schemas.microsoft.com/office/drawing/2014/main" id="{ADE15613-C03E-4560-B9E6-9CD581D98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154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9189" name="Text Box 11">
              <a:extLst>
                <a:ext uri="{FF2B5EF4-FFF2-40B4-BE49-F238E27FC236}">
                  <a16:creationId xmlns:a16="http://schemas.microsoft.com/office/drawing/2014/main" id="{EC2CC3B6-2C10-4F17-8C08-58650C477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" y="1540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49190" name="Text Box 12">
              <a:extLst>
                <a:ext uri="{FF2B5EF4-FFF2-40B4-BE49-F238E27FC236}">
                  <a16:creationId xmlns:a16="http://schemas.microsoft.com/office/drawing/2014/main" id="{3D3347DE-B27F-4723-9F07-9BB16C75C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9" y="18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1" name="Text Box 13">
              <a:extLst>
                <a:ext uri="{FF2B5EF4-FFF2-40B4-BE49-F238E27FC236}">
                  <a16:creationId xmlns:a16="http://schemas.microsoft.com/office/drawing/2014/main" id="{E2AEE514-15AC-47E6-8E33-D9FEE6008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00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2" name="Text Box 14">
              <a:extLst>
                <a:ext uri="{FF2B5EF4-FFF2-40B4-BE49-F238E27FC236}">
                  <a16:creationId xmlns:a16="http://schemas.microsoft.com/office/drawing/2014/main" id="{6D8AAB9C-5619-4E5B-B27A-C49799F7A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18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3" name="Text Box 15">
              <a:extLst>
                <a:ext uri="{FF2B5EF4-FFF2-40B4-BE49-F238E27FC236}">
                  <a16:creationId xmlns:a16="http://schemas.microsoft.com/office/drawing/2014/main" id="{B41240BE-B95B-49F5-9E68-ED95F0261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1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4" name="Text Box 16">
              <a:extLst>
                <a:ext uri="{FF2B5EF4-FFF2-40B4-BE49-F238E27FC236}">
                  <a16:creationId xmlns:a16="http://schemas.microsoft.com/office/drawing/2014/main" id="{AD2D23C4-4DC0-48F1-856F-53991BDBE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77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5" name="Text Box 17">
              <a:extLst>
                <a:ext uri="{FF2B5EF4-FFF2-40B4-BE49-F238E27FC236}">
                  <a16:creationId xmlns:a16="http://schemas.microsoft.com/office/drawing/2014/main" id="{EF460E91-33BF-4CB8-8878-44901D4FA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1947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6" name="Text Box 18">
              <a:extLst>
                <a:ext uri="{FF2B5EF4-FFF2-40B4-BE49-F238E27FC236}">
                  <a16:creationId xmlns:a16="http://schemas.microsoft.com/office/drawing/2014/main" id="{C16FE283-03D9-43EE-B4B0-8F8D2CABB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54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197" name="Text Box 19">
              <a:extLst>
                <a:ext uri="{FF2B5EF4-FFF2-40B4-BE49-F238E27FC236}">
                  <a16:creationId xmlns:a16="http://schemas.microsoft.com/office/drawing/2014/main" id="{F276E78D-D671-42CD-A582-94C7D3AEF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33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198" name="Text Box 20">
              <a:extLst>
                <a:ext uri="{FF2B5EF4-FFF2-40B4-BE49-F238E27FC236}">
                  <a16:creationId xmlns:a16="http://schemas.microsoft.com/office/drawing/2014/main" id="{8B3A2FAA-E944-47B4-A7A3-BD291C6A6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199" name="Text Box 21">
              <a:extLst>
                <a:ext uri="{FF2B5EF4-FFF2-40B4-BE49-F238E27FC236}">
                  <a16:creationId xmlns:a16="http://schemas.microsoft.com/office/drawing/2014/main" id="{71B023AA-037A-4C6B-B131-70D9457F4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290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grpSp>
          <p:nvGrpSpPr>
            <p:cNvPr id="49200" name="Group 22">
              <a:extLst>
                <a:ext uri="{FF2B5EF4-FFF2-40B4-BE49-F238E27FC236}">
                  <a16:creationId xmlns:a16="http://schemas.microsoft.com/office/drawing/2014/main" id="{2C190609-D771-48B8-9FD2-1E7628E6B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9" y="2360"/>
              <a:ext cx="254" cy="554"/>
              <a:chOff x="3748" y="2111"/>
              <a:chExt cx="317" cy="666"/>
            </a:xfrm>
          </p:grpSpPr>
          <p:sp>
            <p:nvSpPr>
              <p:cNvPr id="49229" name="Text Box 23">
                <a:extLst>
                  <a:ext uri="{FF2B5EF4-FFF2-40B4-BE49-F238E27FC236}">
                    <a16:creationId xmlns:a16="http://schemas.microsoft.com/office/drawing/2014/main" id="{05E9D7B9-8F38-445C-A3D4-80C529FD4F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9230" name="Text Box 24">
                <a:extLst>
                  <a:ext uri="{FF2B5EF4-FFF2-40B4-BE49-F238E27FC236}">
                    <a16:creationId xmlns:a16="http://schemas.microsoft.com/office/drawing/2014/main" id="{B0C842D8-B713-499E-8126-2E92E5E54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9201" name="Text Box 25">
              <a:extLst>
                <a:ext uri="{FF2B5EF4-FFF2-40B4-BE49-F238E27FC236}">
                  <a16:creationId xmlns:a16="http://schemas.microsoft.com/office/drawing/2014/main" id="{D274FB95-C197-4DB3-B9B9-7C984FEF1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2726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202" name="Text Box 26">
              <a:extLst>
                <a:ext uri="{FF2B5EF4-FFF2-40B4-BE49-F238E27FC236}">
                  <a16:creationId xmlns:a16="http://schemas.microsoft.com/office/drawing/2014/main" id="{A37D5E5A-D7CA-4ADE-877C-3ABAD9B6F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290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203" name="Text Box 27">
              <a:extLst>
                <a:ext uri="{FF2B5EF4-FFF2-40B4-BE49-F238E27FC236}">
                  <a16:creationId xmlns:a16="http://schemas.microsoft.com/office/drawing/2014/main" id="{28D7DF47-FC84-4AE3-B8F4-11657E146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307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204" name="Text Box 28">
              <a:extLst>
                <a:ext uri="{FF2B5EF4-FFF2-40B4-BE49-F238E27FC236}">
                  <a16:creationId xmlns:a16="http://schemas.microsoft.com/office/drawing/2014/main" id="{40003913-29C0-45FC-8AAF-AED506E95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81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205" name="Text Box 29">
              <a:extLst>
                <a:ext uri="{FF2B5EF4-FFF2-40B4-BE49-F238E27FC236}">
                  <a16:creationId xmlns:a16="http://schemas.microsoft.com/office/drawing/2014/main" id="{A54BCCA0-C96B-4DD3-984D-499AE0320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991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206" name="Text Box 30">
              <a:extLst>
                <a:ext uri="{FF2B5EF4-FFF2-40B4-BE49-F238E27FC236}">
                  <a16:creationId xmlns:a16="http://schemas.microsoft.com/office/drawing/2014/main" id="{F001DC89-968C-499C-9A20-DFDFE3044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2" y="253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9207" name="Text Box 31">
              <a:extLst>
                <a:ext uri="{FF2B5EF4-FFF2-40B4-BE49-F238E27FC236}">
                  <a16:creationId xmlns:a16="http://schemas.microsoft.com/office/drawing/2014/main" id="{85A007AE-B910-4054-933E-2DC073F98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2720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grpSp>
          <p:nvGrpSpPr>
            <p:cNvPr id="49208" name="Group 32">
              <a:extLst>
                <a:ext uri="{FF2B5EF4-FFF2-40B4-BE49-F238E27FC236}">
                  <a16:creationId xmlns:a16="http://schemas.microsoft.com/office/drawing/2014/main" id="{4CA72C80-F0C0-44BB-965E-ABF92D3C9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890"/>
              <a:ext cx="246" cy="542"/>
              <a:chOff x="3759" y="2338"/>
              <a:chExt cx="308" cy="652"/>
            </a:xfrm>
          </p:grpSpPr>
          <p:sp>
            <p:nvSpPr>
              <p:cNvPr id="49227" name="Text Box 33">
                <a:extLst>
                  <a:ext uri="{FF2B5EF4-FFF2-40B4-BE49-F238E27FC236}">
                    <a16:creationId xmlns:a16="http://schemas.microsoft.com/office/drawing/2014/main" id="{96B3C8FB-FB03-42BF-93D0-DC4702FCD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9228" name="Text Box 34">
                <a:extLst>
                  <a:ext uri="{FF2B5EF4-FFF2-40B4-BE49-F238E27FC236}">
                    <a16:creationId xmlns:a16="http://schemas.microsoft.com/office/drawing/2014/main" id="{40C174D1-AB28-42C9-B398-F16CD9222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51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9209" name="Group 35">
              <a:extLst>
                <a:ext uri="{FF2B5EF4-FFF2-40B4-BE49-F238E27FC236}">
                  <a16:creationId xmlns:a16="http://schemas.microsoft.com/office/drawing/2014/main" id="{98038113-63E4-41A9-BF49-3F94FA7BA3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2171"/>
              <a:ext cx="246" cy="541"/>
              <a:chOff x="3759" y="2338"/>
              <a:chExt cx="308" cy="650"/>
            </a:xfrm>
          </p:grpSpPr>
          <p:sp>
            <p:nvSpPr>
              <p:cNvPr id="49225" name="Text Box 36">
                <a:extLst>
                  <a:ext uri="{FF2B5EF4-FFF2-40B4-BE49-F238E27FC236}">
                    <a16:creationId xmlns:a16="http://schemas.microsoft.com/office/drawing/2014/main" id="{A91FCF05-7ED5-4305-BF9B-C77B24FE3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49226" name="Text Box 37">
                <a:extLst>
                  <a:ext uri="{FF2B5EF4-FFF2-40B4-BE49-F238E27FC236}">
                    <a16:creationId xmlns:a16="http://schemas.microsoft.com/office/drawing/2014/main" id="{B237DC95-02E3-4ACF-AC7C-3F955200D8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1" y="2549"/>
                <a:ext cx="306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9210" name="Group 38">
              <a:extLst>
                <a:ext uri="{FF2B5EF4-FFF2-40B4-BE49-F238E27FC236}">
                  <a16:creationId xmlns:a16="http://schemas.microsoft.com/office/drawing/2014/main" id="{B2E5CA19-EA1C-4933-B89B-E16A5DF47B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890"/>
              <a:ext cx="254" cy="552"/>
              <a:chOff x="3747" y="2112"/>
              <a:chExt cx="318" cy="664"/>
            </a:xfrm>
          </p:grpSpPr>
          <p:sp>
            <p:nvSpPr>
              <p:cNvPr id="49223" name="Text Box 39">
                <a:extLst>
                  <a:ext uri="{FF2B5EF4-FFF2-40B4-BE49-F238E27FC236}">
                    <a16:creationId xmlns:a16="http://schemas.microsoft.com/office/drawing/2014/main" id="{82CE8A18-4DEB-4299-98BE-E4DA14523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2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9224" name="Text Box 40">
                <a:extLst>
                  <a:ext uri="{FF2B5EF4-FFF2-40B4-BE49-F238E27FC236}">
                    <a16:creationId xmlns:a16="http://schemas.microsoft.com/office/drawing/2014/main" id="{B3EAD977-F563-4010-AC6C-08AAE36DA5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7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9211" name="Group 41">
              <a:extLst>
                <a:ext uri="{FF2B5EF4-FFF2-40B4-BE49-F238E27FC236}">
                  <a16:creationId xmlns:a16="http://schemas.microsoft.com/office/drawing/2014/main" id="{8E99C234-515F-4871-92C7-A913EB95D2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6" y="2530"/>
              <a:ext cx="255" cy="555"/>
              <a:chOff x="3746" y="2111"/>
              <a:chExt cx="319" cy="666"/>
            </a:xfrm>
          </p:grpSpPr>
          <p:sp>
            <p:nvSpPr>
              <p:cNvPr id="49221" name="Text Box 42">
                <a:extLst>
                  <a:ext uri="{FF2B5EF4-FFF2-40B4-BE49-F238E27FC236}">
                    <a16:creationId xmlns:a16="http://schemas.microsoft.com/office/drawing/2014/main" id="{1EE7DD56-8027-45E9-87EA-11586EFDA6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6" y="2111"/>
                <a:ext cx="307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9222" name="Text Box 43">
                <a:extLst>
                  <a:ext uri="{FF2B5EF4-FFF2-40B4-BE49-F238E27FC236}">
                    <a16:creationId xmlns:a16="http://schemas.microsoft.com/office/drawing/2014/main" id="{08DE4570-01E6-48C0-9098-56841E8DA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9"/>
                <a:ext cx="305" cy="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9212" name="Group 44">
              <a:extLst>
                <a:ext uri="{FF2B5EF4-FFF2-40B4-BE49-F238E27FC236}">
                  <a16:creationId xmlns:a16="http://schemas.microsoft.com/office/drawing/2014/main" id="{DBE837C0-7188-4D96-AB6D-3149846FF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160"/>
              <a:ext cx="254" cy="554"/>
              <a:chOff x="3747" y="2111"/>
              <a:chExt cx="318" cy="666"/>
            </a:xfrm>
          </p:grpSpPr>
          <p:sp>
            <p:nvSpPr>
              <p:cNvPr id="49219" name="Text Box 45">
                <a:extLst>
                  <a:ext uri="{FF2B5EF4-FFF2-40B4-BE49-F238E27FC236}">
                    <a16:creationId xmlns:a16="http://schemas.microsoft.com/office/drawing/2014/main" id="{65408316-0F90-41E7-A3A1-EBC3C82F6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7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9220" name="Text Box 46">
                <a:extLst>
                  <a:ext uri="{FF2B5EF4-FFF2-40B4-BE49-F238E27FC236}">
                    <a16:creationId xmlns:a16="http://schemas.microsoft.com/office/drawing/2014/main" id="{E9D538F5-C046-4450-900D-2610EAB40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49213" name="Group 47">
              <a:extLst>
                <a:ext uri="{FF2B5EF4-FFF2-40B4-BE49-F238E27FC236}">
                  <a16:creationId xmlns:a16="http://schemas.microsoft.com/office/drawing/2014/main" id="{0920918B-E188-41D7-B3B0-3D29EADDA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" y="1791"/>
              <a:ext cx="253" cy="554"/>
              <a:chOff x="3748" y="2111"/>
              <a:chExt cx="316" cy="666"/>
            </a:xfrm>
          </p:grpSpPr>
          <p:sp>
            <p:nvSpPr>
              <p:cNvPr id="49217" name="Text Box 48">
                <a:extLst>
                  <a:ext uri="{FF2B5EF4-FFF2-40B4-BE49-F238E27FC236}">
                    <a16:creationId xmlns:a16="http://schemas.microsoft.com/office/drawing/2014/main" id="{3690A534-AC06-481D-895B-5512CEFB65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8" y="2111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49218" name="Text Box 49">
                <a:extLst>
                  <a:ext uri="{FF2B5EF4-FFF2-40B4-BE49-F238E27FC236}">
                    <a16:creationId xmlns:a16="http://schemas.microsoft.com/office/drawing/2014/main" id="{82F2BE60-3970-4B5A-A6C3-9765871973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9" y="2338"/>
                <a:ext cx="30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FF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49214" name="Text Box 50">
              <a:extLst>
                <a:ext uri="{FF2B5EF4-FFF2-40B4-BE49-F238E27FC236}">
                  <a16:creationId xmlns:a16="http://schemas.microsoft.com/office/drawing/2014/main" id="{C202AF9F-8892-4699-AC33-49A63EA2D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" y="3089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FF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9215" name="Line 51">
              <a:extLst>
                <a:ext uri="{FF2B5EF4-FFF2-40B4-BE49-F238E27FC236}">
                  <a16:creationId xmlns:a16="http://schemas.microsoft.com/office/drawing/2014/main" id="{972633DF-278C-46DD-ACC2-289537BCF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5" y="1602"/>
              <a:ext cx="0" cy="180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216" name="Line 52">
              <a:extLst>
                <a:ext uri="{FF2B5EF4-FFF2-40B4-BE49-F238E27FC236}">
                  <a16:creationId xmlns:a16="http://schemas.microsoft.com/office/drawing/2014/main" id="{BC24A23F-9FB1-4ED9-BFA9-CB79394AD6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1592"/>
              <a:ext cx="0" cy="181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1429" name="Text Box 53">
            <a:extLst>
              <a:ext uri="{FF2B5EF4-FFF2-40B4-BE49-F238E27FC236}">
                <a16:creationId xmlns:a16="http://schemas.microsoft.com/office/drawing/2014/main" id="{F5A907F2-D536-4870-A489-3D3931457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931863"/>
            <a:ext cx="5727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、相同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的最小项和最大项互补。</a:t>
            </a:r>
          </a:p>
        </p:txBody>
      </p:sp>
      <p:grpSp>
        <p:nvGrpSpPr>
          <p:cNvPr id="101430" name="Group 54">
            <a:extLst>
              <a:ext uri="{FF2B5EF4-FFF2-40B4-BE49-F238E27FC236}">
                <a16:creationId xmlns:a16="http://schemas.microsoft.com/office/drawing/2014/main" id="{9B7C83AC-96F5-4D95-9A02-072BBC9B59E8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1776413"/>
            <a:ext cx="3455987" cy="519112"/>
            <a:chOff x="2053" y="1812"/>
            <a:chExt cx="2177" cy="327"/>
          </a:xfrm>
        </p:grpSpPr>
        <p:sp>
          <p:nvSpPr>
            <p:cNvPr id="49179" name="Text Box 55">
              <a:extLst>
                <a:ext uri="{FF2B5EF4-FFF2-40B4-BE49-F238E27FC236}">
                  <a16:creationId xmlns:a16="http://schemas.microsoft.com/office/drawing/2014/main" id="{FC45E882-C0C2-4ABD-AD83-460B22F27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" y="1812"/>
              <a:ext cx="2177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=m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  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=M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49180" name="Line 56">
              <a:extLst>
                <a:ext uri="{FF2B5EF4-FFF2-40B4-BE49-F238E27FC236}">
                  <a16:creationId xmlns:a16="http://schemas.microsoft.com/office/drawing/2014/main" id="{F47E3436-6F8D-4F12-956B-B08C5129A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2" y="1916"/>
              <a:ext cx="19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81" name="Line 57">
              <a:extLst>
                <a:ext uri="{FF2B5EF4-FFF2-40B4-BE49-F238E27FC236}">
                  <a16:creationId xmlns:a16="http://schemas.microsoft.com/office/drawing/2014/main" id="{CC16B331-A139-45C1-A696-68BA94847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9" y="1874"/>
              <a:ext cx="19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1434" name="Group 58">
            <a:extLst>
              <a:ext uri="{FF2B5EF4-FFF2-40B4-BE49-F238E27FC236}">
                <a16:creationId xmlns:a16="http://schemas.microsoft.com/office/drawing/2014/main" id="{715E1B9B-8596-46AA-A98B-6C0409821B18}"/>
              </a:ext>
            </a:extLst>
          </p:cNvPr>
          <p:cNvGrpSpPr>
            <a:grpSpLocks/>
          </p:cNvGrpSpPr>
          <p:nvPr/>
        </p:nvGrpSpPr>
        <p:grpSpPr bwMode="auto">
          <a:xfrm>
            <a:off x="4538663" y="1828800"/>
            <a:ext cx="4289425" cy="534988"/>
            <a:chOff x="2859" y="1152"/>
            <a:chExt cx="2702" cy="337"/>
          </a:xfrm>
        </p:grpSpPr>
        <p:grpSp>
          <p:nvGrpSpPr>
            <p:cNvPr id="49172" name="Group 59">
              <a:extLst>
                <a:ext uri="{FF2B5EF4-FFF2-40B4-BE49-F238E27FC236}">
                  <a16:creationId xmlns:a16="http://schemas.microsoft.com/office/drawing/2014/main" id="{89028C14-E9AA-4FD0-8E70-25DE08CB3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9" y="1162"/>
              <a:ext cx="1120" cy="327"/>
              <a:chOff x="2859" y="1162"/>
              <a:chExt cx="1120" cy="327"/>
            </a:xfrm>
          </p:grpSpPr>
          <p:sp>
            <p:nvSpPr>
              <p:cNvPr id="49177" name="Text Box 60">
                <a:extLst>
                  <a:ext uri="{FF2B5EF4-FFF2-40B4-BE49-F238E27FC236}">
                    <a16:creationId xmlns:a16="http://schemas.microsoft.com/office/drawing/2014/main" id="{E50BCAE3-3AE9-49EF-B377-8EC947097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9" y="1162"/>
                <a:ext cx="112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  <a:r>
                  <a:rPr kumimoji="1" lang="en-US" altLang="zh-CN" sz="2800" b="1" i="0" u="none" strike="noStrike" kern="1200" cap="none" spc="0" normalizeH="0" baseline="-2500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=ABC</a:t>
                </a:r>
              </a:p>
            </p:txBody>
          </p:sp>
          <p:sp>
            <p:nvSpPr>
              <p:cNvPr id="49178" name="Line 61">
                <a:extLst>
                  <a:ext uri="{FF2B5EF4-FFF2-40B4-BE49-F238E27FC236}">
                    <a16:creationId xmlns:a16="http://schemas.microsoft.com/office/drawing/2014/main" id="{C3163D82-FF01-43A7-A4EF-90910689B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6" y="1224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173" name="Group 62">
              <a:extLst>
                <a:ext uri="{FF2B5EF4-FFF2-40B4-BE49-F238E27FC236}">
                  <a16:creationId xmlns:a16="http://schemas.microsoft.com/office/drawing/2014/main" id="{8A4872DF-7CD3-4072-BBED-EB0294B448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9" y="1152"/>
              <a:ext cx="1402" cy="327"/>
              <a:chOff x="4159" y="1152"/>
              <a:chExt cx="1402" cy="327"/>
            </a:xfrm>
          </p:grpSpPr>
          <p:sp>
            <p:nvSpPr>
              <p:cNvPr id="49174" name="Text Box 63">
                <a:extLst>
                  <a:ext uri="{FF2B5EF4-FFF2-40B4-BE49-F238E27FC236}">
                    <a16:creationId xmlns:a16="http://schemas.microsoft.com/office/drawing/2014/main" id="{2D0465E3-404D-4CC0-BA14-D0F93E594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1152"/>
                <a:ext cx="140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=A+B+C</a:t>
                </a:r>
              </a:p>
            </p:txBody>
          </p:sp>
          <p:sp>
            <p:nvSpPr>
              <p:cNvPr id="49175" name="Line 64">
                <a:extLst>
                  <a:ext uri="{FF2B5EF4-FFF2-40B4-BE49-F238E27FC236}">
                    <a16:creationId xmlns:a16="http://schemas.microsoft.com/office/drawing/2014/main" id="{9B5CAAB1-0600-4D68-A4E7-3AD9D24C8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5" y="1204"/>
                <a:ext cx="115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176" name="Line 65">
                <a:extLst>
                  <a:ext uri="{FF2B5EF4-FFF2-40B4-BE49-F238E27FC236}">
                    <a16:creationId xmlns:a16="http://schemas.microsoft.com/office/drawing/2014/main" id="{4663CEF1-6EA0-4F3C-9872-3E69ADC42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" y="1204"/>
                <a:ext cx="115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1442" name="Text Box 66">
            <a:extLst>
              <a:ext uri="{FF2B5EF4-FFF2-40B4-BE49-F238E27FC236}">
                <a16:creationId xmlns:a16="http://schemas.microsoft.com/office/drawing/2014/main" id="{18FB90D8-9475-4B9C-BCC1-5156EB226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2709863"/>
            <a:ext cx="7061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和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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18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-1-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互为对偶式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</a:t>
            </a:r>
            <a:endParaRPr kumimoji="1" lang="zh-CN" altLang="en-US" sz="2800" b="1" i="1" u="none" strike="noStrike" kern="1200" cap="none" spc="0" normalizeH="0" baseline="-250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43" name="Text Box 67">
            <a:extLst>
              <a:ext uri="{FF2B5EF4-FFF2-40B4-BE49-F238E27FC236}">
                <a16:creationId xmlns:a16="http://schemas.microsoft.com/office/drawing/2014/main" id="{9A32B277-66DF-4CD2-84EC-5DE20AFD0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3473450"/>
            <a:ext cx="3540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6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7)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44" name="Text Box 68">
            <a:extLst>
              <a:ext uri="{FF2B5EF4-FFF2-40B4-BE49-F238E27FC236}">
                <a16:creationId xmlns:a16="http://schemas.microsoft.com/office/drawing/2014/main" id="{F0C3BC11-AF29-44ED-9E02-773767D97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4953000"/>
            <a:ext cx="379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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(0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1445" name="Group 69">
            <a:extLst>
              <a:ext uri="{FF2B5EF4-FFF2-40B4-BE49-F238E27FC236}">
                <a16:creationId xmlns:a16="http://schemas.microsoft.com/office/drawing/2014/main" id="{A98AE9C2-CBEB-4AE5-9D58-A1B05B941859}"/>
              </a:ext>
            </a:extLst>
          </p:cNvPr>
          <p:cNvGrpSpPr>
            <a:grpSpLocks/>
          </p:cNvGrpSpPr>
          <p:nvPr/>
        </p:nvGrpSpPr>
        <p:grpSpPr bwMode="auto">
          <a:xfrm>
            <a:off x="3167063" y="4213225"/>
            <a:ext cx="4554537" cy="519113"/>
            <a:chOff x="2022" y="2619"/>
            <a:chExt cx="2869" cy="327"/>
          </a:xfrm>
        </p:grpSpPr>
        <p:sp>
          <p:nvSpPr>
            <p:cNvPr id="49168" name="Text Box 70">
              <a:extLst>
                <a:ext uri="{FF2B5EF4-FFF2-40B4-BE49-F238E27FC236}">
                  <a16:creationId xmlns:a16="http://schemas.microsoft.com/office/drawing/2014/main" id="{6FB38751-F4FA-4152-BDCE-F4629A9C3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619"/>
              <a:ext cx="28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=ABC+ABC+ABC+ABC</a:t>
              </a:r>
            </a:p>
          </p:txBody>
        </p:sp>
        <p:sp>
          <p:nvSpPr>
            <p:cNvPr id="49169" name="Line 71">
              <a:extLst>
                <a:ext uri="{FF2B5EF4-FFF2-40B4-BE49-F238E27FC236}">
                  <a16:creationId xmlns:a16="http://schemas.microsoft.com/office/drawing/2014/main" id="{BB4D5579-BFC0-4FC0-B700-5A37BCBD8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" y="2680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0" name="Line 72">
              <a:extLst>
                <a:ext uri="{FF2B5EF4-FFF2-40B4-BE49-F238E27FC236}">
                  <a16:creationId xmlns:a16="http://schemas.microsoft.com/office/drawing/2014/main" id="{2E84E294-0F8C-46D5-A864-7ED92D2E1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0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1" name="Line 73">
              <a:extLst>
                <a:ext uri="{FF2B5EF4-FFF2-40B4-BE49-F238E27FC236}">
                  <a16:creationId xmlns:a16="http://schemas.microsoft.com/office/drawing/2014/main" id="{BBD54BF4-9303-46F0-AC0B-9561027B9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680"/>
              <a:ext cx="13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1457" name="Group 81">
            <a:extLst>
              <a:ext uri="{FF2B5EF4-FFF2-40B4-BE49-F238E27FC236}">
                <a16:creationId xmlns:a16="http://schemas.microsoft.com/office/drawing/2014/main" id="{7FC39CD5-8A8E-4E0B-A4FC-D45C09D2255A}"/>
              </a:ext>
            </a:extLst>
          </p:cNvPr>
          <p:cNvGrpSpPr>
            <a:grpSpLocks/>
          </p:cNvGrpSpPr>
          <p:nvPr/>
        </p:nvGrpSpPr>
        <p:grpSpPr bwMode="auto">
          <a:xfrm>
            <a:off x="2792413" y="5732463"/>
            <a:ext cx="6351587" cy="519112"/>
            <a:chOff x="1759" y="3611"/>
            <a:chExt cx="4001" cy="327"/>
          </a:xfrm>
        </p:grpSpPr>
        <p:sp>
          <p:nvSpPr>
            <p:cNvPr id="49164" name="Text Box 75">
              <a:extLst>
                <a:ext uri="{FF2B5EF4-FFF2-40B4-BE49-F238E27FC236}">
                  <a16:creationId xmlns:a16="http://schemas.microsoft.com/office/drawing/2014/main" id="{2D193BDB-7D84-46A6-9E3A-AA1AB680E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9" y="3611"/>
              <a:ext cx="4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=(A+B+C)(A+B+C)(A+B+C)(A+B+C)</a:t>
              </a:r>
            </a:p>
          </p:txBody>
        </p:sp>
        <p:sp>
          <p:nvSpPr>
            <p:cNvPr id="49165" name="Line 76">
              <a:extLst>
                <a:ext uri="{FF2B5EF4-FFF2-40B4-BE49-F238E27FC236}">
                  <a16:creationId xmlns:a16="http://schemas.microsoft.com/office/drawing/2014/main" id="{528171B5-8364-4AB4-BBC8-FFC1749E1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3664"/>
              <a:ext cx="1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6" name="Line 77">
              <a:extLst>
                <a:ext uri="{FF2B5EF4-FFF2-40B4-BE49-F238E27FC236}">
                  <a16:creationId xmlns:a16="http://schemas.microsoft.com/office/drawing/2014/main" id="{BF33D17E-B969-4458-8E0B-885E8BCE9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3664"/>
              <a:ext cx="1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7" name="Line 78">
              <a:extLst>
                <a:ext uri="{FF2B5EF4-FFF2-40B4-BE49-F238E27FC236}">
                  <a16:creationId xmlns:a16="http://schemas.microsoft.com/office/drawing/2014/main" id="{06E4FC68-A3C6-429F-9571-CC8CEDB0A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9" y="3657"/>
              <a:ext cx="1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48502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0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autoUpdateAnimBg="0"/>
      <p:bldP spid="101429" grpId="0" autoUpdateAnimBg="0"/>
      <p:bldP spid="101442" grpId="0" autoUpdateAnimBg="0"/>
      <p:bldP spid="101443" grpId="0" autoUpdateAnimBg="0"/>
      <p:bldP spid="10144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EE654EB-8440-4FBF-A2D9-C9B5F13C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2138" y="260350"/>
            <a:ext cx="5373687" cy="5445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§3</a:t>
            </a: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—</a:t>
            </a:r>
            <a:r>
              <a:rPr lang="en-US" altLang="zh-CN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     </a:t>
            </a:r>
            <a:r>
              <a:rPr lang="zh-CN" altLang="en-US" sz="32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卡诺图化简法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0C483156-E463-47B4-943B-78B406732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844550"/>
            <a:ext cx="2606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卡诺图的构成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1DB9BCB9-D978-41E3-A359-798A05B06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1473200"/>
            <a:ext cx="5519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、由矩形或正方形组成的图形</a:t>
            </a: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5B969C62-BC21-473F-9988-57962A783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997075"/>
            <a:ext cx="8093075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、将矩形分成若干小方块，每个小方块对应一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  <a:cs typeface="+mn-cs"/>
              </a:rPr>
              <a:t>        个最小项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27D7BC06-3CA2-465B-BE22-E1243D58E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2997200"/>
            <a:ext cx="2455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变量卡诺图</a:t>
            </a:r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11CD287A-B642-4838-9047-07E9F7948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3622675"/>
            <a:ext cx="7789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一个整体可由代表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个最小项的四个小方格组成：</a:t>
            </a:r>
          </a:p>
        </p:txBody>
      </p:sp>
      <p:grpSp>
        <p:nvGrpSpPr>
          <p:cNvPr id="51208" name="Group 8">
            <a:extLst>
              <a:ext uri="{FF2B5EF4-FFF2-40B4-BE49-F238E27FC236}">
                <a16:creationId xmlns:a16="http://schemas.microsoft.com/office/drawing/2014/main" id="{9E6DED17-53F8-45A4-BD1E-E1D0AB91EBC9}"/>
              </a:ext>
            </a:extLst>
          </p:cNvPr>
          <p:cNvGrpSpPr>
            <a:grpSpLocks/>
          </p:cNvGrpSpPr>
          <p:nvPr/>
        </p:nvGrpSpPr>
        <p:grpSpPr bwMode="auto">
          <a:xfrm>
            <a:off x="658813" y="4452938"/>
            <a:ext cx="2338387" cy="2139950"/>
            <a:chOff x="1746" y="1752"/>
            <a:chExt cx="1633" cy="1497"/>
          </a:xfrm>
        </p:grpSpPr>
        <p:sp>
          <p:nvSpPr>
            <p:cNvPr id="50227" name="Rectangle 9">
              <a:extLst>
                <a:ext uri="{FF2B5EF4-FFF2-40B4-BE49-F238E27FC236}">
                  <a16:creationId xmlns:a16="http://schemas.microsoft.com/office/drawing/2014/main" id="{99AE7D38-E3F5-4116-8305-7E7B376DC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752"/>
              <a:ext cx="1633" cy="1497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28" name="Line 10">
              <a:extLst>
                <a:ext uri="{FF2B5EF4-FFF2-40B4-BE49-F238E27FC236}">
                  <a16:creationId xmlns:a16="http://schemas.microsoft.com/office/drawing/2014/main" id="{A10FDC5E-0052-4CEE-B197-01C04EFA4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23"/>
              <a:ext cx="163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29" name="Line 11">
              <a:extLst>
                <a:ext uri="{FF2B5EF4-FFF2-40B4-BE49-F238E27FC236}">
                  <a16:creationId xmlns:a16="http://schemas.microsoft.com/office/drawing/2014/main" id="{BDD7AC0E-52D2-45C6-8254-75A64B58B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752"/>
              <a:ext cx="0" cy="1497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30" name="Rectangle 12">
              <a:extLst>
                <a:ext uri="{FF2B5EF4-FFF2-40B4-BE49-F238E27FC236}">
                  <a16:creationId xmlns:a16="http://schemas.microsoft.com/office/drawing/2014/main" id="{0FA769A3-3068-4539-96FA-FF415B5F1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752"/>
              <a:ext cx="408" cy="36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31" name="Rectangle 13">
              <a:extLst>
                <a:ext uri="{FF2B5EF4-FFF2-40B4-BE49-F238E27FC236}">
                  <a16:creationId xmlns:a16="http://schemas.microsoft.com/office/drawing/2014/main" id="{72558BB5-EC43-4021-A64E-DC6ED06BF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886"/>
              <a:ext cx="408" cy="36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32" name="Rectangle 14">
              <a:extLst>
                <a:ext uri="{FF2B5EF4-FFF2-40B4-BE49-F238E27FC236}">
                  <a16:creationId xmlns:a16="http://schemas.microsoft.com/office/drawing/2014/main" id="{6335F245-6D8E-4E8B-9071-D08F17B64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86"/>
              <a:ext cx="408" cy="36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33" name="Rectangle 15">
              <a:extLst>
                <a:ext uri="{FF2B5EF4-FFF2-40B4-BE49-F238E27FC236}">
                  <a16:creationId xmlns:a16="http://schemas.microsoft.com/office/drawing/2014/main" id="{6EDF6281-D2E7-4581-B97F-8B61AF2C4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1752"/>
              <a:ext cx="408" cy="36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1216" name="Group 16">
            <a:extLst>
              <a:ext uri="{FF2B5EF4-FFF2-40B4-BE49-F238E27FC236}">
                <a16:creationId xmlns:a16="http://schemas.microsoft.com/office/drawing/2014/main" id="{8842F604-59A8-4515-892F-918E52A6FC41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4452938"/>
            <a:ext cx="830263" cy="519112"/>
            <a:chOff x="2368" y="3179"/>
            <a:chExt cx="523" cy="327"/>
          </a:xfrm>
        </p:grpSpPr>
        <p:sp>
          <p:nvSpPr>
            <p:cNvPr id="50224" name="Text Box 17">
              <a:extLst>
                <a:ext uri="{FF2B5EF4-FFF2-40B4-BE49-F238E27FC236}">
                  <a16:creationId xmlns:a16="http://schemas.microsoft.com/office/drawing/2014/main" id="{402BD5FA-9466-46DC-B1EC-F5D145830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8" y="3179"/>
              <a:ext cx="5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50225" name="Line 18">
              <a:extLst>
                <a:ext uri="{FF2B5EF4-FFF2-40B4-BE49-F238E27FC236}">
                  <a16:creationId xmlns:a16="http://schemas.microsoft.com/office/drawing/2014/main" id="{553CF94E-2909-4E57-995C-87A831A7F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3232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26" name="Line 19">
              <a:extLst>
                <a:ext uri="{FF2B5EF4-FFF2-40B4-BE49-F238E27FC236}">
                  <a16:creationId xmlns:a16="http://schemas.microsoft.com/office/drawing/2014/main" id="{BA9E1037-1302-4C03-B17F-1A996C4DF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3" y="3232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1259" name="Group 59">
            <a:extLst>
              <a:ext uri="{FF2B5EF4-FFF2-40B4-BE49-F238E27FC236}">
                <a16:creationId xmlns:a16="http://schemas.microsoft.com/office/drawing/2014/main" id="{40E21995-6567-47E8-9248-05D8F20FBF75}"/>
              </a:ext>
            </a:extLst>
          </p:cNvPr>
          <p:cNvGrpSpPr>
            <a:grpSpLocks/>
          </p:cNvGrpSpPr>
          <p:nvPr/>
        </p:nvGrpSpPr>
        <p:grpSpPr bwMode="auto">
          <a:xfrm>
            <a:off x="2378075" y="4470400"/>
            <a:ext cx="830263" cy="519113"/>
            <a:chOff x="1498" y="2816"/>
            <a:chExt cx="523" cy="327"/>
          </a:xfrm>
        </p:grpSpPr>
        <p:sp>
          <p:nvSpPr>
            <p:cNvPr id="50222" name="Text Box 21">
              <a:extLst>
                <a:ext uri="{FF2B5EF4-FFF2-40B4-BE49-F238E27FC236}">
                  <a16:creationId xmlns:a16="http://schemas.microsoft.com/office/drawing/2014/main" id="{36063E26-85A5-41C1-A873-ADB7D222E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2816"/>
              <a:ext cx="5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50223" name="Line 22">
              <a:extLst>
                <a:ext uri="{FF2B5EF4-FFF2-40B4-BE49-F238E27FC236}">
                  <a16:creationId xmlns:a16="http://schemas.microsoft.com/office/drawing/2014/main" id="{554BF7B6-B678-4E10-9300-B8086FE7D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3" y="2869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1260" name="Group 60">
            <a:extLst>
              <a:ext uri="{FF2B5EF4-FFF2-40B4-BE49-F238E27FC236}">
                <a16:creationId xmlns:a16="http://schemas.microsoft.com/office/drawing/2014/main" id="{6ADDD927-A2C3-4C4C-B3B1-4B04917B0B7B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6078538"/>
            <a:ext cx="830262" cy="519112"/>
            <a:chOff x="399" y="3829"/>
            <a:chExt cx="523" cy="327"/>
          </a:xfrm>
        </p:grpSpPr>
        <p:sp>
          <p:nvSpPr>
            <p:cNvPr id="50220" name="Text Box 24">
              <a:extLst>
                <a:ext uri="{FF2B5EF4-FFF2-40B4-BE49-F238E27FC236}">
                  <a16:creationId xmlns:a16="http://schemas.microsoft.com/office/drawing/2014/main" id="{BF759B93-2EF1-4C6E-A8C4-545D9EA48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" y="3829"/>
              <a:ext cx="52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50221" name="Line 25">
              <a:extLst>
                <a:ext uri="{FF2B5EF4-FFF2-40B4-BE49-F238E27FC236}">
                  <a16:creationId xmlns:a16="http://schemas.microsoft.com/office/drawing/2014/main" id="{A70BD603-FE2F-4C4F-B289-E80E7AA7B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" y="3882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1226" name="Text Box 26">
            <a:extLst>
              <a:ext uri="{FF2B5EF4-FFF2-40B4-BE49-F238E27FC236}">
                <a16:creationId xmlns:a16="http://schemas.microsoft.com/office/drawing/2014/main" id="{D3C76F75-C260-418E-98F0-1A61F8654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613" y="6097588"/>
            <a:ext cx="830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</p:txBody>
      </p:sp>
      <p:grpSp>
        <p:nvGrpSpPr>
          <p:cNvPr id="51227" name="Group 27">
            <a:extLst>
              <a:ext uri="{FF2B5EF4-FFF2-40B4-BE49-F238E27FC236}">
                <a16:creationId xmlns:a16="http://schemas.microsoft.com/office/drawing/2014/main" id="{416AA092-A947-4E17-A3FF-6978AB06A637}"/>
              </a:ext>
            </a:extLst>
          </p:cNvPr>
          <p:cNvGrpSpPr>
            <a:grpSpLocks/>
          </p:cNvGrpSpPr>
          <p:nvPr/>
        </p:nvGrpSpPr>
        <p:grpSpPr bwMode="auto">
          <a:xfrm>
            <a:off x="3254354" y="4676343"/>
            <a:ext cx="2144712" cy="777875"/>
            <a:chOff x="2080" y="2955"/>
            <a:chExt cx="1077" cy="490"/>
          </a:xfrm>
        </p:grpSpPr>
        <p:sp>
          <p:nvSpPr>
            <p:cNvPr id="50218" name="AutoShape 28">
              <a:extLst>
                <a:ext uri="{FF2B5EF4-FFF2-40B4-BE49-F238E27FC236}">
                  <a16:creationId xmlns:a16="http://schemas.microsoft.com/office/drawing/2014/main" id="{5B714341-020D-4C3C-AEAB-3F7F3FC2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" y="3275"/>
              <a:ext cx="1077" cy="170"/>
            </a:xfrm>
            <a:prstGeom prst="rightArrow">
              <a:avLst>
                <a:gd name="adj1" fmla="val 50000"/>
                <a:gd name="adj2" fmla="val 158382"/>
              </a:avLst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19" name="Text Box 29">
              <a:extLst>
                <a:ext uri="{FF2B5EF4-FFF2-40B4-BE49-F238E27FC236}">
                  <a16:creationId xmlns:a16="http://schemas.microsoft.com/office/drawing/2014/main" id="{9AC6BB22-924A-483A-B1BC-DBF7B7A5D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2955"/>
              <a:ext cx="8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改画成：</a:t>
              </a:r>
            </a:p>
          </p:txBody>
        </p:sp>
      </p:grpSp>
      <p:grpSp>
        <p:nvGrpSpPr>
          <p:cNvPr id="51230" name="Group 30">
            <a:extLst>
              <a:ext uri="{FF2B5EF4-FFF2-40B4-BE49-F238E27FC236}">
                <a16:creationId xmlns:a16="http://schemas.microsoft.com/office/drawing/2014/main" id="{97BEBB63-E6ED-44F1-82C4-3A2305413C8D}"/>
              </a:ext>
            </a:extLst>
          </p:cNvPr>
          <p:cNvGrpSpPr>
            <a:grpSpLocks/>
          </p:cNvGrpSpPr>
          <p:nvPr/>
        </p:nvGrpSpPr>
        <p:grpSpPr bwMode="auto">
          <a:xfrm>
            <a:off x="1198563" y="4956175"/>
            <a:ext cx="1512888" cy="1033463"/>
            <a:chOff x="755" y="3122"/>
            <a:chExt cx="953" cy="651"/>
          </a:xfrm>
        </p:grpSpPr>
        <p:sp>
          <p:nvSpPr>
            <p:cNvPr id="50214" name="Text Box 31">
              <a:extLst>
                <a:ext uri="{FF2B5EF4-FFF2-40B4-BE49-F238E27FC236}">
                  <a16:creationId xmlns:a16="http://schemas.microsoft.com/office/drawing/2014/main" id="{98C7F239-7A0B-4754-92A3-593012275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3122"/>
              <a:ext cx="49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50215" name="Text Box 32">
              <a:extLst>
                <a:ext uri="{FF2B5EF4-FFF2-40B4-BE49-F238E27FC236}">
                  <a16:creationId xmlns:a16="http://schemas.microsoft.com/office/drawing/2014/main" id="{C681BDBF-7355-4057-91E3-F6B3A468E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8" y="3143"/>
              <a:ext cx="49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0216" name="Text Box 33">
              <a:extLst>
                <a:ext uri="{FF2B5EF4-FFF2-40B4-BE49-F238E27FC236}">
                  <a16:creationId xmlns:a16="http://schemas.microsoft.com/office/drawing/2014/main" id="{A8B4F6C8-98EF-449C-9ADA-33EE9C322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3435"/>
              <a:ext cx="49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50217" name="Text Box 34">
              <a:extLst>
                <a:ext uri="{FF2B5EF4-FFF2-40B4-BE49-F238E27FC236}">
                  <a16:creationId xmlns:a16="http://schemas.microsoft.com/office/drawing/2014/main" id="{026BE683-520E-48A1-8905-0926532A4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3446"/>
              <a:ext cx="49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1F08F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</p:grpSp>
      <p:sp>
        <p:nvSpPr>
          <p:cNvPr id="51261" name="Text Box 61">
            <a:extLst>
              <a:ext uri="{FF2B5EF4-FFF2-40B4-BE49-F238E27FC236}">
                <a16:creationId xmlns:a16="http://schemas.microsoft.com/office/drawing/2014/main" id="{0D97ADD4-B71A-4896-8EE1-CA4B140E1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6995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、卡诺图</a:t>
            </a:r>
          </a:p>
        </p:txBody>
      </p:sp>
      <p:grpSp>
        <p:nvGrpSpPr>
          <p:cNvPr id="51235" name="Group 35">
            <a:extLst>
              <a:ext uri="{FF2B5EF4-FFF2-40B4-BE49-F238E27FC236}">
                <a16:creationId xmlns:a16="http://schemas.microsoft.com/office/drawing/2014/main" id="{416A009A-89B7-4C2E-8C59-E9A91BD0FAC5}"/>
              </a:ext>
            </a:extLst>
          </p:cNvPr>
          <p:cNvGrpSpPr>
            <a:grpSpLocks/>
          </p:cNvGrpSpPr>
          <p:nvPr/>
        </p:nvGrpSpPr>
        <p:grpSpPr bwMode="auto">
          <a:xfrm>
            <a:off x="5284789" y="4213225"/>
            <a:ext cx="2520950" cy="2409824"/>
            <a:chOff x="3318" y="2536"/>
            <a:chExt cx="1588" cy="1518"/>
          </a:xfrm>
        </p:grpSpPr>
        <p:sp>
          <p:nvSpPr>
            <p:cNvPr id="50193" name="Rectangle 36">
              <a:extLst>
                <a:ext uri="{FF2B5EF4-FFF2-40B4-BE49-F238E27FC236}">
                  <a16:creationId xmlns:a16="http://schemas.microsoft.com/office/drawing/2014/main" id="{C4E72373-5E34-4054-81E4-00ADE0057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3519"/>
              <a:ext cx="546" cy="53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4" name="Rectangle 37">
              <a:extLst>
                <a:ext uri="{FF2B5EF4-FFF2-40B4-BE49-F238E27FC236}">
                  <a16:creationId xmlns:a16="http://schemas.microsoft.com/office/drawing/2014/main" id="{9B636400-C862-4F3A-8206-D0D835D6D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5" y="3519"/>
              <a:ext cx="546" cy="53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5" name="Rectangle 38">
              <a:extLst>
                <a:ext uri="{FF2B5EF4-FFF2-40B4-BE49-F238E27FC236}">
                  <a16:creationId xmlns:a16="http://schemas.microsoft.com/office/drawing/2014/main" id="{86DE1D7D-7D9E-4423-8740-C73819373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2973"/>
              <a:ext cx="546" cy="5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6" name="Rectangle 39">
              <a:extLst>
                <a:ext uri="{FF2B5EF4-FFF2-40B4-BE49-F238E27FC236}">
                  <a16:creationId xmlns:a16="http://schemas.microsoft.com/office/drawing/2014/main" id="{D02ABE30-CD6C-45F6-9B88-E64A4A74B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5" y="2973"/>
              <a:ext cx="546" cy="5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7" name="Line 40">
              <a:extLst>
                <a:ext uri="{FF2B5EF4-FFF2-40B4-BE49-F238E27FC236}">
                  <a16:creationId xmlns:a16="http://schemas.microsoft.com/office/drawing/2014/main" id="{261E772D-CD5D-4A65-8C19-3BF62D4E6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2973"/>
              <a:ext cx="109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8" name="Line 41">
              <a:extLst>
                <a:ext uri="{FF2B5EF4-FFF2-40B4-BE49-F238E27FC236}">
                  <a16:creationId xmlns:a16="http://schemas.microsoft.com/office/drawing/2014/main" id="{A09C9AF8-70E4-45B1-A920-17A2B296B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3519"/>
              <a:ext cx="109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9" name="Line 42">
              <a:extLst>
                <a:ext uri="{FF2B5EF4-FFF2-40B4-BE49-F238E27FC236}">
                  <a16:creationId xmlns:a16="http://schemas.microsoft.com/office/drawing/2014/main" id="{C6999748-F82D-48C8-8E08-190C06B72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4054"/>
              <a:ext cx="109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0" name="Line 43">
              <a:extLst>
                <a:ext uri="{FF2B5EF4-FFF2-40B4-BE49-F238E27FC236}">
                  <a16:creationId xmlns:a16="http://schemas.microsoft.com/office/drawing/2014/main" id="{F35C8047-8009-4584-B414-BD87BE869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2973"/>
              <a:ext cx="0" cy="108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1" name="Line 44">
              <a:extLst>
                <a:ext uri="{FF2B5EF4-FFF2-40B4-BE49-F238E27FC236}">
                  <a16:creationId xmlns:a16="http://schemas.microsoft.com/office/drawing/2014/main" id="{95C4C761-A1DF-49F0-ABA9-C6A60369C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2973"/>
              <a:ext cx="0" cy="108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2" name="Line 45">
              <a:extLst>
                <a:ext uri="{FF2B5EF4-FFF2-40B4-BE49-F238E27FC236}">
                  <a16:creationId xmlns:a16="http://schemas.microsoft.com/office/drawing/2014/main" id="{21EA4642-9EAE-44A2-91FE-B173F8D70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7" y="2973"/>
              <a:ext cx="0" cy="108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3" name="Line 46">
              <a:extLst>
                <a:ext uri="{FF2B5EF4-FFF2-40B4-BE49-F238E27FC236}">
                  <a16:creationId xmlns:a16="http://schemas.microsoft.com/office/drawing/2014/main" id="{6067735F-29A6-4266-82C9-994428559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77" y="2665"/>
              <a:ext cx="308" cy="3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204" name="Text Box 47">
              <a:extLst>
                <a:ext uri="{FF2B5EF4-FFF2-40B4-BE49-F238E27FC236}">
                  <a16:creationId xmlns:a16="http://schemas.microsoft.com/office/drawing/2014/main" id="{A88A1E0F-C820-4483-BE64-23098EA22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" y="2536"/>
              <a:ext cx="374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0205" name="Text Box 48">
              <a:extLst>
                <a:ext uri="{FF2B5EF4-FFF2-40B4-BE49-F238E27FC236}">
                  <a16:creationId xmlns:a16="http://schemas.microsoft.com/office/drawing/2014/main" id="{74987624-D07C-4C12-A129-A2FA2420D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2722"/>
              <a:ext cx="253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0206" name="Text Box 49">
              <a:extLst>
                <a:ext uri="{FF2B5EF4-FFF2-40B4-BE49-F238E27FC236}">
                  <a16:creationId xmlns:a16="http://schemas.microsoft.com/office/drawing/2014/main" id="{5242DE59-0A15-4238-93C1-F5FD9CEB1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9" y="2619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50207" name="Text Box 50">
              <a:extLst>
                <a:ext uri="{FF2B5EF4-FFF2-40B4-BE49-F238E27FC236}">
                  <a16:creationId xmlns:a16="http://schemas.microsoft.com/office/drawing/2014/main" id="{186A83F4-5223-4B14-9FFB-6FF9A1893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2611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0208" name="Text Box 51">
              <a:extLst>
                <a:ext uri="{FF2B5EF4-FFF2-40B4-BE49-F238E27FC236}">
                  <a16:creationId xmlns:a16="http://schemas.microsoft.com/office/drawing/2014/main" id="{FFA84279-B916-44D8-AFDB-13B42A12E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3627"/>
              <a:ext cx="181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0209" name="Text Box 52">
              <a:extLst>
                <a:ext uri="{FF2B5EF4-FFF2-40B4-BE49-F238E27FC236}">
                  <a16:creationId xmlns:a16="http://schemas.microsoft.com/office/drawing/2014/main" id="{4C4535C3-56BB-4D4E-A05A-4B41F9177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" y="3125"/>
              <a:ext cx="206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50210" name="Text Box 53">
              <a:extLst>
                <a:ext uri="{FF2B5EF4-FFF2-40B4-BE49-F238E27FC236}">
                  <a16:creationId xmlns:a16="http://schemas.microsoft.com/office/drawing/2014/main" id="{480867CB-D873-4771-AAA1-0EF422BA6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3083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50211" name="Text Box 54">
              <a:extLst>
                <a:ext uri="{FF2B5EF4-FFF2-40B4-BE49-F238E27FC236}">
                  <a16:creationId xmlns:a16="http://schemas.microsoft.com/office/drawing/2014/main" id="{F2B58C5F-644C-4F78-A55D-3F7A9523E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3093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0212" name="Text Box 55">
              <a:extLst>
                <a:ext uri="{FF2B5EF4-FFF2-40B4-BE49-F238E27FC236}">
                  <a16:creationId xmlns:a16="http://schemas.microsoft.com/office/drawing/2014/main" id="{744A638F-163C-4CE5-9F57-A7ED98862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3595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50213" name="Text Box 56">
              <a:extLst>
                <a:ext uri="{FF2B5EF4-FFF2-40B4-BE49-F238E27FC236}">
                  <a16:creationId xmlns:a16="http://schemas.microsoft.com/office/drawing/2014/main" id="{EC30A11B-068D-4AB2-B446-8C31C3FD1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3606"/>
              <a:ext cx="469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26476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utoUpdateAnimBg="0"/>
      <p:bldP spid="51204" grpId="0" autoUpdateAnimBg="0"/>
      <p:bldP spid="51205" grpId="0" autoUpdateAnimBg="0"/>
      <p:bldP spid="51206" grpId="0" autoUpdateAnimBg="0"/>
      <p:bldP spid="51207" grpId="0" autoUpdateAnimBg="0"/>
      <p:bldP spid="51226" grpId="0" autoUpdateAnimBg="0"/>
      <p:bldP spid="512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9136F53-E0F7-4B81-84A1-B40F9B860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" y="5251450"/>
            <a:ext cx="8028854" cy="1133475"/>
          </a:xfrm>
          <a:prstGeom prst="rect">
            <a:avLst/>
          </a:prstGeom>
          <a:solidFill>
            <a:schemeClr val="bg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C173CFB-CE46-409D-87AB-81F709943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5788" y="441325"/>
            <a:ext cx="2301875" cy="5000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变量卡诺图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0220FB1C-E19C-4D95-AFE4-254BF825D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1109663"/>
            <a:ext cx="40878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一个整体分成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个小方格 </a:t>
            </a:r>
          </a:p>
        </p:txBody>
      </p:sp>
      <p:grpSp>
        <p:nvGrpSpPr>
          <p:cNvPr id="52229" name="Group 5">
            <a:extLst>
              <a:ext uri="{FF2B5EF4-FFF2-40B4-BE49-F238E27FC236}">
                <a16:creationId xmlns:a16="http://schemas.microsoft.com/office/drawing/2014/main" id="{667B9FFE-F4A4-4EA5-B5AC-5830D0685B78}"/>
              </a:ext>
            </a:extLst>
          </p:cNvPr>
          <p:cNvGrpSpPr>
            <a:grpSpLocks/>
          </p:cNvGrpSpPr>
          <p:nvPr/>
        </p:nvGrpSpPr>
        <p:grpSpPr bwMode="auto">
          <a:xfrm>
            <a:off x="2765425" y="2268538"/>
            <a:ext cx="4518025" cy="2141537"/>
            <a:chOff x="1123" y="1718"/>
            <a:chExt cx="2846" cy="1349"/>
          </a:xfrm>
        </p:grpSpPr>
        <p:sp>
          <p:nvSpPr>
            <p:cNvPr id="51228" name="Rectangle 6">
              <a:extLst>
                <a:ext uri="{FF2B5EF4-FFF2-40B4-BE49-F238E27FC236}">
                  <a16:creationId xmlns:a16="http://schemas.microsoft.com/office/drawing/2014/main" id="{A3E90631-B72C-4350-8EE2-56C1E70FA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2591"/>
              <a:ext cx="612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29" name="Rectangle 7">
              <a:extLst>
                <a:ext uri="{FF2B5EF4-FFF2-40B4-BE49-F238E27FC236}">
                  <a16:creationId xmlns:a16="http://schemas.microsoft.com/office/drawing/2014/main" id="{31C0EBD3-B8B0-4E74-85D4-AA907A4F5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591"/>
              <a:ext cx="613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0" name="Rectangle 8">
              <a:extLst>
                <a:ext uri="{FF2B5EF4-FFF2-40B4-BE49-F238E27FC236}">
                  <a16:creationId xmlns:a16="http://schemas.microsoft.com/office/drawing/2014/main" id="{9961BB77-1675-44A9-A394-C679F8DD5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2591"/>
              <a:ext cx="612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1" name="Rectangle 9">
              <a:extLst>
                <a:ext uri="{FF2B5EF4-FFF2-40B4-BE49-F238E27FC236}">
                  <a16:creationId xmlns:a16="http://schemas.microsoft.com/office/drawing/2014/main" id="{D3510528-0E61-48D6-8644-BBD1F8FB6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591"/>
              <a:ext cx="613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2" name="Rectangle 10">
              <a:extLst>
                <a:ext uri="{FF2B5EF4-FFF2-40B4-BE49-F238E27FC236}">
                  <a16:creationId xmlns:a16="http://schemas.microsoft.com/office/drawing/2014/main" id="{F542EA3D-DB72-4909-9E3D-C90CEA325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2115"/>
              <a:ext cx="612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3" name="Rectangle 11">
              <a:extLst>
                <a:ext uri="{FF2B5EF4-FFF2-40B4-BE49-F238E27FC236}">
                  <a16:creationId xmlns:a16="http://schemas.microsoft.com/office/drawing/2014/main" id="{71D15AD6-90F1-46C7-AD58-2FECF5BE4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115"/>
              <a:ext cx="613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4" name="Rectangle 12">
              <a:extLst>
                <a:ext uri="{FF2B5EF4-FFF2-40B4-BE49-F238E27FC236}">
                  <a16:creationId xmlns:a16="http://schemas.microsoft.com/office/drawing/2014/main" id="{96E4116B-D825-49A4-9EA0-805070617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2115"/>
              <a:ext cx="612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5" name="Rectangle 13">
              <a:extLst>
                <a:ext uri="{FF2B5EF4-FFF2-40B4-BE49-F238E27FC236}">
                  <a16:creationId xmlns:a16="http://schemas.microsoft.com/office/drawing/2014/main" id="{058C4C51-18CF-41D1-995D-9F991449C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115"/>
              <a:ext cx="613" cy="47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6" name="Line 14">
              <a:extLst>
                <a:ext uri="{FF2B5EF4-FFF2-40B4-BE49-F238E27FC236}">
                  <a16:creationId xmlns:a16="http://schemas.microsoft.com/office/drawing/2014/main" id="{A4329E36-9A64-4835-BA92-887999A6C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15"/>
              <a:ext cx="2450" cy="0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7" name="Line 15">
              <a:extLst>
                <a:ext uri="{FF2B5EF4-FFF2-40B4-BE49-F238E27FC236}">
                  <a16:creationId xmlns:a16="http://schemas.microsoft.com/office/drawing/2014/main" id="{C7338EFE-EA19-4B22-8208-B2513E827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591"/>
              <a:ext cx="245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8" name="Line 16">
              <a:extLst>
                <a:ext uri="{FF2B5EF4-FFF2-40B4-BE49-F238E27FC236}">
                  <a16:creationId xmlns:a16="http://schemas.microsoft.com/office/drawing/2014/main" id="{EF4B61D5-21EC-4211-A181-A8B0E8B94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067"/>
              <a:ext cx="2450" cy="0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9" name="Line 17">
              <a:extLst>
                <a:ext uri="{FF2B5EF4-FFF2-40B4-BE49-F238E27FC236}">
                  <a16:creationId xmlns:a16="http://schemas.microsoft.com/office/drawing/2014/main" id="{E157A098-4E8C-4B11-8A96-0F04BF27F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115"/>
              <a:ext cx="0" cy="952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0" name="Line 18">
              <a:extLst>
                <a:ext uri="{FF2B5EF4-FFF2-40B4-BE49-F238E27FC236}">
                  <a16:creationId xmlns:a16="http://schemas.microsoft.com/office/drawing/2014/main" id="{26647FC4-1791-437D-9608-5D3F67DBF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115"/>
              <a:ext cx="0" cy="9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1" name="Line 19">
              <a:extLst>
                <a:ext uri="{FF2B5EF4-FFF2-40B4-BE49-F238E27FC236}">
                  <a16:creationId xmlns:a16="http://schemas.microsoft.com/office/drawing/2014/main" id="{289332F8-7042-4574-9DB9-47634003A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115"/>
              <a:ext cx="0" cy="9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2" name="Line 20">
              <a:extLst>
                <a:ext uri="{FF2B5EF4-FFF2-40B4-BE49-F238E27FC236}">
                  <a16:creationId xmlns:a16="http://schemas.microsoft.com/office/drawing/2014/main" id="{6482C3AF-A9A3-4A09-80D9-E6B483000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2115"/>
              <a:ext cx="0" cy="9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3" name="Line 21">
              <a:extLst>
                <a:ext uri="{FF2B5EF4-FFF2-40B4-BE49-F238E27FC236}">
                  <a16:creationId xmlns:a16="http://schemas.microsoft.com/office/drawing/2014/main" id="{9FC68A04-CCC3-40AA-803F-C72B22A84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115"/>
              <a:ext cx="0" cy="952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4" name="Line 22">
              <a:extLst>
                <a:ext uri="{FF2B5EF4-FFF2-40B4-BE49-F238E27FC236}">
                  <a16:creationId xmlns:a16="http://schemas.microsoft.com/office/drawing/2014/main" id="{E4D537F7-BAD4-4D37-AAAC-B9F853E43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1718"/>
              <a:ext cx="396" cy="397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2247" name="Group 23">
            <a:extLst>
              <a:ext uri="{FF2B5EF4-FFF2-40B4-BE49-F238E27FC236}">
                <a16:creationId xmlns:a16="http://schemas.microsoft.com/office/drawing/2014/main" id="{BD86A2AC-C4BF-481A-B6C7-08C352A8BF02}"/>
              </a:ext>
            </a:extLst>
          </p:cNvPr>
          <p:cNvGrpSpPr>
            <a:grpSpLocks/>
          </p:cNvGrpSpPr>
          <p:nvPr/>
        </p:nvGrpSpPr>
        <p:grpSpPr bwMode="auto">
          <a:xfrm>
            <a:off x="2746375" y="2033588"/>
            <a:ext cx="865188" cy="962025"/>
            <a:chOff x="1111" y="1570"/>
            <a:chExt cx="545" cy="606"/>
          </a:xfrm>
        </p:grpSpPr>
        <p:sp>
          <p:nvSpPr>
            <p:cNvPr id="51225" name="Text Box 24">
              <a:extLst>
                <a:ext uri="{FF2B5EF4-FFF2-40B4-BE49-F238E27FC236}">
                  <a16:creationId xmlns:a16="http://schemas.microsoft.com/office/drawing/2014/main" id="{860B5810-71A0-4656-AEBE-6FD753F43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6" y="157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1226" name="Text Box 25">
              <a:extLst>
                <a:ext uri="{FF2B5EF4-FFF2-40B4-BE49-F238E27FC236}">
                  <a16:creationId xmlns:a16="http://schemas.microsoft.com/office/drawing/2014/main" id="{128F7044-7C2D-4796-84D7-A182CCB76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175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51227" name="Text Box 26">
              <a:extLst>
                <a:ext uri="{FF2B5EF4-FFF2-40B4-BE49-F238E27FC236}">
                  <a16:creationId xmlns:a16="http://schemas.microsoft.com/office/drawing/2014/main" id="{BBECB24D-1AC7-4125-8C22-59619D97C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888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52251" name="Group 27">
            <a:extLst>
              <a:ext uri="{FF2B5EF4-FFF2-40B4-BE49-F238E27FC236}">
                <a16:creationId xmlns:a16="http://schemas.microsoft.com/office/drawing/2014/main" id="{78715622-FD23-4FE9-8181-0BA25EE74E5D}"/>
              </a:ext>
            </a:extLst>
          </p:cNvPr>
          <p:cNvGrpSpPr>
            <a:grpSpLocks/>
          </p:cNvGrpSpPr>
          <p:nvPr/>
        </p:nvGrpSpPr>
        <p:grpSpPr bwMode="auto">
          <a:xfrm>
            <a:off x="2962275" y="3041650"/>
            <a:ext cx="576263" cy="1249363"/>
            <a:chOff x="1156" y="2205"/>
            <a:chExt cx="363" cy="787"/>
          </a:xfrm>
        </p:grpSpPr>
        <p:sp>
          <p:nvSpPr>
            <p:cNvPr id="51223" name="Text Box 28">
              <a:extLst>
                <a:ext uri="{FF2B5EF4-FFF2-40B4-BE49-F238E27FC236}">
                  <a16:creationId xmlns:a16="http://schemas.microsoft.com/office/drawing/2014/main" id="{0201605E-14D6-4CFA-AB77-3678ABC97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70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1224" name="Text Box 29">
              <a:extLst>
                <a:ext uri="{FF2B5EF4-FFF2-40B4-BE49-F238E27FC236}">
                  <a16:creationId xmlns:a16="http://schemas.microsoft.com/office/drawing/2014/main" id="{2A95C3C8-74E3-4F95-8443-6ADBCE504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20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grpSp>
        <p:nvGrpSpPr>
          <p:cNvPr id="52254" name="Group 30">
            <a:extLst>
              <a:ext uri="{FF2B5EF4-FFF2-40B4-BE49-F238E27FC236}">
                <a16:creationId xmlns:a16="http://schemas.microsoft.com/office/drawing/2014/main" id="{9AED7342-E13D-42B1-AF92-1F173F5DC8A0}"/>
              </a:ext>
            </a:extLst>
          </p:cNvPr>
          <p:cNvGrpSpPr>
            <a:grpSpLocks/>
          </p:cNvGrpSpPr>
          <p:nvPr/>
        </p:nvGrpSpPr>
        <p:grpSpPr bwMode="auto">
          <a:xfrm>
            <a:off x="3609975" y="2393950"/>
            <a:ext cx="3529013" cy="457200"/>
            <a:chOff x="1655" y="1797"/>
            <a:chExt cx="2223" cy="288"/>
          </a:xfrm>
        </p:grpSpPr>
        <p:sp>
          <p:nvSpPr>
            <p:cNvPr id="51219" name="Text Box 31">
              <a:extLst>
                <a:ext uri="{FF2B5EF4-FFF2-40B4-BE49-F238E27FC236}">
                  <a16:creationId xmlns:a16="http://schemas.microsoft.com/office/drawing/2014/main" id="{81375E13-02A8-4E24-8372-A4D5771A2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51220" name="Text Box 32">
              <a:extLst>
                <a:ext uri="{FF2B5EF4-FFF2-40B4-BE49-F238E27FC236}">
                  <a16:creationId xmlns:a16="http://schemas.microsoft.com/office/drawing/2014/main" id="{BD2F553E-5DD1-46D7-BA50-B13DD8030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51221" name="Text Box 33">
              <a:extLst>
                <a:ext uri="{FF2B5EF4-FFF2-40B4-BE49-F238E27FC236}">
                  <a16:creationId xmlns:a16="http://schemas.microsoft.com/office/drawing/2014/main" id="{7057533C-C456-44E2-8C26-CB02DCDA5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51222" name="Text Box 34">
              <a:extLst>
                <a:ext uri="{FF2B5EF4-FFF2-40B4-BE49-F238E27FC236}">
                  <a16:creationId xmlns:a16="http://schemas.microsoft.com/office/drawing/2014/main" id="{385B5194-D4B1-4993-BB55-D31E07246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</p:grpSp>
      <p:sp>
        <p:nvSpPr>
          <p:cNvPr id="52259" name="Rectangle 35">
            <a:extLst>
              <a:ext uri="{FF2B5EF4-FFF2-40B4-BE49-F238E27FC236}">
                <a16:creationId xmlns:a16="http://schemas.microsoft.com/office/drawing/2014/main" id="{2EF5B459-B827-4E71-9D6D-F1FE766A5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3041650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0" name="Rectangle 36">
            <a:extLst>
              <a:ext uri="{FF2B5EF4-FFF2-40B4-BE49-F238E27FC236}">
                <a16:creationId xmlns:a16="http://schemas.microsoft.com/office/drawing/2014/main" id="{5B62F55B-5F13-4E50-A1B6-3E1396B2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0" y="306070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1" name="Rectangle 37">
            <a:extLst>
              <a:ext uri="{FF2B5EF4-FFF2-40B4-BE49-F238E27FC236}">
                <a16:creationId xmlns:a16="http://schemas.microsoft.com/office/drawing/2014/main" id="{8C95119B-8E92-4B1B-9141-ACA20C907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052763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2" name="Rectangle 38">
            <a:extLst>
              <a:ext uri="{FF2B5EF4-FFF2-40B4-BE49-F238E27FC236}">
                <a16:creationId xmlns:a16="http://schemas.microsoft.com/office/drawing/2014/main" id="{6C4F9C4D-EF4F-41C6-AE8E-B66364908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041650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3" name="Rectangle 39">
            <a:extLst>
              <a:ext uri="{FF2B5EF4-FFF2-40B4-BE49-F238E27FC236}">
                <a16:creationId xmlns:a16="http://schemas.microsoft.com/office/drawing/2014/main" id="{6BD62E37-4BD2-498D-80BE-D3D3524EF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3833813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4" name="Rectangle 40">
            <a:extLst>
              <a:ext uri="{FF2B5EF4-FFF2-40B4-BE49-F238E27FC236}">
                <a16:creationId xmlns:a16="http://schemas.microsoft.com/office/drawing/2014/main" id="{0C5C4847-92BC-4425-8174-DBC5D1C56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3759349"/>
            <a:ext cx="615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5" name="Rectangle 41">
            <a:extLst>
              <a:ext uri="{FF2B5EF4-FFF2-40B4-BE49-F238E27FC236}">
                <a16:creationId xmlns:a16="http://schemas.microsoft.com/office/drawing/2014/main" id="{D5BE2DAC-2A58-4900-BAE0-48A3D89E1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3" y="3833813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6" name="Rectangle 42">
            <a:extLst>
              <a:ext uri="{FF2B5EF4-FFF2-40B4-BE49-F238E27FC236}">
                <a16:creationId xmlns:a16="http://schemas.microsoft.com/office/drawing/2014/main" id="{14710D37-E7BA-4AE5-B3A6-EC509A649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762375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0" i="0" u="none" strike="noStrike" kern="1200" cap="none" spc="0" normalizeH="0" baseline="-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2267" name="AutoShape 43">
            <a:extLst>
              <a:ext uri="{FF2B5EF4-FFF2-40B4-BE49-F238E27FC236}">
                <a16:creationId xmlns:a16="http://schemas.microsoft.com/office/drawing/2014/main" id="{862ADBBD-CBA2-466D-80E4-8237434C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4029075"/>
            <a:ext cx="1965325" cy="879475"/>
          </a:xfrm>
          <a:prstGeom prst="cloudCallout">
            <a:avLst>
              <a:gd name="adj1" fmla="val 58079"/>
              <a:gd name="adj2" fmla="val 83032"/>
            </a:avLst>
          </a:prstGeom>
          <a:gradFill rotWithShape="0">
            <a:gsLst>
              <a:gs pos="0">
                <a:schemeClr val="accent1"/>
              </a:gs>
              <a:gs pos="100000">
                <a:srgbClr val="DDDDFF"/>
              </a:gs>
            </a:gsLst>
            <a:path path="rect">
              <a:fillToRect l="50000" t="50000" r="50000" b="50000"/>
            </a:path>
          </a:gradFill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注意：</a:t>
            </a:r>
          </a:p>
        </p:txBody>
      </p:sp>
      <p:sp>
        <p:nvSpPr>
          <p:cNvPr id="52268" name="Rectangle 44">
            <a:extLst>
              <a:ext uri="{FF2B5EF4-FFF2-40B4-BE49-F238E27FC236}">
                <a16:creationId xmlns:a16="http://schemas.microsoft.com/office/drawing/2014/main" id="{18C2DDDC-7DFC-4A8F-8BE9-FE47EFBF6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90" y="5336372"/>
            <a:ext cx="77572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上表头编码按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01―11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循环码顺序排列，而不是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为什么？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47857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2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6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64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27" grpId="0" autoUpdateAnimBg="0"/>
      <p:bldP spid="52228" grpId="0" autoUpdateAnimBg="0"/>
      <p:bldP spid="52259" grpId="0" autoUpdateAnimBg="0"/>
      <p:bldP spid="52260" grpId="0" autoUpdateAnimBg="0"/>
      <p:bldP spid="52261" grpId="0" autoUpdateAnimBg="0"/>
      <p:bldP spid="52262" grpId="0" autoUpdateAnimBg="0"/>
      <p:bldP spid="52263" grpId="0" autoUpdateAnimBg="0"/>
      <p:bldP spid="52264" grpId="0" autoUpdateAnimBg="0"/>
      <p:bldP spid="52265" grpId="0" autoUpdateAnimBg="0"/>
      <p:bldP spid="52266" grpId="0" autoUpdateAnimBg="0"/>
      <p:bldP spid="52267" grpId="0" animBg="1" autoUpdateAnimBg="0"/>
      <p:bldP spid="5226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2E0E13B-3FA4-429E-85E3-849A7D833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2613" y="777875"/>
            <a:ext cx="2354262" cy="4651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lang="zh-CN" altLang="en-US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变量卡诺图</a:t>
            </a:r>
          </a:p>
        </p:txBody>
      </p:sp>
      <p:grpSp>
        <p:nvGrpSpPr>
          <p:cNvPr id="53251" name="Group 3">
            <a:extLst>
              <a:ext uri="{FF2B5EF4-FFF2-40B4-BE49-F238E27FC236}">
                <a16:creationId xmlns:a16="http://schemas.microsoft.com/office/drawing/2014/main" id="{4303959B-695F-4804-B641-56992A0A82A7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1851025"/>
            <a:ext cx="3730625" cy="3648075"/>
            <a:chOff x="1420" y="1348"/>
            <a:chExt cx="2350" cy="2298"/>
          </a:xfrm>
        </p:grpSpPr>
        <p:sp>
          <p:nvSpPr>
            <p:cNvPr id="53283" name="Rectangle 4">
              <a:extLst>
                <a:ext uri="{FF2B5EF4-FFF2-40B4-BE49-F238E27FC236}">
                  <a16:creationId xmlns:a16="http://schemas.microsoft.com/office/drawing/2014/main" id="{B528BAC2-6BB9-4CC3-ACDB-1046323CF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3154"/>
              <a:ext cx="498" cy="492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8A76A46D-FF2D-4A5B-82E1-0BB12DB3B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3154"/>
              <a:ext cx="498" cy="492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5" name="Rectangle 6">
              <a:extLst>
                <a:ext uri="{FF2B5EF4-FFF2-40B4-BE49-F238E27FC236}">
                  <a16:creationId xmlns:a16="http://schemas.microsoft.com/office/drawing/2014/main" id="{1B5E0875-7285-4610-A701-DCDED7E7A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154"/>
              <a:ext cx="499" cy="492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6" name="Rectangle 7">
              <a:extLst>
                <a:ext uri="{FF2B5EF4-FFF2-40B4-BE49-F238E27FC236}">
                  <a16:creationId xmlns:a16="http://schemas.microsoft.com/office/drawing/2014/main" id="{13AD6F7E-3283-48C9-9942-356B778A1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54"/>
              <a:ext cx="499" cy="492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7" name="Rectangle 8">
              <a:extLst>
                <a:ext uri="{FF2B5EF4-FFF2-40B4-BE49-F238E27FC236}">
                  <a16:creationId xmlns:a16="http://schemas.microsoft.com/office/drawing/2014/main" id="{66D0754B-178F-44D6-90E0-182AFBE73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2661"/>
              <a:ext cx="498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8" name="Rectangle 9">
              <a:extLst>
                <a:ext uri="{FF2B5EF4-FFF2-40B4-BE49-F238E27FC236}">
                  <a16:creationId xmlns:a16="http://schemas.microsoft.com/office/drawing/2014/main" id="{AEF35C57-E30C-482F-83AC-238626CA5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661"/>
              <a:ext cx="498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Rectangle 10">
              <a:extLst>
                <a:ext uri="{FF2B5EF4-FFF2-40B4-BE49-F238E27FC236}">
                  <a16:creationId xmlns:a16="http://schemas.microsoft.com/office/drawing/2014/main" id="{4C7C9A76-EBD6-4E4A-81D5-4EDC097B6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2661"/>
              <a:ext cx="499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0" name="Rectangle 11">
              <a:extLst>
                <a:ext uri="{FF2B5EF4-FFF2-40B4-BE49-F238E27FC236}">
                  <a16:creationId xmlns:a16="http://schemas.microsoft.com/office/drawing/2014/main" id="{459C703D-7205-4575-8486-DD9F31761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61"/>
              <a:ext cx="499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1" name="Rectangle 12">
              <a:extLst>
                <a:ext uri="{FF2B5EF4-FFF2-40B4-BE49-F238E27FC236}">
                  <a16:creationId xmlns:a16="http://schemas.microsoft.com/office/drawing/2014/main" id="{B479302D-A43C-4554-933A-09431D235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2168"/>
              <a:ext cx="498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2" name="Rectangle 13">
              <a:extLst>
                <a:ext uri="{FF2B5EF4-FFF2-40B4-BE49-F238E27FC236}">
                  <a16:creationId xmlns:a16="http://schemas.microsoft.com/office/drawing/2014/main" id="{ED57E163-96A5-4349-B5C6-907662948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168"/>
              <a:ext cx="498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3" name="Rectangle 14">
              <a:extLst>
                <a:ext uri="{FF2B5EF4-FFF2-40B4-BE49-F238E27FC236}">
                  <a16:creationId xmlns:a16="http://schemas.microsoft.com/office/drawing/2014/main" id="{88EB78C7-A2E5-4371-8DA0-084A2EED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2168"/>
              <a:ext cx="499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C6503FD0-5021-483D-A153-BE840B580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68"/>
              <a:ext cx="499" cy="493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16">
              <a:extLst>
                <a:ext uri="{FF2B5EF4-FFF2-40B4-BE49-F238E27FC236}">
                  <a16:creationId xmlns:a16="http://schemas.microsoft.com/office/drawing/2014/main" id="{48049EC8-9528-42D7-BB7C-D8EA13BCA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677"/>
              <a:ext cx="498" cy="491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17">
              <a:extLst>
                <a:ext uri="{FF2B5EF4-FFF2-40B4-BE49-F238E27FC236}">
                  <a16:creationId xmlns:a16="http://schemas.microsoft.com/office/drawing/2014/main" id="{F36A9102-B706-4E01-B451-714C7053C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1677"/>
              <a:ext cx="498" cy="491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02F8E96-FB81-4A58-93D9-FD228B293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1677"/>
              <a:ext cx="499" cy="491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C7687B3A-11EE-4110-B8D9-B9E3A6831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677"/>
              <a:ext cx="499" cy="491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20">
              <a:extLst>
                <a:ext uri="{FF2B5EF4-FFF2-40B4-BE49-F238E27FC236}">
                  <a16:creationId xmlns:a16="http://schemas.microsoft.com/office/drawing/2014/main" id="{928A1FFD-9D6F-48D3-9EC3-7CBE48E0E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77"/>
              <a:ext cx="1994" cy="0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21">
              <a:extLst>
                <a:ext uri="{FF2B5EF4-FFF2-40B4-BE49-F238E27FC236}">
                  <a16:creationId xmlns:a16="http://schemas.microsoft.com/office/drawing/2014/main" id="{B8D43B3F-AFEF-4F49-9D84-C63A76555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168"/>
              <a:ext cx="199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22">
              <a:extLst>
                <a:ext uri="{FF2B5EF4-FFF2-40B4-BE49-F238E27FC236}">
                  <a16:creationId xmlns:a16="http://schemas.microsoft.com/office/drawing/2014/main" id="{47878964-71B7-4DC4-9875-38A25B591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661"/>
              <a:ext cx="199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7BA00853-FBB8-4977-92A8-6809E6573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154"/>
              <a:ext cx="199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id="{712D620C-7EED-4B6C-B92D-205C59908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646"/>
              <a:ext cx="1994" cy="0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9923E36D-CAC9-470F-B2E0-C6C9CB09C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77"/>
              <a:ext cx="0" cy="1969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3D7FE0E2-41E1-4ED6-A0C1-7CBCD338D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5" y="1677"/>
              <a:ext cx="0" cy="1969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8D08F59-2D53-4876-AA6C-948B6FA65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4" y="1677"/>
              <a:ext cx="0" cy="1969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8">
              <a:extLst>
                <a:ext uri="{FF2B5EF4-FFF2-40B4-BE49-F238E27FC236}">
                  <a16:creationId xmlns:a16="http://schemas.microsoft.com/office/drawing/2014/main" id="{E734BE65-47CD-4490-BA0A-F497FD4EF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" y="1677"/>
              <a:ext cx="0" cy="1969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60127491-8CFD-4FB5-8E51-0DE691BA3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" y="1677"/>
              <a:ext cx="0" cy="1969"/>
            </a:xfrm>
            <a:prstGeom prst="line">
              <a:avLst/>
            </a:prstGeom>
            <a:noFill/>
            <a:ln w="38100" cap="sq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30">
              <a:extLst>
                <a:ext uri="{FF2B5EF4-FFF2-40B4-BE49-F238E27FC236}">
                  <a16:creationId xmlns:a16="http://schemas.microsoft.com/office/drawing/2014/main" id="{2598B1C4-650D-474A-9BC1-4C12D22FC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0" y="1348"/>
              <a:ext cx="343" cy="33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3279" name="Group 31">
            <a:extLst>
              <a:ext uri="{FF2B5EF4-FFF2-40B4-BE49-F238E27FC236}">
                <a16:creationId xmlns:a16="http://schemas.microsoft.com/office/drawing/2014/main" id="{7F18AD5F-3D8F-44AB-9526-A362D732720B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555750"/>
            <a:ext cx="882650" cy="1076325"/>
            <a:chOff x="1326" y="1162"/>
            <a:chExt cx="556" cy="678"/>
          </a:xfrm>
        </p:grpSpPr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5AB13036-E128-4838-9D26-E7E2F40FF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53280" name="Text Box 33">
              <a:extLst>
                <a:ext uri="{FF2B5EF4-FFF2-40B4-BE49-F238E27FC236}">
                  <a16:creationId xmlns:a16="http://schemas.microsoft.com/office/drawing/2014/main" id="{D4FF302E-AB18-4A49-9E9C-817091D67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3281" name="Text Box 34">
              <a:extLst>
                <a:ext uri="{FF2B5EF4-FFF2-40B4-BE49-F238E27FC236}">
                  <a16:creationId xmlns:a16="http://schemas.microsoft.com/office/drawing/2014/main" id="{4C27CED1-B666-46C0-82BD-3E458CF20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14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3282" name="Text Box 35">
              <a:extLst>
                <a:ext uri="{FF2B5EF4-FFF2-40B4-BE49-F238E27FC236}">
                  <a16:creationId xmlns:a16="http://schemas.microsoft.com/office/drawing/2014/main" id="{B4421DC0-B864-43BD-B1E7-447CB82C7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155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53284" name="Group 36">
            <a:extLst>
              <a:ext uri="{FF2B5EF4-FFF2-40B4-BE49-F238E27FC236}">
                <a16:creationId xmlns:a16="http://schemas.microsoft.com/office/drawing/2014/main" id="{A1EC6EDB-AD1B-4BEF-A292-97EE8D6733EC}"/>
              </a:ext>
            </a:extLst>
          </p:cNvPr>
          <p:cNvGrpSpPr>
            <a:grpSpLocks/>
          </p:cNvGrpSpPr>
          <p:nvPr/>
        </p:nvGrpSpPr>
        <p:grpSpPr bwMode="auto">
          <a:xfrm>
            <a:off x="2970213" y="1916113"/>
            <a:ext cx="2976562" cy="474662"/>
            <a:chOff x="1817" y="1389"/>
            <a:chExt cx="1875" cy="299"/>
          </a:xfrm>
        </p:grpSpPr>
        <p:sp>
          <p:nvSpPr>
            <p:cNvPr id="53275" name="Text Box 37">
              <a:extLst>
                <a:ext uri="{FF2B5EF4-FFF2-40B4-BE49-F238E27FC236}">
                  <a16:creationId xmlns:a16="http://schemas.microsoft.com/office/drawing/2014/main" id="{92EA6C75-E88A-4E07-9CEE-4CEDCB0DB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7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53276" name="Text Box 38">
              <a:extLst>
                <a:ext uri="{FF2B5EF4-FFF2-40B4-BE49-F238E27FC236}">
                  <a16:creationId xmlns:a16="http://schemas.microsoft.com/office/drawing/2014/main" id="{3843252D-DA6B-4E78-B667-35B38E7E5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140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53277" name="Text Box 39">
              <a:extLst>
                <a:ext uri="{FF2B5EF4-FFF2-40B4-BE49-F238E27FC236}">
                  <a16:creationId xmlns:a16="http://schemas.microsoft.com/office/drawing/2014/main" id="{D83A4674-E7BE-4293-9B56-92FB2F69C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53278" name="Text Box 40">
              <a:extLst>
                <a:ext uri="{FF2B5EF4-FFF2-40B4-BE49-F238E27FC236}">
                  <a16:creationId xmlns:a16="http://schemas.microsoft.com/office/drawing/2014/main" id="{9C888D56-3012-4634-B753-CD27E8202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9" y="140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</p:grpSp>
      <p:grpSp>
        <p:nvGrpSpPr>
          <p:cNvPr id="53289" name="Group 41">
            <a:extLst>
              <a:ext uri="{FF2B5EF4-FFF2-40B4-BE49-F238E27FC236}">
                <a16:creationId xmlns:a16="http://schemas.microsoft.com/office/drawing/2014/main" id="{B77BA974-7EF7-4B35-AE63-C1D21E2E4C72}"/>
              </a:ext>
            </a:extLst>
          </p:cNvPr>
          <p:cNvGrpSpPr>
            <a:grpSpLocks/>
          </p:cNvGrpSpPr>
          <p:nvPr/>
        </p:nvGrpSpPr>
        <p:grpSpPr bwMode="auto">
          <a:xfrm>
            <a:off x="2408238" y="2543175"/>
            <a:ext cx="576262" cy="2835275"/>
            <a:chOff x="503" y="1677"/>
            <a:chExt cx="363" cy="1786"/>
          </a:xfrm>
        </p:grpSpPr>
        <p:sp>
          <p:nvSpPr>
            <p:cNvPr id="53271" name="Text Box 42">
              <a:extLst>
                <a:ext uri="{FF2B5EF4-FFF2-40B4-BE49-F238E27FC236}">
                  <a16:creationId xmlns:a16="http://schemas.microsoft.com/office/drawing/2014/main" id="{E866AC63-245F-466E-A9E5-CCF64E7BA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167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53272" name="Text Box 43">
              <a:extLst>
                <a:ext uri="{FF2B5EF4-FFF2-40B4-BE49-F238E27FC236}">
                  <a16:creationId xmlns:a16="http://schemas.microsoft.com/office/drawing/2014/main" id="{CF3931B2-0390-4636-930D-B2D6D0808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266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53273" name="Text Box 44">
              <a:extLst>
                <a:ext uri="{FF2B5EF4-FFF2-40B4-BE49-F238E27FC236}">
                  <a16:creationId xmlns:a16="http://schemas.microsoft.com/office/drawing/2014/main" id="{F01C1948-042A-4777-B4F0-FE2182AD7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213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53274" name="Text Box 45">
              <a:extLst>
                <a:ext uri="{FF2B5EF4-FFF2-40B4-BE49-F238E27FC236}">
                  <a16:creationId xmlns:a16="http://schemas.microsoft.com/office/drawing/2014/main" id="{B882DE80-0659-4776-9100-0EF4EF11B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317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</p:grpSp>
      <p:sp>
        <p:nvSpPr>
          <p:cNvPr id="53294" name="Rectangle 46">
            <a:extLst>
              <a:ext uri="{FF2B5EF4-FFF2-40B4-BE49-F238E27FC236}">
                <a16:creationId xmlns:a16="http://schemas.microsoft.com/office/drawing/2014/main" id="{19583469-83F8-4814-A08F-5758642C4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938" y="2419350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295" name="Rectangle 47">
            <a:extLst>
              <a:ext uri="{FF2B5EF4-FFF2-40B4-BE49-F238E27FC236}">
                <a16:creationId xmlns:a16="http://schemas.microsoft.com/office/drawing/2014/main" id="{1CC6C19D-5F70-4B5F-BEF4-C08F854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420938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296" name="Rectangle 48">
            <a:extLst>
              <a:ext uri="{FF2B5EF4-FFF2-40B4-BE49-F238E27FC236}">
                <a16:creationId xmlns:a16="http://schemas.microsoft.com/office/drawing/2014/main" id="{2E60E859-6D27-43DA-A789-E15660475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2419350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297" name="Rectangle 49">
            <a:extLst>
              <a:ext uri="{FF2B5EF4-FFF2-40B4-BE49-F238E27FC236}">
                <a16:creationId xmlns:a16="http://schemas.microsoft.com/office/drawing/2014/main" id="{C3CFED83-4035-46FB-90E0-1FB69C02E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2436813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298" name="Rectangle 50">
            <a:extLst>
              <a:ext uri="{FF2B5EF4-FFF2-40B4-BE49-F238E27FC236}">
                <a16:creationId xmlns:a16="http://schemas.microsoft.com/office/drawing/2014/main" id="{7E2D309B-702C-4B9D-BDC6-260397C93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3211513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299" name="Rectangle 51">
            <a:extLst>
              <a:ext uri="{FF2B5EF4-FFF2-40B4-BE49-F238E27FC236}">
                <a16:creationId xmlns:a16="http://schemas.microsoft.com/office/drawing/2014/main" id="{C0F12260-973E-4462-A54C-250748BEA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75" y="3213100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0" name="Rectangle 52">
            <a:extLst>
              <a:ext uri="{FF2B5EF4-FFF2-40B4-BE49-F238E27FC236}">
                <a16:creationId xmlns:a16="http://schemas.microsoft.com/office/drawing/2014/main" id="{39A2EF77-D57B-435A-8BC8-EC9F993C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3211513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1" name="Rectangle 53">
            <a:extLst>
              <a:ext uri="{FF2B5EF4-FFF2-40B4-BE49-F238E27FC236}">
                <a16:creationId xmlns:a16="http://schemas.microsoft.com/office/drawing/2014/main" id="{C0B4118F-707B-4403-96B6-A176993C6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3252788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2" name="Rectangle 54">
            <a:extLst>
              <a:ext uri="{FF2B5EF4-FFF2-40B4-BE49-F238E27FC236}">
                <a16:creationId xmlns:a16="http://schemas.microsoft.com/office/drawing/2014/main" id="{8CF177C0-F7D6-4F8C-AB1B-AB1BCE35C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4024313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13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3" name="Rectangle 55">
            <a:extLst>
              <a:ext uri="{FF2B5EF4-FFF2-40B4-BE49-F238E27FC236}">
                <a16:creationId xmlns:a16="http://schemas.microsoft.com/office/drawing/2014/main" id="{2BD91F6E-5B5F-4E59-929F-65711D1D7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75" y="4048125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4" name="Rectangle 56">
            <a:extLst>
              <a:ext uri="{FF2B5EF4-FFF2-40B4-BE49-F238E27FC236}">
                <a16:creationId xmlns:a16="http://schemas.microsoft.com/office/drawing/2014/main" id="{466AAF07-2BE4-472F-91EC-0626D938D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041775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5" name="Rectangle 57">
            <a:extLst>
              <a:ext uri="{FF2B5EF4-FFF2-40B4-BE49-F238E27FC236}">
                <a16:creationId xmlns:a16="http://schemas.microsoft.com/office/drawing/2014/main" id="{AB24DFF5-94FA-4D82-915E-C31C298F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4041775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6" name="Rectangle 58">
            <a:extLst>
              <a:ext uri="{FF2B5EF4-FFF2-40B4-BE49-F238E27FC236}">
                <a16:creationId xmlns:a16="http://schemas.microsoft.com/office/drawing/2014/main" id="{A180C5E4-6D70-4A06-B98B-4ABC12706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4851400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7" name="Rectangle 59">
            <a:extLst>
              <a:ext uri="{FF2B5EF4-FFF2-40B4-BE49-F238E27FC236}">
                <a16:creationId xmlns:a16="http://schemas.microsoft.com/office/drawing/2014/main" id="{91A5CB8A-D801-425F-AB29-ABD9151A4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238" y="4852988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8" name="Rectangle 60">
            <a:extLst>
              <a:ext uri="{FF2B5EF4-FFF2-40B4-BE49-F238E27FC236}">
                <a16:creationId xmlns:a16="http://schemas.microsoft.com/office/drawing/2014/main" id="{284C163B-1948-4248-9AA9-15B4E0AB2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5" y="4851400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53309" name="Rectangle 61">
            <a:extLst>
              <a:ext uri="{FF2B5EF4-FFF2-40B4-BE49-F238E27FC236}">
                <a16:creationId xmlns:a16="http://schemas.microsoft.com/office/drawing/2014/main" id="{E8312F05-4ECE-4E9F-97BC-BB5B796EC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4886325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73275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3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3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8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3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9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3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94" grpId="0" autoUpdateAnimBg="0"/>
      <p:bldP spid="53295" grpId="0" autoUpdateAnimBg="0"/>
      <p:bldP spid="53296" grpId="0" autoUpdateAnimBg="0"/>
      <p:bldP spid="53297" grpId="0" autoUpdateAnimBg="0"/>
      <p:bldP spid="53298" grpId="0" autoUpdateAnimBg="0"/>
      <p:bldP spid="53299" grpId="0" autoUpdateAnimBg="0"/>
      <p:bldP spid="53300" grpId="0" autoUpdateAnimBg="0"/>
      <p:bldP spid="53301" grpId="0" autoUpdateAnimBg="0"/>
      <p:bldP spid="53302" grpId="0" autoUpdateAnimBg="0"/>
      <p:bldP spid="53303" grpId="0" autoUpdateAnimBg="0"/>
      <p:bldP spid="53304" grpId="0" autoUpdateAnimBg="0"/>
      <p:bldP spid="53305" grpId="0" autoUpdateAnimBg="0"/>
      <p:bldP spid="53306" grpId="0" autoUpdateAnimBg="0"/>
      <p:bldP spid="53307" grpId="0" autoUpdateAnimBg="0"/>
      <p:bldP spid="53308" grpId="0" autoUpdateAnimBg="0"/>
      <p:bldP spid="5330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E2ECD964-A636-427C-A9DF-F2B5E421C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592138"/>
            <a:ext cx="2438400" cy="533400"/>
          </a:xfrm>
          <a:ln>
            <a:noFill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lang="zh-CN" altLang="en-US" sz="2800" b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变量卡诺图</a:t>
            </a:r>
          </a:p>
        </p:txBody>
      </p:sp>
      <p:grpSp>
        <p:nvGrpSpPr>
          <p:cNvPr id="90115" name="Group 3">
            <a:extLst>
              <a:ext uri="{FF2B5EF4-FFF2-40B4-BE49-F238E27FC236}">
                <a16:creationId xmlns:a16="http://schemas.microsoft.com/office/drawing/2014/main" id="{259B5ED8-784B-4445-879B-A9284E2565DB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1490663"/>
            <a:ext cx="7127875" cy="3960812"/>
            <a:chOff x="804" y="992"/>
            <a:chExt cx="4490" cy="2495"/>
          </a:xfrm>
        </p:grpSpPr>
        <p:grpSp>
          <p:nvGrpSpPr>
            <p:cNvPr id="54276" name="Group 4">
              <a:extLst>
                <a:ext uri="{FF2B5EF4-FFF2-40B4-BE49-F238E27FC236}">
                  <a16:creationId xmlns:a16="http://schemas.microsoft.com/office/drawing/2014/main" id="{8A831F9E-8CFB-4271-BD4A-3809A30853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9" y="1518"/>
              <a:ext cx="1994" cy="1969"/>
              <a:chOff x="3526" y="995"/>
              <a:chExt cx="1994" cy="1969"/>
            </a:xfrm>
          </p:grpSpPr>
          <p:sp>
            <p:nvSpPr>
              <p:cNvPr id="54381" name="Rectangle 5">
                <a:extLst>
                  <a:ext uri="{FF2B5EF4-FFF2-40B4-BE49-F238E27FC236}">
                    <a16:creationId xmlns:a16="http://schemas.microsoft.com/office/drawing/2014/main" id="{15F91F80-4658-4F68-A3DA-C78E881FB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2" name="Rectangle 6">
                <a:extLst>
                  <a:ext uri="{FF2B5EF4-FFF2-40B4-BE49-F238E27FC236}">
                    <a16:creationId xmlns:a16="http://schemas.microsoft.com/office/drawing/2014/main" id="{211D0291-64F3-40C2-9835-1899CD6D4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3" name="Rectangle 7">
                <a:extLst>
                  <a:ext uri="{FF2B5EF4-FFF2-40B4-BE49-F238E27FC236}">
                    <a16:creationId xmlns:a16="http://schemas.microsoft.com/office/drawing/2014/main" id="{4501771E-CA87-4103-A284-FBF4121EE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4" name="Rectangle 8">
                <a:extLst>
                  <a:ext uri="{FF2B5EF4-FFF2-40B4-BE49-F238E27FC236}">
                    <a16:creationId xmlns:a16="http://schemas.microsoft.com/office/drawing/2014/main" id="{0A8F4C29-2DE3-4B04-A47C-5AABAB1FB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5" name="Rectangle 9">
                <a:extLst>
                  <a:ext uri="{FF2B5EF4-FFF2-40B4-BE49-F238E27FC236}">
                    <a16:creationId xmlns:a16="http://schemas.microsoft.com/office/drawing/2014/main" id="{E76F6C96-DA1E-4A60-ADC9-B81CE2D15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6" name="Rectangle 10">
                <a:extLst>
                  <a:ext uri="{FF2B5EF4-FFF2-40B4-BE49-F238E27FC236}">
                    <a16:creationId xmlns:a16="http://schemas.microsoft.com/office/drawing/2014/main" id="{C5A37319-CAAF-47F4-8818-7864B7834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7" name="Rectangle 11">
                <a:extLst>
                  <a:ext uri="{FF2B5EF4-FFF2-40B4-BE49-F238E27FC236}">
                    <a16:creationId xmlns:a16="http://schemas.microsoft.com/office/drawing/2014/main" id="{07CB248E-D204-4717-8BA1-9775503B4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8" name="Rectangle 12">
                <a:extLst>
                  <a:ext uri="{FF2B5EF4-FFF2-40B4-BE49-F238E27FC236}">
                    <a16:creationId xmlns:a16="http://schemas.microsoft.com/office/drawing/2014/main" id="{31FB58B4-773D-40F2-91B2-598D74BDF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9" name="Rectangle 13">
                <a:extLst>
                  <a:ext uri="{FF2B5EF4-FFF2-40B4-BE49-F238E27FC236}">
                    <a16:creationId xmlns:a16="http://schemas.microsoft.com/office/drawing/2014/main" id="{7AB00A8D-8AD7-424A-BAC2-0B22AB381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0" name="Rectangle 14">
                <a:extLst>
                  <a:ext uri="{FF2B5EF4-FFF2-40B4-BE49-F238E27FC236}">
                    <a16:creationId xmlns:a16="http://schemas.microsoft.com/office/drawing/2014/main" id="{8591BC9B-F84A-4D30-8EE1-75469755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1" name="Rectangle 15">
                <a:extLst>
                  <a:ext uri="{FF2B5EF4-FFF2-40B4-BE49-F238E27FC236}">
                    <a16:creationId xmlns:a16="http://schemas.microsoft.com/office/drawing/2014/main" id="{752EE752-0DCE-47C6-84DC-E92F72170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2" name="Rectangle 16">
                <a:extLst>
                  <a:ext uri="{FF2B5EF4-FFF2-40B4-BE49-F238E27FC236}">
                    <a16:creationId xmlns:a16="http://schemas.microsoft.com/office/drawing/2014/main" id="{91BE2D7A-4F88-4921-A549-E643DD5C5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3" name="Rectangle 17">
                <a:extLst>
                  <a:ext uri="{FF2B5EF4-FFF2-40B4-BE49-F238E27FC236}">
                    <a16:creationId xmlns:a16="http://schemas.microsoft.com/office/drawing/2014/main" id="{863273CD-199F-4D89-8856-0A605FB0E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4" name="Rectangle 18">
                <a:extLst>
                  <a:ext uri="{FF2B5EF4-FFF2-40B4-BE49-F238E27FC236}">
                    <a16:creationId xmlns:a16="http://schemas.microsoft.com/office/drawing/2014/main" id="{F3458D9D-C27A-42C6-AD8D-972D1ACEE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5" name="Rectangle 19">
                <a:extLst>
                  <a:ext uri="{FF2B5EF4-FFF2-40B4-BE49-F238E27FC236}">
                    <a16:creationId xmlns:a16="http://schemas.microsoft.com/office/drawing/2014/main" id="{38100267-F0BC-4731-B915-F353CEA23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6" name="Rectangle 20">
                <a:extLst>
                  <a:ext uri="{FF2B5EF4-FFF2-40B4-BE49-F238E27FC236}">
                    <a16:creationId xmlns:a16="http://schemas.microsoft.com/office/drawing/2014/main" id="{1FAF33D6-6C6D-4862-BB59-F1B47D6D8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7" name="Line 21">
                <a:extLst>
                  <a:ext uri="{FF2B5EF4-FFF2-40B4-BE49-F238E27FC236}">
                    <a16:creationId xmlns:a16="http://schemas.microsoft.com/office/drawing/2014/main" id="{B5925897-896B-4709-8D9B-966FCC295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8" name="Line 22">
                <a:extLst>
                  <a:ext uri="{FF2B5EF4-FFF2-40B4-BE49-F238E27FC236}">
                    <a16:creationId xmlns:a16="http://schemas.microsoft.com/office/drawing/2014/main" id="{6CA3E507-784E-4B74-B169-3AA95206D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486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99" name="Line 23">
                <a:extLst>
                  <a:ext uri="{FF2B5EF4-FFF2-40B4-BE49-F238E27FC236}">
                    <a16:creationId xmlns:a16="http://schemas.microsoft.com/office/drawing/2014/main" id="{D2D1538B-C433-4A32-B75B-AB7DD9F8B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979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0" name="Line 24">
                <a:extLst>
                  <a:ext uri="{FF2B5EF4-FFF2-40B4-BE49-F238E27FC236}">
                    <a16:creationId xmlns:a16="http://schemas.microsoft.com/office/drawing/2014/main" id="{415FF8D6-4DE2-42B3-B4F3-F4D620119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472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1" name="Line 25">
                <a:extLst>
                  <a:ext uri="{FF2B5EF4-FFF2-40B4-BE49-F238E27FC236}">
                    <a16:creationId xmlns:a16="http://schemas.microsoft.com/office/drawing/2014/main" id="{C437D8AF-8DC1-4FDE-A615-80D49F859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964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2" name="Line 26">
                <a:extLst>
                  <a:ext uri="{FF2B5EF4-FFF2-40B4-BE49-F238E27FC236}">
                    <a16:creationId xmlns:a16="http://schemas.microsoft.com/office/drawing/2014/main" id="{072402E2-BAC9-414F-A872-BF5ED8303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3" name="Line 27">
                <a:extLst>
                  <a:ext uri="{FF2B5EF4-FFF2-40B4-BE49-F238E27FC236}">
                    <a16:creationId xmlns:a16="http://schemas.microsoft.com/office/drawing/2014/main" id="{150516A2-4014-4FBE-8D25-A306B398F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5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4" name="Line 28">
                <a:extLst>
                  <a:ext uri="{FF2B5EF4-FFF2-40B4-BE49-F238E27FC236}">
                    <a16:creationId xmlns:a16="http://schemas.microsoft.com/office/drawing/2014/main" id="{9252C248-0DC2-4CB7-81EF-AD3A9FFAC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4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5" name="Line 29">
                <a:extLst>
                  <a:ext uri="{FF2B5EF4-FFF2-40B4-BE49-F238E27FC236}">
                    <a16:creationId xmlns:a16="http://schemas.microsoft.com/office/drawing/2014/main" id="{6016FA79-5F53-428B-9441-2789E75AA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2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406" name="Line 30">
                <a:extLst>
                  <a:ext uri="{FF2B5EF4-FFF2-40B4-BE49-F238E27FC236}">
                    <a16:creationId xmlns:a16="http://schemas.microsoft.com/office/drawing/2014/main" id="{36DD9D42-CBBB-47A5-80B3-F916C0FC8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4277" name="Group 31">
              <a:extLst>
                <a:ext uri="{FF2B5EF4-FFF2-40B4-BE49-F238E27FC236}">
                  <a16:creationId xmlns:a16="http://schemas.microsoft.com/office/drawing/2014/main" id="{33AB13C7-EB25-4D69-ACB6-FBAB273F4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" y="1192"/>
              <a:ext cx="2340" cy="2295"/>
              <a:chOff x="3158" y="1320"/>
              <a:chExt cx="2340" cy="2295"/>
            </a:xfrm>
          </p:grpSpPr>
          <p:sp>
            <p:nvSpPr>
              <p:cNvPr id="54354" name="Rectangle 32">
                <a:extLst>
                  <a:ext uri="{FF2B5EF4-FFF2-40B4-BE49-F238E27FC236}">
                    <a16:creationId xmlns:a16="http://schemas.microsoft.com/office/drawing/2014/main" id="{C347BE7D-8F2F-4227-9F33-DE71F44C4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3123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5" name="Rectangle 33">
                <a:extLst>
                  <a:ext uri="{FF2B5EF4-FFF2-40B4-BE49-F238E27FC236}">
                    <a16:creationId xmlns:a16="http://schemas.microsoft.com/office/drawing/2014/main" id="{EA6B0FD6-5BDA-4103-9C37-064F13A8B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3123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6" name="Rectangle 34">
                <a:extLst>
                  <a:ext uri="{FF2B5EF4-FFF2-40B4-BE49-F238E27FC236}">
                    <a16:creationId xmlns:a16="http://schemas.microsoft.com/office/drawing/2014/main" id="{C6D6021B-C74F-4F20-B677-10DF54553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3123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7" name="Rectangle 35">
                <a:extLst>
                  <a:ext uri="{FF2B5EF4-FFF2-40B4-BE49-F238E27FC236}">
                    <a16:creationId xmlns:a16="http://schemas.microsoft.com/office/drawing/2014/main" id="{8F20B115-A199-41E5-ACEE-E44E40B33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123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8" name="Rectangle 36">
                <a:extLst>
                  <a:ext uri="{FF2B5EF4-FFF2-40B4-BE49-F238E27FC236}">
                    <a16:creationId xmlns:a16="http://schemas.microsoft.com/office/drawing/2014/main" id="{140F76EF-E2CD-4852-86CD-F276395DF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630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9" name="Rectangle 37">
                <a:extLst>
                  <a:ext uri="{FF2B5EF4-FFF2-40B4-BE49-F238E27FC236}">
                    <a16:creationId xmlns:a16="http://schemas.microsoft.com/office/drawing/2014/main" id="{94F362E1-FE36-4E52-9295-7359F0493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2630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0" name="Rectangle 38">
                <a:extLst>
                  <a:ext uri="{FF2B5EF4-FFF2-40B4-BE49-F238E27FC236}">
                    <a16:creationId xmlns:a16="http://schemas.microsoft.com/office/drawing/2014/main" id="{6DF87E0F-A008-479D-ADBA-A5E96FA4F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2630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1" name="Rectangle 39">
                <a:extLst>
                  <a:ext uri="{FF2B5EF4-FFF2-40B4-BE49-F238E27FC236}">
                    <a16:creationId xmlns:a16="http://schemas.microsoft.com/office/drawing/2014/main" id="{14DE9488-5A41-4F58-A1F0-349B25AF3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630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2" name="Rectangle 40">
                <a:extLst>
                  <a:ext uri="{FF2B5EF4-FFF2-40B4-BE49-F238E27FC236}">
                    <a16:creationId xmlns:a16="http://schemas.microsoft.com/office/drawing/2014/main" id="{4F1689EC-61B8-48B4-9D9C-7780BCCC1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137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3" name="Rectangle 41">
                <a:extLst>
                  <a:ext uri="{FF2B5EF4-FFF2-40B4-BE49-F238E27FC236}">
                    <a16:creationId xmlns:a16="http://schemas.microsoft.com/office/drawing/2014/main" id="{C4C8A621-E088-4952-B24C-FD0962ED4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2137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4" name="Rectangle 42">
                <a:extLst>
                  <a:ext uri="{FF2B5EF4-FFF2-40B4-BE49-F238E27FC236}">
                    <a16:creationId xmlns:a16="http://schemas.microsoft.com/office/drawing/2014/main" id="{C559A57A-335D-428A-9659-A2EDFC246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2137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5" name="Rectangle 43">
                <a:extLst>
                  <a:ext uri="{FF2B5EF4-FFF2-40B4-BE49-F238E27FC236}">
                    <a16:creationId xmlns:a16="http://schemas.microsoft.com/office/drawing/2014/main" id="{CA644589-FB42-4236-9192-CBBCBEC3A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137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6" name="Rectangle 44">
                <a:extLst>
                  <a:ext uri="{FF2B5EF4-FFF2-40B4-BE49-F238E27FC236}">
                    <a16:creationId xmlns:a16="http://schemas.microsoft.com/office/drawing/2014/main" id="{0C2F144F-31B8-47EB-86F7-3F2063FFD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1646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7" name="Rectangle 45">
                <a:extLst>
                  <a:ext uri="{FF2B5EF4-FFF2-40B4-BE49-F238E27FC236}">
                    <a16:creationId xmlns:a16="http://schemas.microsoft.com/office/drawing/2014/main" id="{6F876AE9-3AC9-4941-AE41-264710E8D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1646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8" name="Rectangle 46">
                <a:extLst>
                  <a:ext uri="{FF2B5EF4-FFF2-40B4-BE49-F238E27FC236}">
                    <a16:creationId xmlns:a16="http://schemas.microsoft.com/office/drawing/2014/main" id="{9AFC963F-70B1-4C9D-A6B1-C8DBB2793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1646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69" name="Rectangle 47">
                <a:extLst>
                  <a:ext uri="{FF2B5EF4-FFF2-40B4-BE49-F238E27FC236}">
                    <a16:creationId xmlns:a16="http://schemas.microsoft.com/office/drawing/2014/main" id="{5B13C76F-2EC6-467A-8171-D6B8A472C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646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0" name="Line 48">
                <a:extLst>
                  <a:ext uri="{FF2B5EF4-FFF2-40B4-BE49-F238E27FC236}">
                    <a16:creationId xmlns:a16="http://schemas.microsoft.com/office/drawing/2014/main" id="{2E2765E7-06BD-4EF7-B948-B83C5A94A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646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1" name="Line 49">
                <a:extLst>
                  <a:ext uri="{FF2B5EF4-FFF2-40B4-BE49-F238E27FC236}">
                    <a16:creationId xmlns:a16="http://schemas.microsoft.com/office/drawing/2014/main" id="{626CD0F6-2BF0-4448-A64C-D13634A2A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137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2" name="Line 50">
                <a:extLst>
                  <a:ext uri="{FF2B5EF4-FFF2-40B4-BE49-F238E27FC236}">
                    <a16:creationId xmlns:a16="http://schemas.microsoft.com/office/drawing/2014/main" id="{54836D8B-B729-495E-A3B5-64C7FB8FB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630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3" name="Line 51">
                <a:extLst>
                  <a:ext uri="{FF2B5EF4-FFF2-40B4-BE49-F238E27FC236}">
                    <a16:creationId xmlns:a16="http://schemas.microsoft.com/office/drawing/2014/main" id="{ED72AB8D-9EF9-4370-B1AB-C3600B27B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3123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4" name="Line 52">
                <a:extLst>
                  <a:ext uri="{FF2B5EF4-FFF2-40B4-BE49-F238E27FC236}">
                    <a16:creationId xmlns:a16="http://schemas.microsoft.com/office/drawing/2014/main" id="{6658428A-4D5C-4F95-BF4E-822D59DB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361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5" name="Line 53">
                <a:extLst>
                  <a:ext uri="{FF2B5EF4-FFF2-40B4-BE49-F238E27FC236}">
                    <a16:creationId xmlns:a16="http://schemas.microsoft.com/office/drawing/2014/main" id="{867DC3D4-26EB-4BB0-9A85-ADDB113B9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646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6" name="Line 54">
                <a:extLst>
                  <a:ext uri="{FF2B5EF4-FFF2-40B4-BE49-F238E27FC236}">
                    <a16:creationId xmlns:a16="http://schemas.microsoft.com/office/drawing/2014/main" id="{7DB0A9C8-55BF-4DED-AD63-34A188025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3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7" name="Line 55">
                <a:extLst>
                  <a:ext uri="{FF2B5EF4-FFF2-40B4-BE49-F238E27FC236}">
                    <a16:creationId xmlns:a16="http://schemas.microsoft.com/office/drawing/2014/main" id="{807D3C0A-69F1-4D3E-B5F6-0294F33A4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2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8" name="Line 56">
                <a:extLst>
                  <a:ext uri="{FF2B5EF4-FFF2-40B4-BE49-F238E27FC236}">
                    <a16:creationId xmlns:a16="http://schemas.microsoft.com/office/drawing/2014/main" id="{B1CF2C05-C92D-408D-9E6F-607EAFD96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0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79" name="Line 57">
                <a:extLst>
                  <a:ext uri="{FF2B5EF4-FFF2-40B4-BE49-F238E27FC236}">
                    <a16:creationId xmlns:a16="http://schemas.microsoft.com/office/drawing/2014/main" id="{0A4D3BA6-CF46-4538-B966-ECBFA1D2A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8" y="1646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80" name="Line 58">
                <a:extLst>
                  <a:ext uri="{FF2B5EF4-FFF2-40B4-BE49-F238E27FC236}">
                    <a16:creationId xmlns:a16="http://schemas.microsoft.com/office/drawing/2014/main" id="{AAE2E293-FB55-4716-89A6-E1C60B8DC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58" y="1320"/>
                <a:ext cx="333" cy="3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4278" name="Text Box 59">
              <a:extLst>
                <a:ext uri="{FF2B5EF4-FFF2-40B4-BE49-F238E27FC236}">
                  <a16:creationId xmlns:a16="http://schemas.microsoft.com/office/drawing/2014/main" id="{7BF36573-AAF3-4EA5-B7BC-94980F4A4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" y="1109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4279" name="Text Box 60">
              <a:extLst>
                <a:ext uri="{FF2B5EF4-FFF2-40B4-BE49-F238E27FC236}">
                  <a16:creationId xmlns:a16="http://schemas.microsoft.com/office/drawing/2014/main" id="{592745EC-18D2-42CA-8910-EDA16DFAB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" y="1238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  <p:sp>
          <p:nvSpPr>
            <p:cNvPr id="54280" name="Text Box 61">
              <a:extLst>
                <a:ext uri="{FF2B5EF4-FFF2-40B4-BE49-F238E27FC236}">
                  <a16:creationId xmlns:a16="http://schemas.microsoft.com/office/drawing/2014/main" id="{84850932-E392-41AC-BF4D-622D77A30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" y="1257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4281" name="Text Box 62">
              <a:extLst>
                <a:ext uri="{FF2B5EF4-FFF2-40B4-BE49-F238E27FC236}">
                  <a16:creationId xmlns:a16="http://schemas.microsoft.com/office/drawing/2014/main" id="{D4CE9C90-3C31-480B-937C-E08B299D8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1393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4282" name="Text Box 63">
              <a:extLst>
                <a:ext uri="{FF2B5EF4-FFF2-40B4-BE49-F238E27FC236}">
                  <a16:creationId xmlns:a16="http://schemas.microsoft.com/office/drawing/2014/main" id="{B5177E8D-3C7F-481D-B51D-31FCAD281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" y="1241"/>
              <a:ext cx="5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000</a:t>
              </a:r>
            </a:p>
          </p:txBody>
        </p:sp>
        <p:sp>
          <p:nvSpPr>
            <p:cNvPr id="54283" name="Text Box 64">
              <a:extLst>
                <a:ext uri="{FF2B5EF4-FFF2-40B4-BE49-F238E27FC236}">
                  <a16:creationId xmlns:a16="http://schemas.microsoft.com/office/drawing/2014/main" id="{BB3284F6-4EF2-4B8E-9DC1-D578B2E7A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4" y="1252"/>
              <a:ext cx="5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011</a:t>
              </a:r>
            </a:p>
          </p:txBody>
        </p:sp>
        <p:sp>
          <p:nvSpPr>
            <p:cNvPr id="54284" name="Text Box 65">
              <a:extLst>
                <a:ext uri="{FF2B5EF4-FFF2-40B4-BE49-F238E27FC236}">
                  <a16:creationId xmlns:a16="http://schemas.microsoft.com/office/drawing/2014/main" id="{7E7B87E9-42FE-4161-A943-026901775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4" y="1251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001</a:t>
              </a:r>
            </a:p>
          </p:txBody>
        </p:sp>
        <p:sp>
          <p:nvSpPr>
            <p:cNvPr id="54285" name="Text Box 66">
              <a:extLst>
                <a:ext uri="{FF2B5EF4-FFF2-40B4-BE49-F238E27FC236}">
                  <a16:creationId xmlns:a16="http://schemas.microsoft.com/office/drawing/2014/main" id="{39F2ED0E-DA35-4850-AF5C-720FCACE7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5" y="1252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010</a:t>
              </a:r>
            </a:p>
          </p:txBody>
        </p:sp>
        <p:sp>
          <p:nvSpPr>
            <p:cNvPr id="54286" name="Text Box 67">
              <a:extLst>
                <a:ext uri="{FF2B5EF4-FFF2-40B4-BE49-F238E27FC236}">
                  <a16:creationId xmlns:a16="http://schemas.microsoft.com/office/drawing/2014/main" id="{F1BCFCC5-33D3-4F17-97A2-CAD085168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1625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54287" name="Text Box 68">
              <a:extLst>
                <a:ext uri="{FF2B5EF4-FFF2-40B4-BE49-F238E27FC236}">
                  <a16:creationId xmlns:a16="http://schemas.microsoft.com/office/drawing/2014/main" id="{18782CE0-BB49-499F-AE8D-ECCB37A28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2613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54288" name="Text Box 69">
              <a:extLst>
                <a:ext uri="{FF2B5EF4-FFF2-40B4-BE49-F238E27FC236}">
                  <a16:creationId xmlns:a16="http://schemas.microsoft.com/office/drawing/2014/main" id="{40641FAC-9FCE-48EC-B176-8F0F02D06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2080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54289" name="Text Box 70">
              <a:extLst>
                <a:ext uri="{FF2B5EF4-FFF2-40B4-BE49-F238E27FC236}">
                  <a16:creationId xmlns:a16="http://schemas.microsoft.com/office/drawing/2014/main" id="{5F6C8325-0AC5-4A28-AEFA-5A12FBE04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3123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54290" name="Rectangle 71">
              <a:extLst>
                <a:ext uri="{FF2B5EF4-FFF2-40B4-BE49-F238E27FC236}">
                  <a16:creationId xmlns:a16="http://schemas.microsoft.com/office/drawing/2014/main" id="{29176DB9-0D3A-4C4A-8750-7DE1909AB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9" y="1547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1" name="Rectangle 72">
              <a:extLst>
                <a:ext uri="{FF2B5EF4-FFF2-40B4-BE49-F238E27FC236}">
                  <a16:creationId xmlns:a16="http://schemas.microsoft.com/office/drawing/2014/main" id="{6DA9C3B3-0608-4077-A279-C4B3EFF00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" y="1548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2" name="Rectangle 73">
              <a:extLst>
                <a:ext uri="{FF2B5EF4-FFF2-40B4-BE49-F238E27FC236}">
                  <a16:creationId xmlns:a16="http://schemas.microsoft.com/office/drawing/2014/main" id="{603BBF24-8184-457C-9A49-162F02436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1536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3" name="Rectangle 74">
              <a:extLst>
                <a:ext uri="{FF2B5EF4-FFF2-40B4-BE49-F238E27FC236}">
                  <a16:creationId xmlns:a16="http://schemas.microsoft.com/office/drawing/2014/main" id="{383114EF-CCC4-40E7-8AD7-BC52E04C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9" y="1546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4" name="Rectangle 75">
              <a:extLst>
                <a:ext uri="{FF2B5EF4-FFF2-40B4-BE49-F238E27FC236}">
                  <a16:creationId xmlns:a16="http://schemas.microsoft.com/office/drawing/2014/main" id="{5652F531-CA66-414C-A506-62FC42F15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1556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5" name="Rectangle 76">
              <a:extLst>
                <a:ext uri="{FF2B5EF4-FFF2-40B4-BE49-F238E27FC236}">
                  <a16:creationId xmlns:a16="http://schemas.microsoft.com/office/drawing/2014/main" id="{311CD69E-5043-4814-B7EF-92E321EF5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9" y="1556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6" name="Rectangle 77">
              <a:extLst>
                <a:ext uri="{FF2B5EF4-FFF2-40B4-BE49-F238E27FC236}">
                  <a16:creationId xmlns:a16="http://schemas.microsoft.com/office/drawing/2014/main" id="{5A4A8597-EBBD-4B01-A34D-B8DE155C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207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7" name="Rectangle 78">
              <a:extLst>
                <a:ext uri="{FF2B5EF4-FFF2-40B4-BE49-F238E27FC236}">
                  <a16:creationId xmlns:a16="http://schemas.microsoft.com/office/drawing/2014/main" id="{E2435735-2962-4426-ADD3-EA33FEF60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9" y="2072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9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8" name="Rectangle 79">
              <a:extLst>
                <a:ext uri="{FF2B5EF4-FFF2-40B4-BE49-F238E27FC236}">
                  <a16:creationId xmlns:a16="http://schemas.microsoft.com/office/drawing/2014/main" id="{2CEBBC30-A4EA-43D9-97D0-196A85BCE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554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299" name="Rectangle 80">
              <a:extLst>
                <a:ext uri="{FF2B5EF4-FFF2-40B4-BE49-F238E27FC236}">
                  <a16:creationId xmlns:a16="http://schemas.microsoft.com/office/drawing/2014/main" id="{71E884EF-FFEF-4231-9B51-E45F8A301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" y="2072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8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0" name="Rectangle 81">
              <a:extLst>
                <a:ext uri="{FF2B5EF4-FFF2-40B4-BE49-F238E27FC236}">
                  <a16:creationId xmlns:a16="http://schemas.microsoft.com/office/drawing/2014/main" id="{D8A19E69-B92B-437D-9360-433A6D2D2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256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27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1" name="Rectangle 82">
              <a:extLst>
                <a:ext uri="{FF2B5EF4-FFF2-40B4-BE49-F238E27FC236}">
                  <a16:creationId xmlns:a16="http://schemas.microsoft.com/office/drawing/2014/main" id="{3F48998B-3C3D-4F0B-8D41-259EC475D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56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26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2" name="Rectangle 83">
              <a:extLst>
                <a:ext uri="{FF2B5EF4-FFF2-40B4-BE49-F238E27FC236}">
                  <a16:creationId xmlns:a16="http://schemas.microsoft.com/office/drawing/2014/main" id="{1AF47032-91C1-4E70-8545-E068B767A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" y="1541"/>
              <a:ext cx="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3" name="Rectangle 84">
              <a:extLst>
                <a:ext uri="{FF2B5EF4-FFF2-40B4-BE49-F238E27FC236}">
                  <a16:creationId xmlns:a16="http://schemas.microsoft.com/office/drawing/2014/main" id="{4BEB0F3B-165E-4176-80F1-9B16DFA40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" y="3080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16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4" name="Rectangle 85">
              <a:extLst>
                <a:ext uri="{FF2B5EF4-FFF2-40B4-BE49-F238E27FC236}">
                  <a16:creationId xmlns:a16="http://schemas.microsoft.com/office/drawing/2014/main" id="{C12B73ED-B3E6-4D80-AF79-F3D6C394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307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19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5" name="Rectangle 86">
              <a:extLst>
                <a:ext uri="{FF2B5EF4-FFF2-40B4-BE49-F238E27FC236}">
                  <a16:creationId xmlns:a16="http://schemas.microsoft.com/office/drawing/2014/main" id="{41E5B6DA-F58D-4943-B53E-1F324D013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" y="2066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10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06" name="Text Box 87">
              <a:extLst>
                <a:ext uri="{FF2B5EF4-FFF2-40B4-BE49-F238E27FC236}">
                  <a16:creationId xmlns:a16="http://schemas.microsoft.com/office/drawing/2014/main" id="{CD3AA0F2-5EC6-4328-8986-AFC2CCBEB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992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54307" name="Text Box 88">
              <a:extLst>
                <a:ext uri="{FF2B5EF4-FFF2-40B4-BE49-F238E27FC236}">
                  <a16:creationId xmlns:a16="http://schemas.microsoft.com/office/drawing/2014/main" id="{25200249-4757-42D0-B2E9-CAD8D8E3E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1251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110</a:t>
              </a:r>
            </a:p>
          </p:txBody>
        </p:sp>
        <p:sp>
          <p:nvSpPr>
            <p:cNvPr id="54308" name="Text Box 89">
              <a:extLst>
                <a:ext uri="{FF2B5EF4-FFF2-40B4-BE49-F238E27FC236}">
                  <a16:creationId xmlns:a16="http://schemas.microsoft.com/office/drawing/2014/main" id="{1142B99B-B80E-422B-A102-3C5A071A9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" y="1264"/>
              <a:ext cx="5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111</a:t>
              </a:r>
            </a:p>
          </p:txBody>
        </p:sp>
        <p:sp>
          <p:nvSpPr>
            <p:cNvPr id="54309" name="Text Box 90">
              <a:extLst>
                <a:ext uri="{FF2B5EF4-FFF2-40B4-BE49-F238E27FC236}">
                  <a16:creationId xmlns:a16="http://schemas.microsoft.com/office/drawing/2014/main" id="{4D4FB39D-02D1-4A12-A3D1-557B4A67F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" y="1262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101</a:t>
              </a:r>
            </a:p>
          </p:txBody>
        </p:sp>
        <p:sp>
          <p:nvSpPr>
            <p:cNvPr id="54310" name="Text Box 91">
              <a:extLst>
                <a:ext uri="{FF2B5EF4-FFF2-40B4-BE49-F238E27FC236}">
                  <a16:creationId xmlns:a16="http://schemas.microsoft.com/office/drawing/2014/main" id="{DF3871E5-F259-4D13-A2B3-647BFC458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" y="1262"/>
              <a:ext cx="5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100</a:t>
              </a:r>
            </a:p>
          </p:txBody>
        </p:sp>
        <p:sp>
          <p:nvSpPr>
            <p:cNvPr id="54311" name="Rectangle 92">
              <a:extLst>
                <a:ext uri="{FF2B5EF4-FFF2-40B4-BE49-F238E27FC236}">
                  <a16:creationId xmlns:a16="http://schemas.microsoft.com/office/drawing/2014/main" id="{C738F18C-39E2-48C0-AB2F-ADEAB54B3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207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12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2" name="Rectangle 93">
              <a:extLst>
                <a:ext uri="{FF2B5EF4-FFF2-40B4-BE49-F238E27FC236}">
                  <a16:creationId xmlns:a16="http://schemas.microsoft.com/office/drawing/2014/main" id="{A78B0F82-7E73-4F09-B595-D8E8997F5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" y="2068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13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3" name="Rectangle 94">
              <a:extLst>
                <a:ext uri="{FF2B5EF4-FFF2-40B4-BE49-F238E27FC236}">
                  <a16:creationId xmlns:a16="http://schemas.microsoft.com/office/drawing/2014/main" id="{D6229BBE-24EA-4B11-9EE1-7A0268AB7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2076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14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4" name="Rectangle 95">
              <a:extLst>
                <a:ext uri="{FF2B5EF4-FFF2-40B4-BE49-F238E27FC236}">
                  <a16:creationId xmlns:a16="http://schemas.microsoft.com/office/drawing/2014/main" id="{0FC23759-0953-4B49-8ACA-B4D8208BC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2078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15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5" name="Rectangle 96">
              <a:extLst>
                <a:ext uri="{FF2B5EF4-FFF2-40B4-BE49-F238E27FC236}">
                  <a16:creationId xmlns:a16="http://schemas.microsoft.com/office/drawing/2014/main" id="{79551E15-2D12-425F-9A15-56A2547CA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" y="3080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17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6" name="Rectangle 97">
              <a:extLst>
                <a:ext uri="{FF2B5EF4-FFF2-40B4-BE49-F238E27FC236}">
                  <a16:creationId xmlns:a16="http://schemas.microsoft.com/office/drawing/2014/main" id="{BAC7E91C-178E-43B6-9675-99691BF37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080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18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7" name="Rectangle 98">
              <a:extLst>
                <a:ext uri="{FF2B5EF4-FFF2-40B4-BE49-F238E27FC236}">
                  <a16:creationId xmlns:a16="http://schemas.microsoft.com/office/drawing/2014/main" id="{DEB2C70C-CBBF-4D2D-B8F2-7981DCB72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" y="3080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20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8" name="Rectangle 99">
              <a:extLst>
                <a:ext uri="{FF2B5EF4-FFF2-40B4-BE49-F238E27FC236}">
                  <a16:creationId xmlns:a16="http://schemas.microsoft.com/office/drawing/2014/main" id="{3EE3B3C7-50A3-4FDB-94D9-AE0766536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" y="3070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21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19" name="Rectangle 100">
              <a:extLst>
                <a:ext uri="{FF2B5EF4-FFF2-40B4-BE49-F238E27FC236}">
                  <a16:creationId xmlns:a16="http://schemas.microsoft.com/office/drawing/2014/main" id="{9F04AB3D-23E1-483F-B641-14C1093F7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3081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22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0" name="Rectangle 101">
              <a:extLst>
                <a:ext uri="{FF2B5EF4-FFF2-40B4-BE49-F238E27FC236}">
                  <a16:creationId xmlns:a16="http://schemas.microsoft.com/office/drawing/2014/main" id="{A264DB70-5A4F-4CEB-B7A4-4D3F4658F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081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23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1" name="Rectangle 102">
              <a:extLst>
                <a:ext uri="{FF2B5EF4-FFF2-40B4-BE49-F238E27FC236}">
                  <a16:creationId xmlns:a16="http://schemas.microsoft.com/office/drawing/2014/main" id="{387DEF72-A8E5-49ED-B642-B7491BB91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" y="2558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24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2" name="Rectangle 103">
              <a:extLst>
                <a:ext uri="{FF2B5EF4-FFF2-40B4-BE49-F238E27FC236}">
                  <a16:creationId xmlns:a16="http://schemas.microsoft.com/office/drawing/2014/main" id="{6D0F4FFE-9900-4924-95BD-846165F8C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2558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25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3" name="Rectangle 104">
              <a:extLst>
                <a:ext uri="{FF2B5EF4-FFF2-40B4-BE49-F238E27FC236}">
                  <a16:creationId xmlns:a16="http://schemas.microsoft.com/office/drawing/2014/main" id="{17B46A49-8662-4207-BE03-60367F7D6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" y="255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28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4" name="Rectangle 105">
              <a:extLst>
                <a:ext uri="{FF2B5EF4-FFF2-40B4-BE49-F238E27FC236}">
                  <a16:creationId xmlns:a16="http://schemas.microsoft.com/office/drawing/2014/main" id="{23559CE8-4488-4265-86E2-AF3608B57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54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29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4325" name="Rectangle 106">
              <a:extLst>
                <a:ext uri="{FF2B5EF4-FFF2-40B4-BE49-F238E27FC236}">
                  <a16:creationId xmlns:a16="http://schemas.microsoft.com/office/drawing/2014/main" id="{78E442FF-57C4-43F0-863B-5FA1DA58F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571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30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54326" name="Group 107">
              <a:extLst>
                <a:ext uri="{FF2B5EF4-FFF2-40B4-BE49-F238E27FC236}">
                  <a16:creationId xmlns:a16="http://schemas.microsoft.com/office/drawing/2014/main" id="{CB1DC08B-00BF-4002-9847-41144338D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9" y="1518"/>
              <a:ext cx="1994" cy="1969"/>
              <a:chOff x="3526" y="995"/>
              <a:chExt cx="1994" cy="1969"/>
            </a:xfrm>
          </p:grpSpPr>
          <p:sp>
            <p:nvSpPr>
              <p:cNvPr id="54328" name="Rectangle 108">
                <a:extLst>
                  <a:ext uri="{FF2B5EF4-FFF2-40B4-BE49-F238E27FC236}">
                    <a16:creationId xmlns:a16="http://schemas.microsoft.com/office/drawing/2014/main" id="{B2FC5C68-C37F-443B-904D-AACE3C82D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29" name="Rectangle 109">
                <a:extLst>
                  <a:ext uri="{FF2B5EF4-FFF2-40B4-BE49-F238E27FC236}">
                    <a16:creationId xmlns:a16="http://schemas.microsoft.com/office/drawing/2014/main" id="{E68D3BF9-4675-49B0-9E52-D6630BF64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0" name="Rectangle 110">
                <a:extLst>
                  <a:ext uri="{FF2B5EF4-FFF2-40B4-BE49-F238E27FC236}">
                    <a16:creationId xmlns:a16="http://schemas.microsoft.com/office/drawing/2014/main" id="{896C0915-DFF2-4ABE-BF36-F20B1E0C5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1" name="Rectangle 111">
                <a:extLst>
                  <a:ext uri="{FF2B5EF4-FFF2-40B4-BE49-F238E27FC236}">
                    <a16:creationId xmlns:a16="http://schemas.microsoft.com/office/drawing/2014/main" id="{0A069930-859B-4248-BE65-6FE2A880E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2" name="Rectangle 112">
                <a:extLst>
                  <a:ext uri="{FF2B5EF4-FFF2-40B4-BE49-F238E27FC236}">
                    <a16:creationId xmlns:a16="http://schemas.microsoft.com/office/drawing/2014/main" id="{0F2FB77B-9A2A-4875-9C7E-46B2AC0C2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3" name="Rectangle 113">
                <a:extLst>
                  <a:ext uri="{FF2B5EF4-FFF2-40B4-BE49-F238E27FC236}">
                    <a16:creationId xmlns:a16="http://schemas.microsoft.com/office/drawing/2014/main" id="{6A7FE1E5-4A86-4ABA-B499-233C9E545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4" name="Rectangle 114">
                <a:extLst>
                  <a:ext uri="{FF2B5EF4-FFF2-40B4-BE49-F238E27FC236}">
                    <a16:creationId xmlns:a16="http://schemas.microsoft.com/office/drawing/2014/main" id="{6123397A-BE27-4BC8-8FF4-1722855DF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5" name="Rectangle 115">
                <a:extLst>
                  <a:ext uri="{FF2B5EF4-FFF2-40B4-BE49-F238E27FC236}">
                    <a16:creationId xmlns:a16="http://schemas.microsoft.com/office/drawing/2014/main" id="{878677C5-8C4F-4835-AA24-5DE6E0C1A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6" name="Rectangle 116">
                <a:extLst>
                  <a:ext uri="{FF2B5EF4-FFF2-40B4-BE49-F238E27FC236}">
                    <a16:creationId xmlns:a16="http://schemas.microsoft.com/office/drawing/2014/main" id="{A4C4D1B1-83E9-45D5-92DD-07ADFAFCA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7" name="Rectangle 117">
                <a:extLst>
                  <a:ext uri="{FF2B5EF4-FFF2-40B4-BE49-F238E27FC236}">
                    <a16:creationId xmlns:a16="http://schemas.microsoft.com/office/drawing/2014/main" id="{88D37EAE-045F-411C-ACA0-15EC77B1F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8" name="Rectangle 118">
                <a:extLst>
                  <a:ext uri="{FF2B5EF4-FFF2-40B4-BE49-F238E27FC236}">
                    <a16:creationId xmlns:a16="http://schemas.microsoft.com/office/drawing/2014/main" id="{EB6CAC38-F74D-4188-B5D4-936C34BF0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39" name="Rectangle 119">
                <a:extLst>
                  <a:ext uri="{FF2B5EF4-FFF2-40B4-BE49-F238E27FC236}">
                    <a16:creationId xmlns:a16="http://schemas.microsoft.com/office/drawing/2014/main" id="{EB1CC634-E41C-47EA-8E7D-D9708F84D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0" name="Rectangle 120">
                <a:extLst>
                  <a:ext uri="{FF2B5EF4-FFF2-40B4-BE49-F238E27FC236}">
                    <a16:creationId xmlns:a16="http://schemas.microsoft.com/office/drawing/2014/main" id="{1CEA65C8-6CE2-4C55-8F21-9242F225A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1" name="Rectangle 121">
                <a:extLst>
                  <a:ext uri="{FF2B5EF4-FFF2-40B4-BE49-F238E27FC236}">
                    <a16:creationId xmlns:a16="http://schemas.microsoft.com/office/drawing/2014/main" id="{0BC3EB12-56AE-4940-BA5A-AC51C59A7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2" name="Rectangle 122">
                <a:extLst>
                  <a:ext uri="{FF2B5EF4-FFF2-40B4-BE49-F238E27FC236}">
                    <a16:creationId xmlns:a16="http://schemas.microsoft.com/office/drawing/2014/main" id="{85170D52-ACA4-4C41-AE23-E21D4E327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3" name="Rectangle 123">
                <a:extLst>
                  <a:ext uri="{FF2B5EF4-FFF2-40B4-BE49-F238E27FC236}">
                    <a16:creationId xmlns:a16="http://schemas.microsoft.com/office/drawing/2014/main" id="{19582590-84EA-4319-B45C-853BA7904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4" name="Line 124">
                <a:extLst>
                  <a:ext uri="{FF2B5EF4-FFF2-40B4-BE49-F238E27FC236}">
                    <a16:creationId xmlns:a16="http://schemas.microsoft.com/office/drawing/2014/main" id="{A3982848-99C8-4D27-8BF2-5F45F2EC1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5" name="Line 125">
                <a:extLst>
                  <a:ext uri="{FF2B5EF4-FFF2-40B4-BE49-F238E27FC236}">
                    <a16:creationId xmlns:a16="http://schemas.microsoft.com/office/drawing/2014/main" id="{1C2BAB9F-16A0-4022-B5D6-375C807F2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486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6" name="Line 126">
                <a:extLst>
                  <a:ext uri="{FF2B5EF4-FFF2-40B4-BE49-F238E27FC236}">
                    <a16:creationId xmlns:a16="http://schemas.microsoft.com/office/drawing/2014/main" id="{44893331-5B76-4BFC-9DDC-60703BC75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979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7" name="Line 127">
                <a:extLst>
                  <a:ext uri="{FF2B5EF4-FFF2-40B4-BE49-F238E27FC236}">
                    <a16:creationId xmlns:a16="http://schemas.microsoft.com/office/drawing/2014/main" id="{3DB9F5DA-AFC6-4860-B956-2CEB98F71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472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8" name="Line 128">
                <a:extLst>
                  <a:ext uri="{FF2B5EF4-FFF2-40B4-BE49-F238E27FC236}">
                    <a16:creationId xmlns:a16="http://schemas.microsoft.com/office/drawing/2014/main" id="{9EFA376F-5088-4B12-9DFC-00A14CABC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964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49" name="Line 129">
                <a:extLst>
                  <a:ext uri="{FF2B5EF4-FFF2-40B4-BE49-F238E27FC236}">
                    <a16:creationId xmlns:a16="http://schemas.microsoft.com/office/drawing/2014/main" id="{2F6D1A0C-82FC-4C26-8707-331515480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0" name="Line 130">
                <a:extLst>
                  <a:ext uri="{FF2B5EF4-FFF2-40B4-BE49-F238E27FC236}">
                    <a16:creationId xmlns:a16="http://schemas.microsoft.com/office/drawing/2014/main" id="{609A0596-A0A0-4136-87C2-B71A3FBD5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5" y="995"/>
                <a:ext cx="0" cy="1969"/>
              </a:xfrm>
              <a:prstGeom prst="line">
                <a:avLst/>
              </a:prstGeom>
              <a:noFill/>
              <a:ln w="38100">
                <a:noFill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1" name="Line 131">
                <a:extLst>
                  <a:ext uri="{FF2B5EF4-FFF2-40B4-BE49-F238E27FC236}">
                    <a16:creationId xmlns:a16="http://schemas.microsoft.com/office/drawing/2014/main" id="{B3C81630-AC0B-4A62-B0BC-D47AC3582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4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2" name="Line 132">
                <a:extLst>
                  <a:ext uri="{FF2B5EF4-FFF2-40B4-BE49-F238E27FC236}">
                    <a16:creationId xmlns:a16="http://schemas.microsoft.com/office/drawing/2014/main" id="{F653D884-EB84-4F76-9853-F54BD0EA3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2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353" name="Line 133">
                <a:extLst>
                  <a:ext uri="{FF2B5EF4-FFF2-40B4-BE49-F238E27FC236}">
                    <a16:creationId xmlns:a16="http://schemas.microsoft.com/office/drawing/2014/main" id="{3C12D67C-926D-4823-A173-8FA47DA23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4327" name="Rectangle 134">
              <a:extLst>
                <a:ext uri="{FF2B5EF4-FFF2-40B4-BE49-F238E27FC236}">
                  <a16:creationId xmlns:a16="http://schemas.microsoft.com/office/drawing/2014/main" id="{281CF96A-B758-4480-BC05-535560D30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2569"/>
              <a:ext cx="4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31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8974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B20DFC4-6698-4AE6-BC55-125440E6E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38" y="271463"/>
            <a:ext cx="4470400" cy="550862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1F08F8"/>
                </a:solidFill>
              </a:rPr>
              <a:t>2</a:t>
            </a:r>
            <a:r>
              <a:rPr lang="zh-CN" altLang="en-US" sz="2800" b="1">
                <a:solidFill>
                  <a:srgbClr val="1F08F8"/>
                </a:solidFill>
              </a:rPr>
              <a:t>、逻辑函数的卡诺图表示</a:t>
            </a: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12CEF105-C915-4ED7-9107-831F8A1A7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1778000"/>
            <a:ext cx="604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F(A,B,C,D)=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m(0,2,6,8,11,13,14,15)</a:t>
            </a:r>
          </a:p>
        </p:txBody>
      </p:sp>
      <p:grpSp>
        <p:nvGrpSpPr>
          <p:cNvPr id="55300" name="Group 4">
            <a:extLst>
              <a:ext uri="{FF2B5EF4-FFF2-40B4-BE49-F238E27FC236}">
                <a16:creationId xmlns:a16="http://schemas.microsoft.com/office/drawing/2014/main" id="{C44701F3-37FA-4D4B-9F79-0FF6F56F71BA}"/>
              </a:ext>
            </a:extLst>
          </p:cNvPr>
          <p:cNvGrpSpPr>
            <a:grpSpLocks/>
          </p:cNvGrpSpPr>
          <p:nvPr/>
        </p:nvGrpSpPr>
        <p:grpSpPr bwMode="auto">
          <a:xfrm>
            <a:off x="2444750" y="2454275"/>
            <a:ext cx="3879850" cy="3943350"/>
            <a:chOff x="1540" y="1546"/>
            <a:chExt cx="2444" cy="2484"/>
          </a:xfrm>
        </p:grpSpPr>
        <p:grpSp>
          <p:nvGrpSpPr>
            <p:cNvPr id="55310" name="Group 5">
              <a:extLst>
                <a:ext uri="{FF2B5EF4-FFF2-40B4-BE49-F238E27FC236}">
                  <a16:creationId xmlns:a16="http://schemas.microsoft.com/office/drawing/2014/main" id="{0CCA36A4-F00A-4D5E-865E-E30D4F9B3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6" y="1720"/>
              <a:ext cx="2338" cy="2310"/>
              <a:chOff x="1646" y="1720"/>
              <a:chExt cx="2338" cy="2310"/>
            </a:xfrm>
          </p:grpSpPr>
          <p:sp>
            <p:nvSpPr>
              <p:cNvPr id="55326" name="Rectangle 6">
                <a:extLst>
                  <a:ext uri="{FF2B5EF4-FFF2-40B4-BE49-F238E27FC236}">
                    <a16:creationId xmlns:a16="http://schemas.microsoft.com/office/drawing/2014/main" id="{5CF9D579-47BF-42A0-B44A-EE4313E9B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6" y="3538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27" name="Rectangle 7">
                <a:extLst>
                  <a:ext uri="{FF2B5EF4-FFF2-40B4-BE49-F238E27FC236}">
                    <a16:creationId xmlns:a16="http://schemas.microsoft.com/office/drawing/2014/main" id="{01E4DE8D-C596-4739-8399-37B1A0605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8" y="3538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28" name="Rectangle 8">
                <a:extLst>
                  <a:ext uri="{FF2B5EF4-FFF2-40B4-BE49-F238E27FC236}">
                    <a16:creationId xmlns:a16="http://schemas.microsoft.com/office/drawing/2014/main" id="{898B530E-99F7-4417-A344-E1FE9344F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9" y="3538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29" name="Rectangle 9">
                <a:extLst>
                  <a:ext uri="{FF2B5EF4-FFF2-40B4-BE49-F238E27FC236}">
                    <a16:creationId xmlns:a16="http://schemas.microsoft.com/office/drawing/2014/main" id="{7E13627C-3FB7-4954-9C6C-DC9FF0EAC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" y="3538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0" name="Rectangle 10">
                <a:extLst>
                  <a:ext uri="{FF2B5EF4-FFF2-40B4-BE49-F238E27FC236}">
                    <a16:creationId xmlns:a16="http://schemas.microsoft.com/office/drawing/2014/main" id="{85E70FD1-B72D-4F4A-849B-B0C1FB59E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6" y="3045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1" name="Rectangle 11">
                <a:extLst>
                  <a:ext uri="{FF2B5EF4-FFF2-40B4-BE49-F238E27FC236}">
                    <a16:creationId xmlns:a16="http://schemas.microsoft.com/office/drawing/2014/main" id="{495BB69F-B19E-46B1-9246-321BBABC8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8" y="3045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2" name="Rectangle 12">
                <a:extLst>
                  <a:ext uri="{FF2B5EF4-FFF2-40B4-BE49-F238E27FC236}">
                    <a16:creationId xmlns:a16="http://schemas.microsoft.com/office/drawing/2014/main" id="{74D3359F-FC34-4AA5-AAB3-F67B4E021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9" y="3045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3" name="Rectangle 13">
                <a:extLst>
                  <a:ext uri="{FF2B5EF4-FFF2-40B4-BE49-F238E27FC236}">
                    <a16:creationId xmlns:a16="http://schemas.microsoft.com/office/drawing/2014/main" id="{362FC278-E048-4C42-B5E6-8D42B5A5A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" y="3045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4" name="Rectangle 14">
                <a:extLst>
                  <a:ext uri="{FF2B5EF4-FFF2-40B4-BE49-F238E27FC236}">
                    <a16:creationId xmlns:a16="http://schemas.microsoft.com/office/drawing/2014/main" id="{7E85B370-FA97-4DD1-ADC8-9D417535D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6" y="2552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5" name="Rectangle 15">
                <a:extLst>
                  <a:ext uri="{FF2B5EF4-FFF2-40B4-BE49-F238E27FC236}">
                    <a16:creationId xmlns:a16="http://schemas.microsoft.com/office/drawing/2014/main" id="{44CDF41F-A53F-4D9C-AA69-53ECA9CEA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8" y="2552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6" name="Rectangle 16">
                <a:extLst>
                  <a:ext uri="{FF2B5EF4-FFF2-40B4-BE49-F238E27FC236}">
                    <a16:creationId xmlns:a16="http://schemas.microsoft.com/office/drawing/2014/main" id="{3A234549-4CCB-4E95-B454-5A43D05B2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9" y="2552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7" name="Rectangle 17">
                <a:extLst>
                  <a:ext uri="{FF2B5EF4-FFF2-40B4-BE49-F238E27FC236}">
                    <a16:creationId xmlns:a16="http://schemas.microsoft.com/office/drawing/2014/main" id="{FB9C50BD-C81F-4190-B6AA-FF3599162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" y="2552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8" name="Rectangle 18">
                <a:extLst>
                  <a:ext uri="{FF2B5EF4-FFF2-40B4-BE49-F238E27FC236}">
                    <a16:creationId xmlns:a16="http://schemas.microsoft.com/office/drawing/2014/main" id="{985ACF12-A247-4E9C-B5AF-FC44399E4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6" y="2061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39" name="Rectangle 19">
                <a:extLst>
                  <a:ext uri="{FF2B5EF4-FFF2-40B4-BE49-F238E27FC236}">
                    <a16:creationId xmlns:a16="http://schemas.microsoft.com/office/drawing/2014/main" id="{34D1BA8B-B7E0-4008-8169-3FD6EE6BC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8" y="2061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40" name="Rectangle 20">
                <a:extLst>
                  <a:ext uri="{FF2B5EF4-FFF2-40B4-BE49-F238E27FC236}">
                    <a16:creationId xmlns:a16="http://schemas.microsoft.com/office/drawing/2014/main" id="{BCA2C05C-DD6B-4E88-BDA8-EF25D5AB5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9" y="2061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41" name="Rectangle 21">
                <a:extLst>
                  <a:ext uri="{FF2B5EF4-FFF2-40B4-BE49-F238E27FC236}">
                    <a16:creationId xmlns:a16="http://schemas.microsoft.com/office/drawing/2014/main" id="{FE89C5BD-F345-4012-8803-A826C408B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" y="2061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42" name="Line 22">
                <a:extLst>
                  <a:ext uri="{FF2B5EF4-FFF2-40B4-BE49-F238E27FC236}">
                    <a16:creationId xmlns:a16="http://schemas.microsoft.com/office/drawing/2014/main" id="{E35A6B2E-7A7E-47A8-A14F-E6042470E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2061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43" name="Line 23">
                <a:extLst>
                  <a:ext uri="{FF2B5EF4-FFF2-40B4-BE49-F238E27FC236}">
                    <a16:creationId xmlns:a16="http://schemas.microsoft.com/office/drawing/2014/main" id="{5D58510D-2DF6-455B-9317-5092C4874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2552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" name="Line 24">
                <a:extLst>
                  <a:ext uri="{FF2B5EF4-FFF2-40B4-BE49-F238E27FC236}">
                    <a16:creationId xmlns:a16="http://schemas.microsoft.com/office/drawing/2014/main" id="{7FCD03BA-7657-4C4E-A09D-909C926F4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3045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Line 25">
                <a:extLst>
                  <a:ext uri="{FF2B5EF4-FFF2-40B4-BE49-F238E27FC236}">
                    <a16:creationId xmlns:a16="http://schemas.microsoft.com/office/drawing/2014/main" id="{088129D3-EC1F-4932-A5EA-3E80C9C5BE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3538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Line 26">
                <a:extLst>
                  <a:ext uri="{FF2B5EF4-FFF2-40B4-BE49-F238E27FC236}">
                    <a16:creationId xmlns:a16="http://schemas.microsoft.com/office/drawing/2014/main" id="{C224BFE3-234E-489B-9266-90E7A7F1E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4030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Line 27">
                <a:extLst>
                  <a:ext uri="{FF2B5EF4-FFF2-40B4-BE49-F238E27FC236}">
                    <a16:creationId xmlns:a16="http://schemas.microsoft.com/office/drawing/2014/main" id="{3F719162-CBE2-4AFD-BA84-79BE2ED17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0" y="2061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Line 28">
                <a:extLst>
                  <a:ext uri="{FF2B5EF4-FFF2-40B4-BE49-F238E27FC236}">
                    <a16:creationId xmlns:a16="http://schemas.microsoft.com/office/drawing/2014/main" id="{41567830-BF69-4271-B0F0-64C41EFB1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9" y="2061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Line 29">
                <a:extLst>
                  <a:ext uri="{FF2B5EF4-FFF2-40B4-BE49-F238E27FC236}">
                    <a16:creationId xmlns:a16="http://schemas.microsoft.com/office/drawing/2014/main" id="{AF8B268A-013F-4A6E-A0AF-E34A8FEC3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8" y="2061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Line 30">
                <a:extLst>
                  <a:ext uri="{FF2B5EF4-FFF2-40B4-BE49-F238E27FC236}">
                    <a16:creationId xmlns:a16="http://schemas.microsoft.com/office/drawing/2014/main" id="{369B8F21-E0E4-4678-B73D-BD8B0132A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6" y="2061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Line 31">
                <a:extLst>
                  <a:ext uri="{FF2B5EF4-FFF2-40B4-BE49-F238E27FC236}">
                    <a16:creationId xmlns:a16="http://schemas.microsoft.com/office/drawing/2014/main" id="{B798FC7D-8D0F-461F-8CA2-B2ED6BA61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061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Line 32">
                <a:extLst>
                  <a:ext uri="{FF2B5EF4-FFF2-40B4-BE49-F238E27FC236}">
                    <a16:creationId xmlns:a16="http://schemas.microsoft.com/office/drawing/2014/main" id="{0F287F8F-C552-459E-8EF7-64DFE920A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46" y="1720"/>
                <a:ext cx="339" cy="33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5311" name="Group 33">
              <a:extLst>
                <a:ext uri="{FF2B5EF4-FFF2-40B4-BE49-F238E27FC236}">
                  <a16:creationId xmlns:a16="http://schemas.microsoft.com/office/drawing/2014/main" id="{9E206493-CCE9-4447-B0F0-22105357D4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0" y="1546"/>
              <a:ext cx="556" cy="678"/>
              <a:chOff x="1326" y="1162"/>
              <a:chExt cx="556" cy="678"/>
            </a:xfrm>
          </p:grpSpPr>
          <p:sp>
            <p:nvSpPr>
              <p:cNvPr id="55322" name="Text Box 34">
                <a:extLst>
                  <a:ext uri="{FF2B5EF4-FFF2-40B4-BE49-F238E27FC236}">
                    <a16:creationId xmlns:a16="http://schemas.microsoft.com/office/drawing/2014/main" id="{178B93F9-DCD1-46EA-AC3F-1511703B0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55323" name="Text Box 35">
                <a:extLst>
                  <a:ext uri="{FF2B5EF4-FFF2-40B4-BE49-F238E27FC236}">
                    <a16:creationId xmlns:a16="http://schemas.microsoft.com/office/drawing/2014/main" id="{29BC8C58-7C7E-485E-8C0A-A296C073F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55324" name="Text Box 36">
                <a:extLst>
                  <a:ext uri="{FF2B5EF4-FFF2-40B4-BE49-F238E27FC236}">
                    <a16:creationId xmlns:a16="http://schemas.microsoft.com/office/drawing/2014/main" id="{98058463-F59D-48AB-AC15-6FEB711EB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6" y="141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5325" name="Text Box 37">
                <a:extLst>
                  <a:ext uri="{FF2B5EF4-FFF2-40B4-BE49-F238E27FC236}">
                    <a16:creationId xmlns:a16="http://schemas.microsoft.com/office/drawing/2014/main" id="{9A7EDC91-C954-4DCF-BFF6-C0987385D0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55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55312" name="Group 38">
              <a:extLst>
                <a:ext uri="{FF2B5EF4-FFF2-40B4-BE49-F238E27FC236}">
                  <a16:creationId xmlns:a16="http://schemas.microsoft.com/office/drawing/2014/main" id="{B3C100C0-91E3-42E4-BF44-C723DE0A4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1" y="1773"/>
              <a:ext cx="1875" cy="299"/>
              <a:chOff x="1817" y="1389"/>
              <a:chExt cx="1875" cy="299"/>
            </a:xfrm>
          </p:grpSpPr>
          <p:sp>
            <p:nvSpPr>
              <p:cNvPr id="55318" name="Text Box 39">
                <a:extLst>
                  <a:ext uri="{FF2B5EF4-FFF2-40B4-BE49-F238E27FC236}">
                    <a16:creationId xmlns:a16="http://schemas.microsoft.com/office/drawing/2014/main" id="{2FC41186-78F0-4A04-A013-417AF67F5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7" y="1389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5319" name="Text Box 40">
                <a:extLst>
                  <a:ext uri="{FF2B5EF4-FFF2-40B4-BE49-F238E27FC236}">
                    <a16:creationId xmlns:a16="http://schemas.microsoft.com/office/drawing/2014/main" id="{58A07523-4D32-437D-BB4D-7BDB23198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" y="1400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5320" name="Text Box 41">
                <a:extLst>
                  <a:ext uri="{FF2B5EF4-FFF2-40B4-BE49-F238E27FC236}">
                    <a16:creationId xmlns:a16="http://schemas.microsoft.com/office/drawing/2014/main" id="{86002D00-6441-4180-B7D4-EEA2DA2FB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0" y="1389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5321" name="Text Box 42">
                <a:extLst>
                  <a:ext uri="{FF2B5EF4-FFF2-40B4-BE49-F238E27FC236}">
                    <a16:creationId xmlns:a16="http://schemas.microsoft.com/office/drawing/2014/main" id="{AB9CE86C-B204-4632-B3A1-A553C25659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9" y="1400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grpSp>
          <p:nvGrpSpPr>
            <p:cNvPr id="55313" name="Group 43">
              <a:extLst>
                <a:ext uri="{FF2B5EF4-FFF2-40B4-BE49-F238E27FC236}">
                  <a16:creationId xmlns:a16="http://schemas.microsoft.com/office/drawing/2014/main" id="{CCAF9D82-9212-423F-86C2-A76B61E21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2168"/>
              <a:ext cx="363" cy="1786"/>
              <a:chOff x="503" y="1677"/>
              <a:chExt cx="363" cy="1786"/>
            </a:xfrm>
          </p:grpSpPr>
          <p:sp>
            <p:nvSpPr>
              <p:cNvPr id="55314" name="Text Box 44">
                <a:extLst>
                  <a:ext uri="{FF2B5EF4-FFF2-40B4-BE49-F238E27FC236}">
                    <a16:creationId xmlns:a16="http://schemas.microsoft.com/office/drawing/2014/main" id="{3EF0F650-8515-4088-88A9-D498EBBD3B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7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5315" name="Text Box 45">
                <a:extLst>
                  <a:ext uri="{FF2B5EF4-FFF2-40B4-BE49-F238E27FC236}">
                    <a16:creationId xmlns:a16="http://schemas.microsoft.com/office/drawing/2014/main" id="{FA5D0A65-302A-4394-84D3-8BC0287FB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66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5316" name="Text Box 46">
                <a:extLst>
                  <a:ext uri="{FF2B5EF4-FFF2-40B4-BE49-F238E27FC236}">
                    <a16:creationId xmlns:a16="http://schemas.microsoft.com/office/drawing/2014/main" id="{4D69DFEE-5298-4A5B-9CEF-3C12870639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13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5317" name="Text Box 47">
                <a:extLst>
                  <a:ext uri="{FF2B5EF4-FFF2-40B4-BE49-F238E27FC236}">
                    <a16:creationId xmlns:a16="http://schemas.microsoft.com/office/drawing/2014/main" id="{4151E8D4-CC38-49C7-B13B-CDF12A18C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317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</p:grpSp>
      <p:sp>
        <p:nvSpPr>
          <p:cNvPr id="55344" name="Text Box 48">
            <a:extLst>
              <a:ext uri="{FF2B5EF4-FFF2-40B4-BE49-F238E27FC236}">
                <a16:creationId xmlns:a16="http://schemas.microsoft.com/office/drawing/2014/main" id="{0C8255CE-42F4-4100-BCB5-A3AB094E1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050" y="3405188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45" name="Text Box 49">
            <a:extLst>
              <a:ext uri="{FF2B5EF4-FFF2-40B4-BE49-F238E27FC236}">
                <a16:creationId xmlns:a16="http://schemas.microsoft.com/office/drawing/2014/main" id="{73CD73B9-8B78-4B7E-BBD5-51415B6D0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50" y="338931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46" name="Text Box 50">
            <a:extLst>
              <a:ext uri="{FF2B5EF4-FFF2-40B4-BE49-F238E27FC236}">
                <a16:creationId xmlns:a16="http://schemas.microsoft.com/office/drawing/2014/main" id="{DE5702F9-59DE-4E32-AC69-7B15C2CBF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50" y="420211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47" name="Text Box 51">
            <a:extLst>
              <a:ext uri="{FF2B5EF4-FFF2-40B4-BE49-F238E27FC236}">
                <a16:creationId xmlns:a16="http://schemas.microsoft.com/office/drawing/2014/main" id="{475E182C-277C-4EB7-97F4-2898253EF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759450"/>
            <a:ext cx="576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48" name="Text Box 52">
            <a:extLst>
              <a:ext uri="{FF2B5EF4-FFF2-40B4-BE49-F238E27FC236}">
                <a16:creationId xmlns:a16="http://schemas.microsoft.com/office/drawing/2014/main" id="{BC364DAF-18B8-42A6-834D-E4C393A6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5741988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49" name="Text Box 53">
            <a:extLst>
              <a:ext uri="{FF2B5EF4-FFF2-40B4-BE49-F238E27FC236}">
                <a16:creationId xmlns:a16="http://schemas.microsoft.com/office/drawing/2014/main" id="{9DC5E41B-17AD-4084-9725-7A02D42FF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850" y="496411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50" name="Text Box 54">
            <a:extLst>
              <a:ext uri="{FF2B5EF4-FFF2-40B4-BE49-F238E27FC236}">
                <a16:creationId xmlns:a16="http://schemas.microsoft.com/office/drawing/2014/main" id="{57DBEB1B-F4EF-4DCD-BE25-B41762BC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50" y="4964113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51" name="Text Box 55">
            <a:extLst>
              <a:ext uri="{FF2B5EF4-FFF2-40B4-BE49-F238E27FC236}">
                <a16:creationId xmlns:a16="http://schemas.microsoft.com/office/drawing/2014/main" id="{633B4880-D8C5-4A59-944F-0A735A0B8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979988"/>
            <a:ext cx="576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5352" name="Text Box 56">
            <a:extLst>
              <a:ext uri="{FF2B5EF4-FFF2-40B4-BE49-F238E27FC236}">
                <a16:creationId xmlns:a16="http://schemas.microsoft.com/office/drawing/2014/main" id="{FC78CB2B-3A7F-48B5-A6BD-295C5B4D3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066800"/>
            <a:ext cx="162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1】</a:t>
            </a:r>
          </a:p>
        </p:txBody>
      </p:sp>
    </p:spTree>
    <p:extLst>
      <p:ext uri="{BB962C8B-B14F-4D97-AF65-F5344CB8AC3E}">
        <p14:creationId xmlns:p14="http://schemas.microsoft.com/office/powerpoint/2010/main" val="20699737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5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5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utoUpdateAnimBg="0"/>
      <p:bldP spid="55299" grpId="0" autoUpdateAnimBg="0"/>
      <p:bldP spid="55344" grpId="0" autoUpdateAnimBg="0"/>
      <p:bldP spid="55345" grpId="0" autoUpdateAnimBg="0"/>
      <p:bldP spid="55346" grpId="0" autoUpdateAnimBg="0"/>
      <p:bldP spid="55347" grpId="0" autoUpdateAnimBg="0"/>
      <p:bldP spid="55348" grpId="0" autoUpdateAnimBg="0"/>
      <p:bldP spid="55349" grpId="0" autoUpdateAnimBg="0"/>
      <p:bldP spid="55350" grpId="0" autoUpdateAnimBg="0"/>
      <p:bldP spid="55351" grpId="0" autoUpdateAnimBg="0"/>
      <p:bldP spid="5535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78621A6-D404-4333-9B02-51FDC8289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7663" y="576263"/>
            <a:ext cx="1901825" cy="482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2】</a:t>
            </a:r>
          </a:p>
        </p:txBody>
      </p:sp>
      <p:grpSp>
        <p:nvGrpSpPr>
          <p:cNvPr id="56323" name="Group 3">
            <a:extLst>
              <a:ext uri="{FF2B5EF4-FFF2-40B4-BE49-F238E27FC236}">
                <a16:creationId xmlns:a16="http://schemas.microsoft.com/office/drawing/2014/main" id="{40D50B6D-48B6-4CFD-B8A1-0F6583C1758B}"/>
              </a:ext>
            </a:extLst>
          </p:cNvPr>
          <p:cNvGrpSpPr>
            <a:grpSpLocks/>
          </p:cNvGrpSpPr>
          <p:nvPr/>
        </p:nvGrpSpPr>
        <p:grpSpPr bwMode="auto">
          <a:xfrm>
            <a:off x="387350" y="1389063"/>
            <a:ext cx="2590800" cy="519112"/>
            <a:chOff x="288" y="554"/>
            <a:chExt cx="1632" cy="327"/>
          </a:xfrm>
        </p:grpSpPr>
        <p:sp>
          <p:nvSpPr>
            <p:cNvPr id="2" name="Text Box 4">
              <a:extLst>
                <a:ext uri="{FF2B5EF4-FFF2-40B4-BE49-F238E27FC236}">
                  <a16:creationId xmlns:a16="http://schemas.microsoft.com/office/drawing/2014/main" id="{56769B29-5961-4CC1-B678-A406C7CCB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554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F=AB+BC+AC</a:t>
              </a:r>
            </a:p>
          </p:txBody>
        </p:sp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9C96612D-DB40-4BDE-BAEC-5B0CE4A08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" y="618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A38847EB-FF2E-461A-A818-1C482D75A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" y="618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219DB905-F44E-4002-9252-6387854BC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5" y="618"/>
              <a:ext cx="117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28" name="Group 8">
            <a:extLst>
              <a:ext uri="{FF2B5EF4-FFF2-40B4-BE49-F238E27FC236}">
                <a16:creationId xmlns:a16="http://schemas.microsoft.com/office/drawing/2014/main" id="{717897EC-C1A7-4139-B705-62926D935058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2182813"/>
            <a:ext cx="4184650" cy="519112"/>
            <a:chOff x="309" y="1504"/>
            <a:chExt cx="2636" cy="327"/>
          </a:xfrm>
        </p:grpSpPr>
        <p:sp>
          <p:nvSpPr>
            <p:cNvPr id="56421" name="Text Box 9">
              <a:extLst>
                <a:ext uri="{FF2B5EF4-FFF2-40B4-BE49-F238E27FC236}">
                  <a16:creationId xmlns:a16="http://schemas.microsoft.com/office/drawing/2014/main" id="{ADDC3E8B-3CC5-47CD-846D-043A59AD5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" y="1504"/>
              <a:ext cx="26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=ABC+ABC+ABC+ABC</a:t>
              </a:r>
            </a:p>
          </p:txBody>
        </p:sp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3C108156-207C-4C51-BED3-5B4FFB811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BC5CB664-9734-4E34-BA98-853519048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222D64C3-0DBC-48A4-8610-F104AC182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15E13249-7B95-4D1A-A549-77415CCDC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8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3B825057-7A27-4C77-A6CF-3718F8D7F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6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2D42283D-6188-41C1-8516-3F041B04E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5" y="1568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36" name="Group 16">
            <a:extLst>
              <a:ext uri="{FF2B5EF4-FFF2-40B4-BE49-F238E27FC236}">
                <a16:creationId xmlns:a16="http://schemas.microsoft.com/office/drawing/2014/main" id="{DE51C40D-9F22-441D-BD90-2AD5B4965BD2}"/>
              </a:ext>
            </a:extLst>
          </p:cNvPr>
          <p:cNvGrpSpPr>
            <a:grpSpLocks/>
          </p:cNvGrpSpPr>
          <p:nvPr/>
        </p:nvGrpSpPr>
        <p:grpSpPr bwMode="auto">
          <a:xfrm>
            <a:off x="4270375" y="288925"/>
            <a:ext cx="4537075" cy="2376488"/>
            <a:chOff x="1730" y="1281"/>
            <a:chExt cx="2858" cy="1497"/>
          </a:xfrm>
        </p:grpSpPr>
        <p:grpSp>
          <p:nvGrpSpPr>
            <p:cNvPr id="56391" name="Group 17">
              <a:extLst>
                <a:ext uri="{FF2B5EF4-FFF2-40B4-BE49-F238E27FC236}">
                  <a16:creationId xmlns:a16="http://schemas.microsoft.com/office/drawing/2014/main" id="{49033940-0F26-4EE8-A804-49E808F05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1429"/>
              <a:ext cx="2846" cy="1349"/>
              <a:chOff x="1123" y="1718"/>
              <a:chExt cx="2846" cy="1349"/>
            </a:xfrm>
          </p:grpSpPr>
          <p:sp>
            <p:nvSpPr>
              <p:cNvPr id="56404" name="Rectangle 18">
                <a:extLst>
                  <a:ext uri="{FF2B5EF4-FFF2-40B4-BE49-F238E27FC236}">
                    <a16:creationId xmlns:a16="http://schemas.microsoft.com/office/drawing/2014/main" id="{46E2A1A3-45CB-4F33-8381-D62633F71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05" name="Rectangle 19">
                <a:extLst>
                  <a:ext uri="{FF2B5EF4-FFF2-40B4-BE49-F238E27FC236}">
                    <a16:creationId xmlns:a16="http://schemas.microsoft.com/office/drawing/2014/main" id="{62FEF4E2-959C-44FB-8EF4-413324232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06" name="Rectangle 20">
                <a:extLst>
                  <a:ext uri="{FF2B5EF4-FFF2-40B4-BE49-F238E27FC236}">
                    <a16:creationId xmlns:a16="http://schemas.microsoft.com/office/drawing/2014/main" id="{F6A27CE2-75BC-4205-B89C-BE70CACD5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07" name="Rectangle 21">
                <a:extLst>
                  <a:ext uri="{FF2B5EF4-FFF2-40B4-BE49-F238E27FC236}">
                    <a16:creationId xmlns:a16="http://schemas.microsoft.com/office/drawing/2014/main" id="{64F91ABE-7945-4550-8C2C-B92EE79A9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08" name="Rectangle 22">
                <a:extLst>
                  <a:ext uri="{FF2B5EF4-FFF2-40B4-BE49-F238E27FC236}">
                    <a16:creationId xmlns:a16="http://schemas.microsoft.com/office/drawing/2014/main" id="{CB22E6AB-806C-4136-ACD3-1BB119AAF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09" name="Rectangle 23">
                <a:extLst>
                  <a:ext uri="{FF2B5EF4-FFF2-40B4-BE49-F238E27FC236}">
                    <a16:creationId xmlns:a16="http://schemas.microsoft.com/office/drawing/2014/main" id="{559C0513-C581-417E-B11A-200360B1E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0" name="Rectangle 24">
                <a:extLst>
                  <a:ext uri="{FF2B5EF4-FFF2-40B4-BE49-F238E27FC236}">
                    <a16:creationId xmlns:a16="http://schemas.microsoft.com/office/drawing/2014/main" id="{5A5AADC1-F495-45A9-A4E4-541C56D59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1" name="Rectangle 25">
                <a:extLst>
                  <a:ext uri="{FF2B5EF4-FFF2-40B4-BE49-F238E27FC236}">
                    <a16:creationId xmlns:a16="http://schemas.microsoft.com/office/drawing/2014/main" id="{CBAE03C2-04F8-4803-B3EB-53737819A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2" name="Line 26">
                <a:extLst>
                  <a:ext uri="{FF2B5EF4-FFF2-40B4-BE49-F238E27FC236}">
                    <a16:creationId xmlns:a16="http://schemas.microsoft.com/office/drawing/2014/main" id="{78CB6B4B-DDBC-4243-891A-B0E1F689C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3" name="Line 27">
                <a:extLst>
                  <a:ext uri="{FF2B5EF4-FFF2-40B4-BE49-F238E27FC236}">
                    <a16:creationId xmlns:a16="http://schemas.microsoft.com/office/drawing/2014/main" id="{D8E6D5F2-36D6-4EAA-8400-0EF2A56F26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4" name="Line 28">
                <a:extLst>
                  <a:ext uri="{FF2B5EF4-FFF2-40B4-BE49-F238E27FC236}">
                    <a16:creationId xmlns:a16="http://schemas.microsoft.com/office/drawing/2014/main" id="{403A58C6-1173-47BE-87C5-86DC45A7C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5" name="Line 29">
                <a:extLst>
                  <a:ext uri="{FF2B5EF4-FFF2-40B4-BE49-F238E27FC236}">
                    <a16:creationId xmlns:a16="http://schemas.microsoft.com/office/drawing/2014/main" id="{AD3DF86F-7FA4-4E13-BCD9-EAAC4437F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6" name="Line 30">
                <a:extLst>
                  <a:ext uri="{FF2B5EF4-FFF2-40B4-BE49-F238E27FC236}">
                    <a16:creationId xmlns:a16="http://schemas.microsoft.com/office/drawing/2014/main" id="{11D58F77-3F9B-4836-B552-3442914E7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7" name="Line 31">
                <a:extLst>
                  <a:ext uri="{FF2B5EF4-FFF2-40B4-BE49-F238E27FC236}">
                    <a16:creationId xmlns:a16="http://schemas.microsoft.com/office/drawing/2014/main" id="{641A622D-BD7E-4DAA-A2C2-635511F35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8" name="Line 32">
                <a:extLst>
                  <a:ext uri="{FF2B5EF4-FFF2-40B4-BE49-F238E27FC236}">
                    <a16:creationId xmlns:a16="http://schemas.microsoft.com/office/drawing/2014/main" id="{482D021B-6A41-4043-A4D8-1EBFE1270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19" name="Line 33">
                <a:extLst>
                  <a:ext uri="{FF2B5EF4-FFF2-40B4-BE49-F238E27FC236}">
                    <a16:creationId xmlns:a16="http://schemas.microsoft.com/office/drawing/2014/main" id="{C311C75D-9257-49B1-B54D-CD30531AA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420" name="Line 34">
                <a:extLst>
                  <a:ext uri="{FF2B5EF4-FFF2-40B4-BE49-F238E27FC236}">
                    <a16:creationId xmlns:a16="http://schemas.microsoft.com/office/drawing/2014/main" id="{43ADE53B-AC5A-4D49-B438-DD2259D50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" y="1718"/>
                <a:ext cx="396" cy="3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6392" name="Group 35">
              <a:extLst>
                <a:ext uri="{FF2B5EF4-FFF2-40B4-BE49-F238E27FC236}">
                  <a16:creationId xmlns:a16="http://schemas.microsoft.com/office/drawing/2014/main" id="{AC91B716-9D03-4354-9ECA-DEA3E054C7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0" y="1281"/>
              <a:ext cx="545" cy="606"/>
              <a:chOff x="1111" y="1570"/>
              <a:chExt cx="545" cy="606"/>
            </a:xfrm>
          </p:grpSpPr>
          <p:sp>
            <p:nvSpPr>
              <p:cNvPr id="56401" name="Text Box 36">
                <a:extLst>
                  <a:ext uri="{FF2B5EF4-FFF2-40B4-BE49-F238E27FC236}">
                    <a16:creationId xmlns:a16="http://schemas.microsoft.com/office/drawing/2014/main" id="{C489780B-6BCA-4A71-BC40-ECEECACCFE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56402" name="Text Box 37">
                <a:extLst>
                  <a:ext uri="{FF2B5EF4-FFF2-40B4-BE49-F238E27FC236}">
                    <a16:creationId xmlns:a16="http://schemas.microsoft.com/office/drawing/2014/main" id="{2766BDAE-49F1-4ACD-BB12-C7E56AD76F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6403" name="Text Box 38">
                <a:extLst>
                  <a:ext uri="{FF2B5EF4-FFF2-40B4-BE49-F238E27FC236}">
                    <a16:creationId xmlns:a16="http://schemas.microsoft.com/office/drawing/2014/main" id="{1A43CF87-E902-47CF-97B9-5990FFE0E8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56393" name="Group 39">
              <a:extLst>
                <a:ext uri="{FF2B5EF4-FFF2-40B4-BE49-F238E27FC236}">
                  <a16:creationId xmlns:a16="http://schemas.microsoft.com/office/drawing/2014/main" id="{453BE75D-086D-434D-9F20-177E46996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" y="1916"/>
              <a:ext cx="363" cy="787"/>
              <a:chOff x="1156" y="2205"/>
              <a:chExt cx="363" cy="787"/>
            </a:xfrm>
          </p:grpSpPr>
          <p:sp>
            <p:nvSpPr>
              <p:cNvPr id="56399" name="Text Box 40">
                <a:extLst>
                  <a:ext uri="{FF2B5EF4-FFF2-40B4-BE49-F238E27FC236}">
                    <a16:creationId xmlns:a16="http://schemas.microsoft.com/office/drawing/2014/main" id="{B2A18057-7FD6-40BD-8BD8-E7D8B4300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6400" name="Text Box 41">
                <a:extLst>
                  <a:ext uri="{FF2B5EF4-FFF2-40B4-BE49-F238E27FC236}">
                    <a16:creationId xmlns:a16="http://schemas.microsoft.com/office/drawing/2014/main" id="{5FB987EF-CF36-483E-8E10-03C79B07F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56394" name="Group 42">
              <a:extLst>
                <a:ext uri="{FF2B5EF4-FFF2-40B4-BE49-F238E27FC236}">
                  <a16:creationId xmlns:a16="http://schemas.microsoft.com/office/drawing/2014/main" id="{EE6A3340-DFD1-41A5-942F-31B1AC6D5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4" y="1508"/>
              <a:ext cx="2223" cy="288"/>
              <a:chOff x="1655" y="1797"/>
              <a:chExt cx="2223" cy="288"/>
            </a:xfrm>
          </p:grpSpPr>
          <p:sp>
            <p:nvSpPr>
              <p:cNvPr id="56395" name="Text Box 43">
                <a:extLst>
                  <a:ext uri="{FF2B5EF4-FFF2-40B4-BE49-F238E27FC236}">
                    <a16:creationId xmlns:a16="http://schemas.microsoft.com/office/drawing/2014/main" id="{05AC4AA3-B721-440F-B2F7-09968F36A4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6396" name="Text Box 44">
                <a:extLst>
                  <a:ext uri="{FF2B5EF4-FFF2-40B4-BE49-F238E27FC236}">
                    <a16:creationId xmlns:a16="http://schemas.microsoft.com/office/drawing/2014/main" id="{5815EAC6-5771-4338-833A-877763F188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6397" name="Text Box 45">
                <a:extLst>
                  <a:ext uri="{FF2B5EF4-FFF2-40B4-BE49-F238E27FC236}">
                    <a16:creationId xmlns:a16="http://schemas.microsoft.com/office/drawing/2014/main" id="{ED4D0D16-9069-4062-B20F-765F133CA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6398" name="Text Box 46">
                <a:extLst>
                  <a:ext uri="{FF2B5EF4-FFF2-40B4-BE49-F238E27FC236}">
                    <a16:creationId xmlns:a16="http://schemas.microsoft.com/office/drawing/2014/main" id="{F6E6E61A-2B85-4B15-81A8-F9F71743D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</p:grpSp>
      <p:sp>
        <p:nvSpPr>
          <p:cNvPr id="56367" name="Text Box 47">
            <a:extLst>
              <a:ext uri="{FF2B5EF4-FFF2-40B4-BE49-F238E27FC236}">
                <a16:creationId xmlns:a16="http://schemas.microsoft.com/office/drawing/2014/main" id="{3102A177-7695-4A99-95A9-21CA64628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2032000"/>
            <a:ext cx="55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368" name="Text Box 48">
            <a:extLst>
              <a:ext uri="{FF2B5EF4-FFF2-40B4-BE49-F238E27FC236}">
                <a16:creationId xmlns:a16="http://schemas.microsoft.com/office/drawing/2014/main" id="{5E7FB709-62FF-45FD-845C-1A6E69011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1285875"/>
            <a:ext cx="55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369" name="Text Box 49">
            <a:extLst>
              <a:ext uri="{FF2B5EF4-FFF2-40B4-BE49-F238E27FC236}">
                <a16:creationId xmlns:a16="http://schemas.microsoft.com/office/drawing/2014/main" id="{F9A02289-1E3D-4F4C-931D-30B8D35AE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1285875"/>
            <a:ext cx="55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370" name="Text Box 50">
            <a:extLst>
              <a:ext uri="{FF2B5EF4-FFF2-40B4-BE49-F238E27FC236}">
                <a16:creationId xmlns:a16="http://schemas.microsoft.com/office/drawing/2014/main" id="{08F7DFBE-3CF6-4459-A480-CE32347DE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0" y="1270000"/>
            <a:ext cx="55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371" name="Text Box 51">
            <a:extLst>
              <a:ext uri="{FF2B5EF4-FFF2-40B4-BE49-F238E27FC236}">
                <a16:creationId xmlns:a16="http://schemas.microsoft.com/office/drawing/2014/main" id="{CC199A68-8F20-4035-8F57-49BA16F6F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138" y="3790950"/>
            <a:ext cx="17446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3】</a:t>
            </a:r>
          </a:p>
        </p:txBody>
      </p:sp>
      <p:grpSp>
        <p:nvGrpSpPr>
          <p:cNvPr id="56372" name="Group 52">
            <a:extLst>
              <a:ext uri="{FF2B5EF4-FFF2-40B4-BE49-F238E27FC236}">
                <a16:creationId xmlns:a16="http://schemas.microsoft.com/office/drawing/2014/main" id="{ED78D027-C308-4FB7-A882-3E4E2B2AFD36}"/>
              </a:ext>
            </a:extLst>
          </p:cNvPr>
          <p:cNvGrpSpPr>
            <a:grpSpLocks/>
          </p:cNvGrpSpPr>
          <p:nvPr/>
        </p:nvGrpSpPr>
        <p:grpSpPr bwMode="auto">
          <a:xfrm>
            <a:off x="4675188" y="4810125"/>
            <a:ext cx="4097337" cy="519113"/>
            <a:chOff x="587" y="2432"/>
            <a:chExt cx="2581" cy="327"/>
          </a:xfrm>
        </p:grpSpPr>
        <p:sp>
          <p:nvSpPr>
            <p:cNvPr id="56386" name="Text Box 53">
              <a:extLst>
                <a:ext uri="{FF2B5EF4-FFF2-40B4-BE49-F238E27FC236}">
                  <a16:creationId xmlns:a16="http://schemas.microsoft.com/office/drawing/2014/main" id="{904F02DD-4772-403E-806D-70833C8A1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2432"/>
              <a:ext cx="2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F=BC+AC+ABD+ABCD</a:t>
              </a:r>
            </a:p>
          </p:txBody>
        </p:sp>
        <p:sp>
          <p:nvSpPr>
            <p:cNvPr id="56387" name="Line 54">
              <a:extLst>
                <a:ext uri="{FF2B5EF4-FFF2-40B4-BE49-F238E27FC236}">
                  <a16:creationId xmlns:a16="http://schemas.microsoft.com/office/drawing/2014/main" id="{9D4C1934-6C5D-4026-A54C-07C9CD624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7" y="249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88" name="Line 55">
              <a:extLst>
                <a:ext uri="{FF2B5EF4-FFF2-40B4-BE49-F238E27FC236}">
                  <a16:creationId xmlns:a16="http://schemas.microsoft.com/office/drawing/2014/main" id="{0844F44B-37B7-4EB6-B69A-221019FED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7" y="249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89" name="Line 56">
              <a:extLst>
                <a:ext uri="{FF2B5EF4-FFF2-40B4-BE49-F238E27FC236}">
                  <a16:creationId xmlns:a16="http://schemas.microsoft.com/office/drawing/2014/main" id="{1F41DF91-1D43-441A-A55E-AA15DE28C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3" y="2485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390" name="Line 57">
              <a:extLst>
                <a:ext uri="{FF2B5EF4-FFF2-40B4-BE49-F238E27FC236}">
                  <a16:creationId xmlns:a16="http://schemas.microsoft.com/office/drawing/2014/main" id="{3109D2E3-3320-4B94-B6B3-7E3D1716E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3" y="249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378" name="Group 58">
            <a:extLst>
              <a:ext uri="{FF2B5EF4-FFF2-40B4-BE49-F238E27FC236}">
                <a16:creationId xmlns:a16="http://schemas.microsoft.com/office/drawing/2014/main" id="{C1A1238E-CEB2-420A-9DF9-C60AEBA932BD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2689225"/>
            <a:ext cx="3879850" cy="3943350"/>
            <a:chOff x="2798" y="1705"/>
            <a:chExt cx="2444" cy="2484"/>
          </a:xfrm>
        </p:grpSpPr>
        <p:grpSp>
          <p:nvGrpSpPr>
            <p:cNvPr id="56343" name="Group 59">
              <a:extLst>
                <a:ext uri="{FF2B5EF4-FFF2-40B4-BE49-F238E27FC236}">
                  <a16:creationId xmlns:a16="http://schemas.microsoft.com/office/drawing/2014/main" id="{46EDD89B-E20D-469D-AF1A-DBC254F44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2" y="1881"/>
              <a:ext cx="2350" cy="2308"/>
              <a:chOff x="2892" y="1881"/>
              <a:chExt cx="2350" cy="2308"/>
            </a:xfrm>
          </p:grpSpPr>
          <p:sp>
            <p:nvSpPr>
              <p:cNvPr id="56359" name="Rectangle 60">
                <a:extLst>
                  <a:ext uri="{FF2B5EF4-FFF2-40B4-BE49-F238E27FC236}">
                    <a16:creationId xmlns:a16="http://schemas.microsoft.com/office/drawing/2014/main" id="{327F8141-4EC2-4460-B0B3-0D0A9F453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369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0" name="Rectangle 61">
                <a:extLst>
                  <a:ext uri="{FF2B5EF4-FFF2-40B4-BE49-F238E27FC236}">
                    <a16:creationId xmlns:a16="http://schemas.microsoft.com/office/drawing/2014/main" id="{27F99888-605D-4A6B-BB6E-258EF1742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369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1" name="Rectangle 62">
                <a:extLst>
                  <a:ext uri="{FF2B5EF4-FFF2-40B4-BE49-F238E27FC236}">
                    <a16:creationId xmlns:a16="http://schemas.microsoft.com/office/drawing/2014/main" id="{E9B88AA4-6006-455D-98CE-CA5086991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7" y="369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2" name="Rectangle 63">
                <a:extLst>
                  <a:ext uri="{FF2B5EF4-FFF2-40B4-BE49-F238E27FC236}">
                    <a16:creationId xmlns:a16="http://schemas.microsoft.com/office/drawing/2014/main" id="{D2661B6A-DD6D-4A85-A853-896A7B4F3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369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3" name="Rectangle 64">
                <a:extLst>
                  <a:ext uri="{FF2B5EF4-FFF2-40B4-BE49-F238E27FC236}">
                    <a16:creationId xmlns:a16="http://schemas.microsoft.com/office/drawing/2014/main" id="{77AD39DA-C9B5-4C32-AEFA-171962D0C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320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4" name="Rectangle 65">
                <a:extLst>
                  <a:ext uri="{FF2B5EF4-FFF2-40B4-BE49-F238E27FC236}">
                    <a16:creationId xmlns:a16="http://schemas.microsoft.com/office/drawing/2014/main" id="{61D4D445-2BB3-4279-92A0-93785DE52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320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5" name="Rectangle 66">
                <a:extLst>
                  <a:ext uri="{FF2B5EF4-FFF2-40B4-BE49-F238E27FC236}">
                    <a16:creationId xmlns:a16="http://schemas.microsoft.com/office/drawing/2014/main" id="{7CF0EFC6-36E5-4BFB-B4A4-B05DC3C06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7" y="320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66" name="Rectangle 67">
                <a:extLst>
                  <a:ext uri="{FF2B5EF4-FFF2-40B4-BE49-F238E27FC236}">
                    <a16:creationId xmlns:a16="http://schemas.microsoft.com/office/drawing/2014/main" id="{278676E3-B9CD-458A-90A1-7FA18F5A1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320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68">
                <a:extLst>
                  <a:ext uri="{FF2B5EF4-FFF2-40B4-BE49-F238E27FC236}">
                    <a16:creationId xmlns:a16="http://schemas.microsoft.com/office/drawing/2014/main" id="{ADF85874-83A2-438C-8B19-B41E49CA6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271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69">
                <a:extLst>
                  <a:ext uri="{FF2B5EF4-FFF2-40B4-BE49-F238E27FC236}">
                    <a16:creationId xmlns:a16="http://schemas.microsoft.com/office/drawing/2014/main" id="{63E9FBCF-E21D-4A1E-B866-BAAE259B5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271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70">
                <a:extLst>
                  <a:ext uri="{FF2B5EF4-FFF2-40B4-BE49-F238E27FC236}">
                    <a16:creationId xmlns:a16="http://schemas.microsoft.com/office/drawing/2014/main" id="{5655AAD2-E1A3-475D-86F3-AB98822A7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7" y="271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71">
                <a:extLst>
                  <a:ext uri="{FF2B5EF4-FFF2-40B4-BE49-F238E27FC236}">
                    <a16:creationId xmlns:a16="http://schemas.microsoft.com/office/drawing/2014/main" id="{B7AA3086-4C7A-4098-9029-C7ECD3E7E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271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72">
                <a:extLst>
                  <a:ext uri="{FF2B5EF4-FFF2-40B4-BE49-F238E27FC236}">
                    <a16:creationId xmlns:a16="http://schemas.microsoft.com/office/drawing/2014/main" id="{76B4E929-3855-4D05-8325-F3DCEDF2B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222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73">
                <a:extLst>
                  <a:ext uri="{FF2B5EF4-FFF2-40B4-BE49-F238E27FC236}">
                    <a16:creationId xmlns:a16="http://schemas.microsoft.com/office/drawing/2014/main" id="{59892498-36F6-4976-90A8-32412BA8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222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3" name="Rectangle 74">
                <a:extLst>
                  <a:ext uri="{FF2B5EF4-FFF2-40B4-BE49-F238E27FC236}">
                    <a16:creationId xmlns:a16="http://schemas.microsoft.com/office/drawing/2014/main" id="{55BBB01D-79F6-4C1F-BB75-A7F921118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7" y="222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4" name="Rectangle 75">
                <a:extLst>
                  <a:ext uri="{FF2B5EF4-FFF2-40B4-BE49-F238E27FC236}">
                    <a16:creationId xmlns:a16="http://schemas.microsoft.com/office/drawing/2014/main" id="{CA90D7A9-AA35-45C7-89AE-A8585C277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8" y="222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5" name="Line 76">
                <a:extLst>
                  <a:ext uri="{FF2B5EF4-FFF2-40B4-BE49-F238E27FC236}">
                    <a16:creationId xmlns:a16="http://schemas.microsoft.com/office/drawing/2014/main" id="{2354CFE5-1784-4447-A89A-79531109C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2220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6" name="Line 77">
                <a:extLst>
                  <a:ext uri="{FF2B5EF4-FFF2-40B4-BE49-F238E27FC236}">
                    <a16:creationId xmlns:a16="http://schemas.microsoft.com/office/drawing/2014/main" id="{3DEF3A4E-C6E1-4DF7-A545-813F1DFDB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2711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7" name="Line 78">
                <a:extLst>
                  <a:ext uri="{FF2B5EF4-FFF2-40B4-BE49-F238E27FC236}">
                    <a16:creationId xmlns:a16="http://schemas.microsoft.com/office/drawing/2014/main" id="{213D3BD7-C386-40C3-AF2F-BE1AAC651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3204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Line 79">
                <a:extLst>
                  <a:ext uri="{FF2B5EF4-FFF2-40B4-BE49-F238E27FC236}">
                    <a16:creationId xmlns:a16="http://schemas.microsoft.com/office/drawing/2014/main" id="{8651560A-DB9A-4F67-BF87-8B698481A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3697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79" name="Line 80">
                <a:extLst>
                  <a:ext uri="{FF2B5EF4-FFF2-40B4-BE49-F238E27FC236}">
                    <a16:creationId xmlns:a16="http://schemas.microsoft.com/office/drawing/2014/main" id="{CFDADE49-A1C3-45B4-8EA5-7B97F32B9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4189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0" name="Line 81">
                <a:extLst>
                  <a:ext uri="{FF2B5EF4-FFF2-40B4-BE49-F238E27FC236}">
                    <a16:creationId xmlns:a16="http://schemas.microsoft.com/office/drawing/2014/main" id="{A981AF0F-3096-4F84-99C5-8FC5C26C8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222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1" name="Line 82">
                <a:extLst>
                  <a:ext uri="{FF2B5EF4-FFF2-40B4-BE49-F238E27FC236}">
                    <a16:creationId xmlns:a16="http://schemas.microsoft.com/office/drawing/2014/main" id="{055B21B5-B623-458C-8B5D-772A40E58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7" y="222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2" name="Line 83">
                <a:extLst>
                  <a:ext uri="{FF2B5EF4-FFF2-40B4-BE49-F238E27FC236}">
                    <a16:creationId xmlns:a16="http://schemas.microsoft.com/office/drawing/2014/main" id="{8F979FE0-53D4-42DF-AF53-95AAAAD236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6" y="222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3" name="Line 84">
                <a:extLst>
                  <a:ext uri="{FF2B5EF4-FFF2-40B4-BE49-F238E27FC236}">
                    <a16:creationId xmlns:a16="http://schemas.microsoft.com/office/drawing/2014/main" id="{993D0FFA-F3F7-48B1-AE7F-426F5F012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4" y="222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4" name="Line 85">
                <a:extLst>
                  <a:ext uri="{FF2B5EF4-FFF2-40B4-BE49-F238E27FC236}">
                    <a16:creationId xmlns:a16="http://schemas.microsoft.com/office/drawing/2014/main" id="{DCA50C64-CAE1-4F47-8C1D-597801B510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42" y="222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385" name="Line 86">
                <a:extLst>
                  <a:ext uri="{FF2B5EF4-FFF2-40B4-BE49-F238E27FC236}">
                    <a16:creationId xmlns:a16="http://schemas.microsoft.com/office/drawing/2014/main" id="{95318193-F5F2-4A7F-A7BC-65EBA028F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92" y="1881"/>
                <a:ext cx="343" cy="3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6344" name="Group 87">
              <a:extLst>
                <a:ext uri="{FF2B5EF4-FFF2-40B4-BE49-F238E27FC236}">
                  <a16:creationId xmlns:a16="http://schemas.microsoft.com/office/drawing/2014/main" id="{ADCA5615-CDE4-4460-B938-8609080B5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8" y="1705"/>
              <a:ext cx="556" cy="678"/>
              <a:chOff x="1326" y="1162"/>
              <a:chExt cx="556" cy="678"/>
            </a:xfrm>
          </p:grpSpPr>
          <p:sp>
            <p:nvSpPr>
              <p:cNvPr id="56355" name="Text Box 88">
                <a:extLst>
                  <a:ext uri="{FF2B5EF4-FFF2-40B4-BE49-F238E27FC236}">
                    <a16:creationId xmlns:a16="http://schemas.microsoft.com/office/drawing/2014/main" id="{9135DBE9-EB5E-4059-8F7C-0CF82E402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56356" name="Text Box 89">
                <a:extLst>
                  <a:ext uri="{FF2B5EF4-FFF2-40B4-BE49-F238E27FC236}">
                    <a16:creationId xmlns:a16="http://schemas.microsoft.com/office/drawing/2014/main" id="{2960DC9E-0591-470B-BCE6-A1101D569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6357" name="Text Box 90">
                <a:extLst>
                  <a:ext uri="{FF2B5EF4-FFF2-40B4-BE49-F238E27FC236}">
                    <a16:creationId xmlns:a16="http://schemas.microsoft.com/office/drawing/2014/main" id="{97F20181-4807-4805-AFA1-E92D1733E4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6" y="141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56358" name="Text Box 91">
                <a:extLst>
                  <a:ext uri="{FF2B5EF4-FFF2-40B4-BE49-F238E27FC236}">
                    <a16:creationId xmlns:a16="http://schemas.microsoft.com/office/drawing/2014/main" id="{B43C173A-8E63-4711-B84B-E7547AAFFB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55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56345" name="Group 92">
              <a:extLst>
                <a:ext uri="{FF2B5EF4-FFF2-40B4-BE49-F238E27FC236}">
                  <a16:creationId xmlns:a16="http://schemas.microsoft.com/office/drawing/2014/main" id="{20FDD205-905F-47C9-9E43-390BBC29D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1932"/>
              <a:ext cx="1875" cy="299"/>
              <a:chOff x="1817" y="1389"/>
              <a:chExt cx="1875" cy="299"/>
            </a:xfrm>
          </p:grpSpPr>
          <p:sp>
            <p:nvSpPr>
              <p:cNvPr id="56351" name="Text Box 93">
                <a:extLst>
                  <a:ext uri="{FF2B5EF4-FFF2-40B4-BE49-F238E27FC236}">
                    <a16:creationId xmlns:a16="http://schemas.microsoft.com/office/drawing/2014/main" id="{43877966-2E70-4298-A891-260004606C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7" y="1389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6352" name="Text Box 94">
                <a:extLst>
                  <a:ext uri="{FF2B5EF4-FFF2-40B4-BE49-F238E27FC236}">
                    <a16:creationId xmlns:a16="http://schemas.microsoft.com/office/drawing/2014/main" id="{609D1319-51C3-40CA-B55B-CFF044B585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9" y="1400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6353" name="Text Box 95">
                <a:extLst>
                  <a:ext uri="{FF2B5EF4-FFF2-40B4-BE49-F238E27FC236}">
                    <a16:creationId xmlns:a16="http://schemas.microsoft.com/office/drawing/2014/main" id="{2C502194-B670-434A-A1D3-891A36B5D0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0" y="1389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6354" name="Text Box 96">
                <a:extLst>
                  <a:ext uri="{FF2B5EF4-FFF2-40B4-BE49-F238E27FC236}">
                    <a16:creationId xmlns:a16="http://schemas.microsoft.com/office/drawing/2014/main" id="{70F9FBE3-30F5-4893-A7AD-3CAA152F5A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9" y="1400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grpSp>
          <p:nvGrpSpPr>
            <p:cNvPr id="56346" name="Group 97">
              <a:extLst>
                <a:ext uri="{FF2B5EF4-FFF2-40B4-BE49-F238E27FC236}">
                  <a16:creationId xmlns:a16="http://schemas.microsoft.com/office/drawing/2014/main" id="{1865EB94-7622-4339-B229-61D683695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5" y="2327"/>
              <a:ext cx="363" cy="1786"/>
              <a:chOff x="503" y="1677"/>
              <a:chExt cx="363" cy="1786"/>
            </a:xfrm>
          </p:grpSpPr>
          <p:sp>
            <p:nvSpPr>
              <p:cNvPr id="56347" name="Text Box 98">
                <a:extLst>
                  <a:ext uri="{FF2B5EF4-FFF2-40B4-BE49-F238E27FC236}">
                    <a16:creationId xmlns:a16="http://schemas.microsoft.com/office/drawing/2014/main" id="{5E2C8B71-BFEC-4E44-9C9A-49889A725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77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6348" name="Text Box 99">
                <a:extLst>
                  <a:ext uri="{FF2B5EF4-FFF2-40B4-BE49-F238E27FC236}">
                    <a16:creationId xmlns:a16="http://schemas.microsoft.com/office/drawing/2014/main" id="{D78677AC-3A39-4D95-8B56-480CBC1A2F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66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6349" name="Text Box 100">
                <a:extLst>
                  <a:ext uri="{FF2B5EF4-FFF2-40B4-BE49-F238E27FC236}">
                    <a16:creationId xmlns:a16="http://schemas.microsoft.com/office/drawing/2014/main" id="{4B15A14F-4297-49F5-84FD-D6878CB06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13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6350" name="Text Box 101">
                <a:extLst>
                  <a:ext uri="{FF2B5EF4-FFF2-40B4-BE49-F238E27FC236}">
                    <a16:creationId xmlns:a16="http://schemas.microsoft.com/office/drawing/2014/main" id="{F4079EF0-DECD-40DF-9365-DFB0ACCD31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3175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</p:grpSp>
      <p:sp>
        <p:nvSpPr>
          <p:cNvPr id="56422" name="Text Box 102">
            <a:extLst>
              <a:ext uri="{FF2B5EF4-FFF2-40B4-BE49-F238E27FC236}">
                <a16:creationId xmlns:a16="http://schemas.microsoft.com/office/drawing/2014/main" id="{42D7A7F4-2ACD-4528-B466-155B35378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4402138"/>
            <a:ext cx="592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3" name="Text Box 103">
            <a:extLst>
              <a:ext uri="{FF2B5EF4-FFF2-40B4-BE49-F238E27FC236}">
                <a16:creationId xmlns:a16="http://schemas.microsoft.com/office/drawing/2014/main" id="{5E41CB1F-E740-46EB-BA92-45D7510DA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384675"/>
            <a:ext cx="592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4" name="Text Box 104">
            <a:extLst>
              <a:ext uri="{FF2B5EF4-FFF2-40B4-BE49-F238E27FC236}">
                <a16:creationId xmlns:a16="http://schemas.microsoft.com/office/drawing/2014/main" id="{79CA0772-933C-44F7-AA14-7F66BF1F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214938"/>
            <a:ext cx="592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5" name="Text Box 105">
            <a:extLst>
              <a:ext uri="{FF2B5EF4-FFF2-40B4-BE49-F238E27FC236}">
                <a16:creationId xmlns:a16="http://schemas.microsoft.com/office/drawing/2014/main" id="{07769BD7-082A-4775-9E74-74AF2D9BD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197475"/>
            <a:ext cx="59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6" name="Text Box 106">
            <a:extLst>
              <a:ext uri="{FF2B5EF4-FFF2-40B4-BE49-F238E27FC236}">
                <a16:creationId xmlns:a16="http://schemas.microsoft.com/office/drawing/2014/main" id="{0D0D9C4E-1731-4D7A-AA85-C41F27E9D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3640138"/>
            <a:ext cx="592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7" name="Text Box 107">
            <a:extLst>
              <a:ext uri="{FF2B5EF4-FFF2-40B4-BE49-F238E27FC236}">
                <a16:creationId xmlns:a16="http://schemas.microsoft.com/office/drawing/2014/main" id="{5C190973-A1E9-42D6-B28C-8511AF68B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22675"/>
            <a:ext cx="592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8" name="Text Box 108">
            <a:extLst>
              <a:ext uri="{FF2B5EF4-FFF2-40B4-BE49-F238E27FC236}">
                <a16:creationId xmlns:a16="http://schemas.microsoft.com/office/drawing/2014/main" id="{14511212-00C1-4A90-AD3A-A4D0C9F59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6027738"/>
            <a:ext cx="592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29" name="Text Box 109">
            <a:extLst>
              <a:ext uri="{FF2B5EF4-FFF2-40B4-BE49-F238E27FC236}">
                <a16:creationId xmlns:a16="http://schemas.microsoft.com/office/drawing/2014/main" id="{F19DF569-B54C-4589-9D82-52ED7368E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6010275"/>
            <a:ext cx="59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30" name="Text Box 110">
            <a:extLst>
              <a:ext uri="{FF2B5EF4-FFF2-40B4-BE49-F238E27FC236}">
                <a16:creationId xmlns:a16="http://schemas.microsoft.com/office/drawing/2014/main" id="{568B0081-5C66-40B9-907E-85D6AC4B7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13350"/>
            <a:ext cx="59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56431" name="Text Box 111">
            <a:extLst>
              <a:ext uri="{FF2B5EF4-FFF2-40B4-BE49-F238E27FC236}">
                <a16:creationId xmlns:a16="http://schemas.microsoft.com/office/drawing/2014/main" id="{2BDB663C-5DAA-449A-9600-0E9E65311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026150"/>
            <a:ext cx="592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4429636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6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6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6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6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6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6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6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6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6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6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6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6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6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utoUpdateAnimBg="0"/>
      <p:bldP spid="56367" grpId="0" autoUpdateAnimBg="0"/>
      <p:bldP spid="56368" grpId="0" autoUpdateAnimBg="0"/>
      <p:bldP spid="56369" grpId="0" autoUpdateAnimBg="0"/>
      <p:bldP spid="56370" grpId="0" autoUpdateAnimBg="0"/>
      <p:bldP spid="56371" grpId="0" autoUpdateAnimBg="0"/>
      <p:bldP spid="56422" grpId="0" autoUpdateAnimBg="0"/>
      <p:bldP spid="56423" grpId="0" autoUpdateAnimBg="0"/>
      <p:bldP spid="56424" grpId="0" autoUpdateAnimBg="0"/>
      <p:bldP spid="56425" grpId="0" autoUpdateAnimBg="0"/>
      <p:bldP spid="56426" grpId="0" autoUpdateAnimBg="0"/>
      <p:bldP spid="56427" grpId="0" autoUpdateAnimBg="0"/>
      <p:bldP spid="56428" grpId="0" autoUpdateAnimBg="0"/>
      <p:bldP spid="56429" grpId="0" autoUpdateAnimBg="0"/>
      <p:bldP spid="56430" grpId="0" autoUpdateAnimBg="0"/>
      <p:bldP spid="564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AutoShape 2">
            <a:extLst>
              <a:ext uri="{FF2B5EF4-FFF2-40B4-BE49-F238E27FC236}">
                <a16:creationId xmlns:a16="http://schemas.microsoft.com/office/drawing/2014/main" id="{9B7661B9-DDFF-4FA3-B29D-A56119C6D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350" y="4249738"/>
            <a:ext cx="644525" cy="492125"/>
          </a:xfrm>
          <a:prstGeom prst="roundRect">
            <a:avLst>
              <a:gd name="adj" fmla="val 16667"/>
            </a:avLst>
          </a:prstGeom>
          <a:solidFill>
            <a:srgbClr val="FFF2B9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9" name="AutoShape 3">
            <a:extLst>
              <a:ext uri="{FF2B5EF4-FFF2-40B4-BE49-F238E27FC236}">
                <a16:creationId xmlns:a16="http://schemas.microsoft.com/office/drawing/2014/main" id="{F0869C42-4190-4B72-A20E-7CBED383D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265613"/>
            <a:ext cx="627063" cy="492125"/>
          </a:xfrm>
          <a:prstGeom prst="roundRect">
            <a:avLst>
              <a:gd name="adj" fmla="val 16667"/>
            </a:avLst>
          </a:prstGeom>
          <a:solidFill>
            <a:srgbClr val="FFF2B9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6260" name="Group 4">
            <a:extLst>
              <a:ext uri="{FF2B5EF4-FFF2-40B4-BE49-F238E27FC236}">
                <a16:creationId xmlns:a16="http://schemas.microsoft.com/office/drawing/2014/main" id="{848AE774-737A-434B-918A-96A72E999C67}"/>
              </a:ext>
            </a:extLst>
          </p:cNvPr>
          <p:cNvGrpSpPr>
            <a:grpSpLocks/>
          </p:cNvGrpSpPr>
          <p:nvPr/>
        </p:nvGrpSpPr>
        <p:grpSpPr bwMode="auto">
          <a:xfrm>
            <a:off x="4930775" y="2847975"/>
            <a:ext cx="3822700" cy="1985963"/>
            <a:chOff x="397" y="2530"/>
            <a:chExt cx="2408" cy="1251"/>
          </a:xfrm>
        </p:grpSpPr>
        <p:grpSp>
          <p:nvGrpSpPr>
            <p:cNvPr id="57484" name="Group 5">
              <a:extLst>
                <a:ext uri="{FF2B5EF4-FFF2-40B4-BE49-F238E27FC236}">
                  <a16:creationId xmlns:a16="http://schemas.microsoft.com/office/drawing/2014/main" id="{E8FE81FC-5FCF-4B3D-A229-F83374C8F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2530"/>
              <a:ext cx="2345" cy="1251"/>
              <a:chOff x="1037" y="886"/>
              <a:chExt cx="2345" cy="1251"/>
            </a:xfrm>
          </p:grpSpPr>
          <p:sp>
            <p:nvSpPr>
              <p:cNvPr id="57491" name="Rectangle 6">
                <a:extLst>
                  <a:ext uri="{FF2B5EF4-FFF2-40B4-BE49-F238E27FC236}">
                    <a16:creationId xmlns:a16="http://schemas.microsoft.com/office/drawing/2014/main" id="{F6680192-4B8A-49C7-BD3D-C2C1A7BBC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2" name="Rectangle 7">
                <a:extLst>
                  <a:ext uri="{FF2B5EF4-FFF2-40B4-BE49-F238E27FC236}">
                    <a16:creationId xmlns:a16="http://schemas.microsoft.com/office/drawing/2014/main" id="{C78E27FD-7783-4D26-9FBA-AD20BB9A4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3" name="Rectangle 8">
                <a:extLst>
                  <a:ext uri="{FF2B5EF4-FFF2-40B4-BE49-F238E27FC236}">
                    <a16:creationId xmlns:a16="http://schemas.microsoft.com/office/drawing/2014/main" id="{88F3DD6A-63F1-455A-93E3-415FB9DC0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4" name="Rectangle 9">
                <a:extLst>
                  <a:ext uri="{FF2B5EF4-FFF2-40B4-BE49-F238E27FC236}">
                    <a16:creationId xmlns:a16="http://schemas.microsoft.com/office/drawing/2014/main" id="{27CDA985-EDC9-4F79-BE5F-FC39E70FB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5" name="Rectangle 10">
                <a:extLst>
                  <a:ext uri="{FF2B5EF4-FFF2-40B4-BE49-F238E27FC236}">
                    <a16:creationId xmlns:a16="http://schemas.microsoft.com/office/drawing/2014/main" id="{6959065F-37A7-409D-B98B-F97F62825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6" name="Rectangle 11">
                <a:extLst>
                  <a:ext uri="{FF2B5EF4-FFF2-40B4-BE49-F238E27FC236}">
                    <a16:creationId xmlns:a16="http://schemas.microsoft.com/office/drawing/2014/main" id="{F18DDDDB-359D-4FC3-8671-D4AF07F91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7" name="Rectangle 12">
                <a:extLst>
                  <a:ext uri="{FF2B5EF4-FFF2-40B4-BE49-F238E27FC236}">
                    <a16:creationId xmlns:a16="http://schemas.microsoft.com/office/drawing/2014/main" id="{3E7BE550-E911-4D82-9D64-6B2B5BB6B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8" name="Rectangle 13">
                <a:extLst>
                  <a:ext uri="{FF2B5EF4-FFF2-40B4-BE49-F238E27FC236}">
                    <a16:creationId xmlns:a16="http://schemas.microsoft.com/office/drawing/2014/main" id="{9A2FE07E-E44C-4974-BE97-78F263CBA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99" name="Line 14">
                <a:extLst>
                  <a:ext uri="{FF2B5EF4-FFF2-40B4-BE49-F238E27FC236}">
                    <a16:creationId xmlns:a16="http://schemas.microsoft.com/office/drawing/2014/main" id="{F0CCCD7C-953D-478B-A6FA-2E180BD5B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0" name="Line 15">
                <a:extLst>
                  <a:ext uri="{FF2B5EF4-FFF2-40B4-BE49-F238E27FC236}">
                    <a16:creationId xmlns:a16="http://schemas.microsoft.com/office/drawing/2014/main" id="{AE3368B7-0834-445C-A415-B83246B85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1" name="Line 16">
                <a:extLst>
                  <a:ext uri="{FF2B5EF4-FFF2-40B4-BE49-F238E27FC236}">
                    <a16:creationId xmlns:a16="http://schemas.microsoft.com/office/drawing/2014/main" id="{73D2E5A8-6740-41A9-9421-CCD599BA4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2" name="Line 17">
                <a:extLst>
                  <a:ext uri="{FF2B5EF4-FFF2-40B4-BE49-F238E27FC236}">
                    <a16:creationId xmlns:a16="http://schemas.microsoft.com/office/drawing/2014/main" id="{768FBADC-FB1D-40C4-BC11-7549714F2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3" name="Line 18">
                <a:extLst>
                  <a:ext uri="{FF2B5EF4-FFF2-40B4-BE49-F238E27FC236}">
                    <a16:creationId xmlns:a16="http://schemas.microsoft.com/office/drawing/2014/main" id="{785B2A06-5CC5-4CA4-9744-05136CDC2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4" name="Line 19">
                <a:extLst>
                  <a:ext uri="{FF2B5EF4-FFF2-40B4-BE49-F238E27FC236}">
                    <a16:creationId xmlns:a16="http://schemas.microsoft.com/office/drawing/2014/main" id="{CFE41583-ED83-48F0-8F5B-A3BAB4D946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5" name="Line 20">
                <a:extLst>
                  <a:ext uri="{FF2B5EF4-FFF2-40B4-BE49-F238E27FC236}">
                    <a16:creationId xmlns:a16="http://schemas.microsoft.com/office/drawing/2014/main" id="{95AFDF37-28B2-4A49-8F39-9DD5A1D28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6" name="Line 21">
                <a:extLst>
                  <a:ext uri="{FF2B5EF4-FFF2-40B4-BE49-F238E27FC236}">
                    <a16:creationId xmlns:a16="http://schemas.microsoft.com/office/drawing/2014/main" id="{9EA2CE01-9282-4029-B7AD-6F3E36B7B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7" name="Line 22">
                <a:extLst>
                  <a:ext uri="{FF2B5EF4-FFF2-40B4-BE49-F238E27FC236}">
                    <a16:creationId xmlns:a16="http://schemas.microsoft.com/office/drawing/2014/main" id="{4245DC5B-62E3-4AC5-8EC6-A4F28C453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508" name="Text Box 23">
                <a:extLst>
                  <a:ext uri="{FF2B5EF4-FFF2-40B4-BE49-F238E27FC236}">
                    <a16:creationId xmlns:a16="http://schemas.microsoft.com/office/drawing/2014/main" id="{5C2765A1-7933-442C-BC42-21179918DD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57509" name="Text Box 24">
                <a:extLst>
                  <a:ext uri="{FF2B5EF4-FFF2-40B4-BE49-F238E27FC236}">
                    <a16:creationId xmlns:a16="http://schemas.microsoft.com/office/drawing/2014/main" id="{FE3ED651-B1B1-40C8-862B-A28C419B0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7510" name="Text Box 25">
                <a:extLst>
                  <a:ext uri="{FF2B5EF4-FFF2-40B4-BE49-F238E27FC236}">
                    <a16:creationId xmlns:a16="http://schemas.microsoft.com/office/drawing/2014/main" id="{919B8219-A785-4801-A8E5-0ACE5CC837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57511" name="Text Box 26">
                <a:extLst>
                  <a:ext uri="{FF2B5EF4-FFF2-40B4-BE49-F238E27FC236}">
                    <a16:creationId xmlns:a16="http://schemas.microsoft.com/office/drawing/2014/main" id="{F92F24E3-2387-494F-8128-4C977A325A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7512" name="Text Box 27">
                <a:extLst>
                  <a:ext uri="{FF2B5EF4-FFF2-40B4-BE49-F238E27FC236}">
                    <a16:creationId xmlns:a16="http://schemas.microsoft.com/office/drawing/2014/main" id="{B4CE402E-418B-4681-ABBD-2443BCA3A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57513" name="Text Box 28">
                <a:extLst>
                  <a:ext uri="{FF2B5EF4-FFF2-40B4-BE49-F238E27FC236}">
                    <a16:creationId xmlns:a16="http://schemas.microsoft.com/office/drawing/2014/main" id="{88A2E6B1-15BC-4502-A0E9-794A72E072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7514" name="Text Box 29">
                <a:extLst>
                  <a:ext uri="{FF2B5EF4-FFF2-40B4-BE49-F238E27FC236}">
                    <a16:creationId xmlns:a16="http://schemas.microsoft.com/office/drawing/2014/main" id="{F333C30A-8343-45CB-9C2C-BA33E6F25B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7515" name="Text Box 30">
                <a:extLst>
                  <a:ext uri="{FF2B5EF4-FFF2-40B4-BE49-F238E27FC236}">
                    <a16:creationId xmlns:a16="http://schemas.microsoft.com/office/drawing/2014/main" id="{B821761E-1281-4A61-83A4-498AD084B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7516" name="Text Box 31">
                <a:extLst>
                  <a:ext uri="{FF2B5EF4-FFF2-40B4-BE49-F238E27FC236}">
                    <a16:creationId xmlns:a16="http://schemas.microsoft.com/office/drawing/2014/main" id="{AEEDFF00-A489-4440-AAAE-CC70A69AA2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57485" name="Text Box 32">
              <a:extLst>
                <a:ext uri="{FF2B5EF4-FFF2-40B4-BE49-F238E27FC236}">
                  <a16:creationId xmlns:a16="http://schemas.microsoft.com/office/drawing/2014/main" id="{A6D752E4-AF41-4A3A-A6EE-D4C6EE58B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3030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86" name="Text Box 33">
              <a:extLst>
                <a:ext uri="{FF2B5EF4-FFF2-40B4-BE49-F238E27FC236}">
                  <a16:creationId xmlns:a16="http://schemas.microsoft.com/office/drawing/2014/main" id="{DA84CE19-603F-404D-9316-3A8EDBB63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3414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87" name="Text Box 34">
              <a:extLst>
                <a:ext uri="{FF2B5EF4-FFF2-40B4-BE49-F238E27FC236}">
                  <a16:creationId xmlns:a16="http://schemas.microsoft.com/office/drawing/2014/main" id="{3A4A3845-15B2-4825-8C82-1E7339A9E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29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88" name="Text Box 35">
              <a:extLst>
                <a:ext uri="{FF2B5EF4-FFF2-40B4-BE49-F238E27FC236}">
                  <a16:creationId xmlns:a16="http://schemas.microsoft.com/office/drawing/2014/main" id="{0293503E-74D6-436A-B8F7-820A6AD09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3" y="3041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89" name="Text Box 36">
              <a:extLst>
                <a:ext uri="{FF2B5EF4-FFF2-40B4-BE49-F238E27FC236}">
                  <a16:creationId xmlns:a16="http://schemas.microsoft.com/office/drawing/2014/main" id="{B35900FE-C31A-4D94-943A-F531EF698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" y="3446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90" name="Text Box 37">
              <a:extLst>
                <a:ext uri="{FF2B5EF4-FFF2-40B4-BE49-F238E27FC236}">
                  <a16:creationId xmlns:a16="http://schemas.microsoft.com/office/drawing/2014/main" id="{0D9EEAB9-7B79-4EC2-917E-F56AD72DD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" y="3435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96294" name="AutoShape 38">
            <a:extLst>
              <a:ext uri="{FF2B5EF4-FFF2-40B4-BE49-F238E27FC236}">
                <a16:creationId xmlns:a16="http://schemas.microsoft.com/office/drawing/2014/main" id="{5F3AB650-F9A7-4BAB-AD61-5EED1F7AF3E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196138" y="3673475"/>
            <a:ext cx="1100137" cy="457200"/>
          </a:xfrm>
          <a:prstGeom prst="roundRect">
            <a:avLst>
              <a:gd name="adj" fmla="val 16667"/>
            </a:avLst>
          </a:prstGeom>
          <a:solidFill>
            <a:srgbClr val="FFC9FF">
              <a:alpha val="50195"/>
            </a:srgbClr>
          </a:solidFill>
          <a:ln w="38100">
            <a:solidFill>
              <a:srgbClr val="FF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95" name="AutoShape 39">
            <a:extLst>
              <a:ext uri="{FF2B5EF4-FFF2-40B4-BE49-F238E27FC236}">
                <a16:creationId xmlns:a16="http://schemas.microsoft.com/office/drawing/2014/main" id="{DCFE5268-FF3C-461F-A203-9B23E73E86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112669" y="3977482"/>
            <a:ext cx="1100137" cy="457200"/>
          </a:xfrm>
          <a:prstGeom prst="roundRect">
            <a:avLst>
              <a:gd name="adj" fmla="val 16667"/>
            </a:avLst>
          </a:prstGeom>
          <a:solidFill>
            <a:schemeClr val="hlink">
              <a:alpha val="50195"/>
            </a:schemeClr>
          </a:solidFill>
          <a:ln w="38100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96" name="AutoShape 40">
            <a:extLst>
              <a:ext uri="{FF2B5EF4-FFF2-40B4-BE49-F238E27FC236}">
                <a16:creationId xmlns:a16="http://schemas.microsoft.com/office/drawing/2014/main" id="{CE5A8ACA-796F-45F7-A057-BDC6DE32C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413" y="5180013"/>
            <a:ext cx="1100137" cy="457200"/>
          </a:xfrm>
          <a:prstGeom prst="roundRect">
            <a:avLst>
              <a:gd name="adj" fmla="val 16667"/>
            </a:avLst>
          </a:prstGeom>
          <a:solidFill>
            <a:schemeClr val="hlink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FF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6297" name="Group 41">
            <a:extLst>
              <a:ext uri="{FF2B5EF4-FFF2-40B4-BE49-F238E27FC236}">
                <a16:creationId xmlns:a16="http://schemas.microsoft.com/office/drawing/2014/main" id="{9BF0996E-A513-4A8A-B2B3-35E67060449E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3711575"/>
            <a:ext cx="3822700" cy="1985963"/>
            <a:chOff x="397" y="2530"/>
            <a:chExt cx="2408" cy="1251"/>
          </a:xfrm>
        </p:grpSpPr>
        <p:grpSp>
          <p:nvGrpSpPr>
            <p:cNvPr id="57451" name="Group 42">
              <a:extLst>
                <a:ext uri="{FF2B5EF4-FFF2-40B4-BE49-F238E27FC236}">
                  <a16:creationId xmlns:a16="http://schemas.microsoft.com/office/drawing/2014/main" id="{9955BB5F-F18D-42D7-8E61-B4D2FDE5A8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" y="2530"/>
              <a:ext cx="2345" cy="1251"/>
              <a:chOff x="1037" y="886"/>
              <a:chExt cx="2345" cy="1251"/>
            </a:xfrm>
          </p:grpSpPr>
          <p:sp>
            <p:nvSpPr>
              <p:cNvPr id="57458" name="Rectangle 43">
                <a:extLst>
                  <a:ext uri="{FF2B5EF4-FFF2-40B4-BE49-F238E27FC236}">
                    <a16:creationId xmlns:a16="http://schemas.microsoft.com/office/drawing/2014/main" id="{AAD1AD6F-77FA-41F4-A3FB-908DF6513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59" name="Rectangle 44">
                <a:extLst>
                  <a:ext uri="{FF2B5EF4-FFF2-40B4-BE49-F238E27FC236}">
                    <a16:creationId xmlns:a16="http://schemas.microsoft.com/office/drawing/2014/main" id="{A53C52B8-2FB8-424B-8F45-C08A9FA6D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0" name="Rectangle 45">
                <a:extLst>
                  <a:ext uri="{FF2B5EF4-FFF2-40B4-BE49-F238E27FC236}">
                    <a16:creationId xmlns:a16="http://schemas.microsoft.com/office/drawing/2014/main" id="{3674F746-8124-4AA8-B1C6-3B5B854ED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1" name="Rectangle 46">
                <a:extLst>
                  <a:ext uri="{FF2B5EF4-FFF2-40B4-BE49-F238E27FC236}">
                    <a16:creationId xmlns:a16="http://schemas.microsoft.com/office/drawing/2014/main" id="{4D42DE45-2CA0-41FC-9945-A1E3F12A7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2" name="Rectangle 47">
                <a:extLst>
                  <a:ext uri="{FF2B5EF4-FFF2-40B4-BE49-F238E27FC236}">
                    <a16:creationId xmlns:a16="http://schemas.microsoft.com/office/drawing/2014/main" id="{78986EA5-1321-43AB-8759-5CC30F1BB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3" name="Rectangle 48">
                <a:extLst>
                  <a:ext uri="{FF2B5EF4-FFF2-40B4-BE49-F238E27FC236}">
                    <a16:creationId xmlns:a16="http://schemas.microsoft.com/office/drawing/2014/main" id="{CFD63AE4-10AC-49F2-B59A-2907C2D39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4" name="Rectangle 49">
                <a:extLst>
                  <a:ext uri="{FF2B5EF4-FFF2-40B4-BE49-F238E27FC236}">
                    <a16:creationId xmlns:a16="http://schemas.microsoft.com/office/drawing/2014/main" id="{49BAD85E-A87B-4B17-B099-8EAE01D40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5" name="Rectangle 50">
                <a:extLst>
                  <a:ext uri="{FF2B5EF4-FFF2-40B4-BE49-F238E27FC236}">
                    <a16:creationId xmlns:a16="http://schemas.microsoft.com/office/drawing/2014/main" id="{F3A2197E-E843-42FE-B773-A8D86D87B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6" name="Line 51">
                <a:extLst>
                  <a:ext uri="{FF2B5EF4-FFF2-40B4-BE49-F238E27FC236}">
                    <a16:creationId xmlns:a16="http://schemas.microsoft.com/office/drawing/2014/main" id="{E32B587E-D195-4A3E-8710-36F13A68B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7" name="Line 52">
                <a:extLst>
                  <a:ext uri="{FF2B5EF4-FFF2-40B4-BE49-F238E27FC236}">
                    <a16:creationId xmlns:a16="http://schemas.microsoft.com/office/drawing/2014/main" id="{FEB386CB-4124-4E33-BD4A-E9FCDB97DC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8" name="Line 53">
                <a:extLst>
                  <a:ext uri="{FF2B5EF4-FFF2-40B4-BE49-F238E27FC236}">
                    <a16:creationId xmlns:a16="http://schemas.microsoft.com/office/drawing/2014/main" id="{7C478679-4CF4-4D30-8D9E-AA4497B85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69" name="Line 54">
                <a:extLst>
                  <a:ext uri="{FF2B5EF4-FFF2-40B4-BE49-F238E27FC236}">
                    <a16:creationId xmlns:a16="http://schemas.microsoft.com/office/drawing/2014/main" id="{9B3D9268-C69F-4576-8B54-F5CA66668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0" name="Line 55">
                <a:extLst>
                  <a:ext uri="{FF2B5EF4-FFF2-40B4-BE49-F238E27FC236}">
                    <a16:creationId xmlns:a16="http://schemas.microsoft.com/office/drawing/2014/main" id="{49152C91-FFC7-4F1E-AE88-CED3DDF7E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1" name="Line 56">
                <a:extLst>
                  <a:ext uri="{FF2B5EF4-FFF2-40B4-BE49-F238E27FC236}">
                    <a16:creationId xmlns:a16="http://schemas.microsoft.com/office/drawing/2014/main" id="{1C04B808-02D3-4335-BCB8-EA4FBACEA0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2" name="Line 57">
                <a:extLst>
                  <a:ext uri="{FF2B5EF4-FFF2-40B4-BE49-F238E27FC236}">
                    <a16:creationId xmlns:a16="http://schemas.microsoft.com/office/drawing/2014/main" id="{0DCDA786-E2AA-456F-943D-86D33A0D0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3" name="Line 58">
                <a:extLst>
                  <a:ext uri="{FF2B5EF4-FFF2-40B4-BE49-F238E27FC236}">
                    <a16:creationId xmlns:a16="http://schemas.microsoft.com/office/drawing/2014/main" id="{F459E0CD-63DC-44EB-AC97-7F92DC684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4" name="Line 59">
                <a:extLst>
                  <a:ext uri="{FF2B5EF4-FFF2-40B4-BE49-F238E27FC236}">
                    <a16:creationId xmlns:a16="http://schemas.microsoft.com/office/drawing/2014/main" id="{75BC869F-4165-47A9-B6F9-C53990C844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75" name="Text Box 60">
                <a:extLst>
                  <a:ext uri="{FF2B5EF4-FFF2-40B4-BE49-F238E27FC236}">
                    <a16:creationId xmlns:a16="http://schemas.microsoft.com/office/drawing/2014/main" id="{A857122D-F464-4218-B968-98838C732C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57476" name="Text Box 61">
                <a:extLst>
                  <a:ext uri="{FF2B5EF4-FFF2-40B4-BE49-F238E27FC236}">
                    <a16:creationId xmlns:a16="http://schemas.microsoft.com/office/drawing/2014/main" id="{B2C4B71D-D192-4A30-A466-D218CF2133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7477" name="Text Box 62">
                <a:extLst>
                  <a:ext uri="{FF2B5EF4-FFF2-40B4-BE49-F238E27FC236}">
                    <a16:creationId xmlns:a16="http://schemas.microsoft.com/office/drawing/2014/main" id="{D4C6CF76-D1AA-4014-AAB5-B89C22691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57478" name="Text Box 63">
                <a:extLst>
                  <a:ext uri="{FF2B5EF4-FFF2-40B4-BE49-F238E27FC236}">
                    <a16:creationId xmlns:a16="http://schemas.microsoft.com/office/drawing/2014/main" id="{A8033EC1-8D1A-4D1A-B1F0-8F4006069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7479" name="Text Box 64">
                <a:extLst>
                  <a:ext uri="{FF2B5EF4-FFF2-40B4-BE49-F238E27FC236}">
                    <a16:creationId xmlns:a16="http://schemas.microsoft.com/office/drawing/2014/main" id="{66300A03-681B-4211-85E4-67DA02C710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57480" name="Text Box 65">
                <a:extLst>
                  <a:ext uri="{FF2B5EF4-FFF2-40B4-BE49-F238E27FC236}">
                    <a16:creationId xmlns:a16="http://schemas.microsoft.com/office/drawing/2014/main" id="{ACE6C649-9C9D-4775-A8D3-3C725D07E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7481" name="Text Box 66">
                <a:extLst>
                  <a:ext uri="{FF2B5EF4-FFF2-40B4-BE49-F238E27FC236}">
                    <a16:creationId xmlns:a16="http://schemas.microsoft.com/office/drawing/2014/main" id="{6CBC41E2-4FCE-48D5-B552-35866EAC89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7482" name="Text Box 67">
                <a:extLst>
                  <a:ext uri="{FF2B5EF4-FFF2-40B4-BE49-F238E27FC236}">
                    <a16:creationId xmlns:a16="http://schemas.microsoft.com/office/drawing/2014/main" id="{2BB22F6C-6860-4256-B2B8-960F7FB235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7483" name="Text Box 68">
                <a:extLst>
                  <a:ext uri="{FF2B5EF4-FFF2-40B4-BE49-F238E27FC236}">
                    <a16:creationId xmlns:a16="http://schemas.microsoft.com/office/drawing/2014/main" id="{1C9C1E28-2975-4C2B-968B-3EFCF1930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57452" name="Text Box 69">
              <a:extLst>
                <a:ext uri="{FF2B5EF4-FFF2-40B4-BE49-F238E27FC236}">
                  <a16:creationId xmlns:a16="http://schemas.microsoft.com/office/drawing/2014/main" id="{9BC8E36F-F7F4-47AE-9226-0A02EBFD4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3030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53" name="Text Box 70">
              <a:extLst>
                <a:ext uri="{FF2B5EF4-FFF2-40B4-BE49-F238E27FC236}">
                  <a16:creationId xmlns:a16="http://schemas.microsoft.com/office/drawing/2014/main" id="{F724EDF3-4647-42EB-9008-F52160618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3414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54" name="Text Box 71">
              <a:extLst>
                <a:ext uri="{FF2B5EF4-FFF2-40B4-BE49-F238E27FC236}">
                  <a16:creationId xmlns:a16="http://schemas.microsoft.com/office/drawing/2014/main" id="{6334BEB0-153B-447C-8D5C-C0A8425CF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29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55" name="Text Box 72">
              <a:extLst>
                <a:ext uri="{FF2B5EF4-FFF2-40B4-BE49-F238E27FC236}">
                  <a16:creationId xmlns:a16="http://schemas.microsoft.com/office/drawing/2014/main" id="{F0AE26D3-9393-4A86-9508-1CD5A32D6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3" y="3041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56" name="Text Box 73">
              <a:extLst>
                <a:ext uri="{FF2B5EF4-FFF2-40B4-BE49-F238E27FC236}">
                  <a16:creationId xmlns:a16="http://schemas.microsoft.com/office/drawing/2014/main" id="{53F04408-F3E2-46C5-B0B7-1005B3639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" y="3446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57" name="Text Box 74">
              <a:extLst>
                <a:ext uri="{FF2B5EF4-FFF2-40B4-BE49-F238E27FC236}">
                  <a16:creationId xmlns:a16="http://schemas.microsoft.com/office/drawing/2014/main" id="{59217C7F-83AD-412F-BE7D-0F89721DB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" y="3435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96331" name="AutoShape 75">
            <a:extLst>
              <a:ext uri="{FF2B5EF4-FFF2-40B4-BE49-F238E27FC236}">
                <a16:creationId xmlns:a16="http://schemas.microsoft.com/office/drawing/2014/main" id="{5EED97C4-1BE9-4E1C-A6EB-5B6C42F6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537075"/>
            <a:ext cx="1100137" cy="457200"/>
          </a:xfrm>
          <a:prstGeom prst="roundRect">
            <a:avLst>
              <a:gd name="adj" fmla="val 16667"/>
            </a:avLst>
          </a:prstGeom>
          <a:solidFill>
            <a:srgbClr val="FFC1FF">
              <a:alpha val="50195"/>
            </a:srgbClr>
          </a:solidFill>
          <a:ln w="38100">
            <a:solidFill>
              <a:srgbClr val="FF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332" name="AutoShape 76">
            <a:extLst>
              <a:ext uri="{FF2B5EF4-FFF2-40B4-BE49-F238E27FC236}">
                <a16:creationId xmlns:a16="http://schemas.microsoft.com/office/drawing/2014/main" id="{81B5A51E-2DF0-41E3-9121-D71DE41B30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56781" y="4841082"/>
            <a:ext cx="1100137" cy="457200"/>
          </a:xfrm>
          <a:prstGeom prst="roundRect">
            <a:avLst>
              <a:gd name="adj" fmla="val 16667"/>
            </a:avLst>
          </a:prstGeom>
          <a:solidFill>
            <a:srgbClr val="FFF2B9">
              <a:alpha val="50195"/>
            </a:srgbClr>
          </a:solidFill>
          <a:ln w="38100">
            <a:solidFill>
              <a:srgbClr val="FFF2B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333" name="Rectangle 77">
            <a:extLst>
              <a:ext uri="{FF2B5EF4-FFF2-40B4-BE49-F238E27FC236}">
                <a16:creationId xmlns:a16="http://schemas.microsoft.com/office/drawing/2014/main" id="{76C51165-94C3-4284-A33F-056D2FF0C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63" y="271463"/>
            <a:ext cx="2692400" cy="4318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1F08F8"/>
                </a:solidFill>
              </a:rPr>
              <a:t>3</a:t>
            </a:r>
            <a:r>
              <a:rPr lang="zh-CN" altLang="en-US" sz="2800" b="1" dirty="0">
                <a:solidFill>
                  <a:srgbClr val="1F08F8"/>
                </a:solidFill>
              </a:rPr>
              <a:t>、卡诺图化简</a:t>
            </a:r>
          </a:p>
        </p:txBody>
      </p:sp>
      <p:grpSp>
        <p:nvGrpSpPr>
          <p:cNvPr id="96334" name="Group 78">
            <a:extLst>
              <a:ext uri="{FF2B5EF4-FFF2-40B4-BE49-F238E27FC236}">
                <a16:creationId xmlns:a16="http://schemas.microsoft.com/office/drawing/2014/main" id="{03DC0AF8-AFD8-43FF-9C38-BCDA029A8B53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982663"/>
            <a:ext cx="3722687" cy="1985962"/>
            <a:chOff x="514" y="886"/>
            <a:chExt cx="2345" cy="1251"/>
          </a:xfrm>
        </p:grpSpPr>
        <p:grpSp>
          <p:nvGrpSpPr>
            <p:cNvPr id="57418" name="Group 79">
              <a:extLst>
                <a:ext uri="{FF2B5EF4-FFF2-40B4-BE49-F238E27FC236}">
                  <a16:creationId xmlns:a16="http://schemas.microsoft.com/office/drawing/2014/main" id="{301C947A-249C-486F-96C6-BA85675D1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" y="886"/>
              <a:ext cx="2345" cy="1251"/>
              <a:chOff x="1037" y="886"/>
              <a:chExt cx="2345" cy="1251"/>
            </a:xfrm>
          </p:grpSpPr>
          <p:sp>
            <p:nvSpPr>
              <p:cNvPr id="57425" name="Rectangle 80">
                <a:extLst>
                  <a:ext uri="{FF2B5EF4-FFF2-40B4-BE49-F238E27FC236}">
                    <a16:creationId xmlns:a16="http://schemas.microsoft.com/office/drawing/2014/main" id="{7B5DCDDC-1E8A-4E9A-966C-AA70BE91D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26" name="Rectangle 81">
                <a:extLst>
                  <a:ext uri="{FF2B5EF4-FFF2-40B4-BE49-F238E27FC236}">
                    <a16:creationId xmlns:a16="http://schemas.microsoft.com/office/drawing/2014/main" id="{C9CBBA9A-4422-470C-AB70-03592E9A7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27" name="Rectangle 82">
                <a:extLst>
                  <a:ext uri="{FF2B5EF4-FFF2-40B4-BE49-F238E27FC236}">
                    <a16:creationId xmlns:a16="http://schemas.microsoft.com/office/drawing/2014/main" id="{B9BD5CE7-792F-4FE5-8DFF-E52608995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28" name="Rectangle 83">
                <a:extLst>
                  <a:ext uri="{FF2B5EF4-FFF2-40B4-BE49-F238E27FC236}">
                    <a16:creationId xmlns:a16="http://schemas.microsoft.com/office/drawing/2014/main" id="{7D2B4DF9-6850-430F-906E-8B27E969A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29" name="Rectangle 84">
                <a:extLst>
                  <a:ext uri="{FF2B5EF4-FFF2-40B4-BE49-F238E27FC236}">
                    <a16:creationId xmlns:a16="http://schemas.microsoft.com/office/drawing/2014/main" id="{711B9A7E-51E4-4B11-BF7F-B36889300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0" name="Rectangle 85">
                <a:extLst>
                  <a:ext uri="{FF2B5EF4-FFF2-40B4-BE49-F238E27FC236}">
                    <a16:creationId xmlns:a16="http://schemas.microsoft.com/office/drawing/2014/main" id="{0C7FF4F8-A6C8-411A-9C5A-3EDD36F75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1" name="Rectangle 86">
                <a:extLst>
                  <a:ext uri="{FF2B5EF4-FFF2-40B4-BE49-F238E27FC236}">
                    <a16:creationId xmlns:a16="http://schemas.microsoft.com/office/drawing/2014/main" id="{55F8446C-587A-4259-AF66-3F5CD3C6D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2" name="Rectangle 87">
                <a:extLst>
                  <a:ext uri="{FF2B5EF4-FFF2-40B4-BE49-F238E27FC236}">
                    <a16:creationId xmlns:a16="http://schemas.microsoft.com/office/drawing/2014/main" id="{01ADA12A-4E93-4933-9BF1-CF5B2A206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3" name="Line 88">
                <a:extLst>
                  <a:ext uri="{FF2B5EF4-FFF2-40B4-BE49-F238E27FC236}">
                    <a16:creationId xmlns:a16="http://schemas.microsoft.com/office/drawing/2014/main" id="{61C3B7F3-7B1F-4EFB-A0B0-45181A572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4" name="Line 89">
                <a:extLst>
                  <a:ext uri="{FF2B5EF4-FFF2-40B4-BE49-F238E27FC236}">
                    <a16:creationId xmlns:a16="http://schemas.microsoft.com/office/drawing/2014/main" id="{47D800A6-F9CF-494C-B9B6-EFF577B09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5" name="Line 90">
                <a:extLst>
                  <a:ext uri="{FF2B5EF4-FFF2-40B4-BE49-F238E27FC236}">
                    <a16:creationId xmlns:a16="http://schemas.microsoft.com/office/drawing/2014/main" id="{0A8A71F5-16F1-440B-A205-43D51D321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6" name="Line 91">
                <a:extLst>
                  <a:ext uri="{FF2B5EF4-FFF2-40B4-BE49-F238E27FC236}">
                    <a16:creationId xmlns:a16="http://schemas.microsoft.com/office/drawing/2014/main" id="{4901FCEF-458F-48A8-86D7-81EA28021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7" name="Line 92">
                <a:extLst>
                  <a:ext uri="{FF2B5EF4-FFF2-40B4-BE49-F238E27FC236}">
                    <a16:creationId xmlns:a16="http://schemas.microsoft.com/office/drawing/2014/main" id="{7340EC36-3862-45CF-8E58-50B59ED88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8" name="Line 93">
                <a:extLst>
                  <a:ext uri="{FF2B5EF4-FFF2-40B4-BE49-F238E27FC236}">
                    <a16:creationId xmlns:a16="http://schemas.microsoft.com/office/drawing/2014/main" id="{B19672F5-DED8-495C-A9CB-4A215B501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39" name="Line 94">
                <a:extLst>
                  <a:ext uri="{FF2B5EF4-FFF2-40B4-BE49-F238E27FC236}">
                    <a16:creationId xmlns:a16="http://schemas.microsoft.com/office/drawing/2014/main" id="{D6BC7509-0094-4B73-94DF-75D96ECCD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40" name="Line 95">
                <a:extLst>
                  <a:ext uri="{FF2B5EF4-FFF2-40B4-BE49-F238E27FC236}">
                    <a16:creationId xmlns:a16="http://schemas.microsoft.com/office/drawing/2014/main" id="{CE1EB56C-CC20-4B16-9C2F-769F3FBD9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41" name="Line 96">
                <a:extLst>
                  <a:ext uri="{FF2B5EF4-FFF2-40B4-BE49-F238E27FC236}">
                    <a16:creationId xmlns:a16="http://schemas.microsoft.com/office/drawing/2014/main" id="{D7E93C64-7E11-4FBC-B4EC-AEEE3C4AB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42" name="Text Box 97">
                <a:extLst>
                  <a:ext uri="{FF2B5EF4-FFF2-40B4-BE49-F238E27FC236}">
                    <a16:creationId xmlns:a16="http://schemas.microsoft.com/office/drawing/2014/main" id="{49A48A17-A8CF-4378-A9BF-4D7B204CD0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57443" name="Text Box 98">
                <a:extLst>
                  <a:ext uri="{FF2B5EF4-FFF2-40B4-BE49-F238E27FC236}">
                    <a16:creationId xmlns:a16="http://schemas.microsoft.com/office/drawing/2014/main" id="{62A99F45-DE02-4345-953D-70B6F95F3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7444" name="Text Box 99">
                <a:extLst>
                  <a:ext uri="{FF2B5EF4-FFF2-40B4-BE49-F238E27FC236}">
                    <a16:creationId xmlns:a16="http://schemas.microsoft.com/office/drawing/2014/main" id="{D0F863D4-2CEF-4453-B1BA-59AA664EE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57445" name="Text Box 100">
                <a:extLst>
                  <a:ext uri="{FF2B5EF4-FFF2-40B4-BE49-F238E27FC236}">
                    <a16:creationId xmlns:a16="http://schemas.microsoft.com/office/drawing/2014/main" id="{CFFCE036-8815-429F-86E7-0849F23E0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7446" name="Text Box 101">
                <a:extLst>
                  <a:ext uri="{FF2B5EF4-FFF2-40B4-BE49-F238E27FC236}">
                    <a16:creationId xmlns:a16="http://schemas.microsoft.com/office/drawing/2014/main" id="{0C02F332-0702-47E5-B6BC-8A42C3C52C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57447" name="Text Box 102">
                <a:extLst>
                  <a:ext uri="{FF2B5EF4-FFF2-40B4-BE49-F238E27FC236}">
                    <a16:creationId xmlns:a16="http://schemas.microsoft.com/office/drawing/2014/main" id="{69FE6E3F-51A4-43FC-AC24-11A69F9E26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7448" name="Text Box 103">
                <a:extLst>
                  <a:ext uri="{FF2B5EF4-FFF2-40B4-BE49-F238E27FC236}">
                    <a16:creationId xmlns:a16="http://schemas.microsoft.com/office/drawing/2014/main" id="{0C0DE322-8253-4071-8E08-9C6DE01FE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7449" name="Text Box 104">
                <a:extLst>
                  <a:ext uri="{FF2B5EF4-FFF2-40B4-BE49-F238E27FC236}">
                    <a16:creationId xmlns:a16="http://schemas.microsoft.com/office/drawing/2014/main" id="{8DCF0870-92E1-4BEB-8784-07990486A4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7450" name="Text Box 105">
                <a:extLst>
                  <a:ext uri="{FF2B5EF4-FFF2-40B4-BE49-F238E27FC236}">
                    <a16:creationId xmlns:a16="http://schemas.microsoft.com/office/drawing/2014/main" id="{B25708D4-AE31-436D-8745-DB19D2C92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57419" name="Text Box 106">
              <a:extLst>
                <a:ext uri="{FF2B5EF4-FFF2-40B4-BE49-F238E27FC236}">
                  <a16:creationId xmlns:a16="http://schemas.microsoft.com/office/drawing/2014/main" id="{9CBE1177-0CBE-44C9-8C4E-218EF390B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20" name="Text Box 107">
              <a:extLst>
                <a:ext uri="{FF2B5EF4-FFF2-40B4-BE49-F238E27FC236}">
                  <a16:creationId xmlns:a16="http://schemas.microsoft.com/office/drawing/2014/main" id="{EDE6D294-8526-497B-AC88-1B20872C5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21" name="Text Box 108">
              <a:extLst>
                <a:ext uri="{FF2B5EF4-FFF2-40B4-BE49-F238E27FC236}">
                  <a16:creationId xmlns:a16="http://schemas.microsoft.com/office/drawing/2014/main" id="{3A5C1A65-F1C8-4DF2-AD18-293810850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22" name="Text Box 109">
              <a:extLst>
                <a:ext uri="{FF2B5EF4-FFF2-40B4-BE49-F238E27FC236}">
                  <a16:creationId xmlns:a16="http://schemas.microsoft.com/office/drawing/2014/main" id="{78DC8110-6F05-4318-BBE3-3B2C459CB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1760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23" name="Text Box 110">
              <a:extLst>
                <a:ext uri="{FF2B5EF4-FFF2-40B4-BE49-F238E27FC236}">
                  <a16:creationId xmlns:a16="http://schemas.microsoft.com/office/drawing/2014/main" id="{EA8BD95E-A73E-4CC2-A413-007C261A7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2" y="1771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7424" name="Text Box 111">
              <a:extLst>
                <a:ext uri="{FF2B5EF4-FFF2-40B4-BE49-F238E27FC236}">
                  <a16:creationId xmlns:a16="http://schemas.microsoft.com/office/drawing/2014/main" id="{5733A33E-31E0-4FA4-8040-0EF341788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771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96368" name="Group 112">
            <a:extLst>
              <a:ext uri="{FF2B5EF4-FFF2-40B4-BE49-F238E27FC236}">
                <a16:creationId xmlns:a16="http://schemas.microsoft.com/office/drawing/2014/main" id="{F4767921-2D1A-454E-9F1A-1449FDC0BE7F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744538"/>
            <a:ext cx="1201738" cy="1084262"/>
            <a:chOff x="1728" y="768"/>
            <a:chExt cx="757" cy="683"/>
          </a:xfrm>
        </p:grpSpPr>
        <p:sp>
          <p:nvSpPr>
            <p:cNvPr id="57414" name="Line 113">
              <a:extLst>
                <a:ext uri="{FF2B5EF4-FFF2-40B4-BE49-F238E27FC236}">
                  <a16:creationId xmlns:a16="http://schemas.microsoft.com/office/drawing/2014/main" id="{3581AF6C-7482-427A-BD6E-71B68874F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035"/>
              <a:ext cx="233" cy="41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415" name="Text Box 114">
              <a:extLst>
                <a:ext uri="{FF2B5EF4-FFF2-40B4-BE49-F238E27FC236}">
                  <a16:creationId xmlns:a16="http://schemas.microsoft.com/office/drawing/2014/main" id="{5BE9CDD3-7403-4A64-B6C9-5D97A170C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8" y="768"/>
              <a:ext cx="5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</a:t>
              </a:r>
            </a:p>
          </p:txBody>
        </p:sp>
        <p:sp>
          <p:nvSpPr>
            <p:cNvPr id="57416" name="Line 115">
              <a:extLst>
                <a:ext uri="{FF2B5EF4-FFF2-40B4-BE49-F238E27FC236}">
                  <a16:creationId xmlns:a16="http://schemas.microsoft.com/office/drawing/2014/main" id="{690EEF0A-78DB-44BA-A208-A66E8CB3E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1" y="832"/>
              <a:ext cx="107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417" name="Line 116">
              <a:extLst>
                <a:ext uri="{FF2B5EF4-FFF2-40B4-BE49-F238E27FC236}">
                  <a16:creationId xmlns:a16="http://schemas.microsoft.com/office/drawing/2014/main" id="{770A1716-A5F2-48EF-A441-B828880E0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832"/>
              <a:ext cx="107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6373" name="Group 117">
            <a:extLst>
              <a:ext uri="{FF2B5EF4-FFF2-40B4-BE49-F238E27FC236}">
                <a16:creationId xmlns:a16="http://schemas.microsoft.com/office/drawing/2014/main" id="{3A0AA9D8-A658-4CF5-95D0-281BB79B1EE6}"/>
              </a:ext>
            </a:extLst>
          </p:cNvPr>
          <p:cNvGrpSpPr>
            <a:grpSpLocks/>
          </p:cNvGrpSpPr>
          <p:nvPr/>
        </p:nvGrpSpPr>
        <p:grpSpPr bwMode="auto">
          <a:xfrm>
            <a:off x="3346450" y="758825"/>
            <a:ext cx="1201738" cy="1084263"/>
            <a:chOff x="2335" y="821"/>
            <a:chExt cx="757" cy="683"/>
          </a:xfrm>
        </p:grpSpPr>
        <p:sp>
          <p:nvSpPr>
            <p:cNvPr id="57411" name="Line 118">
              <a:extLst>
                <a:ext uri="{FF2B5EF4-FFF2-40B4-BE49-F238E27FC236}">
                  <a16:creationId xmlns:a16="http://schemas.microsoft.com/office/drawing/2014/main" id="{00EBAB7A-A023-4432-9A24-96711D1AD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5" y="1088"/>
              <a:ext cx="233" cy="41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412" name="Text Box 119">
              <a:extLst>
                <a:ext uri="{FF2B5EF4-FFF2-40B4-BE49-F238E27FC236}">
                  <a16:creationId xmlns:a16="http://schemas.microsoft.com/office/drawing/2014/main" id="{AEA3BD46-FC3E-4CF1-80D6-F62C32FC1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821"/>
              <a:ext cx="5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</a:t>
              </a:r>
            </a:p>
          </p:txBody>
        </p:sp>
        <p:sp>
          <p:nvSpPr>
            <p:cNvPr id="57413" name="Line 120">
              <a:extLst>
                <a:ext uri="{FF2B5EF4-FFF2-40B4-BE49-F238E27FC236}">
                  <a16:creationId xmlns:a16="http://schemas.microsoft.com/office/drawing/2014/main" id="{37463964-6BFC-430A-A996-92DD0A235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885"/>
              <a:ext cx="107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6377" name="Text Box 121">
            <a:extLst>
              <a:ext uri="{FF2B5EF4-FFF2-40B4-BE49-F238E27FC236}">
                <a16:creationId xmlns:a16="http://schemas.microsoft.com/office/drawing/2014/main" id="{9A91B1B6-1850-42D8-9EDF-7F733B97C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762000"/>
            <a:ext cx="744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</a:p>
        </p:txBody>
      </p:sp>
      <p:grpSp>
        <p:nvGrpSpPr>
          <p:cNvPr id="96378" name="Group 122">
            <a:extLst>
              <a:ext uri="{FF2B5EF4-FFF2-40B4-BE49-F238E27FC236}">
                <a16:creationId xmlns:a16="http://schemas.microsoft.com/office/drawing/2014/main" id="{261B667D-4CA6-486D-863D-32E1337EB185}"/>
              </a:ext>
            </a:extLst>
          </p:cNvPr>
          <p:cNvGrpSpPr>
            <a:grpSpLocks/>
          </p:cNvGrpSpPr>
          <p:nvPr/>
        </p:nvGrpSpPr>
        <p:grpSpPr bwMode="auto">
          <a:xfrm>
            <a:off x="4398963" y="762000"/>
            <a:ext cx="982662" cy="519113"/>
            <a:chOff x="3339" y="2187"/>
            <a:chExt cx="619" cy="327"/>
          </a:xfrm>
        </p:grpSpPr>
        <p:sp>
          <p:nvSpPr>
            <p:cNvPr id="57409" name="Text Box 123">
              <a:extLst>
                <a:ext uri="{FF2B5EF4-FFF2-40B4-BE49-F238E27FC236}">
                  <a16:creationId xmlns:a16="http://schemas.microsoft.com/office/drawing/2014/main" id="{F3A28308-6885-417A-83EF-3136921D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2187"/>
              <a:ext cx="6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=AC</a:t>
              </a:r>
            </a:p>
          </p:txBody>
        </p:sp>
        <p:sp>
          <p:nvSpPr>
            <p:cNvPr id="57410" name="Line 124">
              <a:extLst>
                <a:ext uri="{FF2B5EF4-FFF2-40B4-BE49-F238E27FC236}">
                  <a16:creationId xmlns:a16="http://schemas.microsoft.com/office/drawing/2014/main" id="{F09FA4E7-E79F-485A-AF42-3004CE798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2240"/>
              <a:ext cx="128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6381" name="Group 125">
            <a:extLst>
              <a:ext uri="{FF2B5EF4-FFF2-40B4-BE49-F238E27FC236}">
                <a16:creationId xmlns:a16="http://schemas.microsoft.com/office/drawing/2014/main" id="{03181929-DD46-4257-B020-EFEADD86B9E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865313"/>
            <a:ext cx="1963738" cy="519112"/>
            <a:chOff x="2667" y="1152"/>
            <a:chExt cx="1237" cy="327"/>
          </a:xfrm>
        </p:grpSpPr>
        <p:sp>
          <p:nvSpPr>
            <p:cNvPr id="57404" name="Line 126">
              <a:extLst>
                <a:ext uri="{FF2B5EF4-FFF2-40B4-BE49-F238E27FC236}">
                  <a16:creationId xmlns:a16="http://schemas.microsoft.com/office/drawing/2014/main" id="{743E9C4B-2AAF-4BEB-93A8-68774C54E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" y="1291"/>
              <a:ext cx="533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7405" name="Group 127">
              <a:extLst>
                <a:ext uri="{FF2B5EF4-FFF2-40B4-BE49-F238E27FC236}">
                  <a16:creationId xmlns:a16="http://schemas.microsoft.com/office/drawing/2014/main" id="{4ED3EB43-559A-41EE-AC73-18357F61F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8" y="1152"/>
              <a:ext cx="726" cy="327"/>
              <a:chOff x="3477" y="1728"/>
              <a:chExt cx="726" cy="327"/>
            </a:xfrm>
          </p:grpSpPr>
          <p:sp>
            <p:nvSpPr>
              <p:cNvPr id="57406" name="Text Box 128">
                <a:extLst>
                  <a:ext uri="{FF2B5EF4-FFF2-40B4-BE49-F238E27FC236}">
                    <a16:creationId xmlns:a16="http://schemas.microsoft.com/office/drawing/2014/main" id="{2560339D-AE4F-41BD-A8E8-A766B42FA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7" y="1728"/>
                <a:ext cx="7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57407" name="Line 129">
                <a:extLst>
                  <a:ext uri="{FF2B5EF4-FFF2-40B4-BE49-F238E27FC236}">
                    <a16:creationId xmlns:a16="http://schemas.microsoft.com/office/drawing/2014/main" id="{DCF31333-6A5F-490E-B4A6-BDF2CC953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781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408" name="Line 130">
                <a:extLst>
                  <a:ext uri="{FF2B5EF4-FFF2-40B4-BE49-F238E27FC236}">
                    <a16:creationId xmlns:a16="http://schemas.microsoft.com/office/drawing/2014/main" id="{04A0B5B5-4B17-42F7-AEBE-A3DC72CE3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81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387" name="Group 131">
            <a:extLst>
              <a:ext uri="{FF2B5EF4-FFF2-40B4-BE49-F238E27FC236}">
                <a16:creationId xmlns:a16="http://schemas.microsoft.com/office/drawing/2014/main" id="{A84CCA9F-A5CD-4BFD-827B-4D3D9C6F9106}"/>
              </a:ext>
            </a:extLst>
          </p:cNvPr>
          <p:cNvGrpSpPr>
            <a:grpSpLocks/>
          </p:cNvGrpSpPr>
          <p:nvPr/>
        </p:nvGrpSpPr>
        <p:grpSpPr bwMode="auto">
          <a:xfrm>
            <a:off x="4137025" y="1862138"/>
            <a:ext cx="3227388" cy="714375"/>
            <a:chOff x="2606" y="1173"/>
            <a:chExt cx="2033" cy="450"/>
          </a:xfrm>
        </p:grpSpPr>
        <p:sp>
          <p:nvSpPr>
            <p:cNvPr id="57400" name="Line 132">
              <a:extLst>
                <a:ext uri="{FF2B5EF4-FFF2-40B4-BE49-F238E27FC236}">
                  <a16:creationId xmlns:a16="http://schemas.microsoft.com/office/drawing/2014/main" id="{F23594F5-1943-461C-A58F-F3FACB9BAB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700000" flipV="1">
              <a:off x="2606" y="1618"/>
              <a:ext cx="1346" cy="5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7401" name="Group 133">
              <a:extLst>
                <a:ext uri="{FF2B5EF4-FFF2-40B4-BE49-F238E27FC236}">
                  <a16:creationId xmlns:a16="http://schemas.microsoft.com/office/drawing/2014/main" id="{20B0F116-27E9-4383-B655-D436F54E8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3" y="1173"/>
              <a:ext cx="726" cy="327"/>
              <a:chOff x="3647" y="2432"/>
              <a:chExt cx="726" cy="327"/>
            </a:xfrm>
          </p:grpSpPr>
          <p:sp>
            <p:nvSpPr>
              <p:cNvPr id="57402" name="Text Box 134">
                <a:extLst>
                  <a:ext uri="{FF2B5EF4-FFF2-40B4-BE49-F238E27FC236}">
                    <a16:creationId xmlns:a16="http://schemas.microsoft.com/office/drawing/2014/main" id="{9D34CB72-2306-4D32-9ADB-A7A358A533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7" y="2432"/>
                <a:ext cx="7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57403" name="Line 135">
                <a:extLst>
                  <a:ext uri="{FF2B5EF4-FFF2-40B4-BE49-F238E27FC236}">
                    <a16:creationId xmlns:a16="http://schemas.microsoft.com/office/drawing/2014/main" id="{E3B37661-5F82-4A0F-B462-76293C4AF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2" y="2485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392" name="Group 136">
            <a:extLst>
              <a:ext uri="{FF2B5EF4-FFF2-40B4-BE49-F238E27FC236}">
                <a16:creationId xmlns:a16="http://schemas.microsoft.com/office/drawing/2014/main" id="{12CE74E6-01E0-47D8-AB31-B1A79140F994}"/>
              </a:ext>
            </a:extLst>
          </p:cNvPr>
          <p:cNvGrpSpPr>
            <a:grpSpLocks/>
          </p:cNvGrpSpPr>
          <p:nvPr/>
        </p:nvGrpSpPr>
        <p:grpSpPr bwMode="auto">
          <a:xfrm>
            <a:off x="5926138" y="1828800"/>
            <a:ext cx="2032000" cy="534988"/>
            <a:chOff x="3733" y="1152"/>
            <a:chExt cx="1280" cy="337"/>
          </a:xfrm>
        </p:grpSpPr>
        <p:sp>
          <p:nvSpPr>
            <p:cNvPr id="57396" name="Text Box 137">
              <a:extLst>
                <a:ext uri="{FF2B5EF4-FFF2-40B4-BE49-F238E27FC236}">
                  <a16:creationId xmlns:a16="http://schemas.microsoft.com/office/drawing/2014/main" id="{2019FD11-0D25-4781-AB99-D62B40E81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" y="1152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</a:p>
          </p:txBody>
        </p:sp>
        <p:grpSp>
          <p:nvGrpSpPr>
            <p:cNvPr id="57397" name="Group 138">
              <a:extLst>
                <a:ext uri="{FF2B5EF4-FFF2-40B4-BE49-F238E27FC236}">
                  <a16:creationId xmlns:a16="http://schemas.microsoft.com/office/drawing/2014/main" id="{B60E1EFB-5C35-426F-8341-D95569295A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5" y="1162"/>
              <a:ext cx="608" cy="327"/>
              <a:chOff x="3562" y="2602"/>
              <a:chExt cx="608" cy="327"/>
            </a:xfrm>
          </p:grpSpPr>
          <p:sp>
            <p:nvSpPr>
              <p:cNvPr id="57398" name="Text Box 139">
                <a:extLst>
                  <a:ext uri="{FF2B5EF4-FFF2-40B4-BE49-F238E27FC236}">
                    <a16:creationId xmlns:a16="http://schemas.microsoft.com/office/drawing/2014/main" id="{D8F8AFA5-22B9-4229-8168-46D3C710B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2" y="2602"/>
                <a:ext cx="6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=AB</a:t>
                </a:r>
              </a:p>
            </p:txBody>
          </p:sp>
          <p:sp>
            <p:nvSpPr>
              <p:cNvPr id="57399" name="Line 140">
                <a:extLst>
                  <a:ext uri="{FF2B5EF4-FFF2-40B4-BE49-F238E27FC236}">
                    <a16:creationId xmlns:a16="http://schemas.microsoft.com/office/drawing/2014/main" id="{6BC89E11-8DE1-4D7E-A9AC-B933E6EE8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6" y="2667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397" name="Group 141">
            <a:extLst>
              <a:ext uri="{FF2B5EF4-FFF2-40B4-BE49-F238E27FC236}">
                <a16:creationId xmlns:a16="http://schemas.microsoft.com/office/drawing/2014/main" id="{5256B994-6B6D-46DD-940E-8F4B47D1BBB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862263"/>
            <a:ext cx="1150938" cy="823912"/>
            <a:chOff x="576" y="1803"/>
            <a:chExt cx="725" cy="519"/>
          </a:xfrm>
        </p:grpSpPr>
        <p:sp>
          <p:nvSpPr>
            <p:cNvPr id="57391" name="Line 142">
              <a:extLst>
                <a:ext uri="{FF2B5EF4-FFF2-40B4-BE49-F238E27FC236}">
                  <a16:creationId xmlns:a16="http://schemas.microsoft.com/office/drawing/2014/main" id="{55323CFA-7B74-4B60-8BC5-871F004E4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" y="1803"/>
              <a:ext cx="0" cy="2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7392" name="Group 143">
              <a:extLst>
                <a:ext uri="{FF2B5EF4-FFF2-40B4-BE49-F238E27FC236}">
                  <a16:creationId xmlns:a16="http://schemas.microsoft.com/office/drawing/2014/main" id="{08471A5B-A838-4EE7-9336-1F55B8D91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995"/>
              <a:ext cx="725" cy="327"/>
              <a:chOff x="2848" y="2219"/>
              <a:chExt cx="725" cy="327"/>
            </a:xfrm>
          </p:grpSpPr>
          <p:sp>
            <p:nvSpPr>
              <p:cNvPr id="57393" name="Text Box 144">
                <a:extLst>
                  <a:ext uri="{FF2B5EF4-FFF2-40B4-BE49-F238E27FC236}">
                    <a16:creationId xmlns:a16="http://schemas.microsoft.com/office/drawing/2014/main" id="{6D1B27CC-A244-4DA8-A571-E11B49C32F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8" y="2219"/>
                <a:ext cx="72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57394" name="Line 145">
                <a:extLst>
                  <a:ext uri="{FF2B5EF4-FFF2-40B4-BE49-F238E27FC236}">
                    <a16:creationId xmlns:a16="http://schemas.microsoft.com/office/drawing/2014/main" id="{5A9761E6-BDD5-4748-8F6C-FC4B0068C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2283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395" name="Line 146">
                <a:extLst>
                  <a:ext uri="{FF2B5EF4-FFF2-40B4-BE49-F238E27FC236}">
                    <a16:creationId xmlns:a16="http://schemas.microsoft.com/office/drawing/2014/main" id="{11AADA7F-79A0-4787-903F-416A612D2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283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403" name="Group 147">
            <a:extLst>
              <a:ext uri="{FF2B5EF4-FFF2-40B4-BE49-F238E27FC236}">
                <a16:creationId xmlns:a16="http://schemas.microsoft.com/office/drawing/2014/main" id="{CC14545A-F7FA-4F55-88F0-ED5B872AEC89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2862263"/>
            <a:ext cx="1150938" cy="857250"/>
            <a:chOff x="1184" y="1803"/>
            <a:chExt cx="725" cy="540"/>
          </a:xfrm>
        </p:grpSpPr>
        <p:sp>
          <p:nvSpPr>
            <p:cNvPr id="57387" name="Line 148">
              <a:extLst>
                <a:ext uri="{FF2B5EF4-FFF2-40B4-BE49-F238E27FC236}">
                  <a16:creationId xmlns:a16="http://schemas.microsoft.com/office/drawing/2014/main" id="{E0063DF8-2BFD-4B85-A6BA-7F3687B24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803"/>
              <a:ext cx="0" cy="2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7388" name="Group 149">
              <a:extLst>
                <a:ext uri="{FF2B5EF4-FFF2-40B4-BE49-F238E27FC236}">
                  <a16:creationId xmlns:a16="http://schemas.microsoft.com/office/drawing/2014/main" id="{13448497-06F7-4119-A506-324D98579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4" y="2016"/>
              <a:ext cx="725" cy="327"/>
              <a:chOff x="1184" y="2016"/>
              <a:chExt cx="725" cy="327"/>
            </a:xfrm>
          </p:grpSpPr>
          <p:sp>
            <p:nvSpPr>
              <p:cNvPr id="57389" name="Text Box 150">
                <a:extLst>
                  <a:ext uri="{FF2B5EF4-FFF2-40B4-BE49-F238E27FC236}">
                    <a16:creationId xmlns:a16="http://schemas.microsoft.com/office/drawing/2014/main" id="{526EE151-5985-44F5-A9E4-55B05B110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4" y="2016"/>
                <a:ext cx="72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ABC</a:t>
                </a:r>
              </a:p>
            </p:txBody>
          </p:sp>
          <p:sp>
            <p:nvSpPr>
              <p:cNvPr id="57390" name="Line 151">
                <a:extLst>
                  <a:ext uri="{FF2B5EF4-FFF2-40B4-BE49-F238E27FC236}">
                    <a16:creationId xmlns:a16="http://schemas.microsoft.com/office/drawing/2014/main" id="{B72DA72F-8B9B-4E3C-8751-6F4E7E2E7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9" y="208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408" name="Group 152">
            <a:extLst>
              <a:ext uri="{FF2B5EF4-FFF2-40B4-BE49-F238E27FC236}">
                <a16:creationId xmlns:a16="http://schemas.microsoft.com/office/drawing/2014/main" id="{E66909CB-9D8C-4039-92BA-934FE63DBBD8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168650"/>
            <a:ext cx="2182813" cy="552450"/>
            <a:chOff x="1066" y="1996"/>
            <a:chExt cx="1375" cy="348"/>
          </a:xfrm>
        </p:grpSpPr>
        <p:sp>
          <p:nvSpPr>
            <p:cNvPr id="57383" name="Text Box 153">
              <a:extLst>
                <a:ext uri="{FF2B5EF4-FFF2-40B4-BE49-F238E27FC236}">
                  <a16:creationId xmlns:a16="http://schemas.microsoft.com/office/drawing/2014/main" id="{1A7A4BC5-E8BA-4BA2-AC52-69697ADD4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996"/>
              <a:ext cx="3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</a:p>
          </p:txBody>
        </p:sp>
        <p:grpSp>
          <p:nvGrpSpPr>
            <p:cNvPr id="57384" name="Group 154">
              <a:extLst>
                <a:ext uri="{FF2B5EF4-FFF2-40B4-BE49-F238E27FC236}">
                  <a16:creationId xmlns:a16="http://schemas.microsoft.com/office/drawing/2014/main" id="{7A4B0BF9-A962-4547-A5CC-682733E89C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4" y="2017"/>
              <a:ext cx="757" cy="327"/>
              <a:chOff x="3722" y="2668"/>
              <a:chExt cx="757" cy="327"/>
            </a:xfrm>
          </p:grpSpPr>
          <p:sp>
            <p:nvSpPr>
              <p:cNvPr id="57385" name="Text Box 155">
                <a:extLst>
                  <a:ext uri="{FF2B5EF4-FFF2-40B4-BE49-F238E27FC236}">
                    <a16:creationId xmlns:a16="http://schemas.microsoft.com/office/drawing/2014/main" id="{9277A528-BEAB-4CD3-87E8-8EEADB92A8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2" y="2668"/>
                <a:ext cx="75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=BC</a:t>
                </a:r>
              </a:p>
            </p:txBody>
          </p:sp>
          <p:sp>
            <p:nvSpPr>
              <p:cNvPr id="57386" name="Line 156">
                <a:extLst>
                  <a:ext uri="{FF2B5EF4-FFF2-40B4-BE49-F238E27FC236}">
                    <a16:creationId xmlns:a16="http://schemas.microsoft.com/office/drawing/2014/main" id="{DDA6E5C0-7608-4C68-B46B-575AB18D1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5" y="2731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6413" name="Group 157">
            <a:extLst>
              <a:ext uri="{FF2B5EF4-FFF2-40B4-BE49-F238E27FC236}">
                <a16:creationId xmlns:a16="http://schemas.microsoft.com/office/drawing/2014/main" id="{AD594011-E354-46DB-BE4B-0759E03A7C7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926138"/>
            <a:ext cx="2692400" cy="519112"/>
            <a:chOff x="864" y="3733"/>
            <a:chExt cx="1696" cy="327"/>
          </a:xfrm>
        </p:grpSpPr>
        <p:sp>
          <p:nvSpPr>
            <p:cNvPr id="57379" name="Text Box 158">
              <a:extLst>
                <a:ext uri="{FF2B5EF4-FFF2-40B4-BE49-F238E27FC236}">
                  <a16:creationId xmlns:a16="http://schemas.microsoft.com/office/drawing/2014/main" id="{D59A255C-60BC-4E41-87C4-DC1F75437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733"/>
              <a:ext cx="16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F=AC+AB+BC</a:t>
              </a:r>
            </a:p>
          </p:txBody>
        </p:sp>
        <p:sp>
          <p:nvSpPr>
            <p:cNvPr id="57380" name="Line 159">
              <a:extLst>
                <a:ext uri="{FF2B5EF4-FFF2-40B4-BE49-F238E27FC236}">
                  <a16:creationId xmlns:a16="http://schemas.microsoft.com/office/drawing/2014/main" id="{74DE724B-44E8-4B57-8E41-5227D545C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7" y="3801"/>
              <a:ext cx="132" cy="1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1" name="Line 160">
              <a:extLst>
                <a:ext uri="{FF2B5EF4-FFF2-40B4-BE49-F238E27FC236}">
                  <a16:creationId xmlns:a16="http://schemas.microsoft.com/office/drawing/2014/main" id="{40A6BB14-FADD-4735-B348-54BCDB98D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4" y="3791"/>
              <a:ext cx="128" cy="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2" name="Line 161">
              <a:extLst>
                <a:ext uri="{FF2B5EF4-FFF2-40B4-BE49-F238E27FC236}">
                  <a16:creationId xmlns:a16="http://schemas.microsoft.com/office/drawing/2014/main" id="{A67524B8-E797-4ECB-9147-44447BC54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3794"/>
              <a:ext cx="132" cy="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6418" name="Text Box 162">
            <a:extLst>
              <a:ext uri="{FF2B5EF4-FFF2-40B4-BE49-F238E27FC236}">
                <a16:creationId xmlns:a16="http://schemas.microsoft.com/office/drawing/2014/main" id="{D6303136-E25F-4DC2-9764-0F8AE1155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8" y="492125"/>
            <a:ext cx="3827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两个相邻的最小项可以合并消去一个变量。</a:t>
            </a:r>
          </a:p>
        </p:txBody>
      </p:sp>
      <p:grpSp>
        <p:nvGrpSpPr>
          <p:cNvPr id="96419" name="Group 163">
            <a:extLst>
              <a:ext uri="{FF2B5EF4-FFF2-40B4-BE49-F238E27FC236}">
                <a16:creationId xmlns:a16="http://schemas.microsoft.com/office/drawing/2014/main" id="{32987887-B6FA-40E9-9934-411C047A7F5D}"/>
              </a:ext>
            </a:extLst>
          </p:cNvPr>
          <p:cNvGrpSpPr>
            <a:grpSpLocks/>
          </p:cNvGrpSpPr>
          <p:nvPr/>
        </p:nvGrpSpPr>
        <p:grpSpPr bwMode="auto">
          <a:xfrm>
            <a:off x="5503863" y="4978400"/>
            <a:ext cx="2659062" cy="519113"/>
            <a:chOff x="3200" y="3413"/>
            <a:chExt cx="1675" cy="327"/>
          </a:xfrm>
        </p:grpSpPr>
        <p:sp>
          <p:nvSpPr>
            <p:cNvPr id="57375" name="Text Box 164">
              <a:extLst>
                <a:ext uri="{FF2B5EF4-FFF2-40B4-BE49-F238E27FC236}">
                  <a16:creationId xmlns:a16="http://schemas.microsoft.com/office/drawing/2014/main" id="{AE37BA0B-1A72-4030-985F-03D7D0B40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" y="3413"/>
              <a:ext cx="16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F=AB+BC+AC</a:t>
              </a:r>
            </a:p>
          </p:txBody>
        </p:sp>
        <p:sp>
          <p:nvSpPr>
            <p:cNvPr id="57376" name="Line 165">
              <a:extLst>
                <a:ext uri="{FF2B5EF4-FFF2-40B4-BE49-F238E27FC236}">
                  <a16:creationId xmlns:a16="http://schemas.microsoft.com/office/drawing/2014/main" id="{004B9108-1E50-4D33-ADD5-140955BE3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3477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77" name="Line 166">
              <a:extLst>
                <a:ext uri="{FF2B5EF4-FFF2-40B4-BE49-F238E27FC236}">
                  <a16:creationId xmlns:a16="http://schemas.microsoft.com/office/drawing/2014/main" id="{BC97227E-0B5E-40A3-A900-976CF272E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3477"/>
              <a:ext cx="10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78" name="Line 167">
              <a:extLst>
                <a:ext uri="{FF2B5EF4-FFF2-40B4-BE49-F238E27FC236}">
                  <a16:creationId xmlns:a16="http://schemas.microsoft.com/office/drawing/2014/main" id="{02F5AA58-7652-476E-BAC4-EFEEC0EC4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3477"/>
              <a:ext cx="1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6424" name="Group 168">
            <a:extLst>
              <a:ext uri="{FF2B5EF4-FFF2-40B4-BE49-F238E27FC236}">
                <a16:creationId xmlns:a16="http://schemas.microsoft.com/office/drawing/2014/main" id="{9C8BA16F-A866-4A98-BCBA-C99B8212371B}"/>
              </a:ext>
            </a:extLst>
          </p:cNvPr>
          <p:cNvGrpSpPr>
            <a:grpSpLocks/>
          </p:cNvGrpSpPr>
          <p:nvPr/>
        </p:nvGrpSpPr>
        <p:grpSpPr bwMode="auto">
          <a:xfrm>
            <a:off x="4708525" y="5588000"/>
            <a:ext cx="4284663" cy="644525"/>
            <a:chOff x="2858" y="3584"/>
            <a:chExt cx="2699" cy="406"/>
          </a:xfrm>
        </p:grpSpPr>
        <p:sp>
          <p:nvSpPr>
            <p:cNvPr id="57373" name="Rectangle 169">
              <a:extLst>
                <a:ext uri="{FF2B5EF4-FFF2-40B4-BE49-F238E27FC236}">
                  <a16:creationId xmlns:a16="http://schemas.microsoft.com/office/drawing/2014/main" id="{66748A3C-788A-4F57-9A3D-5B616AC4E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" y="3584"/>
              <a:ext cx="2699" cy="40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74" name="Text Box 170">
              <a:extLst>
                <a:ext uri="{FF2B5EF4-FFF2-40B4-BE49-F238E27FC236}">
                  <a16:creationId xmlns:a16="http://schemas.microsoft.com/office/drawing/2014/main" id="{72A17916-81C4-4B38-B0A2-BFC1B82AF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" y="3616"/>
              <a:ext cx="26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逻辑函数的最简式不唯一</a:t>
              </a:r>
            </a:p>
          </p:txBody>
        </p:sp>
      </p:grpSp>
      <p:sp>
        <p:nvSpPr>
          <p:cNvPr id="57371" name="AutoShape 17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5E87376-6CD2-43C2-9685-477D31B26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11163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72" name="AutoShape 17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36039E0-7E2A-4A8F-A7BE-FE03564CE1B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4850" y="6509575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1806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6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0" fill="hold"/>
                                        <p:tgtEl>
                                          <p:spTgt spid="96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96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6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6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6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6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9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6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6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6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6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nimBg="1"/>
      <p:bldP spid="96259" grpId="0" animBg="1"/>
      <p:bldP spid="96294" grpId="0" animBg="1"/>
      <p:bldP spid="96295" grpId="0" animBg="1"/>
      <p:bldP spid="96296" grpId="0" animBg="1"/>
      <p:bldP spid="96331" grpId="0" animBg="1"/>
      <p:bldP spid="96332" grpId="0" animBg="1"/>
      <p:bldP spid="96333" grpId="0" autoUpdateAnimBg="0"/>
      <p:bldP spid="96377" grpId="0" autoUpdateAnimBg="0"/>
      <p:bldP spid="9641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9CBB116-DDCC-436B-A6C4-E67D30EFD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03200"/>
            <a:ext cx="2065337" cy="48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卡诺图化简</a:t>
            </a:r>
          </a:p>
        </p:txBody>
      </p:sp>
      <p:grpSp>
        <p:nvGrpSpPr>
          <p:cNvPr id="58371" name="Group 3">
            <a:extLst>
              <a:ext uri="{FF2B5EF4-FFF2-40B4-BE49-F238E27FC236}">
                <a16:creationId xmlns:a16="http://schemas.microsoft.com/office/drawing/2014/main" id="{C776C895-03AF-4251-812E-5A57ACCB906D}"/>
              </a:ext>
            </a:extLst>
          </p:cNvPr>
          <p:cNvGrpSpPr>
            <a:grpSpLocks/>
          </p:cNvGrpSpPr>
          <p:nvPr/>
        </p:nvGrpSpPr>
        <p:grpSpPr bwMode="auto">
          <a:xfrm>
            <a:off x="4930775" y="3171825"/>
            <a:ext cx="3787775" cy="1985963"/>
            <a:chOff x="366" y="2521"/>
            <a:chExt cx="2386" cy="1251"/>
          </a:xfrm>
        </p:grpSpPr>
        <p:grpSp>
          <p:nvGrpSpPr>
            <p:cNvPr id="58488" name="Group 4">
              <a:extLst>
                <a:ext uri="{FF2B5EF4-FFF2-40B4-BE49-F238E27FC236}">
                  <a16:creationId xmlns:a16="http://schemas.microsoft.com/office/drawing/2014/main" id="{059AD4D4-B3FE-4A5D-AF3B-3666A1092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" y="2521"/>
              <a:ext cx="2345" cy="1251"/>
              <a:chOff x="1037" y="886"/>
              <a:chExt cx="2345" cy="1251"/>
            </a:xfrm>
          </p:grpSpPr>
          <p:sp>
            <p:nvSpPr>
              <p:cNvPr id="58495" name="Rectangle 5">
                <a:extLst>
                  <a:ext uri="{FF2B5EF4-FFF2-40B4-BE49-F238E27FC236}">
                    <a16:creationId xmlns:a16="http://schemas.microsoft.com/office/drawing/2014/main" id="{B462C6D0-BDF5-4BEC-8122-28449CE94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496" name="Rectangle 6">
                <a:extLst>
                  <a:ext uri="{FF2B5EF4-FFF2-40B4-BE49-F238E27FC236}">
                    <a16:creationId xmlns:a16="http://schemas.microsoft.com/office/drawing/2014/main" id="{87E650F8-B767-41D8-AC05-4AABCF142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497" name="Rectangle 7">
                <a:extLst>
                  <a:ext uri="{FF2B5EF4-FFF2-40B4-BE49-F238E27FC236}">
                    <a16:creationId xmlns:a16="http://schemas.microsoft.com/office/drawing/2014/main" id="{F2E6D4E4-65A7-4C5D-9947-8EBF90E19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498" name="Rectangle 8">
                <a:extLst>
                  <a:ext uri="{FF2B5EF4-FFF2-40B4-BE49-F238E27FC236}">
                    <a16:creationId xmlns:a16="http://schemas.microsoft.com/office/drawing/2014/main" id="{7252983C-E643-40EA-86AC-5E4E6B5D7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" name="Rectangle 9">
                <a:extLst>
                  <a:ext uri="{FF2B5EF4-FFF2-40B4-BE49-F238E27FC236}">
                    <a16:creationId xmlns:a16="http://schemas.microsoft.com/office/drawing/2014/main" id="{E1DEB776-85C4-4F09-839E-8143C6E0F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10">
                <a:extLst>
                  <a:ext uri="{FF2B5EF4-FFF2-40B4-BE49-F238E27FC236}">
                    <a16:creationId xmlns:a16="http://schemas.microsoft.com/office/drawing/2014/main" id="{2FF6B283-9505-462D-9EC5-0F7AE0D23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501" name="Rectangle 11">
                <a:extLst>
                  <a:ext uri="{FF2B5EF4-FFF2-40B4-BE49-F238E27FC236}">
                    <a16:creationId xmlns:a16="http://schemas.microsoft.com/office/drawing/2014/main" id="{E1548D85-D017-4D61-9A58-38F8E5642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502" name="Rectangle 12">
                <a:extLst>
                  <a:ext uri="{FF2B5EF4-FFF2-40B4-BE49-F238E27FC236}">
                    <a16:creationId xmlns:a16="http://schemas.microsoft.com/office/drawing/2014/main" id="{D176F729-1563-48C6-A52F-00BCAC798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Line 13">
                <a:extLst>
                  <a:ext uri="{FF2B5EF4-FFF2-40B4-BE49-F238E27FC236}">
                    <a16:creationId xmlns:a16="http://schemas.microsoft.com/office/drawing/2014/main" id="{9527510F-1564-4345-A025-EA6C437BD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Line 14">
                <a:extLst>
                  <a:ext uri="{FF2B5EF4-FFF2-40B4-BE49-F238E27FC236}">
                    <a16:creationId xmlns:a16="http://schemas.microsoft.com/office/drawing/2014/main" id="{43A2E6D7-9CF1-4999-B9E4-8DB8D6ABA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Line 15">
                <a:extLst>
                  <a:ext uri="{FF2B5EF4-FFF2-40B4-BE49-F238E27FC236}">
                    <a16:creationId xmlns:a16="http://schemas.microsoft.com/office/drawing/2014/main" id="{752A9C79-03BA-4517-ADB9-1A93A561C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Line 16">
                <a:extLst>
                  <a:ext uri="{FF2B5EF4-FFF2-40B4-BE49-F238E27FC236}">
                    <a16:creationId xmlns:a16="http://schemas.microsoft.com/office/drawing/2014/main" id="{45A09F31-8FF8-4CF5-AAC5-43D809B47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Line 17">
                <a:extLst>
                  <a:ext uri="{FF2B5EF4-FFF2-40B4-BE49-F238E27FC236}">
                    <a16:creationId xmlns:a16="http://schemas.microsoft.com/office/drawing/2014/main" id="{1777E380-0438-4690-A9F2-6514F95E94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Line 18">
                <a:extLst>
                  <a:ext uri="{FF2B5EF4-FFF2-40B4-BE49-F238E27FC236}">
                    <a16:creationId xmlns:a16="http://schemas.microsoft.com/office/drawing/2014/main" id="{EC28F6D7-CBDF-40B5-8B0A-42CAF7D5C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509" name="Line 19">
                <a:extLst>
                  <a:ext uri="{FF2B5EF4-FFF2-40B4-BE49-F238E27FC236}">
                    <a16:creationId xmlns:a16="http://schemas.microsoft.com/office/drawing/2014/main" id="{97B0E77C-BDB6-45EF-9695-0B7E32F69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510" name="Line 20">
                <a:extLst>
                  <a:ext uri="{FF2B5EF4-FFF2-40B4-BE49-F238E27FC236}">
                    <a16:creationId xmlns:a16="http://schemas.microsoft.com/office/drawing/2014/main" id="{2785ACA8-94A3-43F4-8A35-95BDA4CE6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511" name="Line 21">
                <a:extLst>
                  <a:ext uri="{FF2B5EF4-FFF2-40B4-BE49-F238E27FC236}">
                    <a16:creationId xmlns:a16="http://schemas.microsoft.com/office/drawing/2014/main" id="{7A56F040-56E5-4042-B42B-EBDDC6F99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Text Box 22">
                <a:extLst>
                  <a:ext uri="{FF2B5EF4-FFF2-40B4-BE49-F238E27FC236}">
                    <a16:creationId xmlns:a16="http://schemas.microsoft.com/office/drawing/2014/main" id="{2198664C-9710-4E15-A396-620114C41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11" name="Text Box 23">
                <a:extLst>
                  <a:ext uri="{FF2B5EF4-FFF2-40B4-BE49-F238E27FC236}">
                    <a16:creationId xmlns:a16="http://schemas.microsoft.com/office/drawing/2014/main" id="{51FA49A2-62C4-44DC-81BE-41D8C0780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12" name="Text Box 24">
                <a:extLst>
                  <a:ext uri="{FF2B5EF4-FFF2-40B4-BE49-F238E27FC236}">
                    <a16:creationId xmlns:a16="http://schemas.microsoft.com/office/drawing/2014/main" id="{E31ABA93-EF3D-45CF-94EF-26AD5AAE7E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13" name="Text Box 25">
                <a:extLst>
                  <a:ext uri="{FF2B5EF4-FFF2-40B4-BE49-F238E27FC236}">
                    <a16:creationId xmlns:a16="http://schemas.microsoft.com/office/drawing/2014/main" id="{B7D8CE83-BE2D-4BE8-B39D-8AD13E40F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516" name="Text Box 26">
                <a:extLst>
                  <a:ext uri="{FF2B5EF4-FFF2-40B4-BE49-F238E27FC236}">
                    <a16:creationId xmlns:a16="http://schemas.microsoft.com/office/drawing/2014/main" id="{C1A5C631-9C90-4FEC-B29C-0420E0742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58517" name="Text Box 27">
                <a:extLst>
                  <a:ext uri="{FF2B5EF4-FFF2-40B4-BE49-F238E27FC236}">
                    <a16:creationId xmlns:a16="http://schemas.microsoft.com/office/drawing/2014/main" id="{8A16CDE4-3A18-411C-8CCE-A30A2875A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F120FD65-5AB0-4B2E-B6FA-98C97B120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15" name="Text Box 29">
                <a:extLst>
                  <a:ext uri="{FF2B5EF4-FFF2-40B4-BE49-F238E27FC236}">
                    <a16:creationId xmlns:a16="http://schemas.microsoft.com/office/drawing/2014/main" id="{5FF0951B-1426-4769-A4C6-D74DF4E48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16" name="Text Box 30">
                <a:extLst>
                  <a:ext uri="{FF2B5EF4-FFF2-40B4-BE49-F238E27FC236}">
                    <a16:creationId xmlns:a16="http://schemas.microsoft.com/office/drawing/2014/main" id="{EFE3A4B1-CF79-430B-951A-0DFC39D22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58489" name="Text Box 31">
              <a:extLst>
                <a:ext uri="{FF2B5EF4-FFF2-40B4-BE49-F238E27FC236}">
                  <a16:creationId xmlns:a16="http://schemas.microsoft.com/office/drawing/2014/main" id="{B91CECBF-46BD-4A98-A575-DDA4AFC5C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3" y="3032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8490" name="Text Box 32">
              <a:extLst>
                <a:ext uri="{FF2B5EF4-FFF2-40B4-BE49-F238E27FC236}">
                  <a16:creationId xmlns:a16="http://schemas.microsoft.com/office/drawing/2014/main" id="{AC51431C-1364-4BA3-A735-63C8095B1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395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8491" name="Text Box 33">
              <a:extLst>
                <a:ext uri="{FF2B5EF4-FFF2-40B4-BE49-F238E27FC236}">
                  <a16:creationId xmlns:a16="http://schemas.microsoft.com/office/drawing/2014/main" id="{9AF7252E-0758-4648-9ECF-791D78AAE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" y="3031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7" name="Text Box 34">
              <a:extLst>
                <a:ext uri="{FF2B5EF4-FFF2-40B4-BE49-F238E27FC236}">
                  <a16:creationId xmlns:a16="http://schemas.microsoft.com/office/drawing/2014/main" id="{6EC07F0A-5F78-4F9A-9FCB-C151E3FE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3032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8493" name="Text Box 35">
              <a:extLst>
                <a:ext uri="{FF2B5EF4-FFF2-40B4-BE49-F238E27FC236}">
                  <a16:creationId xmlns:a16="http://schemas.microsoft.com/office/drawing/2014/main" id="{216C7DC9-6BE5-42C2-B568-BC26D5181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3405"/>
              <a:ext cx="44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8494" name="Text Box 36">
              <a:extLst>
                <a:ext uri="{FF2B5EF4-FFF2-40B4-BE49-F238E27FC236}">
                  <a16:creationId xmlns:a16="http://schemas.microsoft.com/office/drawing/2014/main" id="{573F6A1F-DC56-4EAD-BE58-F8264E5A0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" y="3426"/>
              <a:ext cx="44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58405" name="Group 37">
            <a:extLst>
              <a:ext uri="{FF2B5EF4-FFF2-40B4-BE49-F238E27FC236}">
                <a16:creationId xmlns:a16="http://schemas.microsoft.com/office/drawing/2014/main" id="{D42086AD-3AD9-4881-AB3D-297420E22135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866775"/>
            <a:ext cx="3822700" cy="1985963"/>
            <a:chOff x="461" y="2338"/>
            <a:chExt cx="2408" cy="1251"/>
          </a:xfrm>
        </p:grpSpPr>
        <p:sp>
          <p:nvSpPr>
            <p:cNvPr id="58451" name="AutoShape 38">
              <a:extLst>
                <a:ext uri="{FF2B5EF4-FFF2-40B4-BE49-F238E27FC236}">
                  <a16:creationId xmlns:a16="http://schemas.microsoft.com/office/drawing/2014/main" id="{BF67BA84-5CF0-4102-B5B5-C27633083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3263"/>
              <a:ext cx="693" cy="288"/>
            </a:xfrm>
            <a:prstGeom prst="roundRect">
              <a:avLst>
                <a:gd name="adj" fmla="val 16667"/>
              </a:avLst>
            </a:prstGeom>
            <a:solidFill>
              <a:schemeClr val="hlink">
                <a:alpha val="50195"/>
              </a:scheme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8452" name="Group 39">
              <a:extLst>
                <a:ext uri="{FF2B5EF4-FFF2-40B4-BE49-F238E27FC236}">
                  <a16:creationId xmlns:a16="http://schemas.microsoft.com/office/drawing/2014/main" id="{B74643E0-3B0F-484C-BBAA-EE9722BCF7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" y="2338"/>
              <a:ext cx="2408" cy="1251"/>
              <a:chOff x="397" y="2530"/>
              <a:chExt cx="2408" cy="1251"/>
            </a:xfrm>
          </p:grpSpPr>
          <p:grpSp>
            <p:nvGrpSpPr>
              <p:cNvPr id="58455" name="Group 40">
                <a:extLst>
                  <a:ext uri="{FF2B5EF4-FFF2-40B4-BE49-F238E27FC236}">
                    <a16:creationId xmlns:a16="http://schemas.microsoft.com/office/drawing/2014/main" id="{5065A86C-64C2-49DF-B8F6-1E2E26ACD0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" y="2530"/>
                <a:ext cx="2345" cy="1251"/>
                <a:chOff x="1037" y="886"/>
                <a:chExt cx="2345" cy="1251"/>
              </a:xfrm>
            </p:grpSpPr>
            <p:sp>
              <p:nvSpPr>
                <p:cNvPr id="58462" name="Rectangle 41">
                  <a:extLst>
                    <a:ext uri="{FF2B5EF4-FFF2-40B4-BE49-F238E27FC236}">
                      <a16:creationId xmlns:a16="http://schemas.microsoft.com/office/drawing/2014/main" id="{7B01865B-DCF8-4D7A-91BB-168966EB5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3" name="Rectangle 42">
                  <a:extLst>
                    <a:ext uri="{FF2B5EF4-FFF2-40B4-BE49-F238E27FC236}">
                      <a16:creationId xmlns:a16="http://schemas.microsoft.com/office/drawing/2014/main" id="{723F93B8-E8A5-427E-9743-DED614017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4" name="Rectangle 43">
                  <a:extLst>
                    <a:ext uri="{FF2B5EF4-FFF2-40B4-BE49-F238E27FC236}">
                      <a16:creationId xmlns:a16="http://schemas.microsoft.com/office/drawing/2014/main" id="{2EABC8F4-2B59-4C4A-8D5E-AF8FA4FCC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5" name="Rectangle 44">
                  <a:extLst>
                    <a:ext uri="{FF2B5EF4-FFF2-40B4-BE49-F238E27FC236}">
                      <a16:creationId xmlns:a16="http://schemas.microsoft.com/office/drawing/2014/main" id="{BC33307C-B832-4F94-8C07-FD8336424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6" name="Rectangle 45">
                  <a:extLst>
                    <a:ext uri="{FF2B5EF4-FFF2-40B4-BE49-F238E27FC236}">
                      <a16:creationId xmlns:a16="http://schemas.microsoft.com/office/drawing/2014/main" id="{96F71D87-BD03-41E4-A839-B1599E5B94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7" name="Rectangle 46">
                  <a:extLst>
                    <a:ext uri="{FF2B5EF4-FFF2-40B4-BE49-F238E27FC236}">
                      <a16:creationId xmlns:a16="http://schemas.microsoft.com/office/drawing/2014/main" id="{B7308E03-83E0-4D8B-A215-D93C559F53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8" name="Rectangle 47">
                  <a:extLst>
                    <a:ext uri="{FF2B5EF4-FFF2-40B4-BE49-F238E27FC236}">
                      <a16:creationId xmlns:a16="http://schemas.microsoft.com/office/drawing/2014/main" id="{31823A93-BADD-4781-85A8-0939D2468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69" name="Rectangle 48">
                  <a:extLst>
                    <a:ext uri="{FF2B5EF4-FFF2-40B4-BE49-F238E27FC236}">
                      <a16:creationId xmlns:a16="http://schemas.microsoft.com/office/drawing/2014/main" id="{C7B21A45-300C-4D64-8066-5EA666F7E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0" name="Line 49">
                  <a:extLst>
                    <a:ext uri="{FF2B5EF4-FFF2-40B4-BE49-F238E27FC236}">
                      <a16:creationId xmlns:a16="http://schemas.microsoft.com/office/drawing/2014/main" id="{06D54E31-BEE0-4C14-A282-244F204E2B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1" name="Line 50">
                  <a:extLst>
                    <a:ext uri="{FF2B5EF4-FFF2-40B4-BE49-F238E27FC236}">
                      <a16:creationId xmlns:a16="http://schemas.microsoft.com/office/drawing/2014/main" id="{8D89DC02-3B3A-4E37-9331-9A37B0ED8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740"/>
                  <a:ext cx="19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3" name="Line 52">
                  <a:extLst>
                    <a:ext uri="{FF2B5EF4-FFF2-40B4-BE49-F238E27FC236}">
                      <a16:creationId xmlns:a16="http://schemas.microsoft.com/office/drawing/2014/main" id="{ADE69EA8-7E25-4D09-898F-038BFAD13B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4" name="Line 53">
                  <a:extLst>
                    <a:ext uri="{FF2B5EF4-FFF2-40B4-BE49-F238E27FC236}">
                      <a16:creationId xmlns:a16="http://schemas.microsoft.com/office/drawing/2014/main" id="{BBDAFBA6-C284-45A2-BFA2-CA930BF64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0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5" name="Line 54">
                  <a:extLst>
                    <a:ext uri="{FF2B5EF4-FFF2-40B4-BE49-F238E27FC236}">
                      <a16:creationId xmlns:a16="http://schemas.microsoft.com/office/drawing/2014/main" id="{A96DE51E-5480-4FC5-A7B6-A35C07F0C6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6" name="Line 55">
                  <a:extLst>
                    <a:ext uri="{FF2B5EF4-FFF2-40B4-BE49-F238E27FC236}">
                      <a16:creationId xmlns:a16="http://schemas.microsoft.com/office/drawing/2014/main" id="{B74DF0E1-79D6-4E36-AF1B-F3FCC28AC7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5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7" name="Line 56">
                  <a:extLst>
                    <a:ext uri="{FF2B5EF4-FFF2-40B4-BE49-F238E27FC236}">
                      <a16:creationId xmlns:a16="http://schemas.microsoft.com/office/drawing/2014/main" id="{58EC0E56-882B-4D03-B9F0-BFDD1AC20E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8" name="Line 57">
                  <a:extLst>
                    <a:ext uri="{FF2B5EF4-FFF2-40B4-BE49-F238E27FC236}">
                      <a16:creationId xmlns:a16="http://schemas.microsoft.com/office/drawing/2014/main" id="{F735A17B-AC70-4D70-8E4E-48B5261DDA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3" y="1065"/>
                  <a:ext cx="279" cy="27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79" name="Text Box 58">
                  <a:extLst>
                    <a:ext uri="{FF2B5EF4-FFF2-40B4-BE49-F238E27FC236}">
                      <a16:creationId xmlns:a16="http://schemas.microsoft.com/office/drawing/2014/main" id="{B4D8A4DF-9AC3-4D24-BBEB-EF0FD2859B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0" y="88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58480" name="Text Box 59">
                  <a:extLst>
                    <a:ext uri="{FF2B5EF4-FFF2-40B4-BE49-F238E27FC236}">
                      <a16:creationId xmlns:a16="http://schemas.microsoft.com/office/drawing/2014/main" id="{BCF08A39-1068-40A6-8CAD-C87C3B918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6" y="102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58481" name="Text Box 60">
                  <a:extLst>
                    <a:ext uri="{FF2B5EF4-FFF2-40B4-BE49-F238E27FC236}">
                      <a16:creationId xmlns:a16="http://schemas.microsoft.com/office/drawing/2014/main" id="{8560B63B-F46D-42C8-863D-0F943BC924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7" y="1160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58482" name="Text Box 61">
                  <a:extLst>
                    <a:ext uri="{FF2B5EF4-FFF2-40B4-BE49-F238E27FC236}">
                      <a16:creationId xmlns:a16="http://schemas.microsoft.com/office/drawing/2014/main" id="{659B4576-657E-4981-AFD1-972AE2C365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3" y="1784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8483" name="Text Box 62">
                  <a:extLst>
                    <a:ext uri="{FF2B5EF4-FFF2-40B4-BE49-F238E27FC236}">
                      <a16:creationId xmlns:a16="http://schemas.microsoft.com/office/drawing/2014/main" id="{15C1D29A-912A-4106-9C53-AAE7BCC5FE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3" y="138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8484" name="Text Box 63">
                  <a:extLst>
                    <a:ext uri="{FF2B5EF4-FFF2-40B4-BE49-F238E27FC236}">
                      <a16:creationId xmlns:a16="http://schemas.microsoft.com/office/drawing/2014/main" id="{7F99E8D7-691E-4EB3-9109-E40DE44934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53" y="110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00</a:t>
                  </a:r>
                </a:p>
              </p:txBody>
            </p:sp>
            <p:sp>
              <p:nvSpPr>
                <p:cNvPr id="58485" name="Text Box 64">
                  <a:extLst>
                    <a:ext uri="{FF2B5EF4-FFF2-40B4-BE49-F238E27FC236}">
                      <a16:creationId xmlns:a16="http://schemas.microsoft.com/office/drawing/2014/main" id="{E320C2EF-05AA-422A-BA50-7A2B6E1AB7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6" y="110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11</a:t>
                  </a:r>
                </a:p>
              </p:txBody>
            </p:sp>
            <p:sp>
              <p:nvSpPr>
                <p:cNvPr id="58486" name="Text Box 65">
                  <a:extLst>
                    <a:ext uri="{FF2B5EF4-FFF2-40B4-BE49-F238E27FC236}">
                      <a16:creationId xmlns:a16="http://schemas.microsoft.com/office/drawing/2014/main" id="{BF561191-87E5-4FD6-80B1-93B5520F6C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0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58487" name="Text Box 66">
                  <a:extLst>
                    <a:ext uri="{FF2B5EF4-FFF2-40B4-BE49-F238E27FC236}">
                      <a16:creationId xmlns:a16="http://schemas.microsoft.com/office/drawing/2014/main" id="{7DEEC9A5-DAB8-4918-B7A0-095883D641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9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58472" name="Line 51">
                  <a:extLst>
                    <a:ext uri="{FF2B5EF4-FFF2-40B4-BE49-F238E27FC236}">
                      <a16:creationId xmlns:a16="http://schemas.microsoft.com/office/drawing/2014/main" id="{B2670E55-D4E7-4F85-AD38-499007C3B5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2137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8456" name="Text Box 67">
                <a:extLst>
                  <a:ext uri="{FF2B5EF4-FFF2-40B4-BE49-F238E27FC236}">
                    <a16:creationId xmlns:a16="http://schemas.microsoft.com/office/drawing/2014/main" id="{5EDBDF13-C5E2-47C6-8D03-70C74A3420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7" y="3030"/>
                <a:ext cx="448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57" name="Text Box 68">
                <a:extLst>
                  <a:ext uri="{FF2B5EF4-FFF2-40B4-BE49-F238E27FC236}">
                    <a16:creationId xmlns:a16="http://schemas.microsoft.com/office/drawing/2014/main" id="{A59E1F17-76F5-41B8-BA61-4B10A3A9DE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414"/>
                <a:ext cx="448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58" name="Text Box 69">
                <a:extLst>
                  <a:ext uri="{FF2B5EF4-FFF2-40B4-BE49-F238E27FC236}">
                    <a16:creationId xmlns:a16="http://schemas.microsoft.com/office/drawing/2014/main" id="{E1EBD104-30FE-4880-AE8C-C2D44F031F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029"/>
                <a:ext cx="448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59" name="Text Box 70">
                <a:extLst>
                  <a:ext uri="{FF2B5EF4-FFF2-40B4-BE49-F238E27FC236}">
                    <a16:creationId xmlns:a16="http://schemas.microsoft.com/office/drawing/2014/main" id="{1A49D4B1-F3E8-4074-8412-6883803CB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3" y="3041"/>
                <a:ext cx="448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60" name="Text Box 71">
                <a:extLst>
                  <a:ext uri="{FF2B5EF4-FFF2-40B4-BE49-F238E27FC236}">
                    <a16:creationId xmlns:a16="http://schemas.microsoft.com/office/drawing/2014/main" id="{8174A34B-3C29-46D1-96B2-A6B4FDE0C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5" y="3446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61" name="Text Box 72">
                <a:extLst>
                  <a:ext uri="{FF2B5EF4-FFF2-40B4-BE49-F238E27FC236}">
                    <a16:creationId xmlns:a16="http://schemas.microsoft.com/office/drawing/2014/main" id="{E0478CA6-E26A-48B2-AB26-7A76D9A111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4" y="3435"/>
                <a:ext cx="448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18" name="AutoShape 73">
              <a:extLst>
                <a:ext uri="{FF2B5EF4-FFF2-40B4-BE49-F238E27FC236}">
                  <a16:creationId xmlns:a16="http://schemas.microsoft.com/office/drawing/2014/main" id="{8A12FEA6-0CBA-450A-86B5-19BCF2D71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858"/>
              <a:ext cx="693" cy="288"/>
            </a:xfrm>
            <a:prstGeom prst="roundRect">
              <a:avLst>
                <a:gd name="adj" fmla="val 16667"/>
              </a:avLst>
            </a:prstGeom>
            <a:solidFill>
              <a:srgbClr val="FFC1FF">
                <a:alpha val="50195"/>
              </a:srgb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54" name="AutoShape 74">
              <a:extLst>
                <a:ext uri="{FF2B5EF4-FFF2-40B4-BE49-F238E27FC236}">
                  <a16:creationId xmlns:a16="http://schemas.microsoft.com/office/drawing/2014/main" id="{C462FF2C-DD07-42DC-9E60-8A61D2C4CE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77" y="3050"/>
              <a:ext cx="693" cy="288"/>
            </a:xfrm>
            <a:prstGeom prst="roundRect">
              <a:avLst>
                <a:gd name="adj" fmla="val 16667"/>
              </a:avLst>
            </a:prstGeom>
            <a:solidFill>
              <a:srgbClr val="FFF2B9">
                <a:alpha val="50195"/>
              </a:srgbClr>
            </a:solidFill>
            <a:ln w="38100">
              <a:solidFill>
                <a:srgbClr val="FFF2B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443" name="AutoShape 75">
            <a:extLst>
              <a:ext uri="{FF2B5EF4-FFF2-40B4-BE49-F238E27FC236}">
                <a16:creationId xmlns:a16="http://schemas.microsoft.com/office/drawing/2014/main" id="{495882C6-D6AE-4448-8E9E-1C219527B90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741613" y="1676400"/>
            <a:ext cx="1100137" cy="457200"/>
          </a:xfrm>
          <a:prstGeom prst="roundRect">
            <a:avLst>
              <a:gd name="adj" fmla="val 16667"/>
            </a:avLst>
          </a:prstGeom>
          <a:solidFill>
            <a:schemeClr val="accent1">
              <a:alpha val="50195"/>
            </a:schemeClr>
          </a:solidFill>
          <a:ln w="38100">
            <a:solidFill>
              <a:srgbClr val="FF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444" name="Group 76">
            <a:extLst>
              <a:ext uri="{FF2B5EF4-FFF2-40B4-BE49-F238E27FC236}">
                <a16:creationId xmlns:a16="http://schemas.microsoft.com/office/drawing/2014/main" id="{7C19FEE3-CC82-4E2F-A7C4-9515E44F480B}"/>
              </a:ext>
            </a:extLst>
          </p:cNvPr>
          <p:cNvGrpSpPr>
            <a:grpSpLocks/>
          </p:cNvGrpSpPr>
          <p:nvPr/>
        </p:nvGrpSpPr>
        <p:grpSpPr bwMode="auto">
          <a:xfrm>
            <a:off x="746125" y="3082925"/>
            <a:ext cx="3317875" cy="519113"/>
            <a:chOff x="470" y="1942"/>
            <a:chExt cx="2090" cy="327"/>
          </a:xfrm>
        </p:grpSpPr>
        <p:sp>
          <p:nvSpPr>
            <p:cNvPr id="58446" name="Text Box 77">
              <a:extLst>
                <a:ext uri="{FF2B5EF4-FFF2-40B4-BE49-F238E27FC236}">
                  <a16:creationId xmlns:a16="http://schemas.microsoft.com/office/drawing/2014/main" id="{2FFC124C-A27E-4A75-9615-74BD8ACE5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1942"/>
              <a:ext cx="20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F=AC+AB+BC+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BC</a:t>
              </a:r>
            </a:p>
          </p:txBody>
        </p:sp>
        <p:sp>
          <p:nvSpPr>
            <p:cNvPr id="58447" name="Line 78">
              <a:extLst>
                <a:ext uri="{FF2B5EF4-FFF2-40B4-BE49-F238E27FC236}">
                  <a16:creationId xmlns:a16="http://schemas.microsoft.com/office/drawing/2014/main" id="{EA84813C-CCC6-466E-B42E-7F0D8951E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3" y="2010"/>
              <a:ext cx="132" cy="1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48" name="Line 79">
              <a:extLst>
                <a:ext uri="{FF2B5EF4-FFF2-40B4-BE49-F238E27FC236}">
                  <a16:creationId xmlns:a16="http://schemas.microsoft.com/office/drawing/2014/main" id="{D17715A6-41D9-4355-9CCD-D5A8243E0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0" y="2000"/>
              <a:ext cx="128" cy="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49" name="Line 80">
              <a:extLst>
                <a:ext uri="{FF2B5EF4-FFF2-40B4-BE49-F238E27FC236}">
                  <a16:creationId xmlns:a16="http://schemas.microsoft.com/office/drawing/2014/main" id="{D2C74728-BFD3-4CA1-A012-52A89093B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2003"/>
              <a:ext cx="13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81">
              <a:extLst>
                <a:ext uri="{FF2B5EF4-FFF2-40B4-BE49-F238E27FC236}">
                  <a16:creationId xmlns:a16="http://schemas.microsoft.com/office/drawing/2014/main" id="{A8A8F165-32B6-4042-A5CC-8B427318D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2003"/>
              <a:ext cx="13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8450" name="Group 82">
            <a:extLst>
              <a:ext uri="{FF2B5EF4-FFF2-40B4-BE49-F238E27FC236}">
                <a16:creationId xmlns:a16="http://schemas.microsoft.com/office/drawing/2014/main" id="{83B7F5CC-FAAF-4C22-A2DD-F008C3C155A7}"/>
              </a:ext>
            </a:extLst>
          </p:cNvPr>
          <p:cNvGrpSpPr>
            <a:grpSpLocks/>
          </p:cNvGrpSpPr>
          <p:nvPr/>
        </p:nvGrpSpPr>
        <p:grpSpPr bwMode="auto">
          <a:xfrm>
            <a:off x="1793875" y="3589338"/>
            <a:ext cx="1847850" cy="519112"/>
            <a:chOff x="1130" y="2261"/>
            <a:chExt cx="1164" cy="327"/>
          </a:xfrm>
        </p:grpSpPr>
        <p:sp>
          <p:nvSpPr>
            <p:cNvPr id="20" name="Text Box 83">
              <a:extLst>
                <a:ext uri="{FF2B5EF4-FFF2-40B4-BE49-F238E27FC236}">
                  <a16:creationId xmlns:a16="http://schemas.microsoft.com/office/drawing/2014/main" id="{F2607C9D-E8A2-4C1F-A277-69F6CEBA7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0" y="2261"/>
              <a:ext cx="10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993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冗余项</a:t>
              </a:r>
            </a:p>
          </p:txBody>
        </p:sp>
        <p:sp>
          <p:nvSpPr>
            <p:cNvPr id="58445" name="Freeform 84">
              <a:extLst>
                <a:ext uri="{FF2B5EF4-FFF2-40B4-BE49-F238E27FC236}">
                  <a16:creationId xmlns:a16="http://schemas.microsoft.com/office/drawing/2014/main" id="{2FD877DD-98E4-4A75-A0D4-6F12AD16C0C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878" y="2261"/>
              <a:ext cx="416" cy="181"/>
            </a:xfrm>
            <a:custGeom>
              <a:avLst/>
              <a:gdLst>
                <a:gd name="T0" fmla="*/ 0 w 416"/>
                <a:gd name="T1" fmla="*/ 0 h 181"/>
                <a:gd name="T2" fmla="*/ 0 w 416"/>
                <a:gd name="T3" fmla="*/ 181 h 181"/>
                <a:gd name="T4" fmla="*/ 416 w 416"/>
                <a:gd name="T5" fmla="*/ 181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6" h="181">
                  <a:moveTo>
                    <a:pt x="0" y="0"/>
                  </a:moveTo>
                  <a:lnTo>
                    <a:pt x="0" y="181"/>
                  </a:lnTo>
                  <a:lnTo>
                    <a:pt x="416" y="181"/>
                  </a:lnTo>
                </a:path>
              </a:pathLst>
            </a:custGeom>
            <a:noFill/>
            <a:ln w="38100" cap="flat" cmpd="sng">
              <a:solidFill>
                <a:srgbClr val="FF99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8453" name="Group 85">
            <a:extLst>
              <a:ext uri="{FF2B5EF4-FFF2-40B4-BE49-F238E27FC236}">
                <a16:creationId xmlns:a16="http://schemas.microsoft.com/office/drawing/2014/main" id="{F63845CD-52CC-4D46-90F9-811044AAB99D}"/>
              </a:ext>
            </a:extLst>
          </p:cNvPr>
          <p:cNvGrpSpPr>
            <a:grpSpLocks/>
          </p:cNvGrpSpPr>
          <p:nvPr/>
        </p:nvGrpSpPr>
        <p:grpSpPr bwMode="auto">
          <a:xfrm>
            <a:off x="4732338" y="87313"/>
            <a:ext cx="3822700" cy="1985962"/>
            <a:chOff x="3171" y="600"/>
            <a:chExt cx="2408" cy="1251"/>
          </a:xfrm>
        </p:grpSpPr>
        <p:sp>
          <p:nvSpPr>
            <p:cNvPr id="58406" name="AutoShape 86">
              <a:extLst>
                <a:ext uri="{FF2B5EF4-FFF2-40B4-BE49-F238E27FC236}">
                  <a16:creationId xmlns:a16="http://schemas.microsoft.com/office/drawing/2014/main" id="{60255728-2564-48EB-A7FA-05CED21110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565" y="1131"/>
              <a:ext cx="287" cy="288"/>
            </a:xfrm>
            <a:prstGeom prst="roundRect">
              <a:avLst>
                <a:gd name="adj" fmla="val 16667"/>
              </a:avLst>
            </a:prstGeom>
            <a:solidFill>
              <a:srgbClr val="FFCB97">
                <a:alpha val="50195"/>
              </a:srgb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07" name="AutoShape 87">
              <a:extLst>
                <a:ext uri="{FF2B5EF4-FFF2-40B4-BE49-F238E27FC236}">
                  <a16:creationId xmlns:a16="http://schemas.microsoft.com/office/drawing/2014/main" id="{9E618535-3EF2-4249-8230-FA003EE129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03" y="1312"/>
              <a:ext cx="693" cy="28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50195"/>
              </a:scheme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08" name="AutoShape 88">
              <a:extLst>
                <a:ext uri="{FF2B5EF4-FFF2-40B4-BE49-F238E27FC236}">
                  <a16:creationId xmlns:a16="http://schemas.microsoft.com/office/drawing/2014/main" id="{FCC891C0-31EC-45B0-8868-CB8FF45457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896" y="1301"/>
              <a:ext cx="693" cy="288"/>
            </a:xfrm>
            <a:prstGeom prst="roundRect">
              <a:avLst>
                <a:gd name="adj" fmla="val 16667"/>
              </a:avLst>
            </a:prstGeom>
            <a:solidFill>
              <a:srgbClr val="FFC9FF">
                <a:alpha val="50195"/>
              </a:srgb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8409" name="Group 89">
              <a:extLst>
                <a:ext uri="{FF2B5EF4-FFF2-40B4-BE49-F238E27FC236}">
                  <a16:creationId xmlns:a16="http://schemas.microsoft.com/office/drawing/2014/main" id="{4BB02121-BE24-429D-AE00-67EA4164F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1" y="600"/>
              <a:ext cx="2408" cy="1251"/>
              <a:chOff x="397" y="2530"/>
              <a:chExt cx="2408" cy="1251"/>
            </a:xfrm>
          </p:grpSpPr>
          <p:grpSp>
            <p:nvGrpSpPr>
              <p:cNvPr id="58411" name="Group 90">
                <a:extLst>
                  <a:ext uri="{FF2B5EF4-FFF2-40B4-BE49-F238E27FC236}">
                    <a16:creationId xmlns:a16="http://schemas.microsoft.com/office/drawing/2014/main" id="{A0AFAA8E-E49F-4077-AFEC-19A844C18F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" y="2530"/>
                <a:ext cx="2345" cy="1251"/>
                <a:chOff x="1037" y="886"/>
                <a:chExt cx="2345" cy="1251"/>
              </a:xfrm>
            </p:grpSpPr>
            <p:sp>
              <p:nvSpPr>
                <p:cNvPr id="58418" name="Rectangle 91">
                  <a:extLst>
                    <a:ext uri="{FF2B5EF4-FFF2-40B4-BE49-F238E27FC236}">
                      <a16:creationId xmlns:a16="http://schemas.microsoft.com/office/drawing/2014/main" id="{B3DFC2A2-52AE-4A18-8EF8-77DAA355F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19" name="Rectangle 92">
                  <a:extLst>
                    <a:ext uri="{FF2B5EF4-FFF2-40B4-BE49-F238E27FC236}">
                      <a16:creationId xmlns:a16="http://schemas.microsoft.com/office/drawing/2014/main" id="{A665D45B-2968-4201-9801-29E2FAECEF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0" name="Rectangle 93">
                  <a:extLst>
                    <a:ext uri="{FF2B5EF4-FFF2-40B4-BE49-F238E27FC236}">
                      <a16:creationId xmlns:a16="http://schemas.microsoft.com/office/drawing/2014/main" id="{A7347550-AC9E-4517-B40E-80BB94AADB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1" name="Rectangle 94">
                  <a:extLst>
                    <a:ext uri="{FF2B5EF4-FFF2-40B4-BE49-F238E27FC236}">
                      <a16:creationId xmlns:a16="http://schemas.microsoft.com/office/drawing/2014/main" id="{63219A85-3EAC-4D64-B467-2F7EDAAF51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2" name="Rectangle 95">
                  <a:extLst>
                    <a:ext uri="{FF2B5EF4-FFF2-40B4-BE49-F238E27FC236}">
                      <a16:creationId xmlns:a16="http://schemas.microsoft.com/office/drawing/2014/main" id="{A03BC250-1DF4-4836-8E53-7F21FD7F57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3" name="Rectangle 96">
                  <a:extLst>
                    <a:ext uri="{FF2B5EF4-FFF2-40B4-BE49-F238E27FC236}">
                      <a16:creationId xmlns:a16="http://schemas.microsoft.com/office/drawing/2014/main" id="{CE5B8C44-A131-48D8-87A1-670D29242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4" name="Rectangle 97">
                  <a:extLst>
                    <a:ext uri="{FF2B5EF4-FFF2-40B4-BE49-F238E27FC236}">
                      <a16:creationId xmlns:a16="http://schemas.microsoft.com/office/drawing/2014/main" id="{46082487-BC06-4BD9-AF8C-AE37A5BEC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5" name="Rectangle 98">
                  <a:extLst>
                    <a:ext uri="{FF2B5EF4-FFF2-40B4-BE49-F238E27FC236}">
                      <a16:creationId xmlns:a16="http://schemas.microsoft.com/office/drawing/2014/main" id="{CA584561-3D90-4D2E-B854-4F660E238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6" name="Line 99">
                  <a:extLst>
                    <a:ext uri="{FF2B5EF4-FFF2-40B4-BE49-F238E27FC236}">
                      <a16:creationId xmlns:a16="http://schemas.microsoft.com/office/drawing/2014/main" id="{6A517280-96B7-4827-ACA7-7F2E795B39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7" name="Line 100">
                  <a:extLst>
                    <a:ext uri="{FF2B5EF4-FFF2-40B4-BE49-F238E27FC236}">
                      <a16:creationId xmlns:a16="http://schemas.microsoft.com/office/drawing/2014/main" id="{E3C36150-E18C-4568-B59F-087AB2724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740"/>
                  <a:ext cx="19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8" name="Line 101">
                  <a:extLst>
                    <a:ext uri="{FF2B5EF4-FFF2-40B4-BE49-F238E27FC236}">
                      <a16:creationId xmlns:a16="http://schemas.microsoft.com/office/drawing/2014/main" id="{C6552928-DD30-4B90-AEE4-60F854093E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2137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29" name="Line 102">
                  <a:extLst>
                    <a:ext uri="{FF2B5EF4-FFF2-40B4-BE49-F238E27FC236}">
                      <a16:creationId xmlns:a16="http://schemas.microsoft.com/office/drawing/2014/main" id="{C0491CCD-CB32-485A-AEFD-D9A6CBB83F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0" name="Line 103">
                  <a:extLst>
                    <a:ext uri="{FF2B5EF4-FFF2-40B4-BE49-F238E27FC236}">
                      <a16:creationId xmlns:a16="http://schemas.microsoft.com/office/drawing/2014/main" id="{70D4A1E8-CB7D-4F85-AC75-37CB17A7AE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0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1" name="Line 104">
                  <a:extLst>
                    <a:ext uri="{FF2B5EF4-FFF2-40B4-BE49-F238E27FC236}">
                      <a16:creationId xmlns:a16="http://schemas.microsoft.com/office/drawing/2014/main" id="{5FA52C27-0182-40CD-B6F7-4A7EC7056E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2" name="Line 105">
                  <a:extLst>
                    <a:ext uri="{FF2B5EF4-FFF2-40B4-BE49-F238E27FC236}">
                      <a16:creationId xmlns:a16="http://schemas.microsoft.com/office/drawing/2014/main" id="{DBC9A137-C794-4975-9473-76C8136EF6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5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3" name="Line 106">
                  <a:extLst>
                    <a:ext uri="{FF2B5EF4-FFF2-40B4-BE49-F238E27FC236}">
                      <a16:creationId xmlns:a16="http://schemas.microsoft.com/office/drawing/2014/main" id="{40B8CAA1-28BA-4C94-8862-672C7E054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4" name="Line 107">
                  <a:extLst>
                    <a:ext uri="{FF2B5EF4-FFF2-40B4-BE49-F238E27FC236}">
                      <a16:creationId xmlns:a16="http://schemas.microsoft.com/office/drawing/2014/main" id="{120770E7-B99E-4033-8B80-C6CBC33386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3" y="1065"/>
                  <a:ext cx="279" cy="27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435" name="Text Box 108">
                  <a:extLst>
                    <a:ext uri="{FF2B5EF4-FFF2-40B4-BE49-F238E27FC236}">
                      <a16:creationId xmlns:a16="http://schemas.microsoft.com/office/drawing/2014/main" id="{821CFEDD-2169-45F1-A078-BD2F65024A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0" y="88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58436" name="Text Box 109">
                  <a:extLst>
                    <a:ext uri="{FF2B5EF4-FFF2-40B4-BE49-F238E27FC236}">
                      <a16:creationId xmlns:a16="http://schemas.microsoft.com/office/drawing/2014/main" id="{772B29E6-56F6-4219-BFE7-366FBCF60F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6" y="102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58437" name="Text Box 110">
                  <a:extLst>
                    <a:ext uri="{FF2B5EF4-FFF2-40B4-BE49-F238E27FC236}">
                      <a16:creationId xmlns:a16="http://schemas.microsoft.com/office/drawing/2014/main" id="{2B511AD5-53AB-42CA-94DD-43A36C707F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7" y="1160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58438" name="Text Box 111">
                  <a:extLst>
                    <a:ext uri="{FF2B5EF4-FFF2-40B4-BE49-F238E27FC236}">
                      <a16:creationId xmlns:a16="http://schemas.microsoft.com/office/drawing/2014/main" id="{4DFA19D1-7401-4562-A17F-FED0F165D7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3" y="1784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58439" name="Text Box 112">
                  <a:extLst>
                    <a:ext uri="{FF2B5EF4-FFF2-40B4-BE49-F238E27FC236}">
                      <a16:creationId xmlns:a16="http://schemas.microsoft.com/office/drawing/2014/main" id="{D03F441D-6DA5-4A42-91E5-C3B94597CA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3" y="138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8440" name="Text Box 113">
                  <a:extLst>
                    <a:ext uri="{FF2B5EF4-FFF2-40B4-BE49-F238E27FC236}">
                      <a16:creationId xmlns:a16="http://schemas.microsoft.com/office/drawing/2014/main" id="{48FD98D0-0A75-45F8-A015-A892F74D87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53" y="110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00</a:t>
                  </a:r>
                </a:p>
              </p:txBody>
            </p:sp>
            <p:sp>
              <p:nvSpPr>
                <p:cNvPr id="58441" name="Text Box 114">
                  <a:extLst>
                    <a:ext uri="{FF2B5EF4-FFF2-40B4-BE49-F238E27FC236}">
                      <a16:creationId xmlns:a16="http://schemas.microsoft.com/office/drawing/2014/main" id="{0C2641AB-6AD1-460D-9960-D94CD28C06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6" y="110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11</a:t>
                  </a:r>
                </a:p>
              </p:txBody>
            </p:sp>
            <p:sp>
              <p:nvSpPr>
                <p:cNvPr id="58442" name="Text Box 115">
                  <a:extLst>
                    <a:ext uri="{FF2B5EF4-FFF2-40B4-BE49-F238E27FC236}">
                      <a16:creationId xmlns:a16="http://schemas.microsoft.com/office/drawing/2014/main" id="{38777A20-7F71-4F7B-981D-C62B101FE5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0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21" name="Text Box 116">
                  <a:extLst>
                    <a:ext uri="{FF2B5EF4-FFF2-40B4-BE49-F238E27FC236}">
                      <a16:creationId xmlns:a16="http://schemas.microsoft.com/office/drawing/2014/main" id="{724D656A-C3F0-4C65-982E-3F656F4B72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9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10</a:t>
                  </a:r>
                </a:p>
              </p:txBody>
            </p:sp>
          </p:grpSp>
          <p:sp>
            <p:nvSpPr>
              <p:cNvPr id="58412" name="Text Box 117">
                <a:extLst>
                  <a:ext uri="{FF2B5EF4-FFF2-40B4-BE49-F238E27FC236}">
                    <a16:creationId xmlns:a16="http://schemas.microsoft.com/office/drawing/2014/main" id="{BE6A5519-E0A5-490C-8A02-36A9D35D6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7" y="3030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13" name="Text Box 118">
                <a:extLst>
                  <a:ext uri="{FF2B5EF4-FFF2-40B4-BE49-F238E27FC236}">
                    <a16:creationId xmlns:a16="http://schemas.microsoft.com/office/drawing/2014/main" id="{CC8CAE1B-2390-44DD-8288-17FA9C3E4D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414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14" name="Text Box 119">
                <a:extLst>
                  <a:ext uri="{FF2B5EF4-FFF2-40B4-BE49-F238E27FC236}">
                    <a16:creationId xmlns:a16="http://schemas.microsoft.com/office/drawing/2014/main" id="{8A246FD5-4D8E-47A5-AB7B-85585CA385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3029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15" name="Text Box 120">
                <a:extLst>
                  <a:ext uri="{FF2B5EF4-FFF2-40B4-BE49-F238E27FC236}">
                    <a16:creationId xmlns:a16="http://schemas.microsoft.com/office/drawing/2014/main" id="{4F749DD3-0F2B-4175-95E8-20D028FEE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3" y="3041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16" name="Text Box 121">
                <a:extLst>
                  <a:ext uri="{FF2B5EF4-FFF2-40B4-BE49-F238E27FC236}">
                    <a16:creationId xmlns:a16="http://schemas.microsoft.com/office/drawing/2014/main" id="{756936E6-5752-4652-9E43-277D14146A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5" y="3446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58417" name="Text Box 122">
                <a:extLst>
                  <a:ext uri="{FF2B5EF4-FFF2-40B4-BE49-F238E27FC236}">
                    <a16:creationId xmlns:a16="http://schemas.microsoft.com/office/drawing/2014/main" id="{F69C2E90-F1EA-4F8F-8516-BB171BBF2E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4" y="3435"/>
                <a:ext cx="44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58410" name="AutoShape 123">
              <a:extLst>
                <a:ext uri="{FF2B5EF4-FFF2-40B4-BE49-F238E27FC236}">
                  <a16:creationId xmlns:a16="http://schemas.microsoft.com/office/drawing/2014/main" id="{EF65432D-5AF3-4557-B01A-D4AB66452C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94" y="1503"/>
              <a:ext cx="287" cy="288"/>
            </a:xfrm>
            <a:prstGeom prst="roundRect">
              <a:avLst>
                <a:gd name="adj" fmla="val 16667"/>
              </a:avLst>
            </a:prstGeom>
            <a:solidFill>
              <a:schemeClr val="hlink">
                <a:alpha val="50195"/>
              </a:schemeClr>
            </a:solidFill>
            <a:ln w="38100">
              <a:solidFill>
                <a:srgbClr val="FF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8492" name="Group 124">
            <a:extLst>
              <a:ext uri="{FF2B5EF4-FFF2-40B4-BE49-F238E27FC236}">
                <a16:creationId xmlns:a16="http://schemas.microsoft.com/office/drawing/2014/main" id="{C11795A3-4D81-467E-8B1B-614FBC035126}"/>
              </a:ext>
            </a:extLst>
          </p:cNvPr>
          <p:cNvGrpSpPr>
            <a:grpSpLocks/>
          </p:cNvGrpSpPr>
          <p:nvPr/>
        </p:nvGrpSpPr>
        <p:grpSpPr bwMode="auto">
          <a:xfrm>
            <a:off x="4945063" y="2157413"/>
            <a:ext cx="3827462" cy="519112"/>
            <a:chOff x="3296" y="1953"/>
            <a:chExt cx="2411" cy="327"/>
          </a:xfrm>
        </p:grpSpPr>
        <p:sp>
          <p:nvSpPr>
            <p:cNvPr id="58400" name="Text Box 125">
              <a:extLst>
                <a:ext uri="{FF2B5EF4-FFF2-40B4-BE49-F238E27FC236}">
                  <a16:creationId xmlns:a16="http://schemas.microsoft.com/office/drawing/2014/main" id="{A49283E0-A6B4-48D9-B601-36B313041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6" y="1953"/>
              <a:ext cx="24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F=AB+AB+ABC+ABC</a:t>
              </a:r>
            </a:p>
          </p:txBody>
        </p:sp>
        <p:sp>
          <p:nvSpPr>
            <p:cNvPr id="58401" name="Line 126">
              <a:extLst>
                <a:ext uri="{FF2B5EF4-FFF2-40B4-BE49-F238E27FC236}">
                  <a16:creationId xmlns:a16="http://schemas.microsoft.com/office/drawing/2014/main" id="{49ECC503-1DCC-433A-8460-9B16B67B1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01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02" name="Line 127">
              <a:extLst>
                <a:ext uri="{FF2B5EF4-FFF2-40B4-BE49-F238E27FC236}">
                  <a16:creationId xmlns:a16="http://schemas.microsoft.com/office/drawing/2014/main" id="{BC638DEB-5761-4143-AF6A-CB16738F8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6" y="2016"/>
              <a:ext cx="10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03" name="Line 128">
              <a:extLst>
                <a:ext uri="{FF2B5EF4-FFF2-40B4-BE49-F238E27FC236}">
                  <a16:creationId xmlns:a16="http://schemas.microsoft.com/office/drawing/2014/main" id="{585AA7EA-3732-47B3-B67B-220AEB862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" y="201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04" name="Line 129">
              <a:extLst>
                <a:ext uri="{FF2B5EF4-FFF2-40B4-BE49-F238E27FC236}">
                  <a16:creationId xmlns:a16="http://schemas.microsoft.com/office/drawing/2014/main" id="{2691F1B0-9E82-4582-9423-FE3454C6F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0" y="201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30">
              <a:extLst>
                <a:ext uri="{FF2B5EF4-FFF2-40B4-BE49-F238E27FC236}">
                  <a16:creationId xmlns:a16="http://schemas.microsoft.com/office/drawing/2014/main" id="{570E467C-F4D6-4FB4-9372-CC3550A76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9" y="2016"/>
              <a:ext cx="1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499" name="Text Box 131">
            <a:extLst>
              <a:ext uri="{FF2B5EF4-FFF2-40B4-BE49-F238E27FC236}">
                <a16:creationId xmlns:a16="http://schemas.microsoft.com/office/drawing/2014/main" id="{5F1B2241-FDB2-4E66-86F9-BDD620777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150" y="5199063"/>
            <a:ext cx="71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</p:txBody>
      </p:sp>
      <p:grpSp>
        <p:nvGrpSpPr>
          <p:cNvPr id="58500" name="Group 132">
            <a:extLst>
              <a:ext uri="{FF2B5EF4-FFF2-40B4-BE49-F238E27FC236}">
                <a16:creationId xmlns:a16="http://schemas.microsoft.com/office/drawing/2014/main" id="{4CA8C1CC-2D3A-4612-8827-817320D6D07B}"/>
              </a:ext>
            </a:extLst>
          </p:cNvPr>
          <p:cNvGrpSpPr>
            <a:grpSpLocks/>
          </p:cNvGrpSpPr>
          <p:nvPr/>
        </p:nvGrpSpPr>
        <p:grpSpPr bwMode="auto">
          <a:xfrm>
            <a:off x="7888288" y="5181600"/>
            <a:ext cx="711200" cy="519113"/>
            <a:chOff x="2229" y="3787"/>
            <a:chExt cx="448" cy="327"/>
          </a:xfrm>
        </p:grpSpPr>
        <p:sp>
          <p:nvSpPr>
            <p:cNvPr id="58398" name="Text Box 133">
              <a:extLst>
                <a:ext uri="{FF2B5EF4-FFF2-40B4-BE49-F238E27FC236}">
                  <a16:creationId xmlns:a16="http://schemas.microsoft.com/office/drawing/2014/main" id="{0E24EA5F-90EE-444E-B5F8-139C5F367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" y="3787"/>
              <a:ext cx="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58399" name="Line 134">
              <a:extLst>
                <a:ext uri="{FF2B5EF4-FFF2-40B4-BE49-F238E27FC236}">
                  <a16:creationId xmlns:a16="http://schemas.microsoft.com/office/drawing/2014/main" id="{46D8A480-02A8-4669-8355-4C673D2A1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840"/>
              <a:ext cx="1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503" name="AutoShape 135">
            <a:extLst>
              <a:ext uri="{FF2B5EF4-FFF2-40B4-BE49-F238E27FC236}">
                <a16:creationId xmlns:a16="http://schemas.microsoft.com/office/drawing/2014/main" id="{14BF361D-7851-49F8-A0F2-F28E4947A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3963988"/>
            <a:ext cx="1320800" cy="1135062"/>
          </a:xfrm>
          <a:prstGeom prst="roundRect">
            <a:avLst>
              <a:gd name="adj" fmla="val 16667"/>
            </a:avLst>
          </a:prstGeom>
          <a:solidFill>
            <a:srgbClr val="D5FFF4">
              <a:alpha val="50195"/>
            </a:srgbClr>
          </a:solidFill>
          <a:ln w="38100">
            <a:solidFill>
              <a:srgbClr val="FF9933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504" name="AutoShape 136">
            <a:extLst>
              <a:ext uri="{FF2B5EF4-FFF2-40B4-BE49-F238E27FC236}">
                <a16:creationId xmlns:a16="http://schemas.microsoft.com/office/drawing/2014/main" id="{DB8A67F6-0532-42C6-B840-ADE1F07B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4044950"/>
            <a:ext cx="441325" cy="965200"/>
          </a:xfrm>
          <a:prstGeom prst="roundRect">
            <a:avLst>
              <a:gd name="adj" fmla="val 16667"/>
            </a:avLst>
          </a:prstGeom>
          <a:noFill/>
          <a:ln w="38100">
            <a:noFill/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505" name="AutoShape 137">
            <a:extLst>
              <a:ext uri="{FF2B5EF4-FFF2-40B4-BE49-F238E27FC236}">
                <a16:creationId xmlns:a16="http://schemas.microsoft.com/office/drawing/2014/main" id="{DF31D0C8-56FA-4743-A9F5-06F0AB946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888" y="4044950"/>
            <a:ext cx="441325" cy="9652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7D5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506" name="Text Box 138">
            <a:extLst>
              <a:ext uri="{FF2B5EF4-FFF2-40B4-BE49-F238E27FC236}">
                <a16:creationId xmlns:a16="http://schemas.microsoft.com/office/drawing/2014/main" id="{34AFBC1B-4863-445F-97E7-5C3AC94F7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75" y="5741988"/>
            <a:ext cx="11668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F=B+</a:t>
            </a:r>
          </a:p>
        </p:txBody>
      </p:sp>
      <p:sp>
        <p:nvSpPr>
          <p:cNvPr id="58507" name="AutoShape 139">
            <a:extLst>
              <a:ext uri="{FF2B5EF4-FFF2-40B4-BE49-F238E27FC236}">
                <a16:creationId xmlns:a16="http://schemas.microsoft.com/office/drawing/2014/main" id="{374D10D1-BF27-4738-8495-C40A90421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4013200"/>
            <a:ext cx="355600" cy="10318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7D5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508" name="Group 140">
            <a:extLst>
              <a:ext uri="{FF2B5EF4-FFF2-40B4-BE49-F238E27FC236}">
                <a16:creationId xmlns:a16="http://schemas.microsoft.com/office/drawing/2014/main" id="{696113C1-5CFF-4507-AAD1-F2DACCA07CE9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5164138"/>
            <a:ext cx="896937" cy="519112"/>
            <a:chOff x="3371" y="3467"/>
            <a:chExt cx="565" cy="327"/>
          </a:xfrm>
        </p:grpSpPr>
        <p:sp>
          <p:nvSpPr>
            <p:cNvPr id="58395" name="Text Box 141">
              <a:extLst>
                <a:ext uri="{FF2B5EF4-FFF2-40B4-BE49-F238E27FC236}">
                  <a16:creationId xmlns:a16="http://schemas.microsoft.com/office/drawing/2014/main" id="{FB48D52F-D75D-4AD7-8157-F5FE72EC5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3467"/>
              <a:ext cx="5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sp>
          <p:nvSpPr>
            <p:cNvPr id="58396" name="Line 142">
              <a:extLst>
                <a:ext uri="{FF2B5EF4-FFF2-40B4-BE49-F238E27FC236}">
                  <a16:creationId xmlns:a16="http://schemas.microsoft.com/office/drawing/2014/main" id="{6E1BC67C-DF3A-44E5-AE86-13BCC3866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5" y="3520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7" name="Line 143">
              <a:extLst>
                <a:ext uri="{FF2B5EF4-FFF2-40B4-BE49-F238E27FC236}">
                  <a16:creationId xmlns:a16="http://schemas.microsoft.com/office/drawing/2014/main" id="{F7BD1264-B22F-4B5B-AE04-60353E84B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" y="3520"/>
              <a:ext cx="1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512" name="AutoShape 144">
            <a:extLst>
              <a:ext uri="{FF2B5EF4-FFF2-40B4-BE49-F238E27FC236}">
                <a16:creationId xmlns:a16="http://schemas.microsoft.com/office/drawing/2014/main" id="{E49B576F-5FED-4A9C-800A-4CD0D40E7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4011613"/>
            <a:ext cx="355600" cy="10318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353D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513" name="AutoShape 145">
            <a:extLst>
              <a:ext uri="{FF2B5EF4-FFF2-40B4-BE49-F238E27FC236}">
                <a16:creationId xmlns:a16="http://schemas.microsoft.com/office/drawing/2014/main" id="{47498E4C-0085-4AF5-992F-FD7EDE05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4013200"/>
            <a:ext cx="625475" cy="1016000"/>
          </a:xfrm>
          <a:prstGeom prst="roundRect">
            <a:avLst>
              <a:gd name="adj" fmla="val 16667"/>
            </a:avLst>
          </a:prstGeom>
          <a:solidFill>
            <a:srgbClr val="FFC1FF">
              <a:alpha val="50195"/>
            </a:srgbClr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514" name="AutoShape 146">
            <a:extLst>
              <a:ext uri="{FF2B5EF4-FFF2-40B4-BE49-F238E27FC236}">
                <a16:creationId xmlns:a16="http://schemas.microsoft.com/office/drawing/2014/main" id="{4301E2E8-F83C-42B6-A2CA-959A36F9C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4046538"/>
            <a:ext cx="625475" cy="1016000"/>
          </a:xfrm>
          <a:prstGeom prst="roundRect">
            <a:avLst>
              <a:gd name="adj" fmla="val 16667"/>
            </a:avLst>
          </a:prstGeom>
          <a:solidFill>
            <a:srgbClr val="FFBDFF">
              <a:alpha val="50195"/>
            </a:srgbClr>
          </a:solidFill>
          <a:ln w="38100">
            <a:noFill/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515" name="Group 147">
            <a:extLst>
              <a:ext uri="{FF2B5EF4-FFF2-40B4-BE49-F238E27FC236}">
                <a16:creationId xmlns:a16="http://schemas.microsoft.com/office/drawing/2014/main" id="{897D87DA-6C0A-4A5F-A22F-FF80461468C1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5741988"/>
            <a:ext cx="642937" cy="519112"/>
            <a:chOff x="3819" y="3499"/>
            <a:chExt cx="405" cy="327"/>
          </a:xfrm>
        </p:grpSpPr>
        <p:sp>
          <p:nvSpPr>
            <p:cNvPr id="58393" name="Text Box 148">
              <a:extLst>
                <a:ext uri="{FF2B5EF4-FFF2-40B4-BE49-F238E27FC236}">
                  <a16:creationId xmlns:a16="http://schemas.microsoft.com/office/drawing/2014/main" id="{D6360C5A-A635-4D51-B819-EDF23140C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9" y="3499"/>
              <a:ext cx="4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8394" name="Line 149">
              <a:extLst>
                <a:ext uri="{FF2B5EF4-FFF2-40B4-BE49-F238E27FC236}">
                  <a16:creationId xmlns:a16="http://schemas.microsoft.com/office/drawing/2014/main" id="{EC9ED163-B55B-4018-BA58-4D5F3285F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3" y="3552"/>
              <a:ext cx="10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8518" name="Text Box 150">
            <a:extLst>
              <a:ext uri="{FF2B5EF4-FFF2-40B4-BE49-F238E27FC236}">
                <a16:creationId xmlns:a16="http://schemas.microsoft.com/office/drawing/2014/main" id="{3F6417BC-97D9-40DC-9168-20ECA5A2B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4165600"/>
            <a:ext cx="3827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四个相邻的最小项可以合并消去两个变量。</a:t>
            </a:r>
          </a:p>
        </p:txBody>
      </p:sp>
      <p:sp>
        <p:nvSpPr>
          <p:cNvPr id="58519" name="Text Box 151">
            <a:extLst>
              <a:ext uri="{FF2B5EF4-FFF2-40B4-BE49-F238E27FC236}">
                <a16:creationId xmlns:a16="http://schemas.microsoft.com/office/drawing/2014/main" id="{77FA4150-5F0D-4027-9EE3-DD1C4704B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334000"/>
            <a:ext cx="3827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八个相邻的最小项可以合并消去三个变量。</a:t>
            </a:r>
          </a:p>
        </p:txBody>
      </p:sp>
      <p:sp>
        <p:nvSpPr>
          <p:cNvPr id="58520" name="Text Box 152">
            <a:extLst>
              <a:ext uri="{FF2B5EF4-FFF2-40B4-BE49-F238E27FC236}">
                <a16:creationId xmlns:a16="http://schemas.microsoft.com/office/drawing/2014/main" id="{2D5EDD63-270D-4319-B91A-CCDF66354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2709863"/>
            <a:ext cx="2233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不是最简式</a:t>
            </a:r>
          </a:p>
        </p:txBody>
      </p:sp>
    </p:spTree>
    <p:extLst>
      <p:ext uri="{BB962C8B-B14F-4D97-AF65-F5344CB8AC3E}">
        <p14:creationId xmlns:p14="http://schemas.microsoft.com/office/powerpoint/2010/main" val="21647371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5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58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58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8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0" fill="hold"/>
                                        <p:tgtEl>
                                          <p:spTgt spid="58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58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8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"/>
                                        <p:tgtEl>
                                          <p:spTgt spid="5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0" fill="hold"/>
                                        <p:tgtEl>
                                          <p:spTgt spid="58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0" fill="hold"/>
                                        <p:tgtEl>
                                          <p:spTgt spid="58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8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8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5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43" grpId="0" animBg="1"/>
      <p:bldP spid="58499" grpId="0" autoUpdateAnimBg="0"/>
      <p:bldP spid="58503" grpId="0" animBg="1"/>
      <p:bldP spid="58504" grpId="0"/>
      <p:bldP spid="58505" grpId="0" animBg="1"/>
      <p:bldP spid="58506" grpId="0" autoUpdateAnimBg="0"/>
      <p:bldP spid="58507" grpId="0" animBg="1"/>
      <p:bldP spid="58512" grpId="0" animBg="1"/>
      <p:bldP spid="58513" grpId="0" animBg="1"/>
      <p:bldP spid="58514" grpId="0" animBg="1"/>
      <p:bldP spid="58518" grpId="0" autoUpdateAnimBg="0"/>
      <p:bldP spid="58519" grpId="0" autoUpdateAnimBg="0"/>
      <p:bldP spid="5852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2">
            <a:extLst>
              <a:ext uri="{FF2B5EF4-FFF2-40B4-BE49-F238E27FC236}">
                <a16:creationId xmlns:a16="http://schemas.microsoft.com/office/drawing/2014/main" id="{24DAEF6B-8119-4355-9A3F-D24BD3713D2E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1014413"/>
            <a:ext cx="3736975" cy="3470275"/>
            <a:chOff x="366" y="1055"/>
            <a:chExt cx="2354" cy="2186"/>
          </a:xfrm>
        </p:grpSpPr>
        <p:grpSp>
          <p:nvGrpSpPr>
            <p:cNvPr id="59412" name="Group 3">
              <a:extLst>
                <a:ext uri="{FF2B5EF4-FFF2-40B4-BE49-F238E27FC236}">
                  <a16:creationId xmlns:a16="http://schemas.microsoft.com/office/drawing/2014/main" id="{E9149CA2-9457-42F6-B90A-B49FDDEAF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" y="1055"/>
              <a:ext cx="2306" cy="2186"/>
              <a:chOff x="366" y="1055"/>
              <a:chExt cx="2306" cy="2186"/>
            </a:xfrm>
          </p:grpSpPr>
          <p:grpSp>
            <p:nvGrpSpPr>
              <p:cNvPr id="59423" name="Group 4">
                <a:extLst>
                  <a:ext uri="{FF2B5EF4-FFF2-40B4-BE49-F238E27FC236}">
                    <a16:creationId xmlns:a16="http://schemas.microsoft.com/office/drawing/2014/main" id="{D72979FC-CB52-4806-901D-35B67BE2DE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59438" name="Rectangle 5">
                  <a:extLst>
                    <a:ext uri="{FF2B5EF4-FFF2-40B4-BE49-F238E27FC236}">
                      <a16:creationId xmlns:a16="http://schemas.microsoft.com/office/drawing/2014/main" id="{BF302446-700F-4543-B506-188CC6AB3E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39" name="Rectangle 6">
                  <a:extLst>
                    <a:ext uri="{FF2B5EF4-FFF2-40B4-BE49-F238E27FC236}">
                      <a16:creationId xmlns:a16="http://schemas.microsoft.com/office/drawing/2014/main" id="{355B2DEF-6D96-4142-A953-BED9A2A41B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0" name="Rectangle 7">
                  <a:extLst>
                    <a:ext uri="{FF2B5EF4-FFF2-40B4-BE49-F238E27FC236}">
                      <a16:creationId xmlns:a16="http://schemas.microsoft.com/office/drawing/2014/main" id="{20BF7D3B-26D9-49F6-9B0A-36817419B6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1" name="Rectangle 8">
                  <a:extLst>
                    <a:ext uri="{FF2B5EF4-FFF2-40B4-BE49-F238E27FC236}">
                      <a16:creationId xmlns:a16="http://schemas.microsoft.com/office/drawing/2014/main" id="{646E3064-6C45-485F-ADB3-D0A8332F98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2" name="Rectangle 9">
                  <a:extLst>
                    <a:ext uri="{FF2B5EF4-FFF2-40B4-BE49-F238E27FC236}">
                      <a16:creationId xmlns:a16="http://schemas.microsoft.com/office/drawing/2014/main" id="{32854873-966D-4DEB-A747-3E7003DFA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3" name="Rectangle 10">
                  <a:extLst>
                    <a:ext uri="{FF2B5EF4-FFF2-40B4-BE49-F238E27FC236}">
                      <a16:creationId xmlns:a16="http://schemas.microsoft.com/office/drawing/2014/main" id="{EC672A63-412D-4ED5-903F-140CEDAF4A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4" name="Rectangle 11">
                  <a:extLst>
                    <a:ext uri="{FF2B5EF4-FFF2-40B4-BE49-F238E27FC236}">
                      <a16:creationId xmlns:a16="http://schemas.microsoft.com/office/drawing/2014/main" id="{D3F0F114-D25F-4952-8916-881EA0E3E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5" name="Rectangle 12">
                  <a:extLst>
                    <a:ext uri="{FF2B5EF4-FFF2-40B4-BE49-F238E27FC236}">
                      <a16:creationId xmlns:a16="http://schemas.microsoft.com/office/drawing/2014/main" id="{6BFAFEAD-4C32-4084-B940-570686033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46" name="Rectangle 13">
                  <a:extLst>
                    <a:ext uri="{FF2B5EF4-FFF2-40B4-BE49-F238E27FC236}">
                      <a16:creationId xmlns:a16="http://schemas.microsoft.com/office/drawing/2014/main" id="{3EB2726E-D05E-4AC2-96B2-B658712BD6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" name="Rectangle 14">
                  <a:extLst>
                    <a:ext uri="{FF2B5EF4-FFF2-40B4-BE49-F238E27FC236}">
                      <a16:creationId xmlns:a16="http://schemas.microsoft.com/office/drawing/2014/main" id="{D9D4DB37-B731-4EBF-ACE6-208425D55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" name="Rectangle 15">
                  <a:extLst>
                    <a:ext uri="{FF2B5EF4-FFF2-40B4-BE49-F238E27FC236}">
                      <a16:creationId xmlns:a16="http://schemas.microsoft.com/office/drawing/2014/main" id="{F10BA7E6-E343-4643-9AC5-450093ECE6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" name="Rectangle 16">
                  <a:extLst>
                    <a:ext uri="{FF2B5EF4-FFF2-40B4-BE49-F238E27FC236}">
                      <a16:creationId xmlns:a16="http://schemas.microsoft.com/office/drawing/2014/main" id="{C8D10B07-3B62-4DE2-AE32-CB617975C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Rectangle 17">
                  <a:extLst>
                    <a:ext uri="{FF2B5EF4-FFF2-40B4-BE49-F238E27FC236}">
                      <a16:creationId xmlns:a16="http://schemas.microsoft.com/office/drawing/2014/main" id="{436AA109-4A67-494A-9A68-44FD442816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" name="Rectangle 18">
                  <a:extLst>
                    <a:ext uri="{FF2B5EF4-FFF2-40B4-BE49-F238E27FC236}">
                      <a16:creationId xmlns:a16="http://schemas.microsoft.com/office/drawing/2014/main" id="{488CD56F-B59B-480F-B84B-4510CE7528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Rectangle 19">
                  <a:extLst>
                    <a:ext uri="{FF2B5EF4-FFF2-40B4-BE49-F238E27FC236}">
                      <a16:creationId xmlns:a16="http://schemas.microsoft.com/office/drawing/2014/main" id="{EAEC33DD-F254-4A66-9B42-61E73E88EA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Rectangle 20">
                  <a:extLst>
                    <a:ext uri="{FF2B5EF4-FFF2-40B4-BE49-F238E27FC236}">
                      <a16:creationId xmlns:a16="http://schemas.microsoft.com/office/drawing/2014/main" id="{B46CBF68-4D2A-4F0C-9B71-E0918C4F57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" name="Line 21">
                  <a:extLst>
                    <a:ext uri="{FF2B5EF4-FFF2-40B4-BE49-F238E27FC236}">
                      <a16:creationId xmlns:a16="http://schemas.microsoft.com/office/drawing/2014/main" id="{3D5B445B-F13A-4FC8-9B06-02DFBBBE0A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Line 22">
                  <a:extLst>
                    <a:ext uri="{FF2B5EF4-FFF2-40B4-BE49-F238E27FC236}">
                      <a16:creationId xmlns:a16="http://schemas.microsoft.com/office/drawing/2014/main" id="{2119200E-2E95-4F2B-8192-4E5596C0C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" name="Line 23">
                  <a:extLst>
                    <a:ext uri="{FF2B5EF4-FFF2-40B4-BE49-F238E27FC236}">
                      <a16:creationId xmlns:a16="http://schemas.microsoft.com/office/drawing/2014/main" id="{A88232E6-23D4-4CC0-B575-0FCDC49B3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57" name="Line 24">
                  <a:extLst>
                    <a:ext uri="{FF2B5EF4-FFF2-40B4-BE49-F238E27FC236}">
                      <a16:creationId xmlns:a16="http://schemas.microsoft.com/office/drawing/2014/main" id="{0426D3CD-4A62-49C4-A447-6E806D3328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58" name="Line 25">
                  <a:extLst>
                    <a:ext uri="{FF2B5EF4-FFF2-40B4-BE49-F238E27FC236}">
                      <a16:creationId xmlns:a16="http://schemas.microsoft.com/office/drawing/2014/main" id="{88307208-AB19-418A-A068-3D41706C7C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59" name="Line 26">
                  <a:extLst>
                    <a:ext uri="{FF2B5EF4-FFF2-40B4-BE49-F238E27FC236}">
                      <a16:creationId xmlns:a16="http://schemas.microsoft.com/office/drawing/2014/main" id="{3EB2E404-F325-46AD-A421-277A6018BD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Line 27">
                  <a:extLst>
                    <a:ext uri="{FF2B5EF4-FFF2-40B4-BE49-F238E27FC236}">
                      <a16:creationId xmlns:a16="http://schemas.microsoft.com/office/drawing/2014/main" id="{A2F64CD2-BB65-4B8F-9582-7C723BB4E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61" name="Line 28">
                  <a:extLst>
                    <a:ext uri="{FF2B5EF4-FFF2-40B4-BE49-F238E27FC236}">
                      <a16:creationId xmlns:a16="http://schemas.microsoft.com/office/drawing/2014/main" id="{D53E59B6-171F-4025-A217-8626108B9B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62" name="Line 29">
                  <a:extLst>
                    <a:ext uri="{FF2B5EF4-FFF2-40B4-BE49-F238E27FC236}">
                      <a16:creationId xmlns:a16="http://schemas.microsoft.com/office/drawing/2014/main" id="{B5158792-C4F7-42A0-B1B0-58915AFCE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63" name="Line 30">
                  <a:extLst>
                    <a:ext uri="{FF2B5EF4-FFF2-40B4-BE49-F238E27FC236}">
                      <a16:creationId xmlns:a16="http://schemas.microsoft.com/office/drawing/2014/main" id="{F02750AD-9DBF-4A26-9FAA-D271AB01C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9424" name="Line 31">
                <a:extLst>
                  <a:ext uri="{FF2B5EF4-FFF2-40B4-BE49-F238E27FC236}">
                    <a16:creationId xmlns:a16="http://schemas.microsoft.com/office/drawing/2014/main" id="{5C7417A1-9C73-4492-99D5-5B6A31F68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9425" name="Group 32">
                <a:extLst>
                  <a:ext uri="{FF2B5EF4-FFF2-40B4-BE49-F238E27FC236}">
                    <a16:creationId xmlns:a16="http://schemas.microsoft.com/office/drawing/2014/main" id="{87476A32-0FAE-4E66-AC7A-086209EC22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59434" name="Text Box 33">
                  <a:extLst>
                    <a:ext uri="{FF2B5EF4-FFF2-40B4-BE49-F238E27FC236}">
                      <a16:creationId xmlns:a16="http://schemas.microsoft.com/office/drawing/2014/main" id="{F38334EC-302C-4595-B956-0F2B064133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59435" name="Text Box 34">
                  <a:extLst>
                    <a:ext uri="{FF2B5EF4-FFF2-40B4-BE49-F238E27FC236}">
                      <a16:creationId xmlns:a16="http://schemas.microsoft.com/office/drawing/2014/main" id="{974C8018-0A27-4D44-BBE8-5B9A118684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59436" name="Text Box 35">
                  <a:extLst>
                    <a:ext uri="{FF2B5EF4-FFF2-40B4-BE49-F238E27FC236}">
                      <a16:creationId xmlns:a16="http://schemas.microsoft.com/office/drawing/2014/main" id="{52EA6187-41CA-430A-A665-EEDD81D20F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59437" name="Text Box 36">
                  <a:extLst>
                    <a:ext uri="{FF2B5EF4-FFF2-40B4-BE49-F238E27FC236}">
                      <a16:creationId xmlns:a16="http://schemas.microsoft.com/office/drawing/2014/main" id="{91FC057B-4763-4CD4-A98C-27AA276306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sp>
            <p:nvSpPr>
              <p:cNvPr id="59426" name="Text Box 37">
                <a:extLst>
                  <a:ext uri="{FF2B5EF4-FFF2-40B4-BE49-F238E27FC236}">
                    <a16:creationId xmlns:a16="http://schemas.microsoft.com/office/drawing/2014/main" id="{15CCA2A5-0F07-43BB-A089-86524EC07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9427" name="Text Box 38">
                <a:extLst>
                  <a:ext uri="{FF2B5EF4-FFF2-40B4-BE49-F238E27FC236}">
                    <a16:creationId xmlns:a16="http://schemas.microsoft.com/office/drawing/2014/main" id="{CE0D1368-2CB3-4E87-8C34-791C41DCD1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9428" name="Text Box 39">
                <a:extLst>
                  <a:ext uri="{FF2B5EF4-FFF2-40B4-BE49-F238E27FC236}">
                    <a16:creationId xmlns:a16="http://schemas.microsoft.com/office/drawing/2014/main" id="{23AE40B8-5583-4B7D-BB01-1BFDD27AB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9429" name="Text Box 40">
                <a:extLst>
                  <a:ext uri="{FF2B5EF4-FFF2-40B4-BE49-F238E27FC236}">
                    <a16:creationId xmlns:a16="http://schemas.microsoft.com/office/drawing/2014/main" id="{539E0814-FA38-4D89-BF4B-6562317464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59430" name="Text Box 41">
                <a:extLst>
                  <a:ext uri="{FF2B5EF4-FFF2-40B4-BE49-F238E27FC236}">
                    <a16:creationId xmlns:a16="http://schemas.microsoft.com/office/drawing/2014/main" id="{39C22420-C02E-4AE8-944F-183D022C17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59431" name="Text Box 42">
                <a:extLst>
                  <a:ext uri="{FF2B5EF4-FFF2-40B4-BE49-F238E27FC236}">
                    <a16:creationId xmlns:a16="http://schemas.microsoft.com/office/drawing/2014/main" id="{14CC276A-5457-4E43-8511-7AAED677D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59432" name="Text Box 43">
                <a:extLst>
                  <a:ext uri="{FF2B5EF4-FFF2-40B4-BE49-F238E27FC236}">
                    <a16:creationId xmlns:a16="http://schemas.microsoft.com/office/drawing/2014/main" id="{EC45F3F1-4774-4D5D-8A3D-4C1704CFF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59433" name="Text Box 44">
                <a:extLst>
                  <a:ext uri="{FF2B5EF4-FFF2-40B4-BE49-F238E27FC236}">
                    <a16:creationId xmlns:a16="http://schemas.microsoft.com/office/drawing/2014/main" id="{CFBA7391-01CE-4929-B1DC-370FA55524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59413" name="Text Box 45">
              <a:extLst>
                <a:ext uri="{FF2B5EF4-FFF2-40B4-BE49-F238E27FC236}">
                  <a16:creationId xmlns:a16="http://schemas.microsoft.com/office/drawing/2014/main" id="{2AC2AB53-EE7C-4E59-ADE0-15E8E7F3A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1622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4" name="Text Box 46">
              <a:extLst>
                <a:ext uri="{FF2B5EF4-FFF2-40B4-BE49-F238E27FC236}">
                  <a16:creationId xmlns:a16="http://schemas.microsoft.com/office/drawing/2014/main" id="{56333B23-F0B1-40CF-9C3F-34EE27D93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1611"/>
              <a:ext cx="405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5" name="Text Box 47">
              <a:extLst>
                <a:ext uri="{FF2B5EF4-FFF2-40B4-BE49-F238E27FC236}">
                  <a16:creationId xmlns:a16="http://schemas.microsoft.com/office/drawing/2014/main" id="{F9F3311F-5331-4CA6-9535-9FC0FC354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859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6" name="Text Box 48">
              <a:extLst>
                <a:ext uri="{FF2B5EF4-FFF2-40B4-BE49-F238E27FC236}">
                  <a16:creationId xmlns:a16="http://schemas.microsoft.com/office/drawing/2014/main" id="{FAA8A73F-13E6-48EC-8915-D696A9C26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2870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7" name="Text Box 49">
              <a:extLst>
                <a:ext uri="{FF2B5EF4-FFF2-40B4-BE49-F238E27FC236}">
                  <a16:creationId xmlns:a16="http://schemas.microsoft.com/office/drawing/2014/main" id="{A7126CFF-CF02-40CF-AFCE-43277A43D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6" y="2892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8" name="Text Box 50">
              <a:extLst>
                <a:ext uri="{FF2B5EF4-FFF2-40B4-BE49-F238E27FC236}">
                  <a16:creationId xmlns:a16="http://schemas.microsoft.com/office/drawing/2014/main" id="{9230B28D-7234-41E5-BCD3-49885F871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" y="2454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19" name="Text Box 51">
              <a:extLst>
                <a:ext uri="{FF2B5EF4-FFF2-40B4-BE49-F238E27FC236}">
                  <a16:creationId xmlns:a16="http://schemas.microsoft.com/office/drawing/2014/main" id="{246C4A5E-8C77-43B2-BDA4-DC8D91848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" y="2444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20" name="Text Box 52">
              <a:extLst>
                <a:ext uri="{FF2B5EF4-FFF2-40B4-BE49-F238E27FC236}">
                  <a16:creationId xmlns:a16="http://schemas.microsoft.com/office/drawing/2014/main" id="{9B5F9948-9258-45AC-8AB3-AE8EE446A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444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21" name="Text Box 53">
              <a:extLst>
                <a:ext uri="{FF2B5EF4-FFF2-40B4-BE49-F238E27FC236}">
                  <a16:creationId xmlns:a16="http://schemas.microsoft.com/office/drawing/2014/main" id="{5ABF216B-C474-4BC7-A312-A17F6AF37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2444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9422" name="Text Box 54">
              <a:extLst>
                <a:ext uri="{FF2B5EF4-FFF2-40B4-BE49-F238E27FC236}">
                  <a16:creationId xmlns:a16="http://schemas.microsoft.com/office/drawing/2014/main" id="{A18B3D4A-4295-4044-AEAF-F30FAC348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6" y="1612"/>
              <a:ext cx="4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59447" name="AutoShape 55">
            <a:extLst>
              <a:ext uri="{FF2B5EF4-FFF2-40B4-BE49-F238E27FC236}">
                <a16:creationId xmlns:a16="http://schemas.microsoft.com/office/drawing/2014/main" id="{37543C4A-A24E-4FBA-887C-C00CF465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286125"/>
            <a:ext cx="2641600" cy="406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CC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48" name="Rectangle 56">
            <a:extLst>
              <a:ext uri="{FF2B5EF4-FFF2-40B4-BE49-F238E27FC236}">
                <a16:creationId xmlns:a16="http://schemas.microsoft.com/office/drawing/2014/main" id="{DDC8CE5D-2FE9-4BD7-812A-097F14899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2475" y="525463"/>
            <a:ext cx="1490663" cy="517525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1】</a:t>
            </a:r>
          </a:p>
        </p:txBody>
      </p:sp>
      <p:sp>
        <p:nvSpPr>
          <p:cNvPr id="59449" name="AutoShape 57">
            <a:extLst>
              <a:ext uri="{FF2B5EF4-FFF2-40B4-BE49-F238E27FC236}">
                <a16:creationId xmlns:a16="http://schemas.microsoft.com/office/drawing/2014/main" id="{22AC19BB-5E1E-455E-A62A-2BE32F8C3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1828800"/>
            <a:ext cx="1049338" cy="5254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0" name="AutoShape 58">
            <a:extLst>
              <a:ext uri="{FF2B5EF4-FFF2-40B4-BE49-F238E27FC236}">
                <a16:creationId xmlns:a16="http://schemas.microsoft.com/office/drawing/2014/main" id="{521176E4-2F21-421B-9568-647D24156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1828800"/>
            <a:ext cx="593725" cy="55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2C5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1" name="AutoShape 59">
            <a:extLst>
              <a:ext uri="{FF2B5EF4-FFF2-40B4-BE49-F238E27FC236}">
                <a16:creationId xmlns:a16="http://schemas.microsoft.com/office/drawing/2014/main" id="{E9AB2D1B-6DA0-4316-9630-87C0C12D3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213" y="3911600"/>
            <a:ext cx="593725" cy="55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2C5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2" name="AutoShape 60">
            <a:extLst>
              <a:ext uri="{FF2B5EF4-FFF2-40B4-BE49-F238E27FC236}">
                <a16:creationId xmlns:a16="http://schemas.microsoft.com/office/drawing/2014/main" id="{0450FA52-333E-451C-BDD8-E3A088816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1828800"/>
            <a:ext cx="593725" cy="55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2C5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3" name="AutoShape 61">
            <a:extLst>
              <a:ext uri="{FF2B5EF4-FFF2-40B4-BE49-F238E27FC236}">
                <a16:creationId xmlns:a16="http://schemas.microsoft.com/office/drawing/2014/main" id="{3D16EB41-F309-4079-875E-1FD333E46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911600"/>
            <a:ext cx="593725" cy="55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DCB9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4" name="AutoShape 62">
            <a:extLst>
              <a:ext uri="{FF2B5EF4-FFF2-40B4-BE49-F238E27FC236}">
                <a16:creationId xmlns:a16="http://schemas.microsoft.com/office/drawing/2014/main" id="{B9980898-7BF2-4686-8F41-A5F7FDE5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3962400"/>
            <a:ext cx="1049337" cy="5254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55" name="Text Box 63">
            <a:extLst>
              <a:ext uri="{FF2B5EF4-FFF2-40B4-BE49-F238E27FC236}">
                <a16:creationId xmlns:a16="http://schemas.microsoft.com/office/drawing/2014/main" id="{5AA002F3-318A-4A07-8D87-7A8D1D770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51816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F=DC</a:t>
            </a:r>
          </a:p>
        </p:txBody>
      </p:sp>
      <p:grpSp>
        <p:nvGrpSpPr>
          <p:cNvPr id="59456" name="Group 64">
            <a:extLst>
              <a:ext uri="{FF2B5EF4-FFF2-40B4-BE49-F238E27FC236}">
                <a16:creationId xmlns:a16="http://schemas.microsoft.com/office/drawing/2014/main" id="{FF948160-F3D8-4204-AA04-12532DCFC6C1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5199063"/>
            <a:ext cx="965200" cy="519112"/>
            <a:chOff x="2272" y="3595"/>
            <a:chExt cx="608" cy="327"/>
          </a:xfrm>
        </p:grpSpPr>
        <p:sp>
          <p:nvSpPr>
            <p:cNvPr id="59409" name="Text Box 65">
              <a:extLst>
                <a:ext uri="{FF2B5EF4-FFF2-40B4-BE49-F238E27FC236}">
                  <a16:creationId xmlns:a16="http://schemas.microsoft.com/office/drawing/2014/main" id="{3526DF5C-F1A6-4DF0-A5F9-9076BB8C9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3595"/>
              <a:ext cx="6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+BC</a:t>
              </a:r>
            </a:p>
          </p:txBody>
        </p:sp>
        <p:sp>
          <p:nvSpPr>
            <p:cNvPr id="59410" name="Line 66">
              <a:extLst>
                <a:ext uri="{FF2B5EF4-FFF2-40B4-BE49-F238E27FC236}">
                  <a16:creationId xmlns:a16="http://schemas.microsoft.com/office/drawing/2014/main" id="{87AE91CB-DEFF-47F1-960B-6DD0B8542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3659"/>
              <a:ext cx="13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11" name="Line 67">
              <a:extLst>
                <a:ext uri="{FF2B5EF4-FFF2-40B4-BE49-F238E27FC236}">
                  <a16:creationId xmlns:a16="http://schemas.microsoft.com/office/drawing/2014/main" id="{17598273-67DB-4139-A786-FB33597B2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4" y="3659"/>
              <a:ext cx="13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9460" name="Group 68">
            <a:extLst>
              <a:ext uri="{FF2B5EF4-FFF2-40B4-BE49-F238E27FC236}">
                <a16:creationId xmlns:a16="http://schemas.microsoft.com/office/drawing/2014/main" id="{DC80BF22-60D4-435E-BAC8-8C55B00209C2}"/>
              </a:ext>
            </a:extLst>
          </p:cNvPr>
          <p:cNvGrpSpPr>
            <a:grpSpLocks/>
          </p:cNvGrpSpPr>
          <p:nvPr/>
        </p:nvGrpSpPr>
        <p:grpSpPr bwMode="auto">
          <a:xfrm>
            <a:off x="5165725" y="5199063"/>
            <a:ext cx="965200" cy="519112"/>
            <a:chOff x="2272" y="3595"/>
            <a:chExt cx="608" cy="327"/>
          </a:xfrm>
        </p:grpSpPr>
        <p:sp>
          <p:nvSpPr>
            <p:cNvPr id="59406" name="Text Box 69">
              <a:extLst>
                <a:ext uri="{FF2B5EF4-FFF2-40B4-BE49-F238E27FC236}">
                  <a16:creationId xmlns:a16="http://schemas.microsoft.com/office/drawing/2014/main" id="{C1731469-CA99-4CA7-B106-3C1293437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2" y="3595"/>
              <a:ext cx="6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+AC</a:t>
              </a:r>
            </a:p>
          </p:txBody>
        </p:sp>
        <p:sp>
          <p:nvSpPr>
            <p:cNvPr id="59407" name="Line 70">
              <a:extLst>
                <a:ext uri="{FF2B5EF4-FFF2-40B4-BE49-F238E27FC236}">
                  <a16:creationId xmlns:a16="http://schemas.microsoft.com/office/drawing/2014/main" id="{0329932D-8B67-45C9-82DB-328AEC569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3659"/>
              <a:ext cx="13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08" name="Line 71">
              <a:extLst>
                <a:ext uri="{FF2B5EF4-FFF2-40B4-BE49-F238E27FC236}">
                  <a16:creationId xmlns:a16="http://schemas.microsoft.com/office/drawing/2014/main" id="{6BAFE765-7E15-47A8-9647-3A0E4274C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4" y="3659"/>
              <a:ext cx="13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1368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47" grpId="0" animBg="1"/>
      <p:bldP spid="59448" grpId="0" autoUpdateAnimBg="0"/>
      <p:bldP spid="59449" grpId="0" animBg="1"/>
      <p:bldP spid="59450" grpId="0" animBg="1"/>
      <p:bldP spid="59451" grpId="0" animBg="1"/>
      <p:bldP spid="59452" grpId="0" animBg="1"/>
      <p:bldP spid="59453" grpId="0" animBg="1"/>
      <p:bldP spid="59454" grpId="0" animBg="1"/>
      <p:bldP spid="5945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D40D71E-A659-48E3-83FE-F975F7EB4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5138" y="423863"/>
            <a:ext cx="1746250" cy="482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2】</a:t>
            </a:r>
          </a:p>
        </p:txBody>
      </p:sp>
      <p:grpSp>
        <p:nvGrpSpPr>
          <p:cNvPr id="60419" name="Group 3">
            <a:extLst>
              <a:ext uri="{FF2B5EF4-FFF2-40B4-BE49-F238E27FC236}">
                <a16:creationId xmlns:a16="http://schemas.microsoft.com/office/drawing/2014/main" id="{B7448E5D-E53F-4681-84D5-8363DA13BCE1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066800"/>
            <a:ext cx="4810125" cy="519113"/>
            <a:chOff x="1226" y="864"/>
            <a:chExt cx="3030" cy="327"/>
          </a:xfrm>
        </p:grpSpPr>
        <p:sp>
          <p:nvSpPr>
            <p:cNvPr id="60498" name="Text Box 4">
              <a:extLst>
                <a:ext uri="{FF2B5EF4-FFF2-40B4-BE49-F238E27FC236}">
                  <a16:creationId xmlns:a16="http://schemas.microsoft.com/office/drawing/2014/main" id="{94423B39-1FA7-4D09-B63D-A93CC8455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864"/>
              <a:ext cx="30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F=ABC+ACD+ABD+AD+AC</a:t>
              </a:r>
            </a:p>
          </p:txBody>
        </p:sp>
        <p:sp>
          <p:nvSpPr>
            <p:cNvPr id="60499" name="Line 5">
              <a:extLst>
                <a:ext uri="{FF2B5EF4-FFF2-40B4-BE49-F238E27FC236}">
                  <a16:creationId xmlns:a16="http://schemas.microsoft.com/office/drawing/2014/main" id="{65EFD409-B508-4C35-AE09-E29784F91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7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" name="Line 6">
              <a:extLst>
                <a:ext uri="{FF2B5EF4-FFF2-40B4-BE49-F238E27FC236}">
                  <a16:creationId xmlns:a16="http://schemas.microsoft.com/office/drawing/2014/main" id="{A96E356B-A18D-49C4-8BB1-5AACD38C1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6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01" name="Line 7">
              <a:extLst>
                <a:ext uri="{FF2B5EF4-FFF2-40B4-BE49-F238E27FC236}">
                  <a16:creationId xmlns:a16="http://schemas.microsoft.com/office/drawing/2014/main" id="{67EEC994-508F-4B44-BBBE-C182A6647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02" name="Line 8">
              <a:extLst>
                <a:ext uri="{FF2B5EF4-FFF2-40B4-BE49-F238E27FC236}">
                  <a16:creationId xmlns:a16="http://schemas.microsoft.com/office/drawing/2014/main" id="{9D8CED52-DD3D-4B94-9186-5D2249A2A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03" name="Line 9">
              <a:extLst>
                <a:ext uri="{FF2B5EF4-FFF2-40B4-BE49-F238E27FC236}">
                  <a16:creationId xmlns:a16="http://schemas.microsoft.com/office/drawing/2014/main" id="{52E67CF7-F253-4524-BB38-FC8C0DBFF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04" name="Line 10">
              <a:extLst>
                <a:ext uri="{FF2B5EF4-FFF2-40B4-BE49-F238E27FC236}">
                  <a16:creationId xmlns:a16="http://schemas.microsoft.com/office/drawing/2014/main" id="{96C44730-B9B2-43F3-9B07-0D58867B1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928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0427" name="Text Box 11">
            <a:extLst>
              <a:ext uri="{FF2B5EF4-FFF2-40B4-BE49-F238E27FC236}">
                <a16:creationId xmlns:a16="http://schemas.microsoft.com/office/drawing/2014/main" id="{7E0DC96E-6381-4EB1-A8A9-D289149D5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339725"/>
            <a:ext cx="2659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化简逻辑函数</a:t>
            </a:r>
          </a:p>
        </p:txBody>
      </p:sp>
      <p:grpSp>
        <p:nvGrpSpPr>
          <p:cNvPr id="60428" name="Group 12">
            <a:extLst>
              <a:ext uri="{FF2B5EF4-FFF2-40B4-BE49-F238E27FC236}">
                <a16:creationId xmlns:a16="http://schemas.microsoft.com/office/drawing/2014/main" id="{BF3E6ED6-BD9E-44D4-BDF3-2E41E556F9D7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1811338"/>
            <a:ext cx="3660775" cy="3470275"/>
            <a:chOff x="366" y="1055"/>
            <a:chExt cx="2306" cy="2186"/>
          </a:xfrm>
        </p:grpSpPr>
        <p:grpSp>
          <p:nvGrpSpPr>
            <p:cNvPr id="60457" name="Group 13">
              <a:extLst>
                <a:ext uri="{FF2B5EF4-FFF2-40B4-BE49-F238E27FC236}">
                  <a16:creationId xmlns:a16="http://schemas.microsoft.com/office/drawing/2014/main" id="{C85AFE67-67B0-4A64-8786-2ACB7FB0D6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570"/>
              <a:ext cx="1856" cy="1671"/>
              <a:chOff x="816" y="1570"/>
              <a:chExt cx="1994" cy="1969"/>
            </a:xfrm>
          </p:grpSpPr>
          <p:sp>
            <p:nvSpPr>
              <p:cNvPr id="60472" name="Rectangle 14">
                <a:extLst>
                  <a:ext uri="{FF2B5EF4-FFF2-40B4-BE49-F238E27FC236}">
                    <a16:creationId xmlns:a16="http://schemas.microsoft.com/office/drawing/2014/main" id="{024D371F-6949-4D3B-B99C-EC979EFA0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04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15">
                <a:extLst>
                  <a:ext uri="{FF2B5EF4-FFF2-40B4-BE49-F238E27FC236}">
                    <a16:creationId xmlns:a16="http://schemas.microsoft.com/office/drawing/2014/main" id="{11FC7E04-A446-402E-93F8-9B86C3434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304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74" name="Rectangle 16">
                <a:extLst>
                  <a:ext uri="{FF2B5EF4-FFF2-40B4-BE49-F238E27FC236}">
                    <a16:creationId xmlns:a16="http://schemas.microsoft.com/office/drawing/2014/main" id="{F997FE25-DEA3-42DD-84F6-F52EF3640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304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75" name="Rectangle 17">
                <a:extLst>
                  <a:ext uri="{FF2B5EF4-FFF2-40B4-BE49-F238E27FC236}">
                    <a16:creationId xmlns:a16="http://schemas.microsoft.com/office/drawing/2014/main" id="{1620AAA7-A8E8-4E2B-9F5F-6DBAF2B88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04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18">
                <a:extLst>
                  <a:ext uri="{FF2B5EF4-FFF2-40B4-BE49-F238E27FC236}">
                    <a16:creationId xmlns:a16="http://schemas.microsoft.com/office/drawing/2014/main" id="{3AC04C8F-76C3-48E0-AB81-C96E9DF6B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55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77" name="Rectangle 19">
                <a:extLst>
                  <a:ext uri="{FF2B5EF4-FFF2-40B4-BE49-F238E27FC236}">
                    <a16:creationId xmlns:a16="http://schemas.microsoft.com/office/drawing/2014/main" id="{716D0467-1545-45D2-973D-CE1DC6BD7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55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78" name="Rectangle 20">
                <a:extLst>
                  <a:ext uri="{FF2B5EF4-FFF2-40B4-BE49-F238E27FC236}">
                    <a16:creationId xmlns:a16="http://schemas.microsoft.com/office/drawing/2014/main" id="{0115C0F5-1D62-4763-A9FF-05C49F2D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55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21">
                <a:extLst>
                  <a:ext uri="{FF2B5EF4-FFF2-40B4-BE49-F238E27FC236}">
                    <a16:creationId xmlns:a16="http://schemas.microsoft.com/office/drawing/2014/main" id="{0D3A1C6E-0E33-4598-A30C-6877F460E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5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0" name="Rectangle 22">
                <a:extLst>
                  <a:ext uri="{FF2B5EF4-FFF2-40B4-BE49-F238E27FC236}">
                    <a16:creationId xmlns:a16="http://schemas.microsoft.com/office/drawing/2014/main" id="{7E096A19-C2ED-4804-B4ED-1BC247050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06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1" name="Rectangle 23">
                <a:extLst>
                  <a:ext uri="{FF2B5EF4-FFF2-40B4-BE49-F238E27FC236}">
                    <a16:creationId xmlns:a16="http://schemas.microsoft.com/office/drawing/2014/main" id="{E2F52C5B-6750-46D9-92D1-CAF1E4639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06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2" name="Rectangle 24">
                <a:extLst>
                  <a:ext uri="{FF2B5EF4-FFF2-40B4-BE49-F238E27FC236}">
                    <a16:creationId xmlns:a16="http://schemas.microsoft.com/office/drawing/2014/main" id="{A17C7DCD-7862-425A-806F-571398493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06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3" name="Rectangle 25">
                <a:extLst>
                  <a:ext uri="{FF2B5EF4-FFF2-40B4-BE49-F238E27FC236}">
                    <a16:creationId xmlns:a16="http://schemas.microsoft.com/office/drawing/2014/main" id="{85052E33-128B-440C-A069-5BF600127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06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26">
                <a:extLst>
                  <a:ext uri="{FF2B5EF4-FFF2-40B4-BE49-F238E27FC236}">
                    <a16:creationId xmlns:a16="http://schemas.microsoft.com/office/drawing/2014/main" id="{8431D601-B895-4FBA-B51E-31729332F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57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5" name="Rectangle 27">
                <a:extLst>
                  <a:ext uri="{FF2B5EF4-FFF2-40B4-BE49-F238E27FC236}">
                    <a16:creationId xmlns:a16="http://schemas.microsoft.com/office/drawing/2014/main" id="{E37B12F8-484C-44DD-8D8C-CC74D7A18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157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6" name="Rectangle 28">
                <a:extLst>
                  <a:ext uri="{FF2B5EF4-FFF2-40B4-BE49-F238E27FC236}">
                    <a16:creationId xmlns:a16="http://schemas.microsoft.com/office/drawing/2014/main" id="{8B59B83F-08F9-4796-B714-A246F8A251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157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29">
                <a:extLst>
                  <a:ext uri="{FF2B5EF4-FFF2-40B4-BE49-F238E27FC236}">
                    <a16:creationId xmlns:a16="http://schemas.microsoft.com/office/drawing/2014/main" id="{EEC66518-BADA-4886-BD46-D3519B0CB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57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Line 30">
                <a:extLst>
                  <a:ext uri="{FF2B5EF4-FFF2-40B4-BE49-F238E27FC236}">
                    <a16:creationId xmlns:a16="http://schemas.microsoft.com/office/drawing/2014/main" id="{CE950089-4771-4DC1-A4EF-47AA312BF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Line 31">
                <a:extLst>
                  <a:ext uri="{FF2B5EF4-FFF2-40B4-BE49-F238E27FC236}">
                    <a16:creationId xmlns:a16="http://schemas.microsoft.com/office/drawing/2014/main" id="{E8378704-48E7-4325-9EC9-77F3AB256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061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Line 32">
                <a:extLst>
                  <a:ext uri="{FF2B5EF4-FFF2-40B4-BE49-F238E27FC236}">
                    <a16:creationId xmlns:a16="http://schemas.microsoft.com/office/drawing/2014/main" id="{2E4D265A-4EED-45A0-8163-83283DF07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554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Line 33">
                <a:extLst>
                  <a:ext uri="{FF2B5EF4-FFF2-40B4-BE49-F238E27FC236}">
                    <a16:creationId xmlns:a16="http://schemas.microsoft.com/office/drawing/2014/main" id="{2F28D5DF-0256-48B0-BD94-3E13C770E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047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2" name="Line 34">
                <a:extLst>
                  <a:ext uri="{FF2B5EF4-FFF2-40B4-BE49-F238E27FC236}">
                    <a16:creationId xmlns:a16="http://schemas.microsoft.com/office/drawing/2014/main" id="{D418D268-EFB6-4B91-9724-29FC34A1E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39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3" name="Line 35">
                <a:extLst>
                  <a:ext uri="{FF2B5EF4-FFF2-40B4-BE49-F238E27FC236}">
                    <a16:creationId xmlns:a16="http://schemas.microsoft.com/office/drawing/2014/main" id="{BEC0EFD0-E3AA-43BF-AD8B-195BDDCDD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Line 36">
                <a:extLst>
                  <a:ext uri="{FF2B5EF4-FFF2-40B4-BE49-F238E27FC236}">
                    <a16:creationId xmlns:a16="http://schemas.microsoft.com/office/drawing/2014/main" id="{6EFB9C58-3FDC-4A54-85F6-19FF1795E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Line 37">
                <a:extLst>
                  <a:ext uri="{FF2B5EF4-FFF2-40B4-BE49-F238E27FC236}">
                    <a16:creationId xmlns:a16="http://schemas.microsoft.com/office/drawing/2014/main" id="{9188968C-1226-461F-9316-09BF17042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4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Line 38">
                <a:extLst>
                  <a:ext uri="{FF2B5EF4-FFF2-40B4-BE49-F238E27FC236}">
                    <a16:creationId xmlns:a16="http://schemas.microsoft.com/office/drawing/2014/main" id="{A4D02D78-A225-4216-8FB4-D2E5F56EC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39">
                <a:extLst>
                  <a:ext uri="{FF2B5EF4-FFF2-40B4-BE49-F238E27FC236}">
                    <a16:creationId xmlns:a16="http://schemas.microsoft.com/office/drawing/2014/main" id="{AAE69C76-3006-4BD4-8A9A-9FB559998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0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0458" name="Line 40">
              <a:extLst>
                <a:ext uri="{FF2B5EF4-FFF2-40B4-BE49-F238E27FC236}">
                  <a16:creationId xmlns:a16="http://schemas.microsoft.com/office/drawing/2014/main" id="{F85ABFD8-CEA2-4559-AF3A-5C8BB75C3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" y="1241"/>
              <a:ext cx="343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0459" name="Group 41">
              <a:extLst>
                <a:ext uri="{FF2B5EF4-FFF2-40B4-BE49-F238E27FC236}">
                  <a16:creationId xmlns:a16="http://schemas.microsoft.com/office/drawing/2014/main" id="{3AABBD0A-F4AD-4508-AAB1-E85056E1D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" y="1055"/>
              <a:ext cx="556" cy="678"/>
              <a:chOff x="1326" y="1162"/>
              <a:chExt cx="556" cy="678"/>
            </a:xfrm>
          </p:grpSpPr>
          <p:sp>
            <p:nvSpPr>
              <p:cNvPr id="60468" name="Text Box 42">
                <a:extLst>
                  <a:ext uri="{FF2B5EF4-FFF2-40B4-BE49-F238E27FC236}">
                    <a16:creationId xmlns:a16="http://schemas.microsoft.com/office/drawing/2014/main" id="{4145A5C4-91C5-412B-B442-CA8C8832F6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60469" name="Text Box 43">
                <a:extLst>
                  <a:ext uri="{FF2B5EF4-FFF2-40B4-BE49-F238E27FC236}">
                    <a16:creationId xmlns:a16="http://schemas.microsoft.com/office/drawing/2014/main" id="{5F3A67EB-9780-400E-879A-CD5DF693A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16" name="Text Box 44">
                <a:extLst>
                  <a:ext uri="{FF2B5EF4-FFF2-40B4-BE49-F238E27FC236}">
                    <a16:creationId xmlns:a16="http://schemas.microsoft.com/office/drawing/2014/main" id="{B51AE35D-839B-4F63-AC9A-2552F305E3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6" y="141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60471" name="Text Box 45">
                <a:extLst>
                  <a:ext uri="{FF2B5EF4-FFF2-40B4-BE49-F238E27FC236}">
                    <a16:creationId xmlns:a16="http://schemas.microsoft.com/office/drawing/2014/main" id="{F1C0893D-A1F4-442D-AD85-CFF368944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55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</p:grpSp>
        <p:sp>
          <p:nvSpPr>
            <p:cNvPr id="60460" name="Text Box 46">
              <a:extLst>
                <a:ext uri="{FF2B5EF4-FFF2-40B4-BE49-F238E27FC236}">
                  <a16:creationId xmlns:a16="http://schemas.microsoft.com/office/drawing/2014/main" id="{D8DEB6E2-7E68-4F2A-A8E4-839CD04B8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1314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60461" name="Text Box 47">
              <a:extLst>
                <a:ext uri="{FF2B5EF4-FFF2-40B4-BE49-F238E27FC236}">
                  <a16:creationId xmlns:a16="http://schemas.microsoft.com/office/drawing/2014/main" id="{3A89B9E9-CD7D-43A7-9B63-2C993A6C4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" y="1304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60462" name="Text Box 48">
              <a:extLst>
                <a:ext uri="{FF2B5EF4-FFF2-40B4-BE49-F238E27FC236}">
                  <a16:creationId xmlns:a16="http://schemas.microsoft.com/office/drawing/2014/main" id="{5D02A138-3DDF-46C4-B4B5-271F6DDE9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314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60463" name="Text Box 49">
              <a:extLst>
                <a:ext uri="{FF2B5EF4-FFF2-40B4-BE49-F238E27FC236}">
                  <a16:creationId xmlns:a16="http://schemas.microsoft.com/office/drawing/2014/main" id="{5F34709C-D414-4D1D-A0A0-CBA609CE3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3" y="1303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60464" name="Text Box 50">
              <a:extLst>
                <a:ext uri="{FF2B5EF4-FFF2-40B4-BE49-F238E27FC236}">
                  <a16:creationId xmlns:a16="http://schemas.microsoft.com/office/drawing/2014/main" id="{85AB9423-CB2B-4061-B745-2115C60C9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1644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60465" name="Text Box 51">
              <a:extLst>
                <a:ext uri="{FF2B5EF4-FFF2-40B4-BE49-F238E27FC236}">
                  <a16:creationId xmlns:a16="http://schemas.microsoft.com/office/drawing/2014/main" id="{DB722413-60F1-453C-8C56-DC0F3D0CC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" y="2451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60466" name="Text Box 52">
              <a:extLst>
                <a:ext uri="{FF2B5EF4-FFF2-40B4-BE49-F238E27FC236}">
                  <a16:creationId xmlns:a16="http://schemas.microsoft.com/office/drawing/2014/main" id="{6D4BD3B0-45B5-4EAE-BC1C-4F00213FB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" y="2036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60467" name="Text Box 53">
              <a:extLst>
                <a:ext uri="{FF2B5EF4-FFF2-40B4-BE49-F238E27FC236}">
                  <a16:creationId xmlns:a16="http://schemas.microsoft.com/office/drawing/2014/main" id="{F20F07EF-9FA6-4CA7-B46C-6FA6FDCCC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" y="2866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</p:grpSp>
      <p:grpSp>
        <p:nvGrpSpPr>
          <p:cNvPr id="60470" name="Group 54">
            <a:extLst>
              <a:ext uri="{FF2B5EF4-FFF2-40B4-BE49-F238E27FC236}">
                <a16:creationId xmlns:a16="http://schemas.microsoft.com/office/drawing/2014/main" id="{F34EDC65-FE85-494E-B561-48357CF21E5F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2709863"/>
            <a:ext cx="590550" cy="2500312"/>
            <a:chOff x="2134" y="1707"/>
            <a:chExt cx="372" cy="1575"/>
          </a:xfrm>
        </p:grpSpPr>
        <p:sp>
          <p:nvSpPr>
            <p:cNvPr id="60455" name="Text Box 55">
              <a:extLst>
                <a:ext uri="{FF2B5EF4-FFF2-40B4-BE49-F238E27FC236}">
                  <a16:creationId xmlns:a16="http://schemas.microsoft.com/office/drawing/2014/main" id="{1A959212-4306-4851-B518-D2FE2A282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" y="1707"/>
              <a:ext cx="3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56" name="Text Box 56">
              <a:extLst>
                <a:ext uri="{FF2B5EF4-FFF2-40B4-BE49-F238E27FC236}">
                  <a16:creationId xmlns:a16="http://schemas.microsoft.com/office/drawing/2014/main" id="{EC1CB070-5883-4016-B359-CA90B9263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2955"/>
              <a:ext cx="3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0473" name="Group 57">
            <a:extLst>
              <a:ext uri="{FF2B5EF4-FFF2-40B4-BE49-F238E27FC236}">
                <a16:creationId xmlns:a16="http://schemas.microsoft.com/office/drawing/2014/main" id="{864E6631-747D-48BC-BB6E-311F3E23D057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3978275"/>
            <a:ext cx="2774950" cy="552450"/>
            <a:chOff x="2134" y="2506"/>
            <a:chExt cx="1748" cy="348"/>
          </a:xfrm>
        </p:grpSpPr>
        <p:sp>
          <p:nvSpPr>
            <p:cNvPr id="60453" name="Text Box 58">
              <a:extLst>
                <a:ext uri="{FF2B5EF4-FFF2-40B4-BE49-F238E27FC236}">
                  <a16:creationId xmlns:a16="http://schemas.microsoft.com/office/drawing/2014/main" id="{F9B88875-5258-4DAA-9155-3E20EB72E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2506"/>
              <a:ext cx="4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54" name="Text Box 59">
              <a:extLst>
                <a:ext uri="{FF2B5EF4-FFF2-40B4-BE49-F238E27FC236}">
                  <a16:creationId xmlns:a16="http://schemas.microsoft.com/office/drawing/2014/main" id="{357DF6C8-50A8-45D8-8A01-04A5BF6D1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" y="2527"/>
              <a:ext cx="3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0476" name="Group 60">
            <a:extLst>
              <a:ext uri="{FF2B5EF4-FFF2-40B4-BE49-F238E27FC236}">
                <a16:creationId xmlns:a16="http://schemas.microsoft.com/office/drawing/2014/main" id="{C9D5AF25-E024-46CD-9866-0B36861B6FEE}"/>
              </a:ext>
            </a:extLst>
          </p:cNvPr>
          <p:cNvGrpSpPr>
            <a:grpSpLocks/>
          </p:cNvGrpSpPr>
          <p:nvPr/>
        </p:nvGrpSpPr>
        <p:grpSpPr bwMode="auto">
          <a:xfrm>
            <a:off x="5637213" y="2692400"/>
            <a:ext cx="492125" cy="1214438"/>
            <a:chOff x="3551" y="1696"/>
            <a:chExt cx="310" cy="765"/>
          </a:xfrm>
        </p:grpSpPr>
        <p:sp>
          <p:nvSpPr>
            <p:cNvPr id="60451" name="Text Box 61">
              <a:extLst>
                <a:ext uri="{FF2B5EF4-FFF2-40B4-BE49-F238E27FC236}">
                  <a16:creationId xmlns:a16="http://schemas.microsoft.com/office/drawing/2014/main" id="{4F4224D2-E47E-48D6-9172-B68A0A5AC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696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52" name="Text Box 62">
              <a:extLst>
                <a:ext uri="{FF2B5EF4-FFF2-40B4-BE49-F238E27FC236}">
                  <a16:creationId xmlns:a16="http://schemas.microsoft.com/office/drawing/2014/main" id="{80BA4228-560A-4BB9-90D6-BD690D07E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2134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0479" name="Group 63">
            <a:extLst>
              <a:ext uri="{FF2B5EF4-FFF2-40B4-BE49-F238E27FC236}">
                <a16:creationId xmlns:a16="http://schemas.microsoft.com/office/drawing/2014/main" id="{2243A086-C787-4286-9ECC-73DD758B0B6B}"/>
              </a:ext>
            </a:extLst>
          </p:cNvPr>
          <p:cNvGrpSpPr>
            <a:grpSpLocks/>
          </p:cNvGrpSpPr>
          <p:nvPr/>
        </p:nvGrpSpPr>
        <p:grpSpPr bwMode="auto">
          <a:xfrm>
            <a:off x="4181475" y="4011613"/>
            <a:ext cx="1455738" cy="1196975"/>
            <a:chOff x="2634" y="2527"/>
            <a:chExt cx="917" cy="754"/>
          </a:xfrm>
        </p:grpSpPr>
        <p:sp>
          <p:nvSpPr>
            <p:cNvPr id="60447" name="Text Box 64">
              <a:extLst>
                <a:ext uri="{FF2B5EF4-FFF2-40B4-BE49-F238E27FC236}">
                  <a16:creationId xmlns:a16="http://schemas.microsoft.com/office/drawing/2014/main" id="{65434847-B81D-4631-80B8-B20214D2A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2528"/>
              <a:ext cx="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48" name="Text Box 65">
              <a:extLst>
                <a:ext uri="{FF2B5EF4-FFF2-40B4-BE49-F238E27FC236}">
                  <a16:creationId xmlns:a16="http://schemas.microsoft.com/office/drawing/2014/main" id="{CC997049-2272-403B-A38A-933155E47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2527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49" name="Text Box 66">
              <a:extLst>
                <a:ext uri="{FF2B5EF4-FFF2-40B4-BE49-F238E27FC236}">
                  <a16:creationId xmlns:a16="http://schemas.microsoft.com/office/drawing/2014/main" id="{0F073538-D2E3-4DFE-A30A-A4D331153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" y="295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50" name="Text Box 67">
              <a:extLst>
                <a:ext uri="{FF2B5EF4-FFF2-40B4-BE49-F238E27FC236}">
                  <a16:creationId xmlns:a16="http://schemas.microsoft.com/office/drawing/2014/main" id="{24FE7710-F0A0-46D3-843B-B8C52981F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294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0484" name="Group 68">
            <a:extLst>
              <a:ext uri="{FF2B5EF4-FFF2-40B4-BE49-F238E27FC236}">
                <a16:creationId xmlns:a16="http://schemas.microsoft.com/office/drawing/2014/main" id="{90A840E9-8ABD-41F2-B186-AFF9D7B5E3FA}"/>
              </a:ext>
            </a:extLst>
          </p:cNvPr>
          <p:cNvGrpSpPr>
            <a:grpSpLocks/>
          </p:cNvGrpSpPr>
          <p:nvPr/>
        </p:nvGrpSpPr>
        <p:grpSpPr bwMode="auto">
          <a:xfrm>
            <a:off x="4200525" y="3387725"/>
            <a:ext cx="1285875" cy="552450"/>
            <a:chOff x="2646" y="2134"/>
            <a:chExt cx="810" cy="348"/>
          </a:xfrm>
        </p:grpSpPr>
        <p:sp>
          <p:nvSpPr>
            <p:cNvPr id="60445" name="Text Box 69">
              <a:extLst>
                <a:ext uri="{FF2B5EF4-FFF2-40B4-BE49-F238E27FC236}">
                  <a16:creationId xmlns:a16="http://schemas.microsoft.com/office/drawing/2014/main" id="{9873497A-2828-4B32-960A-763332275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2134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0446" name="Text Box 70">
              <a:extLst>
                <a:ext uri="{FF2B5EF4-FFF2-40B4-BE49-F238E27FC236}">
                  <a16:creationId xmlns:a16="http://schemas.microsoft.com/office/drawing/2014/main" id="{7E155F3C-98A8-4EF8-9230-CDBE89480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2155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60487" name="Rectangle 71">
            <a:extLst>
              <a:ext uri="{FF2B5EF4-FFF2-40B4-BE49-F238E27FC236}">
                <a16:creationId xmlns:a16="http://schemas.microsoft.com/office/drawing/2014/main" id="{2A256252-0989-48B4-9745-C184C492F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3444875"/>
            <a:ext cx="1133475" cy="1031875"/>
          </a:xfrm>
          <a:prstGeom prst="rect">
            <a:avLst/>
          </a:prstGeom>
          <a:solidFill>
            <a:srgbClr val="FF00FF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88" name="Rectangle 72">
            <a:extLst>
              <a:ext uri="{FF2B5EF4-FFF2-40B4-BE49-F238E27FC236}">
                <a16:creationId xmlns:a16="http://schemas.microsoft.com/office/drawing/2014/main" id="{EB50629A-6603-4744-A5DA-27C1C7597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3413125"/>
            <a:ext cx="1152525" cy="1039813"/>
          </a:xfrm>
          <a:prstGeom prst="rect">
            <a:avLst/>
          </a:prstGeom>
          <a:solidFill>
            <a:srgbClr val="CCFFCC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89" name="Rectangle 73">
            <a:extLst>
              <a:ext uri="{FF2B5EF4-FFF2-40B4-BE49-F238E27FC236}">
                <a16:creationId xmlns:a16="http://schemas.microsoft.com/office/drawing/2014/main" id="{93413058-346F-48AC-BA21-6EBFB235D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3963988"/>
            <a:ext cx="1165225" cy="1219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90" name="Rectangle 74">
            <a:extLst>
              <a:ext uri="{FF2B5EF4-FFF2-40B4-BE49-F238E27FC236}">
                <a16:creationId xmlns:a16="http://schemas.microsoft.com/office/drawing/2014/main" id="{5F29752C-B834-4CCF-A198-4F0698525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068763"/>
            <a:ext cx="1179513" cy="1127125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0491" name="Group 75">
            <a:extLst>
              <a:ext uri="{FF2B5EF4-FFF2-40B4-BE49-F238E27FC236}">
                <a16:creationId xmlns:a16="http://schemas.microsoft.com/office/drawing/2014/main" id="{B73BAF93-539A-402A-A809-8643B1779441}"/>
              </a:ext>
            </a:extLst>
          </p:cNvPr>
          <p:cNvGrpSpPr>
            <a:grpSpLocks/>
          </p:cNvGrpSpPr>
          <p:nvPr/>
        </p:nvGrpSpPr>
        <p:grpSpPr bwMode="auto">
          <a:xfrm>
            <a:off x="3252788" y="2708275"/>
            <a:ext cx="2940050" cy="496888"/>
            <a:chOff x="2049" y="1706"/>
            <a:chExt cx="1852" cy="313"/>
          </a:xfrm>
        </p:grpSpPr>
        <p:sp>
          <p:nvSpPr>
            <p:cNvPr id="60443" name="Rectangle 76">
              <a:extLst>
                <a:ext uri="{FF2B5EF4-FFF2-40B4-BE49-F238E27FC236}">
                  <a16:creationId xmlns:a16="http://schemas.microsoft.com/office/drawing/2014/main" id="{84FB057F-70F0-43B2-BC05-9979A12DF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1706"/>
              <a:ext cx="371" cy="302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4" name="Rectangle 77">
              <a:extLst>
                <a:ext uri="{FF2B5EF4-FFF2-40B4-BE49-F238E27FC236}">
                  <a16:creationId xmlns:a16="http://schemas.microsoft.com/office/drawing/2014/main" id="{5B1CA09B-B847-461F-B180-7AA44AE0C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1717"/>
              <a:ext cx="371" cy="302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0494" name="Text Box 78">
            <a:extLst>
              <a:ext uri="{FF2B5EF4-FFF2-40B4-BE49-F238E27FC236}">
                <a16:creationId xmlns:a16="http://schemas.microsoft.com/office/drawing/2014/main" id="{DF3DC95C-AA12-4E95-93E5-EF7B695E2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3" y="5740400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F=BC</a:t>
            </a:r>
          </a:p>
        </p:txBody>
      </p:sp>
      <p:sp>
        <p:nvSpPr>
          <p:cNvPr id="60495" name="Text Box 79">
            <a:extLst>
              <a:ext uri="{FF2B5EF4-FFF2-40B4-BE49-F238E27FC236}">
                <a16:creationId xmlns:a16="http://schemas.microsoft.com/office/drawing/2014/main" id="{E0FAAC86-4B30-4353-87C3-5B665481A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57404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+AC</a:t>
            </a:r>
          </a:p>
        </p:txBody>
      </p:sp>
      <p:sp>
        <p:nvSpPr>
          <p:cNvPr id="60496" name="Text Box 80">
            <a:extLst>
              <a:ext uri="{FF2B5EF4-FFF2-40B4-BE49-F238E27FC236}">
                <a16:creationId xmlns:a16="http://schemas.microsoft.com/office/drawing/2014/main" id="{29636DB1-1D65-4D0B-B689-64B99E7AA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863" y="5705475"/>
            <a:ext cx="998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+AD</a:t>
            </a:r>
          </a:p>
        </p:txBody>
      </p:sp>
      <p:grpSp>
        <p:nvGrpSpPr>
          <p:cNvPr id="60497" name="Group 81">
            <a:extLst>
              <a:ext uri="{FF2B5EF4-FFF2-40B4-BE49-F238E27FC236}">
                <a16:creationId xmlns:a16="http://schemas.microsoft.com/office/drawing/2014/main" id="{60FA7AF1-9C17-4260-93DF-DBF055C7BC25}"/>
              </a:ext>
            </a:extLst>
          </p:cNvPr>
          <p:cNvGrpSpPr>
            <a:grpSpLocks/>
          </p:cNvGrpSpPr>
          <p:nvPr/>
        </p:nvGrpSpPr>
        <p:grpSpPr bwMode="auto">
          <a:xfrm>
            <a:off x="4960938" y="5707063"/>
            <a:ext cx="998537" cy="519112"/>
            <a:chOff x="3424" y="3669"/>
            <a:chExt cx="629" cy="327"/>
          </a:xfrm>
        </p:grpSpPr>
        <p:sp>
          <p:nvSpPr>
            <p:cNvPr id="60441" name="Text Box 82">
              <a:extLst>
                <a:ext uri="{FF2B5EF4-FFF2-40B4-BE49-F238E27FC236}">
                  <a16:creationId xmlns:a16="http://schemas.microsoft.com/office/drawing/2014/main" id="{7C501049-2563-40A3-A6E4-CC6CA9981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669"/>
              <a:ext cx="6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+BD</a:t>
              </a:r>
            </a:p>
          </p:txBody>
        </p:sp>
        <p:sp>
          <p:nvSpPr>
            <p:cNvPr id="60442" name="Line 83">
              <a:extLst>
                <a:ext uri="{FF2B5EF4-FFF2-40B4-BE49-F238E27FC236}">
                  <a16:creationId xmlns:a16="http://schemas.microsoft.com/office/drawing/2014/main" id="{4E3D00A9-BBA2-4FD6-AA6B-5D4648ACD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5" y="3723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0500" name="Group 84">
            <a:extLst>
              <a:ext uri="{FF2B5EF4-FFF2-40B4-BE49-F238E27FC236}">
                <a16:creationId xmlns:a16="http://schemas.microsoft.com/office/drawing/2014/main" id="{2E10C70E-8579-4819-873F-27BA9E595E21}"/>
              </a:ext>
            </a:extLst>
          </p:cNvPr>
          <p:cNvGrpSpPr>
            <a:grpSpLocks/>
          </p:cNvGrpSpPr>
          <p:nvPr/>
        </p:nvGrpSpPr>
        <p:grpSpPr bwMode="auto">
          <a:xfrm>
            <a:off x="5673725" y="5691188"/>
            <a:ext cx="1301750" cy="519112"/>
            <a:chOff x="4075" y="3627"/>
            <a:chExt cx="820" cy="327"/>
          </a:xfrm>
        </p:grpSpPr>
        <p:sp>
          <p:nvSpPr>
            <p:cNvPr id="60437" name="Text Box 85">
              <a:extLst>
                <a:ext uri="{FF2B5EF4-FFF2-40B4-BE49-F238E27FC236}">
                  <a16:creationId xmlns:a16="http://schemas.microsoft.com/office/drawing/2014/main" id="{926971FD-8B0F-4145-BFFF-8D79D267F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3627"/>
              <a:ext cx="8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+ACD</a:t>
              </a:r>
            </a:p>
          </p:txBody>
        </p:sp>
        <p:sp>
          <p:nvSpPr>
            <p:cNvPr id="60438" name="Line 86">
              <a:extLst>
                <a:ext uri="{FF2B5EF4-FFF2-40B4-BE49-F238E27FC236}">
                  <a16:creationId xmlns:a16="http://schemas.microsoft.com/office/drawing/2014/main" id="{2764F404-C66B-42DC-B688-04AFEAE6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7" y="3680"/>
              <a:ext cx="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39" name="Line 87">
              <a:extLst>
                <a:ext uri="{FF2B5EF4-FFF2-40B4-BE49-F238E27FC236}">
                  <a16:creationId xmlns:a16="http://schemas.microsoft.com/office/drawing/2014/main" id="{96443C83-0112-42BF-8941-033B5CEB3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" y="3680"/>
              <a:ext cx="11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0" name="Line 88">
              <a:extLst>
                <a:ext uri="{FF2B5EF4-FFF2-40B4-BE49-F238E27FC236}">
                  <a16:creationId xmlns:a16="http://schemas.microsoft.com/office/drawing/2014/main" id="{8BA460E2-F221-4AFA-983D-FF850BD2C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3680"/>
              <a:ext cx="11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66190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6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6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6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00"/>
                                        <p:tgtEl>
                                          <p:spTgt spid="6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6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27" grpId="0" autoUpdateAnimBg="0"/>
      <p:bldP spid="60487" grpId="0" animBg="1"/>
      <p:bldP spid="60488" grpId="0" animBg="1"/>
      <p:bldP spid="60489" grpId="0" animBg="1"/>
      <p:bldP spid="60490" grpId="0" animBg="1"/>
      <p:bldP spid="60494" grpId="0" autoUpdateAnimBg="0"/>
      <p:bldP spid="60495" grpId="0" autoUpdateAnimBg="0"/>
      <p:bldP spid="6049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B4A1F26C-EDD3-43B7-9F9E-A1B632D17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8138" y="473075"/>
            <a:ext cx="1541462" cy="465138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3】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C0554799-C290-4B28-92E2-62A1A6673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173163"/>
            <a:ext cx="7866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FF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Y=(A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,B,C,D)=m(0,2,3,5,6,8,9,10,11,12,13,14,15)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35108770-43B7-4218-9D07-D80853C0A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406400"/>
            <a:ext cx="4770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FF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试用卡诺图化简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逻辑函数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509838" y="1879600"/>
            <a:ext cx="3660775" cy="3470276"/>
            <a:chOff x="2509838" y="1879600"/>
            <a:chExt cx="3660775" cy="3470276"/>
          </a:xfrm>
        </p:grpSpPr>
        <p:grpSp>
          <p:nvGrpSpPr>
            <p:cNvPr id="61483" name="Group 6">
              <a:extLst>
                <a:ext uri="{FF2B5EF4-FFF2-40B4-BE49-F238E27FC236}">
                  <a16:creationId xmlns:a16="http://schemas.microsoft.com/office/drawing/2014/main" id="{98A2C23E-49EA-4286-955C-09C060D67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4213" y="2697163"/>
              <a:ext cx="2946400" cy="2652713"/>
              <a:chOff x="816" y="1570"/>
              <a:chExt cx="1994" cy="1969"/>
            </a:xfrm>
          </p:grpSpPr>
          <p:sp>
            <p:nvSpPr>
              <p:cNvPr id="61498" name="Rectangle 7">
                <a:extLst>
                  <a:ext uri="{FF2B5EF4-FFF2-40B4-BE49-F238E27FC236}">
                    <a16:creationId xmlns:a16="http://schemas.microsoft.com/office/drawing/2014/main" id="{4AA58377-2074-4BFA-A113-64F10ED41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04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99" name="Rectangle 8">
                <a:extLst>
                  <a:ext uri="{FF2B5EF4-FFF2-40B4-BE49-F238E27FC236}">
                    <a16:creationId xmlns:a16="http://schemas.microsoft.com/office/drawing/2014/main" id="{B4700D54-3DDD-47F0-80EA-2DED5184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3047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00" name="Rectangle 9">
                <a:extLst>
                  <a:ext uri="{FF2B5EF4-FFF2-40B4-BE49-F238E27FC236}">
                    <a16:creationId xmlns:a16="http://schemas.microsoft.com/office/drawing/2014/main" id="{225369A6-DCF6-4B27-8235-F163B3F74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304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" name="Rectangle 10">
                <a:extLst>
                  <a:ext uri="{FF2B5EF4-FFF2-40B4-BE49-F238E27FC236}">
                    <a16:creationId xmlns:a16="http://schemas.microsoft.com/office/drawing/2014/main" id="{D9C2121D-312E-45EE-ACE7-C9B0D595F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047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11">
                <a:extLst>
                  <a:ext uri="{FF2B5EF4-FFF2-40B4-BE49-F238E27FC236}">
                    <a16:creationId xmlns:a16="http://schemas.microsoft.com/office/drawing/2014/main" id="{5FBBC9D5-97B7-4128-8DBF-EF0B01A49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55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12">
                <a:extLst>
                  <a:ext uri="{FF2B5EF4-FFF2-40B4-BE49-F238E27FC236}">
                    <a16:creationId xmlns:a16="http://schemas.microsoft.com/office/drawing/2014/main" id="{E5DD64C4-0144-48CD-901A-AFB373E4F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554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13">
                <a:extLst>
                  <a:ext uri="{FF2B5EF4-FFF2-40B4-BE49-F238E27FC236}">
                    <a16:creationId xmlns:a16="http://schemas.microsoft.com/office/drawing/2014/main" id="{89B6C6ED-E027-4A9E-92DF-7B2F2C116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55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14">
                <a:extLst>
                  <a:ext uri="{FF2B5EF4-FFF2-40B4-BE49-F238E27FC236}">
                    <a16:creationId xmlns:a16="http://schemas.microsoft.com/office/drawing/2014/main" id="{86BB7578-F63E-4F3D-B7BD-C25BD1C5A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54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15">
                <a:extLst>
                  <a:ext uri="{FF2B5EF4-FFF2-40B4-BE49-F238E27FC236}">
                    <a16:creationId xmlns:a16="http://schemas.microsoft.com/office/drawing/2014/main" id="{8CA61AE8-E138-4386-B318-B4963FE2F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06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16">
                <a:extLst>
                  <a:ext uri="{FF2B5EF4-FFF2-40B4-BE49-F238E27FC236}">
                    <a16:creationId xmlns:a16="http://schemas.microsoft.com/office/drawing/2014/main" id="{CDAFF956-AF61-467C-A336-B90D67EB5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2061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17">
                <a:extLst>
                  <a:ext uri="{FF2B5EF4-FFF2-40B4-BE49-F238E27FC236}">
                    <a16:creationId xmlns:a16="http://schemas.microsoft.com/office/drawing/2014/main" id="{C2E56A10-70D1-4308-BF1D-89017E95B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206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8">
                <a:extLst>
                  <a:ext uri="{FF2B5EF4-FFF2-40B4-BE49-F238E27FC236}">
                    <a16:creationId xmlns:a16="http://schemas.microsoft.com/office/drawing/2014/main" id="{426B9166-56A1-425F-B260-726205755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061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9">
                <a:extLst>
                  <a:ext uri="{FF2B5EF4-FFF2-40B4-BE49-F238E27FC236}">
                    <a16:creationId xmlns:a16="http://schemas.microsoft.com/office/drawing/2014/main" id="{A9F4419A-A441-4F73-80E7-02594E545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57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D8F721C3-2C92-4280-9BE1-391D727D7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4" y="1570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2" name="Rectangle 21">
                <a:extLst>
                  <a:ext uri="{FF2B5EF4-FFF2-40B4-BE49-F238E27FC236}">
                    <a16:creationId xmlns:a16="http://schemas.microsoft.com/office/drawing/2014/main" id="{78454E02-9DB4-404E-9153-02F1C3A8D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" y="157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3" name="Rectangle 22">
                <a:extLst>
                  <a:ext uri="{FF2B5EF4-FFF2-40B4-BE49-F238E27FC236}">
                    <a16:creationId xmlns:a16="http://schemas.microsoft.com/office/drawing/2014/main" id="{841E8A6C-8878-46F1-B0DD-24EEE9EA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570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Line 23">
                <a:extLst>
                  <a:ext uri="{FF2B5EF4-FFF2-40B4-BE49-F238E27FC236}">
                    <a16:creationId xmlns:a16="http://schemas.microsoft.com/office/drawing/2014/main" id="{967CD94D-F3A4-4AE6-87FC-13FAC4167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5" name="Line 24">
                <a:extLst>
                  <a:ext uri="{FF2B5EF4-FFF2-40B4-BE49-F238E27FC236}">
                    <a16:creationId xmlns:a16="http://schemas.microsoft.com/office/drawing/2014/main" id="{8CB083E5-AE25-4164-A8AF-80F9CDCFA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061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6" name="Line 25">
                <a:extLst>
                  <a:ext uri="{FF2B5EF4-FFF2-40B4-BE49-F238E27FC236}">
                    <a16:creationId xmlns:a16="http://schemas.microsoft.com/office/drawing/2014/main" id="{2233DA20-83A7-47E0-8AF8-1187F5BF7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554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Line 26">
                <a:extLst>
                  <a:ext uri="{FF2B5EF4-FFF2-40B4-BE49-F238E27FC236}">
                    <a16:creationId xmlns:a16="http://schemas.microsoft.com/office/drawing/2014/main" id="{C3F90BBF-B852-484D-9C9C-B260A2DD7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047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8" name="Line 27">
                <a:extLst>
                  <a:ext uri="{FF2B5EF4-FFF2-40B4-BE49-F238E27FC236}">
                    <a16:creationId xmlns:a16="http://schemas.microsoft.com/office/drawing/2014/main" id="{97A72A15-E35C-46F1-BA07-EA7C839D4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39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9" name="Line 28">
                <a:extLst>
                  <a:ext uri="{FF2B5EF4-FFF2-40B4-BE49-F238E27FC236}">
                    <a16:creationId xmlns:a16="http://schemas.microsoft.com/office/drawing/2014/main" id="{809BCBDF-DAAB-4516-A93E-5E26062E6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0" name="Line 29">
                <a:extLst>
                  <a:ext uri="{FF2B5EF4-FFF2-40B4-BE49-F238E27FC236}">
                    <a16:creationId xmlns:a16="http://schemas.microsoft.com/office/drawing/2014/main" id="{74D5114C-E496-4D98-BA1B-63F444216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30">
                <a:extLst>
                  <a:ext uri="{FF2B5EF4-FFF2-40B4-BE49-F238E27FC236}">
                    <a16:creationId xmlns:a16="http://schemas.microsoft.com/office/drawing/2014/main" id="{90DDF2F8-320E-43E4-ABB9-D203F5ECE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4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2" name="Line 31">
                <a:extLst>
                  <a:ext uri="{FF2B5EF4-FFF2-40B4-BE49-F238E27FC236}">
                    <a16:creationId xmlns:a16="http://schemas.microsoft.com/office/drawing/2014/main" id="{D209B723-D240-4CB2-9A35-1A5A1336D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1570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3" name="Line 32">
                <a:extLst>
                  <a:ext uri="{FF2B5EF4-FFF2-40B4-BE49-F238E27FC236}">
                    <a16:creationId xmlns:a16="http://schemas.microsoft.com/office/drawing/2014/main" id="{1E8CEADF-45A0-472B-B92D-681C65C83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0" y="1570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1484" name="Line 33">
              <a:extLst>
                <a:ext uri="{FF2B5EF4-FFF2-40B4-BE49-F238E27FC236}">
                  <a16:creationId xmlns:a16="http://schemas.microsoft.com/office/drawing/2014/main" id="{5BABED04-3376-42DB-A898-138110381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59063" y="2174875"/>
              <a:ext cx="544513" cy="5286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485" name="Group 34">
              <a:extLst>
                <a:ext uri="{FF2B5EF4-FFF2-40B4-BE49-F238E27FC236}">
                  <a16:creationId xmlns:a16="http://schemas.microsoft.com/office/drawing/2014/main" id="{BB96B485-927C-4322-B5EA-E5A1CEA62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9838" y="1879600"/>
              <a:ext cx="882650" cy="1076325"/>
              <a:chOff x="1326" y="1162"/>
              <a:chExt cx="556" cy="678"/>
            </a:xfrm>
          </p:grpSpPr>
          <p:sp>
            <p:nvSpPr>
              <p:cNvPr id="61494" name="Text Box 35">
                <a:extLst>
                  <a:ext uri="{FF2B5EF4-FFF2-40B4-BE49-F238E27FC236}">
                    <a16:creationId xmlns:a16="http://schemas.microsoft.com/office/drawing/2014/main" id="{5928FCEC-B47B-4A55-8062-3C5F86D4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61495" name="Text Box 36">
                <a:extLst>
                  <a:ext uri="{FF2B5EF4-FFF2-40B4-BE49-F238E27FC236}">
                    <a16:creationId xmlns:a16="http://schemas.microsoft.com/office/drawing/2014/main" id="{FDECE8F6-D31E-400C-8C26-FDC4814B7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61496" name="Text Box 37">
                <a:extLst>
                  <a:ext uri="{FF2B5EF4-FFF2-40B4-BE49-F238E27FC236}">
                    <a16:creationId xmlns:a16="http://schemas.microsoft.com/office/drawing/2014/main" id="{0297B729-584D-4C90-80F8-C53C166463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6" y="141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61497" name="Text Box 38">
                <a:extLst>
                  <a:ext uri="{FF2B5EF4-FFF2-40B4-BE49-F238E27FC236}">
                    <a16:creationId xmlns:a16="http://schemas.microsoft.com/office/drawing/2014/main" id="{9A0C61B3-6891-462F-9127-790F66677A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3" y="1552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  <p:sp>
          <p:nvSpPr>
            <p:cNvPr id="61486" name="Text Box 39">
              <a:extLst>
                <a:ext uri="{FF2B5EF4-FFF2-40B4-BE49-F238E27FC236}">
                  <a16:creationId xmlns:a16="http://schemas.microsoft.com/office/drawing/2014/main" id="{11B32262-29C2-420E-8B03-CD14272CC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6763" y="2290763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6F5259FF-64E1-4373-A934-81B08098F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788" y="2274888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61488" name="Text Box 41">
              <a:extLst>
                <a:ext uri="{FF2B5EF4-FFF2-40B4-BE49-F238E27FC236}">
                  <a16:creationId xmlns:a16="http://schemas.microsoft.com/office/drawing/2014/main" id="{F16A88FF-1EA7-4D42-B543-297D28B7B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888" y="2290763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61489" name="Text Box 42">
              <a:extLst>
                <a:ext uri="{FF2B5EF4-FFF2-40B4-BE49-F238E27FC236}">
                  <a16:creationId xmlns:a16="http://schemas.microsoft.com/office/drawing/2014/main" id="{5A982463-9454-4B72-A71A-5BF5B3989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7201" y="2273300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61490" name="Text Box 43">
              <a:extLst>
                <a:ext uri="{FF2B5EF4-FFF2-40B4-BE49-F238E27FC236}">
                  <a16:creationId xmlns:a16="http://schemas.microsoft.com/office/drawing/2014/main" id="{26670F4A-EA42-4DC6-98AA-7933EF99C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326" y="2814638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61491" name="Text Box 44">
              <a:extLst>
                <a:ext uri="{FF2B5EF4-FFF2-40B4-BE49-F238E27FC236}">
                  <a16:creationId xmlns:a16="http://schemas.microsoft.com/office/drawing/2014/main" id="{AB80841A-863B-4AF6-B21F-622886D4F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863" y="4095750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61492" name="Text Box 45">
              <a:extLst>
                <a:ext uri="{FF2B5EF4-FFF2-40B4-BE49-F238E27FC236}">
                  <a16:creationId xmlns:a16="http://schemas.microsoft.com/office/drawing/2014/main" id="{03EF09D8-246F-4AF7-9E02-EC21DE577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1" y="3436938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61493" name="Text Box 46">
              <a:extLst>
                <a:ext uri="{FF2B5EF4-FFF2-40B4-BE49-F238E27FC236}">
                  <a16:creationId xmlns:a16="http://schemas.microsoft.com/office/drawing/2014/main" id="{96BE8983-6B9A-4650-8B4A-02174A297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326" y="4754563"/>
              <a:ext cx="5762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</p:grpSp>
      <p:grpSp>
        <p:nvGrpSpPr>
          <p:cNvPr id="61487" name="Group 47">
            <a:extLst>
              <a:ext uri="{FF2B5EF4-FFF2-40B4-BE49-F238E27FC236}">
                <a16:creationId xmlns:a16="http://schemas.microsoft.com/office/drawing/2014/main" id="{7F8E5AEA-56D3-4808-BE49-D093BD4A1A50}"/>
              </a:ext>
            </a:extLst>
          </p:cNvPr>
          <p:cNvGrpSpPr>
            <a:grpSpLocks/>
          </p:cNvGrpSpPr>
          <p:nvPr/>
        </p:nvGrpSpPr>
        <p:grpSpPr bwMode="auto">
          <a:xfrm>
            <a:off x="3354388" y="2743200"/>
            <a:ext cx="2827337" cy="2516188"/>
            <a:chOff x="2134" y="1834"/>
            <a:chExt cx="1781" cy="1585"/>
          </a:xfrm>
        </p:grpSpPr>
        <p:sp>
          <p:nvSpPr>
            <p:cNvPr id="61470" name="Text Box 48">
              <a:extLst>
                <a:ext uri="{FF2B5EF4-FFF2-40B4-BE49-F238E27FC236}">
                  <a16:creationId xmlns:a16="http://schemas.microsoft.com/office/drawing/2014/main" id="{7E97DBAD-7946-4752-8A17-1F37B0BA2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1834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1" name="Text Box 49">
              <a:extLst>
                <a:ext uri="{FF2B5EF4-FFF2-40B4-BE49-F238E27FC236}">
                  <a16:creationId xmlns:a16="http://schemas.microsoft.com/office/drawing/2014/main" id="{27F9B979-967B-4D78-9B14-366D0D9E8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1845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2" name="Text Box 50">
              <a:extLst>
                <a:ext uri="{FF2B5EF4-FFF2-40B4-BE49-F238E27FC236}">
                  <a16:creationId xmlns:a16="http://schemas.microsoft.com/office/drawing/2014/main" id="{EF95B75D-1C54-4984-B9FA-95EDEBFE3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" y="1834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3" name="Text Box 51">
              <a:extLst>
                <a:ext uri="{FF2B5EF4-FFF2-40B4-BE49-F238E27FC236}">
                  <a16:creationId xmlns:a16="http://schemas.microsoft.com/office/drawing/2014/main" id="{EF112BE7-2A9D-4ABF-A4CA-EE09E9998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250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4" name="Text Box 52">
              <a:extLst>
                <a:ext uri="{FF2B5EF4-FFF2-40B4-BE49-F238E27FC236}">
                  <a16:creationId xmlns:a16="http://schemas.microsoft.com/office/drawing/2014/main" id="{2A3342D1-71D1-4230-AC2B-25BAE2088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2261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5" name="Text Box 53">
              <a:extLst>
                <a:ext uri="{FF2B5EF4-FFF2-40B4-BE49-F238E27FC236}">
                  <a16:creationId xmlns:a16="http://schemas.microsoft.com/office/drawing/2014/main" id="{FB47742A-8412-4417-915F-3BA4683CA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" y="3082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6" name="Text Box 54">
              <a:extLst>
                <a:ext uri="{FF2B5EF4-FFF2-40B4-BE49-F238E27FC236}">
                  <a16:creationId xmlns:a16="http://schemas.microsoft.com/office/drawing/2014/main" id="{F93D80FC-CFD0-4A90-BAE6-8746D2703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" y="3092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7" name="Text Box 55">
              <a:extLst>
                <a:ext uri="{FF2B5EF4-FFF2-40B4-BE49-F238E27FC236}">
                  <a16:creationId xmlns:a16="http://schemas.microsoft.com/office/drawing/2014/main" id="{A6DC23DD-BDC4-41D9-81F3-6A7F48115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" y="3092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8" name="Text Box 56">
              <a:extLst>
                <a:ext uri="{FF2B5EF4-FFF2-40B4-BE49-F238E27FC236}">
                  <a16:creationId xmlns:a16="http://schemas.microsoft.com/office/drawing/2014/main" id="{C8607F66-C7DE-4E2B-96AB-ACB0214AF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2" y="3071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79" name="Text Box 57">
              <a:extLst>
                <a:ext uri="{FF2B5EF4-FFF2-40B4-BE49-F238E27FC236}">
                  <a16:creationId xmlns:a16="http://schemas.microsoft.com/office/drawing/2014/main" id="{EEBFA651-202B-4EF3-B53A-845DA015D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2676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80" name="Text Box 58">
              <a:extLst>
                <a:ext uri="{FF2B5EF4-FFF2-40B4-BE49-F238E27FC236}">
                  <a16:creationId xmlns:a16="http://schemas.microsoft.com/office/drawing/2014/main" id="{B17A9B08-E20A-487E-B373-D586B47FA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687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81" name="Text Box 59">
              <a:extLst>
                <a:ext uri="{FF2B5EF4-FFF2-40B4-BE49-F238E27FC236}">
                  <a16:creationId xmlns:a16="http://schemas.microsoft.com/office/drawing/2014/main" id="{1AD8A2C0-64ED-42D8-A72D-C12E4C39B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698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1482" name="Text Box 60">
              <a:extLst>
                <a:ext uri="{FF2B5EF4-FFF2-40B4-BE49-F238E27FC236}">
                  <a16:creationId xmlns:a16="http://schemas.microsoft.com/office/drawing/2014/main" id="{86E3AB28-FBB8-4186-A486-0C626D3CF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2" y="2676"/>
              <a:ext cx="37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61501" name="Oval 61">
            <a:extLst>
              <a:ext uri="{FF2B5EF4-FFF2-40B4-BE49-F238E27FC236}">
                <a16:creationId xmlns:a16="http://schemas.microsoft.com/office/drawing/2014/main" id="{0BB5292A-A02C-432F-A325-D8EB7E498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25" y="4167188"/>
            <a:ext cx="2725738" cy="1016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2" name="Oval 62">
            <a:extLst>
              <a:ext uri="{FF2B5EF4-FFF2-40B4-BE49-F238E27FC236}">
                <a16:creationId xmlns:a16="http://schemas.microsoft.com/office/drawing/2014/main" id="{2A0BDA63-6E54-488C-8F25-DC3FE410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0538" y="2811463"/>
            <a:ext cx="373062" cy="2405062"/>
          </a:xfrm>
          <a:prstGeom prst="ellipse">
            <a:avLst/>
          </a:prstGeom>
          <a:noFill/>
          <a:ln w="38100">
            <a:solidFill>
              <a:srgbClr val="FFE2C5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3" name="AutoShape 63">
            <a:extLst>
              <a:ext uri="{FF2B5EF4-FFF2-40B4-BE49-F238E27FC236}">
                <a16:creationId xmlns:a16="http://schemas.microsoft.com/office/drawing/2014/main" id="{38E3C4F9-0F6A-4A38-9400-02D4BD52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693988"/>
            <a:ext cx="1066800" cy="5238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CC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4" name="AutoShape 64">
            <a:extLst>
              <a:ext uri="{FF2B5EF4-FFF2-40B4-BE49-F238E27FC236}">
                <a16:creationId xmlns:a16="http://schemas.microsoft.com/office/drawing/2014/main" id="{CDA041D9-962A-45F1-85E3-1F952FAE3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4810125"/>
            <a:ext cx="1066800" cy="5238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CC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5" name="Arc 65">
            <a:extLst>
              <a:ext uri="{FF2B5EF4-FFF2-40B4-BE49-F238E27FC236}">
                <a16:creationId xmlns:a16="http://schemas.microsoft.com/office/drawing/2014/main" id="{7A35B28E-E85D-4FE1-90EB-74E9D9AE466B}"/>
              </a:ext>
            </a:extLst>
          </p:cNvPr>
          <p:cNvSpPr>
            <a:spLocks/>
          </p:cNvSpPr>
          <p:nvPr/>
        </p:nvSpPr>
        <p:spPr bwMode="auto">
          <a:xfrm rot="1852177" flipV="1">
            <a:off x="3273425" y="4760913"/>
            <a:ext cx="504825" cy="527050"/>
          </a:xfrm>
          <a:custGeom>
            <a:avLst/>
            <a:gdLst>
              <a:gd name="T0" fmla="*/ 2147483646 w 43200"/>
              <a:gd name="T1" fmla="*/ 0 h 25437"/>
              <a:gd name="T2" fmla="*/ 2083038527 w 43200"/>
              <a:gd name="T3" fmla="*/ 2147483646 h 25437"/>
              <a:gd name="T4" fmla="*/ 2147483646 w 43200"/>
              <a:gd name="T5" fmla="*/ 2147483646 h 254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437" fill="none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</a:path>
              <a:path w="43200" h="25437" stroke="0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  <a:lnTo>
                  <a:pt x="21600" y="3837"/>
                </a:lnTo>
                <a:lnTo>
                  <a:pt x="42856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6" name="Arc 66">
            <a:extLst>
              <a:ext uri="{FF2B5EF4-FFF2-40B4-BE49-F238E27FC236}">
                <a16:creationId xmlns:a16="http://schemas.microsoft.com/office/drawing/2014/main" id="{CA30D16B-7F61-4F9F-AB7D-06093CF74158}"/>
              </a:ext>
            </a:extLst>
          </p:cNvPr>
          <p:cNvSpPr>
            <a:spLocks/>
          </p:cNvSpPr>
          <p:nvPr/>
        </p:nvSpPr>
        <p:spPr bwMode="auto">
          <a:xfrm rot="-1852177">
            <a:off x="3273425" y="2779713"/>
            <a:ext cx="504825" cy="527050"/>
          </a:xfrm>
          <a:custGeom>
            <a:avLst/>
            <a:gdLst>
              <a:gd name="T0" fmla="*/ 2147483646 w 43200"/>
              <a:gd name="T1" fmla="*/ 0 h 25437"/>
              <a:gd name="T2" fmla="*/ 2083038527 w 43200"/>
              <a:gd name="T3" fmla="*/ 2147483646 h 25437"/>
              <a:gd name="T4" fmla="*/ 2147483646 w 43200"/>
              <a:gd name="T5" fmla="*/ 2147483646 h 254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437" fill="none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</a:path>
              <a:path w="43200" h="25437" stroke="0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  <a:lnTo>
                  <a:pt x="21600" y="3837"/>
                </a:lnTo>
                <a:lnTo>
                  <a:pt x="42856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7" name="Arc 67">
            <a:extLst>
              <a:ext uri="{FF2B5EF4-FFF2-40B4-BE49-F238E27FC236}">
                <a16:creationId xmlns:a16="http://schemas.microsoft.com/office/drawing/2014/main" id="{50F2C5F4-2CAE-4909-B3ED-9613AFBB5B81}"/>
              </a:ext>
            </a:extLst>
          </p:cNvPr>
          <p:cNvSpPr>
            <a:spLocks/>
          </p:cNvSpPr>
          <p:nvPr/>
        </p:nvSpPr>
        <p:spPr bwMode="auto">
          <a:xfrm rot="1852177" flipH="1">
            <a:off x="5541963" y="2795588"/>
            <a:ext cx="504825" cy="527050"/>
          </a:xfrm>
          <a:custGeom>
            <a:avLst/>
            <a:gdLst>
              <a:gd name="T0" fmla="*/ 2147483646 w 43200"/>
              <a:gd name="T1" fmla="*/ 0 h 25437"/>
              <a:gd name="T2" fmla="*/ 2083038527 w 43200"/>
              <a:gd name="T3" fmla="*/ 2147483646 h 25437"/>
              <a:gd name="T4" fmla="*/ 2147483646 w 43200"/>
              <a:gd name="T5" fmla="*/ 2147483646 h 254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437" fill="none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</a:path>
              <a:path w="43200" h="25437" stroke="0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  <a:lnTo>
                  <a:pt x="21600" y="3837"/>
                </a:lnTo>
                <a:lnTo>
                  <a:pt x="42856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8" name="Arc 68">
            <a:extLst>
              <a:ext uri="{FF2B5EF4-FFF2-40B4-BE49-F238E27FC236}">
                <a16:creationId xmlns:a16="http://schemas.microsoft.com/office/drawing/2014/main" id="{F4636FCC-9EBA-4376-A221-CDEE7BE39E80}"/>
              </a:ext>
            </a:extLst>
          </p:cNvPr>
          <p:cNvSpPr>
            <a:spLocks/>
          </p:cNvSpPr>
          <p:nvPr/>
        </p:nvSpPr>
        <p:spPr bwMode="auto">
          <a:xfrm rot="-1852177" flipH="1" flipV="1">
            <a:off x="5592763" y="4710113"/>
            <a:ext cx="504825" cy="527050"/>
          </a:xfrm>
          <a:custGeom>
            <a:avLst/>
            <a:gdLst>
              <a:gd name="T0" fmla="*/ 2147483646 w 43200"/>
              <a:gd name="T1" fmla="*/ 0 h 25437"/>
              <a:gd name="T2" fmla="*/ 2083038527 w 43200"/>
              <a:gd name="T3" fmla="*/ 2147483646 h 25437"/>
              <a:gd name="T4" fmla="*/ 2147483646 w 43200"/>
              <a:gd name="T5" fmla="*/ 2147483646 h 2543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437" fill="none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</a:path>
              <a:path w="43200" h="25437" stroke="0" extrusionOk="0">
                <a:moveTo>
                  <a:pt x="42856" y="0"/>
                </a:moveTo>
                <a:cubicBezTo>
                  <a:pt x="43085" y="1266"/>
                  <a:pt x="43200" y="2550"/>
                  <a:pt x="43200" y="3837"/>
                </a:cubicBezTo>
                <a:cubicBezTo>
                  <a:pt x="43200" y="15766"/>
                  <a:pt x="33529" y="25437"/>
                  <a:pt x="21600" y="25437"/>
                </a:cubicBezTo>
                <a:cubicBezTo>
                  <a:pt x="9670" y="25437"/>
                  <a:pt x="0" y="15766"/>
                  <a:pt x="0" y="3837"/>
                </a:cubicBezTo>
                <a:cubicBezTo>
                  <a:pt x="0" y="3663"/>
                  <a:pt x="2" y="3490"/>
                  <a:pt x="6" y="3318"/>
                </a:cubicBezTo>
                <a:lnTo>
                  <a:pt x="21600" y="3837"/>
                </a:lnTo>
                <a:lnTo>
                  <a:pt x="42856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9" name="Oval 69">
            <a:extLst>
              <a:ext uri="{FF2B5EF4-FFF2-40B4-BE49-F238E27FC236}">
                <a16:creationId xmlns:a16="http://schemas.microsoft.com/office/drawing/2014/main" id="{CB8B5D6C-3BB4-46F6-A7BC-88A179387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471863"/>
            <a:ext cx="423862" cy="1101725"/>
          </a:xfrm>
          <a:prstGeom prst="ellipse">
            <a:avLst/>
          </a:prstGeom>
          <a:noFill/>
          <a:ln w="38100">
            <a:solidFill>
              <a:srgbClr val="CC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0" name="Text Box 70">
            <a:extLst>
              <a:ext uri="{FF2B5EF4-FFF2-40B4-BE49-F238E27FC236}">
                <a16:creationId xmlns:a16="http://schemas.microsoft.com/office/drawing/2014/main" id="{6A3A1F92-FC11-4E0C-8ECB-CABEE8B29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5775325"/>
            <a:ext cx="947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Y=A</a:t>
            </a:r>
          </a:p>
        </p:txBody>
      </p:sp>
      <p:grpSp>
        <p:nvGrpSpPr>
          <p:cNvPr id="61511" name="Group 71">
            <a:extLst>
              <a:ext uri="{FF2B5EF4-FFF2-40B4-BE49-F238E27FC236}">
                <a16:creationId xmlns:a16="http://schemas.microsoft.com/office/drawing/2014/main" id="{E6189508-99DF-4756-8A89-0C8FADE5C022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775325"/>
            <a:ext cx="1270000" cy="519113"/>
            <a:chOff x="597" y="3733"/>
            <a:chExt cx="800" cy="327"/>
          </a:xfrm>
        </p:grpSpPr>
        <p:sp>
          <p:nvSpPr>
            <p:cNvPr id="61468" name="Text Box 72">
              <a:extLst>
                <a:ext uri="{FF2B5EF4-FFF2-40B4-BE49-F238E27FC236}">
                  <a16:creationId xmlns:a16="http://schemas.microsoft.com/office/drawing/2014/main" id="{D49D97DB-8E8E-47D5-987C-B18240B05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" y="3733"/>
              <a:ext cx="8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+DC</a:t>
              </a:r>
            </a:p>
          </p:txBody>
        </p:sp>
        <p:sp>
          <p:nvSpPr>
            <p:cNvPr id="61469" name="Line 73">
              <a:extLst>
                <a:ext uri="{FF2B5EF4-FFF2-40B4-BE49-F238E27FC236}">
                  <a16:creationId xmlns:a16="http://schemas.microsoft.com/office/drawing/2014/main" id="{A6854CB9-4AF3-4BCA-987D-995DF9D31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3787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1514" name="Group 74">
            <a:extLst>
              <a:ext uri="{FF2B5EF4-FFF2-40B4-BE49-F238E27FC236}">
                <a16:creationId xmlns:a16="http://schemas.microsoft.com/office/drawing/2014/main" id="{3DFE9FF5-748B-4EA9-AC78-CF09F610D9E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5773738"/>
            <a:ext cx="1017588" cy="519112"/>
            <a:chOff x="437" y="3765"/>
            <a:chExt cx="641" cy="327"/>
          </a:xfrm>
        </p:grpSpPr>
        <p:sp>
          <p:nvSpPr>
            <p:cNvPr id="61466" name="Text Box 75">
              <a:extLst>
                <a:ext uri="{FF2B5EF4-FFF2-40B4-BE49-F238E27FC236}">
                  <a16:creationId xmlns:a16="http://schemas.microsoft.com/office/drawing/2014/main" id="{9066429B-33BF-4B84-A969-5C30AFC2A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" y="3765"/>
              <a:ext cx="6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+CB</a:t>
              </a:r>
            </a:p>
          </p:txBody>
        </p:sp>
        <p:sp>
          <p:nvSpPr>
            <p:cNvPr id="61467" name="Line 76">
              <a:extLst>
                <a:ext uri="{FF2B5EF4-FFF2-40B4-BE49-F238E27FC236}">
                  <a16:creationId xmlns:a16="http://schemas.microsoft.com/office/drawing/2014/main" id="{43A951BE-3D0B-4D98-AA10-CE5951D94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" y="3819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1517" name="Group 77">
            <a:extLst>
              <a:ext uri="{FF2B5EF4-FFF2-40B4-BE49-F238E27FC236}">
                <a16:creationId xmlns:a16="http://schemas.microsoft.com/office/drawing/2014/main" id="{3E909D02-C71F-4756-ADC4-C1E7377C74D1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5756275"/>
            <a:ext cx="966788" cy="519113"/>
            <a:chOff x="352" y="3691"/>
            <a:chExt cx="609" cy="327"/>
          </a:xfrm>
        </p:grpSpPr>
        <p:sp>
          <p:nvSpPr>
            <p:cNvPr id="61463" name="Text Box 78">
              <a:extLst>
                <a:ext uri="{FF2B5EF4-FFF2-40B4-BE49-F238E27FC236}">
                  <a16:creationId xmlns:a16="http://schemas.microsoft.com/office/drawing/2014/main" id="{49141C78-3100-45AF-B016-443D67903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3691"/>
              <a:ext cx="6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+DB</a:t>
              </a:r>
            </a:p>
          </p:txBody>
        </p:sp>
        <p:sp>
          <p:nvSpPr>
            <p:cNvPr id="61464" name="Line 79">
              <a:extLst>
                <a:ext uri="{FF2B5EF4-FFF2-40B4-BE49-F238E27FC236}">
                  <a16:creationId xmlns:a16="http://schemas.microsoft.com/office/drawing/2014/main" id="{5E16E4D8-CB38-4E85-87FB-37A682489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3744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5" name="Line 80">
              <a:extLst>
                <a:ext uri="{FF2B5EF4-FFF2-40B4-BE49-F238E27FC236}">
                  <a16:creationId xmlns:a16="http://schemas.microsoft.com/office/drawing/2014/main" id="{56ADF1D7-A3ED-41D3-A895-3CF0FAA0F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" y="3743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1521" name="Group 81">
            <a:extLst>
              <a:ext uri="{FF2B5EF4-FFF2-40B4-BE49-F238E27FC236}">
                <a16:creationId xmlns:a16="http://schemas.microsoft.com/office/drawing/2014/main" id="{4E610252-C369-4095-9946-0B42504711B0}"/>
              </a:ext>
            </a:extLst>
          </p:cNvPr>
          <p:cNvGrpSpPr>
            <a:grpSpLocks/>
          </p:cNvGrpSpPr>
          <p:nvPr/>
        </p:nvGrpSpPr>
        <p:grpSpPr bwMode="auto">
          <a:xfrm>
            <a:off x="5673725" y="5759450"/>
            <a:ext cx="1303338" cy="519113"/>
            <a:chOff x="448" y="3776"/>
            <a:chExt cx="821" cy="327"/>
          </a:xfrm>
        </p:grpSpPr>
        <p:sp>
          <p:nvSpPr>
            <p:cNvPr id="61461" name="Text Box 82">
              <a:extLst>
                <a:ext uri="{FF2B5EF4-FFF2-40B4-BE49-F238E27FC236}">
                  <a16:creationId xmlns:a16="http://schemas.microsoft.com/office/drawing/2014/main" id="{B69C81F7-1FBF-4F52-BC4E-A78F4025E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" y="3776"/>
              <a:ext cx="8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+DCB</a:t>
              </a:r>
            </a:p>
          </p:txBody>
        </p:sp>
        <p:sp>
          <p:nvSpPr>
            <p:cNvPr id="61462" name="Line 83">
              <a:extLst>
                <a:ext uri="{FF2B5EF4-FFF2-40B4-BE49-F238E27FC236}">
                  <a16:creationId xmlns:a16="http://schemas.microsoft.com/office/drawing/2014/main" id="{9EA4B458-BF9C-4F69-A6E9-62E5BB4DB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" y="3840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54130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  <p:bldP spid="61443" grpId="0" autoUpdateAnimBg="0"/>
      <p:bldP spid="61444" grpId="0" autoUpdateAnimBg="0"/>
      <p:bldP spid="61501" grpId="0" animBg="1"/>
      <p:bldP spid="61502" grpId="0" animBg="1"/>
      <p:bldP spid="61503" grpId="0" animBg="1"/>
      <p:bldP spid="61504" grpId="0" animBg="1"/>
      <p:bldP spid="61509" grpId="0" animBg="1"/>
      <p:bldP spid="615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8" name="Group 2">
            <a:extLst>
              <a:ext uri="{FF2B5EF4-FFF2-40B4-BE49-F238E27FC236}">
                <a16:creationId xmlns:a16="http://schemas.microsoft.com/office/drawing/2014/main" id="{2D29392C-07DE-4DC1-A6AF-24358B8CA39B}"/>
              </a:ext>
            </a:extLst>
          </p:cNvPr>
          <p:cNvGrpSpPr>
            <a:grpSpLocks/>
          </p:cNvGrpSpPr>
          <p:nvPr/>
        </p:nvGrpSpPr>
        <p:grpSpPr bwMode="auto">
          <a:xfrm>
            <a:off x="3370263" y="4148138"/>
            <a:ext cx="2828925" cy="558800"/>
            <a:chOff x="2123" y="2613"/>
            <a:chExt cx="1782" cy="352"/>
          </a:xfrm>
        </p:grpSpPr>
        <p:sp>
          <p:nvSpPr>
            <p:cNvPr id="62600" name="AutoShape 3">
              <a:extLst>
                <a:ext uri="{FF2B5EF4-FFF2-40B4-BE49-F238E27FC236}">
                  <a16:creationId xmlns:a16="http://schemas.microsoft.com/office/drawing/2014/main" id="{925F6DCE-81C0-4DB1-A21E-40B0F6403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2613"/>
              <a:ext cx="320" cy="32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601" name="AutoShape 4">
              <a:extLst>
                <a:ext uri="{FF2B5EF4-FFF2-40B4-BE49-F238E27FC236}">
                  <a16:creationId xmlns:a16="http://schemas.microsoft.com/office/drawing/2014/main" id="{91417F18-D3BD-4948-851F-A3772B2BD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" y="2624"/>
              <a:ext cx="330" cy="34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1141" name="Group 5">
            <a:extLst>
              <a:ext uri="{FF2B5EF4-FFF2-40B4-BE49-F238E27FC236}">
                <a16:creationId xmlns:a16="http://schemas.microsoft.com/office/drawing/2014/main" id="{659F336E-CF46-4C8B-A5CB-B8CF172D3D4C}"/>
              </a:ext>
            </a:extLst>
          </p:cNvPr>
          <p:cNvGrpSpPr>
            <a:grpSpLocks/>
          </p:cNvGrpSpPr>
          <p:nvPr/>
        </p:nvGrpSpPr>
        <p:grpSpPr bwMode="auto">
          <a:xfrm>
            <a:off x="919163" y="1641475"/>
            <a:ext cx="7094537" cy="3960813"/>
            <a:chOff x="505" y="1045"/>
            <a:chExt cx="4469" cy="2495"/>
          </a:xfrm>
        </p:grpSpPr>
        <p:grpSp>
          <p:nvGrpSpPr>
            <p:cNvPr id="62501" name="Group 6">
              <a:extLst>
                <a:ext uri="{FF2B5EF4-FFF2-40B4-BE49-F238E27FC236}">
                  <a16:creationId xmlns:a16="http://schemas.microsoft.com/office/drawing/2014/main" id="{9D0477F0-A953-44A3-B88C-686ACA4D4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0" y="1571"/>
              <a:ext cx="1994" cy="1969"/>
              <a:chOff x="3526" y="995"/>
              <a:chExt cx="1994" cy="1969"/>
            </a:xfrm>
          </p:grpSpPr>
          <p:sp>
            <p:nvSpPr>
              <p:cNvPr id="62574" name="Rectangle 7">
                <a:extLst>
                  <a:ext uri="{FF2B5EF4-FFF2-40B4-BE49-F238E27FC236}">
                    <a16:creationId xmlns:a16="http://schemas.microsoft.com/office/drawing/2014/main" id="{6AECD53C-DE01-421D-8F8F-F65820125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5" name="Rectangle 8">
                <a:extLst>
                  <a:ext uri="{FF2B5EF4-FFF2-40B4-BE49-F238E27FC236}">
                    <a16:creationId xmlns:a16="http://schemas.microsoft.com/office/drawing/2014/main" id="{4A192F95-77E3-4E0D-91BE-CC0E58642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6" name="Rectangle 9">
                <a:extLst>
                  <a:ext uri="{FF2B5EF4-FFF2-40B4-BE49-F238E27FC236}">
                    <a16:creationId xmlns:a16="http://schemas.microsoft.com/office/drawing/2014/main" id="{6D16A298-B7E8-4321-9B62-A0E253F05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7" name="Rectangle 10">
                <a:extLst>
                  <a:ext uri="{FF2B5EF4-FFF2-40B4-BE49-F238E27FC236}">
                    <a16:creationId xmlns:a16="http://schemas.microsoft.com/office/drawing/2014/main" id="{B0193149-A153-40D3-A814-B174DDCF2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8" name="Rectangle 11">
                <a:extLst>
                  <a:ext uri="{FF2B5EF4-FFF2-40B4-BE49-F238E27FC236}">
                    <a16:creationId xmlns:a16="http://schemas.microsoft.com/office/drawing/2014/main" id="{BB1436CB-47E2-43D1-BEB9-DB11FBAC3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9" name="Rectangle 12">
                <a:extLst>
                  <a:ext uri="{FF2B5EF4-FFF2-40B4-BE49-F238E27FC236}">
                    <a16:creationId xmlns:a16="http://schemas.microsoft.com/office/drawing/2014/main" id="{C41E5998-7C85-45BE-AA62-CD35D0E30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0" name="Rectangle 13">
                <a:extLst>
                  <a:ext uri="{FF2B5EF4-FFF2-40B4-BE49-F238E27FC236}">
                    <a16:creationId xmlns:a16="http://schemas.microsoft.com/office/drawing/2014/main" id="{31E438EA-E9EF-4F03-BBFD-82D4D29DF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1" name="Rectangle 14">
                <a:extLst>
                  <a:ext uri="{FF2B5EF4-FFF2-40B4-BE49-F238E27FC236}">
                    <a16:creationId xmlns:a16="http://schemas.microsoft.com/office/drawing/2014/main" id="{5B1F6C3B-4E93-4DA7-9886-001581D44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2" name="Rectangle 15">
                <a:extLst>
                  <a:ext uri="{FF2B5EF4-FFF2-40B4-BE49-F238E27FC236}">
                    <a16:creationId xmlns:a16="http://schemas.microsoft.com/office/drawing/2014/main" id="{2A83DA04-C01B-4813-87DA-CD7ECCD4B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3" name="Rectangle 16">
                <a:extLst>
                  <a:ext uri="{FF2B5EF4-FFF2-40B4-BE49-F238E27FC236}">
                    <a16:creationId xmlns:a16="http://schemas.microsoft.com/office/drawing/2014/main" id="{C81AD388-F6C5-4EF5-BF28-528A9F75B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4" name="Rectangle 17">
                <a:extLst>
                  <a:ext uri="{FF2B5EF4-FFF2-40B4-BE49-F238E27FC236}">
                    <a16:creationId xmlns:a16="http://schemas.microsoft.com/office/drawing/2014/main" id="{14006F26-32CE-49E4-8D94-8FD7B1F82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5" name="Rectangle 18">
                <a:extLst>
                  <a:ext uri="{FF2B5EF4-FFF2-40B4-BE49-F238E27FC236}">
                    <a16:creationId xmlns:a16="http://schemas.microsoft.com/office/drawing/2014/main" id="{6AEFC41E-11FD-44F0-94FD-50B9CFE38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6" name="Rectangle 19">
                <a:extLst>
                  <a:ext uri="{FF2B5EF4-FFF2-40B4-BE49-F238E27FC236}">
                    <a16:creationId xmlns:a16="http://schemas.microsoft.com/office/drawing/2014/main" id="{9FB7927A-18E1-4F2E-8F31-C4936F95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7" name="Rectangle 20">
                <a:extLst>
                  <a:ext uri="{FF2B5EF4-FFF2-40B4-BE49-F238E27FC236}">
                    <a16:creationId xmlns:a16="http://schemas.microsoft.com/office/drawing/2014/main" id="{464B2187-0D20-40BC-A1CF-69FB641DE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8" name="Rectangle 21">
                <a:extLst>
                  <a:ext uri="{FF2B5EF4-FFF2-40B4-BE49-F238E27FC236}">
                    <a16:creationId xmlns:a16="http://schemas.microsoft.com/office/drawing/2014/main" id="{388F85F9-2357-4286-A1FE-7D10249F8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89" name="Rectangle 22">
                <a:extLst>
                  <a:ext uri="{FF2B5EF4-FFF2-40B4-BE49-F238E27FC236}">
                    <a16:creationId xmlns:a16="http://schemas.microsoft.com/office/drawing/2014/main" id="{80467E3B-0861-48BE-86CB-F5F2D0460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0" name="Line 23">
                <a:extLst>
                  <a:ext uri="{FF2B5EF4-FFF2-40B4-BE49-F238E27FC236}">
                    <a16:creationId xmlns:a16="http://schemas.microsoft.com/office/drawing/2014/main" id="{B9B84D63-6C91-4AE0-A877-E817ACF30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1" name="Line 24">
                <a:extLst>
                  <a:ext uri="{FF2B5EF4-FFF2-40B4-BE49-F238E27FC236}">
                    <a16:creationId xmlns:a16="http://schemas.microsoft.com/office/drawing/2014/main" id="{5EE5924D-87E6-4535-949B-95CC9E41A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486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2" name="Line 25">
                <a:extLst>
                  <a:ext uri="{FF2B5EF4-FFF2-40B4-BE49-F238E27FC236}">
                    <a16:creationId xmlns:a16="http://schemas.microsoft.com/office/drawing/2014/main" id="{BDC680CB-3B57-44A2-AAF7-A27D2225D2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979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3" name="Line 26">
                <a:extLst>
                  <a:ext uri="{FF2B5EF4-FFF2-40B4-BE49-F238E27FC236}">
                    <a16:creationId xmlns:a16="http://schemas.microsoft.com/office/drawing/2014/main" id="{3AC4937C-268F-49CC-AEE3-6CDC364AD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472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4" name="Line 27">
                <a:extLst>
                  <a:ext uri="{FF2B5EF4-FFF2-40B4-BE49-F238E27FC236}">
                    <a16:creationId xmlns:a16="http://schemas.microsoft.com/office/drawing/2014/main" id="{B0788E49-04A3-48F9-998F-DB3D45861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964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5" name="Line 28">
                <a:extLst>
                  <a:ext uri="{FF2B5EF4-FFF2-40B4-BE49-F238E27FC236}">
                    <a16:creationId xmlns:a16="http://schemas.microsoft.com/office/drawing/2014/main" id="{031C85BB-1670-4A4E-ACFE-EA2DBB47F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6" name="Line 29">
                <a:extLst>
                  <a:ext uri="{FF2B5EF4-FFF2-40B4-BE49-F238E27FC236}">
                    <a16:creationId xmlns:a16="http://schemas.microsoft.com/office/drawing/2014/main" id="{CA70380C-D721-4D0F-B49F-D36A1B29E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5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7" name="Line 30">
                <a:extLst>
                  <a:ext uri="{FF2B5EF4-FFF2-40B4-BE49-F238E27FC236}">
                    <a16:creationId xmlns:a16="http://schemas.microsoft.com/office/drawing/2014/main" id="{3DCAF5BE-A8B1-4F0A-A8FF-EB1DD9511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4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8" name="Line 31">
                <a:extLst>
                  <a:ext uri="{FF2B5EF4-FFF2-40B4-BE49-F238E27FC236}">
                    <a16:creationId xmlns:a16="http://schemas.microsoft.com/office/drawing/2014/main" id="{52787F01-F34D-4278-9D4D-C3C104719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2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99" name="Line 32">
                <a:extLst>
                  <a:ext uri="{FF2B5EF4-FFF2-40B4-BE49-F238E27FC236}">
                    <a16:creationId xmlns:a16="http://schemas.microsoft.com/office/drawing/2014/main" id="{3CD68AF3-1507-415C-9815-A75947173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2502" name="Group 33">
              <a:extLst>
                <a:ext uri="{FF2B5EF4-FFF2-40B4-BE49-F238E27FC236}">
                  <a16:creationId xmlns:a16="http://schemas.microsoft.com/office/drawing/2014/main" id="{CE10E763-885E-477B-A980-B157AD2A8C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" y="1245"/>
              <a:ext cx="2340" cy="2295"/>
              <a:chOff x="3158" y="1320"/>
              <a:chExt cx="2340" cy="2295"/>
            </a:xfrm>
          </p:grpSpPr>
          <p:sp>
            <p:nvSpPr>
              <p:cNvPr id="62547" name="Rectangle 34">
                <a:extLst>
                  <a:ext uri="{FF2B5EF4-FFF2-40B4-BE49-F238E27FC236}">
                    <a16:creationId xmlns:a16="http://schemas.microsoft.com/office/drawing/2014/main" id="{3644EAE5-4594-468B-880D-0576305AF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3123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8" name="Rectangle 35">
                <a:extLst>
                  <a:ext uri="{FF2B5EF4-FFF2-40B4-BE49-F238E27FC236}">
                    <a16:creationId xmlns:a16="http://schemas.microsoft.com/office/drawing/2014/main" id="{C2396D73-D683-4EEB-A2D5-82B420877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3123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9" name="Rectangle 36">
                <a:extLst>
                  <a:ext uri="{FF2B5EF4-FFF2-40B4-BE49-F238E27FC236}">
                    <a16:creationId xmlns:a16="http://schemas.microsoft.com/office/drawing/2014/main" id="{C2BB6806-7AE4-4D6D-9A3E-C8E9123B8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3123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0" name="Rectangle 37">
                <a:extLst>
                  <a:ext uri="{FF2B5EF4-FFF2-40B4-BE49-F238E27FC236}">
                    <a16:creationId xmlns:a16="http://schemas.microsoft.com/office/drawing/2014/main" id="{BC130411-58CA-4E46-9F45-8AAC0E6B6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123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1" name="Rectangle 38">
                <a:extLst>
                  <a:ext uri="{FF2B5EF4-FFF2-40B4-BE49-F238E27FC236}">
                    <a16:creationId xmlns:a16="http://schemas.microsoft.com/office/drawing/2014/main" id="{AC6F00DA-A3CE-4D90-AF44-EC206A489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630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2" name="Rectangle 39">
                <a:extLst>
                  <a:ext uri="{FF2B5EF4-FFF2-40B4-BE49-F238E27FC236}">
                    <a16:creationId xmlns:a16="http://schemas.microsoft.com/office/drawing/2014/main" id="{870CA726-6A9F-4D57-8B00-1F5DEA7E9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2630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3" name="Rectangle 40">
                <a:extLst>
                  <a:ext uri="{FF2B5EF4-FFF2-40B4-BE49-F238E27FC236}">
                    <a16:creationId xmlns:a16="http://schemas.microsoft.com/office/drawing/2014/main" id="{6D7D1E0F-A231-486C-884D-D3DB79EEE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2630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4" name="Rectangle 41">
                <a:extLst>
                  <a:ext uri="{FF2B5EF4-FFF2-40B4-BE49-F238E27FC236}">
                    <a16:creationId xmlns:a16="http://schemas.microsoft.com/office/drawing/2014/main" id="{219187FD-0862-4EF5-A4B1-8D2B162C7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630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5" name="Rectangle 42">
                <a:extLst>
                  <a:ext uri="{FF2B5EF4-FFF2-40B4-BE49-F238E27FC236}">
                    <a16:creationId xmlns:a16="http://schemas.microsoft.com/office/drawing/2014/main" id="{05B46E9D-516C-4CCB-BAFE-5BF8F55A9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137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6" name="Rectangle 43">
                <a:extLst>
                  <a:ext uri="{FF2B5EF4-FFF2-40B4-BE49-F238E27FC236}">
                    <a16:creationId xmlns:a16="http://schemas.microsoft.com/office/drawing/2014/main" id="{19342A50-3336-4FBA-85BB-39EFE941A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2137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7" name="Rectangle 44">
                <a:extLst>
                  <a:ext uri="{FF2B5EF4-FFF2-40B4-BE49-F238E27FC236}">
                    <a16:creationId xmlns:a16="http://schemas.microsoft.com/office/drawing/2014/main" id="{235A9135-58D8-4976-A364-E319FD102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2137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8" name="Rectangle 45">
                <a:extLst>
                  <a:ext uri="{FF2B5EF4-FFF2-40B4-BE49-F238E27FC236}">
                    <a16:creationId xmlns:a16="http://schemas.microsoft.com/office/drawing/2014/main" id="{647A4C0B-44DD-4083-8A6B-1CE5017F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137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59" name="Rectangle 46">
                <a:extLst>
                  <a:ext uri="{FF2B5EF4-FFF2-40B4-BE49-F238E27FC236}">
                    <a16:creationId xmlns:a16="http://schemas.microsoft.com/office/drawing/2014/main" id="{62E5B8E1-8A63-492B-8BF2-314498A8F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1646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0" name="Rectangle 47">
                <a:extLst>
                  <a:ext uri="{FF2B5EF4-FFF2-40B4-BE49-F238E27FC236}">
                    <a16:creationId xmlns:a16="http://schemas.microsoft.com/office/drawing/2014/main" id="{A9ACC5C2-C13B-4A90-953D-4AE5C3586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1646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1" name="Rectangle 48">
                <a:extLst>
                  <a:ext uri="{FF2B5EF4-FFF2-40B4-BE49-F238E27FC236}">
                    <a16:creationId xmlns:a16="http://schemas.microsoft.com/office/drawing/2014/main" id="{5F58136F-8E49-425F-8C8C-BC11BB146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1646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2" name="Rectangle 49">
                <a:extLst>
                  <a:ext uri="{FF2B5EF4-FFF2-40B4-BE49-F238E27FC236}">
                    <a16:creationId xmlns:a16="http://schemas.microsoft.com/office/drawing/2014/main" id="{0718CA20-A862-40E5-B6A9-D6FD898F0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646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3" name="Line 50">
                <a:extLst>
                  <a:ext uri="{FF2B5EF4-FFF2-40B4-BE49-F238E27FC236}">
                    <a16:creationId xmlns:a16="http://schemas.microsoft.com/office/drawing/2014/main" id="{80E77D44-48C4-4926-9007-AC3F51836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646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4" name="Line 51">
                <a:extLst>
                  <a:ext uri="{FF2B5EF4-FFF2-40B4-BE49-F238E27FC236}">
                    <a16:creationId xmlns:a16="http://schemas.microsoft.com/office/drawing/2014/main" id="{CB8E3C9B-9235-4C46-BF2C-1AD3E928D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137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5" name="Line 52">
                <a:extLst>
                  <a:ext uri="{FF2B5EF4-FFF2-40B4-BE49-F238E27FC236}">
                    <a16:creationId xmlns:a16="http://schemas.microsoft.com/office/drawing/2014/main" id="{68CD0C77-7DB1-429D-953A-2FDBAAD78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630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6" name="Line 53">
                <a:extLst>
                  <a:ext uri="{FF2B5EF4-FFF2-40B4-BE49-F238E27FC236}">
                    <a16:creationId xmlns:a16="http://schemas.microsoft.com/office/drawing/2014/main" id="{CDE8CD79-14CB-461B-BDAD-AF56FA7138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3123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7" name="Line 54">
                <a:extLst>
                  <a:ext uri="{FF2B5EF4-FFF2-40B4-BE49-F238E27FC236}">
                    <a16:creationId xmlns:a16="http://schemas.microsoft.com/office/drawing/2014/main" id="{40E0C391-BACF-461C-AC01-6D23561A4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361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8" name="Line 55">
                <a:extLst>
                  <a:ext uri="{FF2B5EF4-FFF2-40B4-BE49-F238E27FC236}">
                    <a16:creationId xmlns:a16="http://schemas.microsoft.com/office/drawing/2014/main" id="{7FB86149-930B-4439-88FC-ADE9050DB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646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69" name="Line 56">
                <a:extLst>
                  <a:ext uri="{FF2B5EF4-FFF2-40B4-BE49-F238E27FC236}">
                    <a16:creationId xmlns:a16="http://schemas.microsoft.com/office/drawing/2014/main" id="{229B94D7-3B6F-49C4-A383-D3B7B5B9A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3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0" name="Line 57">
                <a:extLst>
                  <a:ext uri="{FF2B5EF4-FFF2-40B4-BE49-F238E27FC236}">
                    <a16:creationId xmlns:a16="http://schemas.microsoft.com/office/drawing/2014/main" id="{317A16BF-D849-4C07-AB0F-D8F453C2A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2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1" name="Line 58">
                <a:extLst>
                  <a:ext uri="{FF2B5EF4-FFF2-40B4-BE49-F238E27FC236}">
                    <a16:creationId xmlns:a16="http://schemas.microsoft.com/office/drawing/2014/main" id="{C59E3772-BEA5-49F8-9EBA-FD2E841F6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0" y="1646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2" name="Line 59">
                <a:extLst>
                  <a:ext uri="{FF2B5EF4-FFF2-40B4-BE49-F238E27FC236}">
                    <a16:creationId xmlns:a16="http://schemas.microsoft.com/office/drawing/2014/main" id="{07F71CA5-6AD7-4694-B215-96EAB5375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8" y="1646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73" name="Line 60">
                <a:extLst>
                  <a:ext uri="{FF2B5EF4-FFF2-40B4-BE49-F238E27FC236}">
                    <a16:creationId xmlns:a16="http://schemas.microsoft.com/office/drawing/2014/main" id="{6E155ACB-B116-4676-84E2-348597AA9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58" y="1320"/>
                <a:ext cx="333" cy="3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2503" name="Text Box 61">
              <a:extLst>
                <a:ext uri="{FF2B5EF4-FFF2-40B4-BE49-F238E27FC236}">
                  <a16:creationId xmlns:a16="http://schemas.microsoft.com/office/drawing/2014/main" id="{B5F41450-F87E-4976-AAF2-4A74F2541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" y="1162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62504" name="Text Box 62">
              <a:extLst>
                <a:ext uri="{FF2B5EF4-FFF2-40B4-BE49-F238E27FC236}">
                  <a16:creationId xmlns:a16="http://schemas.microsoft.com/office/drawing/2014/main" id="{3F8788AD-7E6C-4140-802B-415DDDC8A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" y="1291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  <p:sp>
          <p:nvSpPr>
            <p:cNvPr id="62505" name="Text Box 63">
              <a:extLst>
                <a:ext uri="{FF2B5EF4-FFF2-40B4-BE49-F238E27FC236}">
                  <a16:creationId xmlns:a16="http://schemas.microsoft.com/office/drawing/2014/main" id="{0F4EDBCA-A1AE-4411-88FD-01C0F3C01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" y="1310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62506" name="Text Box 64">
              <a:extLst>
                <a:ext uri="{FF2B5EF4-FFF2-40B4-BE49-F238E27FC236}">
                  <a16:creationId xmlns:a16="http://schemas.microsoft.com/office/drawing/2014/main" id="{3390BAD5-A2E5-4C8B-A138-E4F100737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" y="1446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62507" name="Text Box 65">
              <a:extLst>
                <a:ext uri="{FF2B5EF4-FFF2-40B4-BE49-F238E27FC236}">
                  <a16:creationId xmlns:a16="http://schemas.microsoft.com/office/drawing/2014/main" id="{B3ED9F46-C674-4AB3-9A15-E0AF2918B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1294"/>
              <a:ext cx="5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000</a:t>
              </a:r>
            </a:p>
          </p:txBody>
        </p:sp>
        <p:sp>
          <p:nvSpPr>
            <p:cNvPr id="62508" name="Text Box 66">
              <a:extLst>
                <a:ext uri="{FF2B5EF4-FFF2-40B4-BE49-F238E27FC236}">
                  <a16:creationId xmlns:a16="http://schemas.microsoft.com/office/drawing/2014/main" id="{B0F4B20C-D4C1-4BDC-B787-D0D23F451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5" y="1305"/>
              <a:ext cx="5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011</a:t>
              </a:r>
            </a:p>
          </p:txBody>
        </p:sp>
        <p:sp>
          <p:nvSpPr>
            <p:cNvPr id="62509" name="Text Box 67">
              <a:extLst>
                <a:ext uri="{FF2B5EF4-FFF2-40B4-BE49-F238E27FC236}">
                  <a16:creationId xmlns:a16="http://schemas.microsoft.com/office/drawing/2014/main" id="{C7A5E5B0-59DB-431E-8804-7B870047A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5" y="1304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001</a:t>
              </a:r>
            </a:p>
          </p:txBody>
        </p:sp>
        <p:sp>
          <p:nvSpPr>
            <p:cNvPr id="62510" name="Text Box 68">
              <a:extLst>
                <a:ext uri="{FF2B5EF4-FFF2-40B4-BE49-F238E27FC236}">
                  <a16:creationId xmlns:a16="http://schemas.microsoft.com/office/drawing/2014/main" id="{445BAB23-1938-4551-9BB7-5E1DF2586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305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010</a:t>
              </a:r>
            </a:p>
          </p:txBody>
        </p:sp>
        <p:sp>
          <p:nvSpPr>
            <p:cNvPr id="62511" name="Text Box 69">
              <a:extLst>
                <a:ext uri="{FF2B5EF4-FFF2-40B4-BE49-F238E27FC236}">
                  <a16:creationId xmlns:a16="http://schemas.microsoft.com/office/drawing/2014/main" id="{94D748B2-0269-475E-8BA6-44023335D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" y="1678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00</a:t>
              </a:r>
            </a:p>
          </p:txBody>
        </p:sp>
        <p:sp>
          <p:nvSpPr>
            <p:cNvPr id="62512" name="Text Box 70">
              <a:extLst>
                <a:ext uri="{FF2B5EF4-FFF2-40B4-BE49-F238E27FC236}">
                  <a16:creationId xmlns:a16="http://schemas.microsoft.com/office/drawing/2014/main" id="{A530EF55-36B4-49B1-BB5C-6F4899460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" y="2666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</a:t>
              </a:r>
            </a:p>
          </p:txBody>
        </p:sp>
        <p:sp>
          <p:nvSpPr>
            <p:cNvPr id="62513" name="Text Box 71">
              <a:extLst>
                <a:ext uri="{FF2B5EF4-FFF2-40B4-BE49-F238E27FC236}">
                  <a16:creationId xmlns:a16="http://schemas.microsoft.com/office/drawing/2014/main" id="{2DF02FBD-CE89-4E6A-8DB9-418ED7109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" y="2133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01</a:t>
              </a:r>
            </a:p>
          </p:txBody>
        </p:sp>
        <p:sp>
          <p:nvSpPr>
            <p:cNvPr id="62514" name="Text Box 72">
              <a:extLst>
                <a:ext uri="{FF2B5EF4-FFF2-40B4-BE49-F238E27FC236}">
                  <a16:creationId xmlns:a16="http://schemas.microsoft.com/office/drawing/2014/main" id="{A80BB82F-9A9A-4629-9A57-F621DE6B2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" y="3176"/>
              <a:ext cx="3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62515" name="Text Box 73">
              <a:extLst>
                <a:ext uri="{FF2B5EF4-FFF2-40B4-BE49-F238E27FC236}">
                  <a16:creationId xmlns:a16="http://schemas.microsoft.com/office/drawing/2014/main" id="{C6876A53-4938-4152-93CE-37CEEC5FD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1045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62516" name="Text Box 74">
              <a:extLst>
                <a:ext uri="{FF2B5EF4-FFF2-40B4-BE49-F238E27FC236}">
                  <a16:creationId xmlns:a16="http://schemas.microsoft.com/office/drawing/2014/main" id="{9856BEED-E832-4F2A-A916-8116AA8F6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7" y="1304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110</a:t>
              </a:r>
            </a:p>
          </p:txBody>
        </p:sp>
        <p:sp>
          <p:nvSpPr>
            <p:cNvPr id="62517" name="Text Box 75">
              <a:extLst>
                <a:ext uri="{FF2B5EF4-FFF2-40B4-BE49-F238E27FC236}">
                  <a16:creationId xmlns:a16="http://schemas.microsoft.com/office/drawing/2014/main" id="{B0DC3040-583F-45B4-920F-861A94D69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" y="1317"/>
              <a:ext cx="5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111</a:t>
              </a:r>
            </a:p>
          </p:txBody>
        </p:sp>
        <p:sp>
          <p:nvSpPr>
            <p:cNvPr id="62518" name="Text Box 76">
              <a:extLst>
                <a:ext uri="{FF2B5EF4-FFF2-40B4-BE49-F238E27FC236}">
                  <a16:creationId xmlns:a16="http://schemas.microsoft.com/office/drawing/2014/main" id="{D620F31F-028A-4CB8-AE02-4FF377202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2" y="1315"/>
              <a:ext cx="5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101</a:t>
              </a:r>
            </a:p>
          </p:txBody>
        </p:sp>
        <p:sp>
          <p:nvSpPr>
            <p:cNvPr id="62519" name="Text Box 77">
              <a:extLst>
                <a:ext uri="{FF2B5EF4-FFF2-40B4-BE49-F238E27FC236}">
                  <a16:creationId xmlns:a16="http://schemas.microsoft.com/office/drawing/2014/main" id="{B4A2B631-FDB3-463C-815F-5759B28D1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1315"/>
              <a:ext cx="5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100</a:t>
              </a:r>
            </a:p>
          </p:txBody>
        </p:sp>
        <p:grpSp>
          <p:nvGrpSpPr>
            <p:cNvPr id="62520" name="Group 78">
              <a:extLst>
                <a:ext uri="{FF2B5EF4-FFF2-40B4-BE49-F238E27FC236}">
                  <a16:creationId xmlns:a16="http://schemas.microsoft.com/office/drawing/2014/main" id="{F4BF2E16-7147-40E8-A9AF-4E2C9047B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0" y="1571"/>
              <a:ext cx="1994" cy="1969"/>
              <a:chOff x="3526" y="995"/>
              <a:chExt cx="1994" cy="1969"/>
            </a:xfrm>
          </p:grpSpPr>
          <p:sp>
            <p:nvSpPr>
              <p:cNvPr id="62521" name="Rectangle 79">
                <a:extLst>
                  <a:ext uri="{FF2B5EF4-FFF2-40B4-BE49-F238E27FC236}">
                    <a16:creationId xmlns:a16="http://schemas.microsoft.com/office/drawing/2014/main" id="{79D34AB0-F7F0-430B-A1BB-294F2FCF4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2" name="Rectangle 80">
                <a:extLst>
                  <a:ext uri="{FF2B5EF4-FFF2-40B4-BE49-F238E27FC236}">
                    <a16:creationId xmlns:a16="http://schemas.microsoft.com/office/drawing/2014/main" id="{F30B0910-B624-4B25-BD33-B907B8B40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2472"/>
                <a:ext cx="498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3" name="Rectangle 81">
                <a:extLst>
                  <a:ext uri="{FF2B5EF4-FFF2-40B4-BE49-F238E27FC236}">
                    <a16:creationId xmlns:a16="http://schemas.microsoft.com/office/drawing/2014/main" id="{C27D3388-C9EB-442F-B481-4B151EA2F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4" name="Rectangle 82">
                <a:extLst>
                  <a:ext uri="{FF2B5EF4-FFF2-40B4-BE49-F238E27FC236}">
                    <a16:creationId xmlns:a16="http://schemas.microsoft.com/office/drawing/2014/main" id="{44E65663-2CE9-495E-BC3B-A60ED1166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2472"/>
                <a:ext cx="499" cy="4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5" name="Rectangle 83">
                <a:extLst>
                  <a:ext uri="{FF2B5EF4-FFF2-40B4-BE49-F238E27FC236}">
                    <a16:creationId xmlns:a16="http://schemas.microsoft.com/office/drawing/2014/main" id="{97082938-0B3B-44CA-911D-B4DD3938E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6" name="Rectangle 84">
                <a:extLst>
                  <a:ext uri="{FF2B5EF4-FFF2-40B4-BE49-F238E27FC236}">
                    <a16:creationId xmlns:a16="http://schemas.microsoft.com/office/drawing/2014/main" id="{2B73A3FC-AEAC-4884-AE8F-831C0A543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979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7" name="Rectangle 85">
                <a:extLst>
                  <a:ext uri="{FF2B5EF4-FFF2-40B4-BE49-F238E27FC236}">
                    <a16:creationId xmlns:a16="http://schemas.microsoft.com/office/drawing/2014/main" id="{F0353CA7-45AC-475E-9C1C-60686682C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8" name="Rectangle 86">
                <a:extLst>
                  <a:ext uri="{FF2B5EF4-FFF2-40B4-BE49-F238E27FC236}">
                    <a16:creationId xmlns:a16="http://schemas.microsoft.com/office/drawing/2014/main" id="{86A36A70-72F1-4999-ACDA-FDFC8807C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979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29" name="Rectangle 87">
                <a:extLst>
                  <a:ext uri="{FF2B5EF4-FFF2-40B4-BE49-F238E27FC236}">
                    <a16:creationId xmlns:a16="http://schemas.microsoft.com/office/drawing/2014/main" id="{00D101ED-1416-45E6-BAC9-32D7CD3A9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0" name="Rectangle 88">
                <a:extLst>
                  <a:ext uri="{FF2B5EF4-FFF2-40B4-BE49-F238E27FC236}">
                    <a16:creationId xmlns:a16="http://schemas.microsoft.com/office/drawing/2014/main" id="{E237F813-2736-4593-A521-C2816FEE8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1486"/>
                <a:ext cx="498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1" name="Rectangle 89">
                <a:extLst>
                  <a:ext uri="{FF2B5EF4-FFF2-40B4-BE49-F238E27FC236}">
                    <a16:creationId xmlns:a16="http://schemas.microsoft.com/office/drawing/2014/main" id="{4BB6C5F4-549E-46B1-A6A5-F21DE4562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2" name="Rectangle 90">
                <a:extLst>
                  <a:ext uri="{FF2B5EF4-FFF2-40B4-BE49-F238E27FC236}">
                    <a16:creationId xmlns:a16="http://schemas.microsoft.com/office/drawing/2014/main" id="{F45F2F63-2BA6-4AC8-A935-57DAA051B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1486"/>
                <a:ext cx="499" cy="4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3" name="Rectangle 91">
                <a:extLst>
                  <a:ext uri="{FF2B5EF4-FFF2-40B4-BE49-F238E27FC236}">
                    <a16:creationId xmlns:a16="http://schemas.microsoft.com/office/drawing/2014/main" id="{A3FC7ED8-8162-4062-AEE8-D3F3F047C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2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4" name="Rectangle 92">
                <a:extLst>
                  <a:ext uri="{FF2B5EF4-FFF2-40B4-BE49-F238E27FC236}">
                    <a16:creationId xmlns:a16="http://schemas.microsoft.com/office/drawing/2014/main" id="{7F9E6D20-1969-48EC-A316-8871C29A6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4" y="995"/>
                <a:ext cx="498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5" name="Rectangle 93">
                <a:extLst>
                  <a:ext uri="{FF2B5EF4-FFF2-40B4-BE49-F238E27FC236}">
                    <a16:creationId xmlns:a16="http://schemas.microsoft.com/office/drawing/2014/main" id="{CA3906C2-9E41-49A8-A462-CCA6936DA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5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6" name="Rectangle 94">
                <a:extLst>
                  <a:ext uri="{FF2B5EF4-FFF2-40B4-BE49-F238E27FC236}">
                    <a16:creationId xmlns:a16="http://schemas.microsoft.com/office/drawing/2014/main" id="{E3A34702-09DC-4842-8930-6A6E6FD01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6" y="995"/>
                <a:ext cx="499" cy="4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7" name="Line 95">
                <a:extLst>
                  <a:ext uri="{FF2B5EF4-FFF2-40B4-BE49-F238E27FC236}">
                    <a16:creationId xmlns:a16="http://schemas.microsoft.com/office/drawing/2014/main" id="{0B422684-F072-42A8-8966-0F5F6F828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8" name="Line 96">
                <a:extLst>
                  <a:ext uri="{FF2B5EF4-FFF2-40B4-BE49-F238E27FC236}">
                    <a16:creationId xmlns:a16="http://schemas.microsoft.com/office/drawing/2014/main" id="{6F662E37-6624-476E-994C-EF89B6464A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486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39" name="Line 97">
                <a:extLst>
                  <a:ext uri="{FF2B5EF4-FFF2-40B4-BE49-F238E27FC236}">
                    <a16:creationId xmlns:a16="http://schemas.microsoft.com/office/drawing/2014/main" id="{807D9C77-2DEA-4DAD-B975-18C96D19E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979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0" name="Line 98">
                <a:extLst>
                  <a:ext uri="{FF2B5EF4-FFF2-40B4-BE49-F238E27FC236}">
                    <a16:creationId xmlns:a16="http://schemas.microsoft.com/office/drawing/2014/main" id="{ABE90EC7-6C12-4589-94A4-7CDBAC159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472"/>
                <a:ext cx="199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1" name="Line 99">
                <a:extLst>
                  <a:ext uri="{FF2B5EF4-FFF2-40B4-BE49-F238E27FC236}">
                    <a16:creationId xmlns:a16="http://schemas.microsoft.com/office/drawing/2014/main" id="{E30072B4-6CE7-44B3-AFD3-FA061CFA7F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2964"/>
                <a:ext cx="199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2" name="Line 100">
                <a:extLst>
                  <a:ext uri="{FF2B5EF4-FFF2-40B4-BE49-F238E27FC236}">
                    <a16:creationId xmlns:a16="http://schemas.microsoft.com/office/drawing/2014/main" id="{AB2F73D8-B0E1-420C-A679-86A1F14CF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3" name="Line 101">
                <a:extLst>
                  <a:ext uri="{FF2B5EF4-FFF2-40B4-BE49-F238E27FC236}">
                    <a16:creationId xmlns:a16="http://schemas.microsoft.com/office/drawing/2014/main" id="{0CA60B6C-BF0C-4BFA-B63B-C5E740C3E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5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4" name="Line 102">
                <a:extLst>
                  <a:ext uri="{FF2B5EF4-FFF2-40B4-BE49-F238E27FC236}">
                    <a16:creationId xmlns:a16="http://schemas.microsoft.com/office/drawing/2014/main" id="{9FBE11F1-91CB-4589-9FE8-9BEBABB55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4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5" name="Line 103">
                <a:extLst>
                  <a:ext uri="{FF2B5EF4-FFF2-40B4-BE49-F238E27FC236}">
                    <a16:creationId xmlns:a16="http://schemas.microsoft.com/office/drawing/2014/main" id="{23175CDE-5032-4F39-B6E5-9FF2DFD63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2" y="995"/>
                <a:ext cx="0" cy="19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546" name="Line 104">
                <a:extLst>
                  <a:ext uri="{FF2B5EF4-FFF2-40B4-BE49-F238E27FC236}">
                    <a16:creationId xmlns:a16="http://schemas.microsoft.com/office/drawing/2014/main" id="{7021303F-EFB4-4055-9819-6FA4D57FAF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995"/>
                <a:ext cx="0" cy="196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1241" name="Group 105">
            <a:extLst>
              <a:ext uri="{FF2B5EF4-FFF2-40B4-BE49-F238E27FC236}">
                <a16:creationId xmlns:a16="http://schemas.microsoft.com/office/drawing/2014/main" id="{21CBBAFB-9E0B-4478-B642-F911DEF991C2}"/>
              </a:ext>
            </a:extLst>
          </p:cNvPr>
          <p:cNvGrpSpPr>
            <a:grpSpLocks/>
          </p:cNvGrpSpPr>
          <p:nvPr/>
        </p:nvGrpSpPr>
        <p:grpSpPr bwMode="auto">
          <a:xfrm>
            <a:off x="1760538" y="4962525"/>
            <a:ext cx="6029325" cy="541338"/>
            <a:chOff x="1109" y="3126"/>
            <a:chExt cx="3798" cy="341"/>
          </a:xfrm>
        </p:grpSpPr>
        <p:sp>
          <p:nvSpPr>
            <p:cNvPr id="62497" name="AutoShape 106">
              <a:extLst>
                <a:ext uri="{FF2B5EF4-FFF2-40B4-BE49-F238E27FC236}">
                  <a16:creationId xmlns:a16="http://schemas.microsoft.com/office/drawing/2014/main" id="{9C14FCCE-4CE5-4580-8E20-E90E7C73D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36"/>
              <a:ext cx="310" cy="309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8" name="AutoShape 107">
              <a:extLst>
                <a:ext uri="{FF2B5EF4-FFF2-40B4-BE49-F238E27FC236}">
                  <a16:creationId xmlns:a16="http://schemas.microsoft.com/office/drawing/2014/main" id="{5324F190-FE6F-461E-B69F-B5A5D6C3D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3157"/>
              <a:ext cx="266" cy="288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9" name="AutoShape 108">
              <a:extLst>
                <a:ext uri="{FF2B5EF4-FFF2-40B4-BE49-F238E27FC236}">
                  <a16:creationId xmlns:a16="http://schemas.microsoft.com/office/drawing/2014/main" id="{8675D462-2609-45C6-B7B7-81B2D6006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3147"/>
              <a:ext cx="288" cy="320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500" name="AutoShape 109">
              <a:extLst>
                <a:ext uri="{FF2B5EF4-FFF2-40B4-BE49-F238E27FC236}">
                  <a16:creationId xmlns:a16="http://schemas.microsoft.com/office/drawing/2014/main" id="{53879382-A722-4338-AF62-01C80878E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3126"/>
              <a:ext cx="299" cy="330"/>
            </a:xfrm>
            <a:prstGeom prst="roundRect">
              <a:avLst>
                <a:gd name="adj" fmla="val 16667"/>
              </a:avLst>
            </a:prstGeom>
            <a:solidFill>
              <a:srgbClr val="FF00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246" name="Rectangle 110">
            <a:extLst>
              <a:ext uri="{FF2B5EF4-FFF2-40B4-BE49-F238E27FC236}">
                <a16:creationId xmlns:a16="http://schemas.microsoft.com/office/drawing/2014/main" id="{D05CC72A-7F44-48F4-B544-610015A12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938" y="238125"/>
            <a:ext cx="1541462" cy="533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4】</a:t>
            </a:r>
          </a:p>
        </p:txBody>
      </p:sp>
      <p:sp>
        <p:nvSpPr>
          <p:cNvPr id="91247" name="Text Box 111">
            <a:extLst>
              <a:ext uri="{FF2B5EF4-FFF2-40B4-BE49-F238E27FC236}">
                <a16:creationId xmlns:a16="http://schemas.microsoft.com/office/drawing/2014/main" id="{9CF85ADC-A784-4EF0-B49C-0DA2D0156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406400"/>
            <a:ext cx="4770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FF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试用卡诺图化简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逻辑函数</a:t>
            </a:r>
          </a:p>
        </p:txBody>
      </p:sp>
      <p:sp>
        <p:nvSpPr>
          <p:cNvPr id="91248" name="Text Box 112">
            <a:extLst>
              <a:ext uri="{FF2B5EF4-FFF2-40B4-BE49-F238E27FC236}">
                <a16:creationId xmlns:a16="http://schemas.microsoft.com/office/drawing/2014/main" id="{BAFE85FD-65F0-4B71-AFB4-FFC07F9C7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1069975"/>
            <a:ext cx="7608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FF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Y=(A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,B,C,D,E)=m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  <a:sym typeface="Symbol" panose="05050102010706020507" pitchFamily="18" charset="2"/>
              </a:rPr>
              <a:t>(1,5,9,13,16,18,20,22,27,31)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91249" name="Group 113">
            <a:extLst>
              <a:ext uri="{FF2B5EF4-FFF2-40B4-BE49-F238E27FC236}">
                <a16:creationId xmlns:a16="http://schemas.microsoft.com/office/drawing/2014/main" id="{D9776F2F-1F4B-46ED-BE88-8E19CA026ADF}"/>
              </a:ext>
            </a:extLst>
          </p:cNvPr>
          <p:cNvGrpSpPr>
            <a:grpSpLocks/>
          </p:cNvGrpSpPr>
          <p:nvPr/>
        </p:nvGrpSpPr>
        <p:grpSpPr bwMode="auto">
          <a:xfrm>
            <a:off x="1793875" y="2590800"/>
            <a:ext cx="6164263" cy="2906713"/>
            <a:chOff x="1130" y="1632"/>
            <a:chExt cx="3883" cy="1831"/>
          </a:xfrm>
        </p:grpSpPr>
        <p:sp>
          <p:nvSpPr>
            <p:cNvPr id="62487" name="Text Box 114">
              <a:extLst>
                <a:ext uri="{FF2B5EF4-FFF2-40B4-BE49-F238E27FC236}">
                  <a16:creationId xmlns:a16="http://schemas.microsoft.com/office/drawing/2014/main" id="{B430E014-BC9C-4D9D-99B4-6696E1228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3" y="165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88" name="Text Box 115">
              <a:extLst>
                <a:ext uri="{FF2B5EF4-FFF2-40B4-BE49-F238E27FC236}">
                  <a16:creationId xmlns:a16="http://schemas.microsoft.com/office/drawing/2014/main" id="{D2664621-BF18-4D81-84AD-FCC95C062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123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89" name="Text Box 116">
              <a:extLst>
                <a:ext uri="{FF2B5EF4-FFF2-40B4-BE49-F238E27FC236}">
                  <a16:creationId xmlns:a16="http://schemas.microsoft.com/office/drawing/2014/main" id="{DF56E0B4-923F-4E67-A891-E9B79948C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6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0" name="Text Box 117">
              <a:extLst>
                <a:ext uri="{FF2B5EF4-FFF2-40B4-BE49-F238E27FC236}">
                  <a16:creationId xmlns:a16="http://schemas.microsoft.com/office/drawing/2014/main" id="{F19F30DB-B7DD-450A-85AC-CCE6BD96F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101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1" name="Text Box 118">
              <a:extLst>
                <a:ext uri="{FF2B5EF4-FFF2-40B4-BE49-F238E27FC236}">
                  <a16:creationId xmlns:a16="http://schemas.microsoft.com/office/drawing/2014/main" id="{3E743497-D52B-4053-80A5-CBB676318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61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2" name="Text Box 119">
              <a:extLst>
                <a:ext uri="{FF2B5EF4-FFF2-40B4-BE49-F238E27FC236}">
                  <a16:creationId xmlns:a16="http://schemas.microsoft.com/office/drawing/2014/main" id="{87DBA94A-0E02-42FA-99D9-86A8CE05D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258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3" name="Text Box 120">
              <a:extLst>
                <a:ext uri="{FF2B5EF4-FFF2-40B4-BE49-F238E27FC236}">
                  <a16:creationId xmlns:a16="http://schemas.microsoft.com/office/drawing/2014/main" id="{F5BCB27A-0F8B-4DFC-8D28-1D43A1F05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0" y="31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4" name="Text Box 121">
              <a:extLst>
                <a:ext uri="{FF2B5EF4-FFF2-40B4-BE49-F238E27FC236}">
                  <a16:creationId xmlns:a16="http://schemas.microsoft.com/office/drawing/2014/main" id="{B765FF92-DD47-4451-8D34-51F3F95B6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5" y="31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5" name="Text Box 122">
              <a:extLst>
                <a:ext uri="{FF2B5EF4-FFF2-40B4-BE49-F238E27FC236}">
                  <a16:creationId xmlns:a16="http://schemas.microsoft.com/office/drawing/2014/main" id="{389B6E8F-2522-490F-8011-4BDE136E0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25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2496" name="Text Box 123">
              <a:extLst>
                <a:ext uri="{FF2B5EF4-FFF2-40B4-BE49-F238E27FC236}">
                  <a16:creationId xmlns:a16="http://schemas.microsoft.com/office/drawing/2014/main" id="{33C27DF9-278E-48C9-8B18-1592891B5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9" y="310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91260" name="Group 124">
            <a:extLst>
              <a:ext uri="{FF2B5EF4-FFF2-40B4-BE49-F238E27FC236}">
                <a16:creationId xmlns:a16="http://schemas.microsoft.com/office/drawing/2014/main" id="{234C16AE-975B-4E6B-8553-AF2D4F561C9F}"/>
              </a:ext>
            </a:extLst>
          </p:cNvPr>
          <p:cNvGrpSpPr>
            <a:grpSpLocks/>
          </p:cNvGrpSpPr>
          <p:nvPr/>
        </p:nvGrpSpPr>
        <p:grpSpPr bwMode="auto">
          <a:xfrm>
            <a:off x="2624138" y="2589213"/>
            <a:ext cx="4335462" cy="1323975"/>
            <a:chOff x="1653" y="1631"/>
            <a:chExt cx="2731" cy="834"/>
          </a:xfrm>
        </p:grpSpPr>
        <p:sp>
          <p:nvSpPr>
            <p:cNvPr id="62485" name="AutoShape 125">
              <a:extLst>
                <a:ext uri="{FF2B5EF4-FFF2-40B4-BE49-F238E27FC236}">
                  <a16:creationId xmlns:a16="http://schemas.microsoft.com/office/drawing/2014/main" id="{AD4FCD0F-967C-41B2-A625-175DD1936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1631"/>
              <a:ext cx="246" cy="832"/>
            </a:xfrm>
            <a:prstGeom prst="roundRect">
              <a:avLst>
                <a:gd name="adj" fmla="val 16667"/>
              </a:avLst>
            </a:prstGeom>
            <a:solidFill>
              <a:srgbClr val="FFEAD5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6" name="AutoShape 126">
              <a:extLst>
                <a:ext uri="{FF2B5EF4-FFF2-40B4-BE49-F238E27FC236}">
                  <a16:creationId xmlns:a16="http://schemas.microsoft.com/office/drawing/2014/main" id="{E4D2FE34-6AD4-435D-A37B-F74BB7816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8" y="1633"/>
              <a:ext cx="246" cy="832"/>
            </a:xfrm>
            <a:prstGeom prst="roundRect">
              <a:avLst>
                <a:gd name="adj" fmla="val 16667"/>
              </a:avLst>
            </a:prstGeom>
            <a:solidFill>
              <a:srgbClr val="FFEAD5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1263" name="Group 127">
            <a:extLst>
              <a:ext uri="{FF2B5EF4-FFF2-40B4-BE49-F238E27FC236}">
                <a16:creationId xmlns:a16="http://schemas.microsoft.com/office/drawing/2014/main" id="{ED9D91BA-16B8-4DC6-B90C-E2EE9FD619C1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5976938"/>
            <a:ext cx="1506538" cy="519112"/>
            <a:chOff x="2635" y="3765"/>
            <a:chExt cx="949" cy="327"/>
          </a:xfrm>
        </p:grpSpPr>
        <p:sp>
          <p:nvSpPr>
            <p:cNvPr id="62482" name="Text Box 128">
              <a:extLst>
                <a:ext uri="{FF2B5EF4-FFF2-40B4-BE49-F238E27FC236}">
                  <a16:creationId xmlns:a16="http://schemas.microsoft.com/office/drawing/2014/main" id="{5921148A-CAEC-4E3D-ABAD-C461C81F1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" y="3765"/>
              <a:ext cx="9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F=EDA</a:t>
              </a:r>
            </a:p>
          </p:txBody>
        </p:sp>
        <p:sp>
          <p:nvSpPr>
            <p:cNvPr id="62483" name="Line 129">
              <a:extLst>
                <a:ext uri="{FF2B5EF4-FFF2-40B4-BE49-F238E27FC236}">
                  <a16:creationId xmlns:a16="http://schemas.microsoft.com/office/drawing/2014/main" id="{59FB8A2C-D59D-4D5D-B432-54EA5A287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5" y="3829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4" name="Line 130">
              <a:extLst>
                <a:ext uri="{FF2B5EF4-FFF2-40B4-BE49-F238E27FC236}">
                  <a16:creationId xmlns:a16="http://schemas.microsoft.com/office/drawing/2014/main" id="{EE46A489-D11C-4B91-A954-DEC7A2437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829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1267" name="Group 131">
            <a:extLst>
              <a:ext uri="{FF2B5EF4-FFF2-40B4-BE49-F238E27FC236}">
                <a16:creationId xmlns:a16="http://schemas.microsoft.com/office/drawing/2014/main" id="{4127E415-8308-4BD2-9D07-BBCB2232F8B0}"/>
              </a:ext>
            </a:extLst>
          </p:cNvPr>
          <p:cNvGrpSpPr>
            <a:grpSpLocks/>
          </p:cNvGrpSpPr>
          <p:nvPr/>
        </p:nvGrpSpPr>
        <p:grpSpPr bwMode="auto">
          <a:xfrm>
            <a:off x="4044950" y="5961063"/>
            <a:ext cx="1371600" cy="519112"/>
            <a:chOff x="3669" y="3765"/>
            <a:chExt cx="864" cy="327"/>
          </a:xfrm>
        </p:grpSpPr>
        <p:sp>
          <p:nvSpPr>
            <p:cNvPr id="62479" name="Text Box 132">
              <a:extLst>
                <a:ext uri="{FF2B5EF4-FFF2-40B4-BE49-F238E27FC236}">
                  <a16:creationId xmlns:a16="http://schemas.microsoft.com/office/drawing/2014/main" id="{52FCC85A-C99A-43FD-A4AA-AF8EF2A00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" y="3765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+EBA</a:t>
              </a:r>
            </a:p>
          </p:txBody>
        </p:sp>
        <p:sp>
          <p:nvSpPr>
            <p:cNvPr id="62480" name="Line 133">
              <a:extLst>
                <a:ext uri="{FF2B5EF4-FFF2-40B4-BE49-F238E27FC236}">
                  <a16:creationId xmlns:a16="http://schemas.microsoft.com/office/drawing/2014/main" id="{74F142F8-7996-49F9-8D5E-1EC074CA7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" y="3829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1" name="Line 134">
              <a:extLst>
                <a:ext uri="{FF2B5EF4-FFF2-40B4-BE49-F238E27FC236}">
                  <a16:creationId xmlns:a16="http://schemas.microsoft.com/office/drawing/2014/main" id="{D6620F91-EDFC-4E6E-BD90-1A1AA18D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3829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271" name="Text Box 135">
            <a:extLst>
              <a:ext uri="{FF2B5EF4-FFF2-40B4-BE49-F238E27FC236}">
                <a16:creationId xmlns:a16="http://schemas.microsoft.com/office/drawing/2014/main" id="{78EB5711-CC31-4A14-8D35-591F4A954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4275" y="5926138"/>
            <a:ext cx="159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+ABDE</a:t>
            </a:r>
          </a:p>
        </p:txBody>
      </p:sp>
      <p:sp>
        <p:nvSpPr>
          <p:cNvPr id="62477" name="AutoShape 13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60B75FA-D021-4DA8-9C5C-61EB11DD1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11163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78" name="AutoShape 13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E9EACCA-54B8-4BCB-9275-B57DCCDCA7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4850" y="6509575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8579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1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46" grpId="0" autoUpdateAnimBg="0"/>
      <p:bldP spid="91247" grpId="0" autoUpdateAnimBg="0"/>
      <p:bldP spid="91248" grpId="0" autoUpdateAnimBg="0"/>
      <p:bldP spid="9127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DFB2D71-2FD6-4672-9CC7-5758FEF34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63" y="254000"/>
            <a:ext cx="4572000" cy="6350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  <a:latin typeface="宋体" panose="02010600030101010101" pitchFamily="2" charset="-122"/>
              </a:rPr>
              <a:t>用卡诺图化简遵循的原则：</a:t>
            </a: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9A3CEDBF-123F-4FA9-94E8-E9E9DBACD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1100138"/>
            <a:ext cx="6434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）每个圈应包含尽可能多的最小项；</a:t>
            </a:r>
          </a:p>
        </p:txBody>
      </p:sp>
      <p:grpSp>
        <p:nvGrpSpPr>
          <p:cNvPr id="63492" name="Group 4">
            <a:extLst>
              <a:ext uri="{FF2B5EF4-FFF2-40B4-BE49-F238E27FC236}">
                <a16:creationId xmlns:a16="http://schemas.microsoft.com/office/drawing/2014/main" id="{B07177F6-AA36-4362-8509-27E2E71BDCF9}"/>
              </a:ext>
            </a:extLst>
          </p:cNvPr>
          <p:cNvGrpSpPr>
            <a:grpSpLocks/>
          </p:cNvGrpSpPr>
          <p:nvPr/>
        </p:nvGrpSpPr>
        <p:grpSpPr bwMode="auto">
          <a:xfrm>
            <a:off x="2070100" y="1676400"/>
            <a:ext cx="3660775" cy="3470275"/>
            <a:chOff x="1304" y="1056"/>
            <a:chExt cx="2306" cy="2186"/>
          </a:xfrm>
        </p:grpSpPr>
        <p:grpSp>
          <p:nvGrpSpPr>
            <p:cNvPr id="63512" name="Group 5">
              <a:extLst>
                <a:ext uri="{FF2B5EF4-FFF2-40B4-BE49-F238E27FC236}">
                  <a16:creationId xmlns:a16="http://schemas.microsoft.com/office/drawing/2014/main" id="{756B5961-AF75-4CD2-B0D7-5C5B62D78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" y="1056"/>
              <a:ext cx="2306" cy="2186"/>
              <a:chOff x="366" y="1055"/>
              <a:chExt cx="2306" cy="2186"/>
            </a:xfrm>
          </p:grpSpPr>
          <p:grpSp>
            <p:nvGrpSpPr>
              <p:cNvPr id="63521" name="Group 6">
                <a:extLst>
                  <a:ext uri="{FF2B5EF4-FFF2-40B4-BE49-F238E27FC236}">
                    <a16:creationId xmlns:a16="http://schemas.microsoft.com/office/drawing/2014/main" id="{ED89866A-52C5-419D-BAF3-4976170F91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63536" name="Rectangle 7">
                  <a:extLst>
                    <a:ext uri="{FF2B5EF4-FFF2-40B4-BE49-F238E27FC236}">
                      <a16:creationId xmlns:a16="http://schemas.microsoft.com/office/drawing/2014/main" id="{012D5F40-72A3-461C-B301-E625FC329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37" name="Rectangle 8">
                  <a:extLst>
                    <a:ext uri="{FF2B5EF4-FFF2-40B4-BE49-F238E27FC236}">
                      <a16:creationId xmlns:a16="http://schemas.microsoft.com/office/drawing/2014/main" id="{1EB064F9-867C-402D-8AB4-069A0F9B0C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38" name="Rectangle 9">
                  <a:extLst>
                    <a:ext uri="{FF2B5EF4-FFF2-40B4-BE49-F238E27FC236}">
                      <a16:creationId xmlns:a16="http://schemas.microsoft.com/office/drawing/2014/main" id="{6ACEB258-0C0E-4BE7-9769-B4BD313F9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39" name="Rectangle 10">
                  <a:extLst>
                    <a:ext uri="{FF2B5EF4-FFF2-40B4-BE49-F238E27FC236}">
                      <a16:creationId xmlns:a16="http://schemas.microsoft.com/office/drawing/2014/main" id="{C6335522-99B6-45ED-8BB3-4E0B03B68D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40" name="Rectangle 11">
                  <a:extLst>
                    <a:ext uri="{FF2B5EF4-FFF2-40B4-BE49-F238E27FC236}">
                      <a16:creationId xmlns:a16="http://schemas.microsoft.com/office/drawing/2014/main" id="{2D5BEDF9-CFF1-4C90-851E-8758D90851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41" name="Rectangle 12">
                  <a:extLst>
                    <a:ext uri="{FF2B5EF4-FFF2-40B4-BE49-F238E27FC236}">
                      <a16:creationId xmlns:a16="http://schemas.microsoft.com/office/drawing/2014/main" id="{EFF42490-F68B-4301-85E3-966F18E8B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42" name="Rectangle 13">
                  <a:extLst>
                    <a:ext uri="{FF2B5EF4-FFF2-40B4-BE49-F238E27FC236}">
                      <a16:creationId xmlns:a16="http://schemas.microsoft.com/office/drawing/2014/main" id="{80C135BD-41E2-4F1E-9067-C42866AE1F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" name="Rectangle 14">
                  <a:extLst>
                    <a:ext uri="{FF2B5EF4-FFF2-40B4-BE49-F238E27FC236}">
                      <a16:creationId xmlns:a16="http://schemas.microsoft.com/office/drawing/2014/main" id="{DDAC5DB8-E8B5-4C98-9E52-9BBCCC1A36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" name="Rectangle 15">
                  <a:extLst>
                    <a:ext uri="{FF2B5EF4-FFF2-40B4-BE49-F238E27FC236}">
                      <a16:creationId xmlns:a16="http://schemas.microsoft.com/office/drawing/2014/main" id="{08D470B8-AE78-4D93-88CB-EFE557604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" name="Rectangle 16">
                  <a:extLst>
                    <a:ext uri="{FF2B5EF4-FFF2-40B4-BE49-F238E27FC236}">
                      <a16:creationId xmlns:a16="http://schemas.microsoft.com/office/drawing/2014/main" id="{776A04DC-71F8-4D10-B084-502CD41107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Rectangle 17">
                  <a:extLst>
                    <a:ext uri="{FF2B5EF4-FFF2-40B4-BE49-F238E27FC236}">
                      <a16:creationId xmlns:a16="http://schemas.microsoft.com/office/drawing/2014/main" id="{A912F419-4FDE-4374-B278-184C742715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" name="Rectangle 18">
                  <a:extLst>
                    <a:ext uri="{FF2B5EF4-FFF2-40B4-BE49-F238E27FC236}">
                      <a16:creationId xmlns:a16="http://schemas.microsoft.com/office/drawing/2014/main" id="{F03D065E-D07F-4AD7-A33F-EE9379C886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Rectangle 19">
                  <a:extLst>
                    <a:ext uri="{FF2B5EF4-FFF2-40B4-BE49-F238E27FC236}">
                      <a16:creationId xmlns:a16="http://schemas.microsoft.com/office/drawing/2014/main" id="{63514CEE-59E4-4261-8721-FD03DF35F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Rectangle 20">
                  <a:extLst>
                    <a:ext uri="{FF2B5EF4-FFF2-40B4-BE49-F238E27FC236}">
                      <a16:creationId xmlns:a16="http://schemas.microsoft.com/office/drawing/2014/main" id="{61F43B2F-2DFA-42EC-89C5-FAA60A2460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" name="Rectangle 21">
                  <a:extLst>
                    <a:ext uri="{FF2B5EF4-FFF2-40B4-BE49-F238E27FC236}">
                      <a16:creationId xmlns:a16="http://schemas.microsoft.com/office/drawing/2014/main" id="{7DB270DA-791F-4E8D-9596-E76B2D32B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1" name="Rectangle 22">
                  <a:extLst>
                    <a:ext uri="{FF2B5EF4-FFF2-40B4-BE49-F238E27FC236}">
                      <a16:creationId xmlns:a16="http://schemas.microsoft.com/office/drawing/2014/main" id="{6F29524D-A65A-43E0-A036-8E82D5BFA6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2" name="Line 23">
                  <a:extLst>
                    <a:ext uri="{FF2B5EF4-FFF2-40B4-BE49-F238E27FC236}">
                      <a16:creationId xmlns:a16="http://schemas.microsoft.com/office/drawing/2014/main" id="{E1C7F5B7-33B9-4888-8859-E9EE16AAE8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3" name="Line 24">
                  <a:extLst>
                    <a:ext uri="{FF2B5EF4-FFF2-40B4-BE49-F238E27FC236}">
                      <a16:creationId xmlns:a16="http://schemas.microsoft.com/office/drawing/2014/main" id="{A25D3E65-283B-4C32-8116-782CD37EF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Line 25">
                  <a:extLst>
                    <a:ext uri="{FF2B5EF4-FFF2-40B4-BE49-F238E27FC236}">
                      <a16:creationId xmlns:a16="http://schemas.microsoft.com/office/drawing/2014/main" id="{0B87B56F-116B-40B1-817E-200272858B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6" name="Line 27">
                  <a:extLst>
                    <a:ext uri="{FF2B5EF4-FFF2-40B4-BE49-F238E27FC236}">
                      <a16:creationId xmlns:a16="http://schemas.microsoft.com/office/drawing/2014/main" id="{1164EC15-97D9-4622-9401-C506FDC28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" name="Line 28">
                  <a:extLst>
                    <a:ext uri="{FF2B5EF4-FFF2-40B4-BE49-F238E27FC236}">
                      <a16:creationId xmlns:a16="http://schemas.microsoft.com/office/drawing/2014/main" id="{77E8DAF1-11F6-413A-952D-4CE78B1F2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8" name="Line 29">
                  <a:extLst>
                    <a:ext uri="{FF2B5EF4-FFF2-40B4-BE49-F238E27FC236}">
                      <a16:creationId xmlns:a16="http://schemas.microsoft.com/office/drawing/2014/main" id="{C9F90F86-5DCC-49F8-910C-DB8A22820E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9" name="Line 30">
                  <a:extLst>
                    <a:ext uri="{FF2B5EF4-FFF2-40B4-BE49-F238E27FC236}">
                      <a16:creationId xmlns:a16="http://schemas.microsoft.com/office/drawing/2014/main" id="{520BA724-01EC-4925-9B70-84023CEF00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Line 31">
                  <a:extLst>
                    <a:ext uri="{FF2B5EF4-FFF2-40B4-BE49-F238E27FC236}">
                      <a16:creationId xmlns:a16="http://schemas.microsoft.com/office/drawing/2014/main" id="{124309D8-7FAA-4F56-911C-9C2E7D2F5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" name="Line 32">
                  <a:extLst>
                    <a:ext uri="{FF2B5EF4-FFF2-40B4-BE49-F238E27FC236}">
                      <a16:creationId xmlns:a16="http://schemas.microsoft.com/office/drawing/2014/main" id="{63D78D7D-769C-4344-A4B7-E5023BFB6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55" name="Line 26">
                  <a:extLst>
                    <a:ext uri="{FF2B5EF4-FFF2-40B4-BE49-F238E27FC236}">
                      <a16:creationId xmlns:a16="http://schemas.microsoft.com/office/drawing/2014/main" id="{AAB49526-12A6-4B09-8E62-426C7E5FAC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3522" name="Line 33">
                <a:extLst>
                  <a:ext uri="{FF2B5EF4-FFF2-40B4-BE49-F238E27FC236}">
                    <a16:creationId xmlns:a16="http://schemas.microsoft.com/office/drawing/2014/main" id="{148C2414-D5D5-4FB6-87A2-D5888F67E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63523" name="Group 34">
                <a:extLst>
                  <a:ext uri="{FF2B5EF4-FFF2-40B4-BE49-F238E27FC236}">
                    <a16:creationId xmlns:a16="http://schemas.microsoft.com/office/drawing/2014/main" id="{796AEA5A-0359-44BE-9477-40755B6549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63532" name="Text Box 35">
                  <a:extLst>
                    <a:ext uri="{FF2B5EF4-FFF2-40B4-BE49-F238E27FC236}">
                      <a16:creationId xmlns:a16="http://schemas.microsoft.com/office/drawing/2014/main" id="{CF1593C4-996E-4C6A-98EC-847E3884AB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63533" name="Text Box 36">
                  <a:extLst>
                    <a:ext uri="{FF2B5EF4-FFF2-40B4-BE49-F238E27FC236}">
                      <a16:creationId xmlns:a16="http://schemas.microsoft.com/office/drawing/2014/main" id="{9ED8FF81-6A24-4A77-B024-EB07407141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63534" name="Text Box 37">
                  <a:extLst>
                    <a:ext uri="{FF2B5EF4-FFF2-40B4-BE49-F238E27FC236}">
                      <a16:creationId xmlns:a16="http://schemas.microsoft.com/office/drawing/2014/main" id="{64BCC560-2623-4EEB-B271-B9C6EAC780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63535" name="Text Box 38">
                  <a:extLst>
                    <a:ext uri="{FF2B5EF4-FFF2-40B4-BE49-F238E27FC236}">
                      <a16:creationId xmlns:a16="http://schemas.microsoft.com/office/drawing/2014/main" id="{DB3B83AE-FEF1-447E-8374-A4A111CA74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sp>
            <p:nvSpPr>
              <p:cNvPr id="63524" name="Text Box 39">
                <a:extLst>
                  <a:ext uri="{FF2B5EF4-FFF2-40B4-BE49-F238E27FC236}">
                    <a16:creationId xmlns:a16="http://schemas.microsoft.com/office/drawing/2014/main" id="{C10568D9-9477-48CC-8391-C4D840BA6C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3525" name="Text Box 40">
                <a:extLst>
                  <a:ext uri="{FF2B5EF4-FFF2-40B4-BE49-F238E27FC236}">
                    <a16:creationId xmlns:a16="http://schemas.microsoft.com/office/drawing/2014/main" id="{5FC0AD21-FEAE-4EB3-98C5-A4C18AD9B1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3526" name="Text Box 41">
                <a:extLst>
                  <a:ext uri="{FF2B5EF4-FFF2-40B4-BE49-F238E27FC236}">
                    <a16:creationId xmlns:a16="http://schemas.microsoft.com/office/drawing/2014/main" id="{E29A2D66-DCB9-4746-9624-2A44FFB22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3527" name="Text Box 42">
                <a:extLst>
                  <a:ext uri="{FF2B5EF4-FFF2-40B4-BE49-F238E27FC236}">
                    <a16:creationId xmlns:a16="http://schemas.microsoft.com/office/drawing/2014/main" id="{31EE1D43-6BF9-422E-AA59-5CB6A70AA0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3528" name="Text Box 43">
                <a:extLst>
                  <a:ext uri="{FF2B5EF4-FFF2-40B4-BE49-F238E27FC236}">
                    <a16:creationId xmlns:a16="http://schemas.microsoft.com/office/drawing/2014/main" id="{AAC081F9-15B0-4BFB-BA2D-43B4C4DE9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3529" name="Text Box 44">
                <a:extLst>
                  <a:ext uri="{FF2B5EF4-FFF2-40B4-BE49-F238E27FC236}">
                    <a16:creationId xmlns:a16="http://schemas.microsoft.com/office/drawing/2014/main" id="{3E7ADE52-5260-4550-8C23-886E0F3AA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3530" name="Text Box 45">
                <a:extLst>
                  <a:ext uri="{FF2B5EF4-FFF2-40B4-BE49-F238E27FC236}">
                    <a16:creationId xmlns:a16="http://schemas.microsoft.com/office/drawing/2014/main" id="{3E1CE7DB-A8DB-4C1C-B479-EC146282BF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3531" name="Text Box 46">
                <a:extLst>
                  <a:ext uri="{FF2B5EF4-FFF2-40B4-BE49-F238E27FC236}">
                    <a16:creationId xmlns:a16="http://schemas.microsoft.com/office/drawing/2014/main" id="{8A53349E-2AF5-4A53-9514-D9252D9B1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63513" name="Text Box 47">
              <a:extLst>
                <a:ext uri="{FF2B5EF4-FFF2-40B4-BE49-F238E27FC236}">
                  <a16:creationId xmlns:a16="http://schemas.microsoft.com/office/drawing/2014/main" id="{C61D597A-8C50-4409-99B6-7E9618E54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037"/>
              <a:ext cx="26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4" name="Text Box 48">
              <a:extLst>
                <a:ext uri="{FF2B5EF4-FFF2-40B4-BE49-F238E27FC236}">
                  <a16:creationId xmlns:a16="http://schemas.microsoft.com/office/drawing/2014/main" id="{7B6CE206-19C3-4807-B0ED-58670DF33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6" y="2037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5" name="Text Box 49">
              <a:extLst>
                <a:ext uri="{FF2B5EF4-FFF2-40B4-BE49-F238E27FC236}">
                  <a16:creationId xmlns:a16="http://schemas.microsoft.com/office/drawing/2014/main" id="{2DD4B0BF-B775-4535-A826-726029F73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6" y="2475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6" name="Text Box 50">
              <a:extLst>
                <a:ext uri="{FF2B5EF4-FFF2-40B4-BE49-F238E27FC236}">
                  <a16:creationId xmlns:a16="http://schemas.microsoft.com/office/drawing/2014/main" id="{8531C092-0496-45D0-A77F-077838B63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5" y="2475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7" name="Text Box 51">
              <a:extLst>
                <a:ext uri="{FF2B5EF4-FFF2-40B4-BE49-F238E27FC236}">
                  <a16:creationId xmlns:a16="http://schemas.microsoft.com/office/drawing/2014/main" id="{E6209110-3AFC-4D11-89E1-1693DA505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7" y="1610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8" name="Text Box 52">
              <a:extLst>
                <a:ext uri="{FF2B5EF4-FFF2-40B4-BE49-F238E27FC236}">
                  <a16:creationId xmlns:a16="http://schemas.microsoft.com/office/drawing/2014/main" id="{14CA4D70-9434-4536-A65A-6B6F22CE6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2037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19" name="Text Box 53">
              <a:extLst>
                <a:ext uri="{FF2B5EF4-FFF2-40B4-BE49-F238E27FC236}">
                  <a16:creationId xmlns:a16="http://schemas.microsoft.com/office/drawing/2014/main" id="{5375A2C3-BA36-4A0F-8D26-65F360E95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858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3520" name="Text Box 54">
              <a:extLst>
                <a:ext uri="{FF2B5EF4-FFF2-40B4-BE49-F238E27FC236}">
                  <a16:creationId xmlns:a16="http://schemas.microsoft.com/office/drawing/2014/main" id="{81328AA7-3450-4824-93D5-802BC11F8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464"/>
              <a:ext cx="26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63543" name="AutoShape 55">
            <a:extLst>
              <a:ext uri="{FF2B5EF4-FFF2-40B4-BE49-F238E27FC236}">
                <a16:creationId xmlns:a16="http://schemas.microsoft.com/office/drawing/2014/main" id="{D8F68538-26CC-4342-AE71-185106796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3284538"/>
            <a:ext cx="1168400" cy="1101725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44" name="AutoShape 56">
            <a:extLst>
              <a:ext uri="{FF2B5EF4-FFF2-40B4-BE49-F238E27FC236}">
                <a16:creationId xmlns:a16="http://schemas.microsoft.com/office/drawing/2014/main" id="{82B79DB0-B52A-4EB3-A3BC-D175B78D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2557463"/>
            <a:ext cx="541337" cy="11334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45" name="AutoShape 57">
            <a:extLst>
              <a:ext uri="{FF2B5EF4-FFF2-40B4-BE49-F238E27FC236}">
                <a16:creationId xmlns:a16="http://schemas.microsoft.com/office/drawing/2014/main" id="{7626C6C9-E8DF-4635-9D44-3223D47F8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263" y="3929063"/>
            <a:ext cx="541337" cy="11334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46" name="AutoShape 58">
            <a:extLst>
              <a:ext uri="{FF2B5EF4-FFF2-40B4-BE49-F238E27FC236}">
                <a16:creationId xmlns:a16="http://schemas.microsoft.com/office/drawing/2014/main" id="{5C83C120-2E9E-4457-B10C-0224B4E5CF4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25194" y="3606006"/>
            <a:ext cx="541338" cy="11334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47" name="AutoShape 59">
            <a:extLst>
              <a:ext uri="{FF2B5EF4-FFF2-40B4-BE49-F238E27FC236}">
                <a16:creationId xmlns:a16="http://schemas.microsoft.com/office/drawing/2014/main" id="{A4D3C9F5-E976-48B0-A285-2D126C36457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01194" y="2929731"/>
            <a:ext cx="541338" cy="11334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48" name="Text Box 60">
            <a:extLst>
              <a:ext uri="{FF2B5EF4-FFF2-40B4-BE49-F238E27FC236}">
                <a16:creationId xmlns:a16="http://schemas.microsoft.com/office/drawing/2014/main" id="{260D7ED3-ABB4-4B51-8DEE-75C6D89BE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6078538"/>
            <a:ext cx="8112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）每个圈至少有一个最小项未被其它圈圈过；</a:t>
            </a:r>
          </a:p>
        </p:txBody>
      </p:sp>
      <p:sp>
        <p:nvSpPr>
          <p:cNvPr id="63549" name="Text Box 61">
            <a:extLst>
              <a:ext uri="{FF2B5EF4-FFF2-40B4-BE49-F238E27FC236}">
                <a16:creationId xmlns:a16="http://schemas.microsoft.com/office/drawing/2014/main" id="{BE329997-507A-41AB-ADD5-F065B39E1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063" y="5400675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F=AC</a:t>
            </a:r>
          </a:p>
        </p:txBody>
      </p:sp>
      <p:grpSp>
        <p:nvGrpSpPr>
          <p:cNvPr id="63550" name="Group 62">
            <a:extLst>
              <a:ext uri="{FF2B5EF4-FFF2-40B4-BE49-F238E27FC236}">
                <a16:creationId xmlns:a16="http://schemas.microsoft.com/office/drawing/2014/main" id="{DCA5901F-B8E4-4E29-AC15-C789A98ED2B3}"/>
              </a:ext>
            </a:extLst>
          </p:cNvPr>
          <p:cNvGrpSpPr>
            <a:grpSpLocks/>
          </p:cNvGrpSpPr>
          <p:nvPr/>
        </p:nvGrpSpPr>
        <p:grpSpPr bwMode="auto">
          <a:xfrm>
            <a:off x="4845050" y="5383213"/>
            <a:ext cx="1355725" cy="519112"/>
            <a:chOff x="1621" y="3349"/>
            <a:chExt cx="854" cy="327"/>
          </a:xfrm>
        </p:grpSpPr>
        <p:sp>
          <p:nvSpPr>
            <p:cNvPr id="63509" name="Text Box 63">
              <a:extLst>
                <a:ext uri="{FF2B5EF4-FFF2-40B4-BE49-F238E27FC236}">
                  <a16:creationId xmlns:a16="http://schemas.microsoft.com/office/drawing/2014/main" id="{1651F485-8522-44C2-B5A7-76AC2F951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3349"/>
              <a:ext cx="8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+BCD</a:t>
              </a:r>
            </a:p>
          </p:txBody>
        </p:sp>
        <p:sp>
          <p:nvSpPr>
            <p:cNvPr id="63510" name="Line 64">
              <a:extLst>
                <a:ext uri="{FF2B5EF4-FFF2-40B4-BE49-F238E27FC236}">
                  <a16:creationId xmlns:a16="http://schemas.microsoft.com/office/drawing/2014/main" id="{FDA44C66-534A-4615-996E-4A791BB67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" y="3413"/>
              <a:ext cx="1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1" name="Line 65">
              <a:extLst>
                <a:ext uri="{FF2B5EF4-FFF2-40B4-BE49-F238E27FC236}">
                  <a16:creationId xmlns:a16="http://schemas.microsoft.com/office/drawing/2014/main" id="{797EA4C2-B07E-49A2-9414-6C68172CF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" y="3413"/>
              <a:ext cx="12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3554" name="Group 66">
            <a:extLst>
              <a:ext uri="{FF2B5EF4-FFF2-40B4-BE49-F238E27FC236}">
                <a16:creationId xmlns:a16="http://schemas.microsoft.com/office/drawing/2014/main" id="{9323862E-79C6-4661-98DF-B416FC9FAFD5}"/>
              </a:ext>
            </a:extLst>
          </p:cNvPr>
          <p:cNvGrpSpPr>
            <a:grpSpLocks/>
          </p:cNvGrpSpPr>
          <p:nvPr/>
        </p:nvGrpSpPr>
        <p:grpSpPr bwMode="auto">
          <a:xfrm>
            <a:off x="3863975" y="5384800"/>
            <a:ext cx="1236663" cy="519113"/>
            <a:chOff x="2208" y="3328"/>
            <a:chExt cx="779" cy="327"/>
          </a:xfrm>
        </p:grpSpPr>
        <p:sp>
          <p:nvSpPr>
            <p:cNvPr id="63507" name="Text Box 67">
              <a:extLst>
                <a:ext uri="{FF2B5EF4-FFF2-40B4-BE49-F238E27FC236}">
                  <a16:creationId xmlns:a16="http://schemas.microsoft.com/office/drawing/2014/main" id="{1A993FE8-D359-41E6-A3AD-7BB72CF93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328"/>
              <a:ext cx="7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+ABD</a:t>
              </a:r>
            </a:p>
          </p:txBody>
        </p:sp>
        <p:sp>
          <p:nvSpPr>
            <p:cNvPr id="63508" name="Line 68">
              <a:extLst>
                <a:ext uri="{FF2B5EF4-FFF2-40B4-BE49-F238E27FC236}">
                  <a16:creationId xmlns:a16="http://schemas.microsoft.com/office/drawing/2014/main" id="{BC0E9AC5-5E27-4940-A2F3-7C85DA88B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" y="3392"/>
              <a:ext cx="11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3557" name="Group 69">
            <a:extLst>
              <a:ext uri="{FF2B5EF4-FFF2-40B4-BE49-F238E27FC236}">
                <a16:creationId xmlns:a16="http://schemas.microsoft.com/office/drawing/2014/main" id="{48BA5F66-B303-4024-B5D0-8A8252F2956B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400675"/>
            <a:ext cx="1270000" cy="519113"/>
            <a:chOff x="2837" y="3360"/>
            <a:chExt cx="800" cy="327"/>
          </a:xfrm>
        </p:grpSpPr>
        <p:sp>
          <p:nvSpPr>
            <p:cNvPr id="63505" name="Text Box 70">
              <a:extLst>
                <a:ext uri="{FF2B5EF4-FFF2-40B4-BE49-F238E27FC236}">
                  <a16:creationId xmlns:a16="http://schemas.microsoft.com/office/drawing/2014/main" id="{9BFE2410-03C7-4EB8-9FDE-7677E8791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7" y="3360"/>
              <a:ext cx="8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+ABD</a:t>
              </a:r>
            </a:p>
          </p:txBody>
        </p:sp>
        <p:sp>
          <p:nvSpPr>
            <p:cNvPr id="63506" name="Line 71">
              <a:extLst>
                <a:ext uri="{FF2B5EF4-FFF2-40B4-BE49-F238E27FC236}">
                  <a16:creationId xmlns:a16="http://schemas.microsoft.com/office/drawing/2014/main" id="{46120C0D-8D29-48A7-9DD1-3FCF4CC79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9" y="3424"/>
              <a:ext cx="13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3560" name="Text Box 72">
            <a:extLst>
              <a:ext uri="{FF2B5EF4-FFF2-40B4-BE49-F238E27FC236}">
                <a16:creationId xmlns:a16="http://schemas.microsoft.com/office/drawing/2014/main" id="{E055AF2B-B6A0-44B1-9A20-61A1AAB2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5349875"/>
            <a:ext cx="1303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+BCD</a:t>
            </a:r>
          </a:p>
        </p:txBody>
      </p:sp>
      <p:sp>
        <p:nvSpPr>
          <p:cNvPr id="63561" name="Text Box 73">
            <a:extLst>
              <a:ext uri="{FF2B5EF4-FFF2-40B4-BE49-F238E27FC236}">
                <a16:creationId xmlns:a16="http://schemas.microsoft.com/office/drawing/2014/main" id="{8CC429F2-0C71-4535-8AEE-6D8ECC37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81600"/>
            <a:ext cx="5588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en-US" altLang="zh-CN" sz="4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2825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0" fill="hold"/>
                                        <p:tgtEl>
                                          <p:spTgt spid="6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0" fill="hold"/>
                                        <p:tgtEl>
                                          <p:spTgt spid="6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3491" grpId="0" autoUpdateAnimBg="0"/>
      <p:bldP spid="63543" grpId="0" animBg="1"/>
      <p:bldP spid="63544" grpId="0" animBg="1"/>
      <p:bldP spid="63545" grpId="0" animBg="1"/>
      <p:bldP spid="63546" grpId="0" animBg="1"/>
      <p:bldP spid="63547" grpId="0" animBg="1"/>
      <p:bldP spid="63548" grpId="0" autoUpdateAnimBg="0"/>
      <p:bldP spid="63549" grpId="0" autoUpdateAnimBg="0"/>
      <p:bldP spid="63560" grpId="0" autoUpdateAnimBg="0"/>
      <p:bldP spid="6356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041C6D3-6F8A-4674-A637-B5172F623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38" y="220663"/>
            <a:ext cx="4706937" cy="5842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）圈的数目应尽可能少；</a:t>
            </a:r>
          </a:p>
        </p:txBody>
      </p:sp>
      <p:sp>
        <p:nvSpPr>
          <p:cNvPr id="64515" name="Text Box 3">
            <a:extLst>
              <a:ext uri="{FF2B5EF4-FFF2-40B4-BE49-F238E27FC236}">
                <a16:creationId xmlns:a16="http://schemas.microsoft.com/office/drawing/2014/main" id="{8D13568A-BA3A-48AE-855F-AB5D0030F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965200"/>
            <a:ext cx="6334125" cy="57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）所有等于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的单元都必须被圈过；</a:t>
            </a:r>
          </a:p>
        </p:txBody>
      </p:sp>
      <p:grpSp>
        <p:nvGrpSpPr>
          <p:cNvPr id="64516" name="Group 4">
            <a:extLst>
              <a:ext uri="{FF2B5EF4-FFF2-40B4-BE49-F238E27FC236}">
                <a16:creationId xmlns:a16="http://schemas.microsoft.com/office/drawing/2014/main" id="{775DAC95-9BAA-4FF6-8846-7C8F616E300F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1608138"/>
            <a:ext cx="3660775" cy="3470275"/>
            <a:chOff x="856" y="1056"/>
            <a:chExt cx="2306" cy="2186"/>
          </a:xfrm>
        </p:grpSpPr>
        <p:grpSp>
          <p:nvGrpSpPr>
            <p:cNvPr id="64540" name="Group 5">
              <a:extLst>
                <a:ext uri="{FF2B5EF4-FFF2-40B4-BE49-F238E27FC236}">
                  <a16:creationId xmlns:a16="http://schemas.microsoft.com/office/drawing/2014/main" id="{FB330355-167D-4445-9215-AB4F63248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" y="1056"/>
              <a:ext cx="2306" cy="2186"/>
              <a:chOff x="366" y="1055"/>
              <a:chExt cx="2306" cy="2186"/>
            </a:xfrm>
          </p:grpSpPr>
          <p:grpSp>
            <p:nvGrpSpPr>
              <p:cNvPr id="64549" name="Group 6">
                <a:extLst>
                  <a:ext uri="{FF2B5EF4-FFF2-40B4-BE49-F238E27FC236}">
                    <a16:creationId xmlns:a16="http://schemas.microsoft.com/office/drawing/2014/main" id="{3DD657AF-EDD2-4D42-ABBA-C2C81A28B0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64564" name="Rectangle 7">
                  <a:extLst>
                    <a:ext uri="{FF2B5EF4-FFF2-40B4-BE49-F238E27FC236}">
                      <a16:creationId xmlns:a16="http://schemas.microsoft.com/office/drawing/2014/main" id="{AAAC664D-20EE-466B-B0FB-2440E02D9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65" name="Rectangle 8">
                  <a:extLst>
                    <a:ext uri="{FF2B5EF4-FFF2-40B4-BE49-F238E27FC236}">
                      <a16:creationId xmlns:a16="http://schemas.microsoft.com/office/drawing/2014/main" id="{E0738FEA-0A35-4492-8828-54BEF331E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66" name="Rectangle 9">
                  <a:extLst>
                    <a:ext uri="{FF2B5EF4-FFF2-40B4-BE49-F238E27FC236}">
                      <a16:creationId xmlns:a16="http://schemas.microsoft.com/office/drawing/2014/main" id="{516B8D7F-8AE8-413A-8E7A-193FE38305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" name="Rectangle 10">
                  <a:extLst>
                    <a:ext uri="{FF2B5EF4-FFF2-40B4-BE49-F238E27FC236}">
                      <a16:creationId xmlns:a16="http://schemas.microsoft.com/office/drawing/2014/main" id="{219A8E72-9EEB-41CE-8101-A3E5AB4068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68" name="Rectangle 11">
                  <a:extLst>
                    <a:ext uri="{FF2B5EF4-FFF2-40B4-BE49-F238E27FC236}">
                      <a16:creationId xmlns:a16="http://schemas.microsoft.com/office/drawing/2014/main" id="{7A15E6BD-6B05-4855-8008-76A44D2348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69" name="Rectangle 12">
                  <a:extLst>
                    <a:ext uri="{FF2B5EF4-FFF2-40B4-BE49-F238E27FC236}">
                      <a16:creationId xmlns:a16="http://schemas.microsoft.com/office/drawing/2014/main" id="{D74F1E6B-A6D8-4525-806F-6B520AE3F6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" name="Rectangle 13">
                  <a:extLst>
                    <a:ext uri="{FF2B5EF4-FFF2-40B4-BE49-F238E27FC236}">
                      <a16:creationId xmlns:a16="http://schemas.microsoft.com/office/drawing/2014/main" id="{A845AE1C-7FA3-4F11-86B9-EE16B9CF8E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1" name="Rectangle 14">
                  <a:extLst>
                    <a:ext uri="{FF2B5EF4-FFF2-40B4-BE49-F238E27FC236}">
                      <a16:creationId xmlns:a16="http://schemas.microsoft.com/office/drawing/2014/main" id="{A4BF7426-FB7B-48A8-AA9B-002C8E9012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2" name="Rectangle 15">
                  <a:extLst>
                    <a:ext uri="{FF2B5EF4-FFF2-40B4-BE49-F238E27FC236}">
                      <a16:creationId xmlns:a16="http://schemas.microsoft.com/office/drawing/2014/main" id="{F241BBF3-257C-457A-93D5-F06A6F68C4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" name="Rectangle 16">
                  <a:extLst>
                    <a:ext uri="{FF2B5EF4-FFF2-40B4-BE49-F238E27FC236}">
                      <a16:creationId xmlns:a16="http://schemas.microsoft.com/office/drawing/2014/main" id="{1DE49196-3AAC-4526-A364-C6A01EB2D3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Rectangle 17">
                  <a:extLst>
                    <a:ext uri="{FF2B5EF4-FFF2-40B4-BE49-F238E27FC236}">
                      <a16:creationId xmlns:a16="http://schemas.microsoft.com/office/drawing/2014/main" id="{4A2106D3-B03A-4C06-B0D6-37F56CDD8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" name="Rectangle 18">
                  <a:extLst>
                    <a:ext uri="{FF2B5EF4-FFF2-40B4-BE49-F238E27FC236}">
                      <a16:creationId xmlns:a16="http://schemas.microsoft.com/office/drawing/2014/main" id="{F87E368D-9D43-40C9-BDE7-8CED1BCA6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Rectangle 19">
                  <a:extLst>
                    <a:ext uri="{FF2B5EF4-FFF2-40B4-BE49-F238E27FC236}">
                      <a16:creationId xmlns:a16="http://schemas.microsoft.com/office/drawing/2014/main" id="{3A4CB620-C359-4240-AE0B-1837F3A187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7" name="Rectangle 20">
                  <a:extLst>
                    <a:ext uri="{FF2B5EF4-FFF2-40B4-BE49-F238E27FC236}">
                      <a16:creationId xmlns:a16="http://schemas.microsoft.com/office/drawing/2014/main" id="{C3F53515-0F8A-43FA-8628-38967A28E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8" name="Rectangle 21">
                  <a:extLst>
                    <a:ext uri="{FF2B5EF4-FFF2-40B4-BE49-F238E27FC236}">
                      <a16:creationId xmlns:a16="http://schemas.microsoft.com/office/drawing/2014/main" id="{647ECA94-9F38-46AE-B7A0-AD63A43D02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79" name="Rectangle 22">
                  <a:extLst>
                    <a:ext uri="{FF2B5EF4-FFF2-40B4-BE49-F238E27FC236}">
                      <a16:creationId xmlns:a16="http://schemas.microsoft.com/office/drawing/2014/main" id="{D1F0ECFA-6ACA-42E4-B87F-180793797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Line 23">
                  <a:extLst>
                    <a:ext uri="{FF2B5EF4-FFF2-40B4-BE49-F238E27FC236}">
                      <a16:creationId xmlns:a16="http://schemas.microsoft.com/office/drawing/2014/main" id="{B6FBD8B1-12BA-4F69-87D7-0B188EAC6D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1" name="Line 24">
                  <a:extLst>
                    <a:ext uri="{FF2B5EF4-FFF2-40B4-BE49-F238E27FC236}">
                      <a16:creationId xmlns:a16="http://schemas.microsoft.com/office/drawing/2014/main" id="{D60D5AB9-D79D-45A1-A872-BC8DB5B3DF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2" name="Line 25">
                  <a:extLst>
                    <a:ext uri="{FF2B5EF4-FFF2-40B4-BE49-F238E27FC236}">
                      <a16:creationId xmlns:a16="http://schemas.microsoft.com/office/drawing/2014/main" id="{6043F316-B188-4AA5-965F-B02EAD24A4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" name="Line 26">
                  <a:extLst>
                    <a:ext uri="{FF2B5EF4-FFF2-40B4-BE49-F238E27FC236}">
                      <a16:creationId xmlns:a16="http://schemas.microsoft.com/office/drawing/2014/main" id="{11826610-29F7-49DF-BD1C-1A4941D47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4" name="Line 27">
                  <a:extLst>
                    <a:ext uri="{FF2B5EF4-FFF2-40B4-BE49-F238E27FC236}">
                      <a16:creationId xmlns:a16="http://schemas.microsoft.com/office/drawing/2014/main" id="{4DE0B087-743D-48CA-825D-CE02B4BCDB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5" name="Line 28">
                  <a:extLst>
                    <a:ext uri="{FF2B5EF4-FFF2-40B4-BE49-F238E27FC236}">
                      <a16:creationId xmlns:a16="http://schemas.microsoft.com/office/drawing/2014/main" id="{A1010EED-5DD8-4ADD-8F32-0B68309B20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Line 29">
                  <a:extLst>
                    <a:ext uri="{FF2B5EF4-FFF2-40B4-BE49-F238E27FC236}">
                      <a16:creationId xmlns:a16="http://schemas.microsoft.com/office/drawing/2014/main" id="{BA582174-7B37-406C-A195-174F85C435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7" name="Line 30">
                  <a:extLst>
                    <a:ext uri="{FF2B5EF4-FFF2-40B4-BE49-F238E27FC236}">
                      <a16:creationId xmlns:a16="http://schemas.microsoft.com/office/drawing/2014/main" id="{294291DB-A577-40CD-9B73-07E3691558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8" name="Line 31">
                  <a:extLst>
                    <a:ext uri="{FF2B5EF4-FFF2-40B4-BE49-F238E27FC236}">
                      <a16:creationId xmlns:a16="http://schemas.microsoft.com/office/drawing/2014/main" id="{499A7460-69B8-4940-8769-EF210ED4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589" name="Line 32">
                  <a:extLst>
                    <a:ext uri="{FF2B5EF4-FFF2-40B4-BE49-F238E27FC236}">
                      <a16:creationId xmlns:a16="http://schemas.microsoft.com/office/drawing/2014/main" id="{6DA08B99-F847-41C1-BA11-AAFEB1CA5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4550" name="Line 33">
                <a:extLst>
                  <a:ext uri="{FF2B5EF4-FFF2-40B4-BE49-F238E27FC236}">
                    <a16:creationId xmlns:a16="http://schemas.microsoft.com/office/drawing/2014/main" id="{9E079161-99CB-49B8-BCE8-9CEF8F91D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64551" name="Group 34">
                <a:extLst>
                  <a:ext uri="{FF2B5EF4-FFF2-40B4-BE49-F238E27FC236}">
                    <a16:creationId xmlns:a16="http://schemas.microsoft.com/office/drawing/2014/main" id="{F9F401B4-7950-4193-87E6-DFEF2D2B05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64560" name="Text Box 35">
                  <a:extLst>
                    <a:ext uri="{FF2B5EF4-FFF2-40B4-BE49-F238E27FC236}">
                      <a16:creationId xmlns:a16="http://schemas.microsoft.com/office/drawing/2014/main" id="{7B39021F-6E23-44F3-A244-33DA3BC9A5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64561" name="Text Box 36">
                  <a:extLst>
                    <a:ext uri="{FF2B5EF4-FFF2-40B4-BE49-F238E27FC236}">
                      <a16:creationId xmlns:a16="http://schemas.microsoft.com/office/drawing/2014/main" id="{39D095D7-0525-4EEF-9B2C-1B97592CFB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64562" name="Text Box 37">
                  <a:extLst>
                    <a:ext uri="{FF2B5EF4-FFF2-40B4-BE49-F238E27FC236}">
                      <a16:creationId xmlns:a16="http://schemas.microsoft.com/office/drawing/2014/main" id="{BED7076F-E6B2-4B94-B0F6-DFCACCED0B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64563" name="Text Box 38">
                  <a:extLst>
                    <a:ext uri="{FF2B5EF4-FFF2-40B4-BE49-F238E27FC236}">
                      <a16:creationId xmlns:a16="http://schemas.microsoft.com/office/drawing/2014/main" id="{4A3857CF-4637-450A-A7BF-0937E2D9E1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</p:grpSp>
          <p:sp>
            <p:nvSpPr>
              <p:cNvPr id="64552" name="Text Box 39">
                <a:extLst>
                  <a:ext uri="{FF2B5EF4-FFF2-40B4-BE49-F238E27FC236}">
                    <a16:creationId xmlns:a16="http://schemas.microsoft.com/office/drawing/2014/main" id="{5B940179-F8FF-4469-850E-B5543D84F9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4553" name="Text Box 40">
                <a:extLst>
                  <a:ext uri="{FF2B5EF4-FFF2-40B4-BE49-F238E27FC236}">
                    <a16:creationId xmlns:a16="http://schemas.microsoft.com/office/drawing/2014/main" id="{694EA92D-C029-43F0-999A-5D2FB4FF14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4554" name="Text Box 41">
                <a:extLst>
                  <a:ext uri="{FF2B5EF4-FFF2-40B4-BE49-F238E27FC236}">
                    <a16:creationId xmlns:a16="http://schemas.microsoft.com/office/drawing/2014/main" id="{E09B0ADD-AFE9-4348-9EE4-54C9FF76F6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4555" name="Text Box 42">
                <a:extLst>
                  <a:ext uri="{FF2B5EF4-FFF2-40B4-BE49-F238E27FC236}">
                    <a16:creationId xmlns:a16="http://schemas.microsoft.com/office/drawing/2014/main" id="{8ADCCF14-710E-4872-9481-A0491C82BE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4556" name="Text Box 43">
                <a:extLst>
                  <a:ext uri="{FF2B5EF4-FFF2-40B4-BE49-F238E27FC236}">
                    <a16:creationId xmlns:a16="http://schemas.microsoft.com/office/drawing/2014/main" id="{FCDC264B-A65E-466E-A01D-149FBF81EB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4557" name="Text Box 44">
                <a:extLst>
                  <a:ext uri="{FF2B5EF4-FFF2-40B4-BE49-F238E27FC236}">
                    <a16:creationId xmlns:a16="http://schemas.microsoft.com/office/drawing/2014/main" id="{7F023D40-E34A-4816-A317-F17F736B3B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4558" name="Text Box 45">
                <a:extLst>
                  <a:ext uri="{FF2B5EF4-FFF2-40B4-BE49-F238E27FC236}">
                    <a16:creationId xmlns:a16="http://schemas.microsoft.com/office/drawing/2014/main" id="{8E423379-B1EA-4B1A-A525-9FCA5DBE6D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4559" name="Text Box 46">
                <a:extLst>
                  <a:ext uri="{FF2B5EF4-FFF2-40B4-BE49-F238E27FC236}">
                    <a16:creationId xmlns:a16="http://schemas.microsoft.com/office/drawing/2014/main" id="{6025B449-DA3E-45DB-9A85-F876C6A1C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64541" name="Text Box 47">
              <a:extLst>
                <a:ext uri="{FF2B5EF4-FFF2-40B4-BE49-F238E27FC236}">
                  <a16:creationId xmlns:a16="http://schemas.microsoft.com/office/drawing/2014/main" id="{CE407106-9F85-4046-8467-A6373882D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622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2" name="Text Box 48">
              <a:extLst>
                <a:ext uri="{FF2B5EF4-FFF2-40B4-BE49-F238E27FC236}">
                  <a16:creationId xmlns:a16="http://schemas.microsoft.com/office/drawing/2014/main" id="{71AA276C-431B-473E-9668-8CD39FF6A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" y="2048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3" name="Text Box 49">
              <a:extLst>
                <a:ext uri="{FF2B5EF4-FFF2-40B4-BE49-F238E27FC236}">
                  <a16:creationId xmlns:a16="http://schemas.microsoft.com/office/drawing/2014/main" id="{FBABF187-6CA8-4866-9F6F-B66024318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" y="2443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4" name="Text Box 50">
              <a:extLst>
                <a:ext uri="{FF2B5EF4-FFF2-40B4-BE49-F238E27FC236}">
                  <a16:creationId xmlns:a16="http://schemas.microsoft.com/office/drawing/2014/main" id="{A70AAE11-A03B-4A7B-A07A-FB0A8B7BC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" y="1611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5" name="Text Box 51">
              <a:extLst>
                <a:ext uri="{FF2B5EF4-FFF2-40B4-BE49-F238E27FC236}">
                  <a16:creationId xmlns:a16="http://schemas.microsoft.com/office/drawing/2014/main" id="{5A5CFAFF-71F9-4EDF-A421-213B78FA5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048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6" name="Text Box 52">
              <a:extLst>
                <a:ext uri="{FF2B5EF4-FFF2-40B4-BE49-F238E27FC236}">
                  <a16:creationId xmlns:a16="http://schemas.microsoft.com/office/drawing/2014/main" id="{3DA290D9-8852-4D74-AB25-7C0BC5D54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464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7" name="Text Box 53">
              <a:extLst>
                <a:ext uri="{FF2B5EF4-FFF2-40B4-BE49-F238E27FC236}">
                  <a16:creationId xmlns:a16="http://schemas.microsoft.com/office/drawing/2014/main" id="{18F9A926-FA81-4F33-9C10-AE4486B7F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2048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4548" name="Text Box 54">
              <a:extLst>
                <a:ext uri="{FF2B5EF4-FFF2-40B4-BE49-F238E27FC236}">
                  <a16:creationId xmlns:a16="http://schemas.microsoft.com/office/drawing/2014/main" id="{84350C92-D929-4F61-942D-8EC04AB0A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" y="2880"/>
              <a:ext cx="31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4567" name="Group 55">
            <a:extLst>
              <a:ext uri="{FF2B5EF4-FFF2-40B4-BE49-F238E27FC236}">
                <a16:creationId xmlns:a16="http://schemas.microsoft.com/office/drawing/2014/main" id="{7C3EB770-4C3B-4FF0-8C91-70E02D38A443}"/>
              </a:ext>
            </a:extLst>
          </p:cNvPr>
          <p:cNvGrpSpPr>
            <a:grpSpLocks/>
          </p:cNvGrpSpPr>
          <p:nvPr/>
        </p:nvGrpSpPr>
        <p:grpSpPr bwMode="auto">
          <a:xfrm>
            <a:off x="1354138" y="2538413"/>
            <a:ext cx="2932112" cy="1135062"/>
            <a:chOff x="1301" y="1642"/>
            <a:chExt cx="1847" cy="715"/>
          </a:xfrm>
        </p:grpSpPr>
        <p:sp>
          <p:nvSpPr>
            <p:cNvPr id="64538" name="AutoShape 56">
              <a:extLst>
                <a:ext uri="{FF2B5EF4-FFF2-40B4-BE49-F238E27FC236}">
                  <a16:creationId xmlns:a16="http://schemas.microsoft.com/office/drawing/2014/main" id="{FC82A136-3E7C-4A60-A299-0D812E594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1653"/>
              <a:ext cx="310" cy="70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9" name="AutoShape 57">
              <a:extLst>
                <a:ext uri="{FF2B5EF4-FFF2-40B4-BE49-F238E27FC236}">
                  <a16:creationId xmlns:a16="http://schemas.microsoft.com/office/drawing/2014/main" id="{FA6D11FE-270B-4EC8-AEC5-7F01E93DF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642"/>
              <a:ext cx="310" cy="70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570" name="Group 58">
            <a:extLst>
              <a:ext uri="{FF2B5EF4-FFF2-40B4-BE49-F238E27FC236}">
                <a16:creationId xmlns:a16="http://schemas.microsoft.com/office/drawing/2014/main" id="{57A1F427-E483-4663-B858-01D93AEA7A90}"/>
              </a:ext>
            </a:extLst>
          </p:cNvPr>
          <p:cNvGrpSpPr>
            <a:grpSpLocks/>
          </p:cNvGrpSpPr>
          <p:nvPr/>
        </p:nvGrpSpPr>
        <p:grpSpPr bwMode="auto">
          <a:xfrm>
            <a:off x="1354138" y="3198813"/>
            <a:ext cx="2932112" cy="1135062"/>
            <a:chOff x="1301" y="1642"/>
            <a:chExt cx="1847" cy="715"/>
          </a:xfrm>
        </p:grpSpPr>
        <p:sp>
          <p:nvSpPr>
            <p:cNvPr id="64536" name="AutoShape 59">
              <a:extLst>
                <a:ext uri="{FF2B5EF4-FFF2-40B4-BE49-F238E27FC236}">
                  <a16:creationId xmlns:a16="http://schemas.microsoft.com/office/drawing/2014/main" id="{40570B69-92B3-44B6-B1C8-3B88669F9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1653"/>
              <a:ext cx="310" cy="70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7" name="AutoShape 60">
              <a:extLst>
                <a:ext uri="{FF2B5EF4-FFF2-40B4-BE49-F238E27FC236}">
                  <a16:creationId xmlns:a16="http://schemas.microsoft.com/office/drawing/2014/main" id="{E7730965-DACD-40EB-AE52-FE934CD3D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642"/>
              <a:ext cx="310" cy="704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4573" name="Oval 61">
            <a:extLst>
              <a:ext uri="{FF2B5EF4-FFF2-40B4-BE49-F238E27FC236}">
                <a16:creationId xmlns:a16="http://schemas.microsoft.com/office/drawing/2014/main" id="{40C82DC5-A6E5-47AA-AEE3-6031B2CE2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063" y="3216275"/>
            <a:ext cx="1219200" cy="45720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74" name="Oval 62">
            <a:extLst>
              <a:ext uri="{FF2B5EF4-FFF2-40B4-BE49-F238E27FC236}">
                <a16:creationId xmlns:a16="http://schemas.microsoft.com/office/drawing/2014/main" id="{8560821B-41FF-4222-B8E8-F40428591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4503738"/>
            <a:ext cx="490537" cy="490537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75" name="Text Box 63">
            <a:extLst>
              <a:ext uri="{FF2B5EF4-FFF2-40B4-BE49-F238E27FC236}">
                <a16:creationId xmlns:a16="http://schemas.microsoft.com/office/drawing/2014/main" id="{377879C7-8F0C-40A6-84CF-4DDB51BF6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5570538"/>
            <a:ext cx="5367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rPr>
              <a:t>）最简“与或”表达式不唯一。</a:t>
            </a:r>
          </a:p>
        </p:txBody>
      </p:sp>
      <p:grpSp>
        <p:nvGrpSpPr>
          <p:cNvPr id="64576" name="Group 64">
            <a:extLst>
              <a:ext uri="{FF2B5EF4-FFF2-40B4-BE49-F238E27FC236}">
                <a16:creationId xmlns:a16="http://schemas.microsoft.com/office/drawing/2014/main" id="{CFF5479E-10B2-402E-A65F-0D2A6D81DCD8}"/>
              </a:ext>
            </a:extLst>
          </p:cNvPr>
          <p:cNvGrpSpPr>
            <a:grpSpLocks/>
          </p:cNvGrpSpPr>
          <p:nvPr/>
        </p:nvGrpSpPr>
        <p:grpSpPr bwMode="auto">
          <a:xfrm>
            <a:off x="4640263" y="3470275"/>
            <a:ext cx="1287462" cy="519113"/>
            <a:chOff x="2923" y="2186"/>
            <a:chExt cx="811" cy="327"/>
          </a:xfrm>
        </p:grpSpPr>
        <p:sp>
          <p:nvSpPr>
            <p:cNvPr id="64533" name="Text Box 65">
              <a:extLst>
                <a:ext uri="{FF2B5EF4-FFF2-40B4-BE49-F238E27FC236}">
                  <a16:creationId xmlns:a16="http://schemas.microsoft.com/office/drawing/2014/main" id="{A5A559C9-EFB9-44C3-AB6E-165071AA2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2186"/>
              <a:ext cx="8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F=AD</a:t>
              </a:r>
            </a:p>
          </p:txBody>
        </p:sp>
        <p:sp>
          <p:nvSpPr>
            <p:cNvPr id="64534" name="Line 66">
              <a:extLst>
                <a:ext uri="{FF2B5EF4-FFF2-40B4-BE49-F238E27FC236}">
                  <a16:creationId xmlns:a16="http://schemas.microsoft.com/office/drawing/2014/main" id="{6CF44F5A-45CD-4F22-8D28-53EC677B7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5" y="2250"/>
              <a:ext cx="10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35" name="Line 67">
              <a:extLst>
                <a:ext uri="{FF2B5EF4-FFF2-40B4-BE49-F238E27FC236}">
                  <a16:creationId xmlns:a16="http://schemas.microsoft.com/office/drawing/2014/main" id="{456C7BCF-879D-40D7-8ACF-AE76C6163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50"/>
              <a:ext cx="107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580" name="Group 68">
            <a:extLst>
              <a:ext uri="{FF2B5EF4-FFF2-40B4-BE49-F238E27FC236}">
                <a16:creationId xmlns:a16="http://schemas.microsoft.com/office/drawing/2014/main" id="{E0A48087-5869-4E29-90D3-771993282F4E}"/>
              </a:ext>
            </a:extLst>
          </p:cNvPr>
          <p:cNvGrpSpPr>
            <a:grpSpLocks/>
          </p:cNvGrpSpPr>
          <p:nvPr/>
        </p:nvGrpSpPr>
        <p:grpSpPr bwMode="auto">
          <a:xfrm>
            <a:off x="5622925" y="3454400"/>
            <a:ext cx="947738" cy="519113"/>
            <a:chOff x="3851" y="3019"/>
            <a:chExt cx="597" cy="327"/>
          </a:xfrm>
        </p:grpSpPr>
        <p:sp>
          <p:nvSpPr>
            <p:cNvPr id="64531" name="Text Box 69">
              <a:extLst>
                <a:ext uri="{FF2B5EF4-FFF2-40B4-BE49-F238E27FC236}">
                  <a16:creationId xmlns:a16="http://schemas.microsoft.com/office/drawing/2014/main" id="{8450E4DC-404A-455E-8E4E-B562E85E2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" y="3019"/>
              <a:ext cx="5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+AC</a:t>
              </a:r>
            </a:p>
          </p:txBody>
        </p:sp>
        <p:sp>
          <p:nvSpPr>
            <p:cNvPr id="64532" name="Line 70">
              <a:extLst>
                <a:ext uri="{FF2B5EF4-FFF2-40B4-BE49-F238E27FC236}">
                  <a16:creationId xmlns:a16="http://schemas.microsoft.com/office/drawing/2014/main" id="{2AFC7851-B4A4-47EF-9C85-FD2FF7C00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3" y="3083"/>
              <a:ext cx="1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583" name="Group 71">
            <a:extLst>
              <a:ext uri="{FF2B5EF4-FFF2-40B4-BE49-F238E27FC236}">
                <a16:creationId xmlns:a16="http://schemas.microsoft.com/office/drawing/2014/main" id="{A35091ED-C6C2-4D81-9888-2DE32041E5C2}"/>
              </a:ext>
            </a:extLst>
          </p:cNvPr>
          <p:cNvGrpSpPr>
            <a:grpSpLocks/>
          </p:cNvGrpSpPr>
          <p:nvPr/>
        </p:nvGrpSpPr>
        <p:grpSpPr bwMode="auto">
          <a:xfrm>
            <a:off x="6332538" y="3435350"/>
            <a:ext cx="1439862" cy="519113"/>
            <a:chOff x="3989" y="2164"/>
            <a:chExt cx="907" cy="327"/>
          </a:xfrm>
        </p:grpSpPr>
        <p:sp>
          <p:nvSpPr>
            <p:cNvPr id="64529" name="Text Box 72">
              <a:extLst>
                <a:ext uri="{FF2B5EF4-FFF2-40B4-BE49-F238E27FC236}">
                  <a16:creationId xmlns:a16="http://schemas.microsoft.com/office/drawing/2014/main" id="{FFCF0C8A-7080-4690-AFC6-A04C7BC85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2164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+BCD</a:t>
              </a:r>
            </a:p>
          </p:txBody>
        </p:sp>
        <p:sp>
          <p:nvSpPr>
            <p:cNvPr id="64530" name="Line 73">
              <a:extLst>
                <a:ext uri="{FF2B5EF4-FFF2-40B4-BE49-F238E27FC236}">
                  <a16:creationId xmlns:a16="http://schemas.microsoft.com/office/drawing/2014/main" id="{F8581774-372D-450E-9C9E-9042F4F05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0" y="2227"/>
              <a:ext cx="12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586" name="Group 74">
            <a:extLst>
              <a:ext uri="{FF2B5EF4-FFF2-40B4-BE49-F238E27FC236}">
                <a16:creationId xmlns:a16="http://schemas.microsoft.com/office/drawing/2014/main" id="{53283454-999D-4FA7-BD68-0B0326598C08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436938"/>
            <a:ext cx="1625600" cy="519112"/>
            <a:chOff x="3893" y="3488"/>
            <a:chExt cx="1024" cy="327"/>
          </a:xfrm>
        </p:grpSpPr>
        <p:sp>
          <p:nvSpPr>
            <p:cNvPr id="64526" name="Text Box 75">
              <a:extLst>
                <a:ext uri="{FF2B5EF4-FFF2-40B4-BE49-F238E27FC236}">
                  <a16:creationId xmlns:a16="http://schemas.microsoft.com/office/drawing/2014/main" id="{17BA4ADD-0A3E-4004-9A12-1CBB17350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3" y="3488"/>
              <a:ext cx="10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+ABCD</a:t>
              </a:r>
            </a:p>
          </p:txBody>
        </p:sp>
        <p:sp>
          <p:nvSpPr>
            <p:cNvPr id="64527" name="Line 76">
              <a:extLst>
                <a:ext uri="{FF2B5EF4-FFF2-40B4-BE49-F238E27FC236}">
                  <a16:creationId xmlns:a16="http://schemas.microsoft.com/office/drawing/2014/main" id="{F1164C31-F5B5-4D1E-93C1-BFBC661A0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3552"/>
              <a:ext cx="13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28" name="Line 77">
              <a:extLst>
                <a:ext uri="{FF2B5EF4-FFF2-40B4-BE49-F238E27FC236}">
                  <a16:creationId xmlns:a16="http://schemas.microsoft.com/office/drawing/2014/main" id="{34188185-56AB-4811-ABC7-DF6FABAA3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552"/>
              <a:ext cx="13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570010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0" fill="hold"/>
                                        <p:tgtEl>
                                          <p:spTgt spid="64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0" fill="hold"/>
                                        <p:tgtEl>
                                          <p:spTgt spid="64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utoUpdateAnimBg="0"/>
      <p:bldP spid="64573" grpId="0" animBg="1"/>
      <p:bldP spid="64574" grpId="0" animBg="1"/>
      <p:bldP spid="6457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A49D2AE-5328-4447-AA61-2FD561C99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463" y="230188"/>
            <a:ext cx="5684837" cy="48736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1F08F8"/>
                </a:solidFill>
              </a:rPr>
              <a:t>4</a:t>
            </a:r>
            <a:r>
              <a:rPr lang="zh-CN" altLang="en-US" sz="2800" b="1" dirty="0">
                <a:solidFill>
                  <a:srgbClr val="1F08F8"/>
                </a:solidFill>
              </a:rPr>
              <a:t>、具有无关项的逻辑函数的化简</a:t>
            </a:r>
          </a:p>
        </p:txBody>
      </p:sp>
      <p:sp>
        <p:nvSpPr>
          <p:cNvPr id="82947" name="Text Box 3">
            <a:extLst>
              <a:ext uri="{FF2B5EF4-FFF2-40B4-BE49-F238E27FC236}">
                <a16:creationId xmlns:a16="http://schemas.microsoft.com/office/drawing/2014/main" id="{A83472C2-6039-4BA2-B89D-6BB3D9B19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966788"/>
            <a:ext cx="56403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无关项（用</a:t>
            </a:r>
            <a:r>
              <a:rPr lang="en-US" altLang="zh-CN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表示）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3729DE2F-FFCD-42C9-A7A7-19C1C22D4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1709738"/>
            <a:ext cx="8332788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buClrTx/>
              <a:buSz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包含</a:t>
            </a:r>
            <a:r>
              <a:rPr lang="zh-CN" altLang="en-US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无关项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的逻辑函数：函数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的取值只和一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部分最小项有关，另一部分最小项既可以取“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，也可以取“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，这些最小项称“约束项”或“任意项”。</a:t>
            </a:r>
          </a:p>
        </p:txBody>
      </p:sp>
      <p:sp>
        <p:nvSpPr>
          <p:cNvPr id="82949" name="Text Box 5">
            <a:extLst>
              <a:ext uri="{FF2B5EF4-FFF2-40B4-BE49-F238E27FC236}">
                <a16:creationId xmlns:a16="http://schemas.microsoft.com/office/drawing/2014/main" id="{0C6A9D84-6EC3-47B6-BD53-5BAEF051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751263"/>
            <a:ext cx="4519613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08F8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无关项”的两种情况：</a:t>
            </a:r>
          </a:p>
        </p:txBody>
      </p:sp>
      <p:sp>
        <p:nvSpPr>
          <p:cNvPr id="82950" name="Text Box 6">
            <a:extLst>
              <a:ext uri="{FF2B5EF4-FFF2-40B4-BE49-F238E27FC236}">
                <a16:creationId xmlns:a16="http://schemas.microsoft.com/office/drawing/2014/main" id="{EDE0CE4A-9E87-403D-BBA3-462E1C6B3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4294134"/>
            <a:ext cx="73675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约束项：有些输入变量的取值组合根本不会出现。</a:t>
            </a:r>
          </a:p>
        </p:txBody>
      </p:sp>
      <p:sp>
        <p:nvSpPr>
          <p:cNvPr id="82951" name="Text Box 7">
            <a:extLst>
              <a:ext uri="{FF2B5EF4-FFF2-40B4-BE49-F238E27FC236}">
                <a16:creationId xmlns:a16="http://schemas.microsoft.com/office/drawing/2014/main" id="{02CA92D7-8162-4D27-90AF-C108D41B2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5310981"/>
            <a:ext cx="75231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任意项：输入组合虽能出现，但在某些条件下，这些组合不会影响输出。</a:t>
            </a:r>
          </a:p>
        </p:txBody>
      </p:sp>
    </p:spTree>
    <p:extLst>
      <p:ext uri="{BB962C8B-B14F-4D97-AF65-F5344CB8AC3E}">
        <p14:creationId xmlns:p14="http://schemas.microsoft.com/office/powerpoint/2010/main" val="25087428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utoUpdateAnimBg="0"/>
      <p:bldP spid="82947" grpId="0" autoUpdateAnimBg="0"/>
      <p:bldP spid="82948" grpId="0" autoUpdateAnimBg="0"/>
      <p:bldP spid="82949" grpId="0" autoUpdateAnimBg="0"/>
      <p:bldP spid="82950" grpId="0" autoUpdateAnimBg="0"/>
      <p:bldP spid="8295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54954E3F-6C83-426B-844E-6136D0BAE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0687" y="176213"/>
            <a:ext cx="1731963" cy="487362"/>
          </a:xfrm>
        </p:spPr>
        <p:txBody>
          <a:bodyPr/>
          <a:lstStyle/>
          <a:p>
            <a:pPr eaLnBrk="1" hangingPunct="1"/>
            <a:r>
              <a:rPr lang="en-US" altLang="zh-CN" sz="2800" b="1"/>
              <a:t>【</a:t>
            </a:r>
            <a:r>
              <a:rPr lang="zh-CN" altLang="en-US" sz="2800" b="1"/>
              <a:t>例</a:t>
            </a:r>
            <a:r>
              <a:rPr lang="en-US" altLang="zh-CN" sz="2800" b="1"/>
              <a:t>1】</a:t>
            </a:r>
          </a:p>
        </p:txBody>
      </p:sp>
      <p:sp>
        <p:nvSpPr>
          <p:cNvPr id="95235" name="Text Box 3">
            <a:extLst>
              <a:ext uri="{FF2B5EF4-FFF2-40B4-BE49-F238E27FC236}">
                <a16:creationId xmlns:a16="http://schemas.microsoft.com/office/drawing/2014/main" id="{15854418-96D6-4090-9FE5-3EEFD04F2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7" y="171450"/>
            <a:ext cx="3562350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求：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8421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码中出现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奇数的逻辑函数。</a:t>
            </a:r>
          </a:p>
        </p:txBody>
      </p:sp>
      <p:graphicFrame>
        <p:nvGraphicFramePr>
          <p:cNvPr id="95236" name="Group 4">
            <a:extLst>
              <a:ext uri="{FF2B5EF4-FFF2-40B4-BE49-F238E27FC236}">
                <a16:creationId xmlns:a16="http://schemas.microsoft.com/office/drawing/2014/main" id="{3702B4E4-0506-4611-974A-1824F5D69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59562"/>
              </p:ext>
            </p:extLst>
          </p:nvPr>
        </p:nvGraphicFramePr>
        <p:xfrm>
          <a:off x="5699125" y="257175"/>
          <a:ext cx="2387600" cy="6477000"/>
        </p:xfrm>
        <a:graphic>
          <a:graphicData uri="http://schemas.openxmlformats.org/drawingml/2006/table">
            <a:tbl>
              <a:tblPr/>
              <a:tblGrid>
                <a:gridCol w="47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38100" marB="3810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5346" name="AutoShape 114">
            <a:extLst>
              <a:ext uri="{FF2B5EF4-FFF2-40B4-BE49-F238E27FC236}">
                <a16:creationId xmlns:a16="http://schemas.microsoft.com/office/drawing/2014/main" id="{D8EB6FDA-8C31-433D-9F62-455A1DC6DA76}"/>
              </a:ext>
            </a:extLst>
          </p:cNvPr>
          <p:cNvSpPr>
            <a:spLocks/>
          </p:cNvSpPr>
          <p:nvPr/>
        </p:nvSpPr>
        <p:spPr bwMode="auto">
          <a:xfrm>
            <a:off x="8226425" y="673100"/>
            <a:ext cx="276225" cy="3708400"/>
          </a:xfrm>
          <a:prstGeom prst="rightBrace">
            <a:avLst>
              <a:gd name="adj1" fmla="val 111877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347" name="Text Box 115">
            <a:extLst>
              <a:ext uri="{FF2B5EF4-FFF2-40B4-BE49-F238E27FC236}">
                <a16:creationId xmlns:a16="http://schemas.microsoft.com/office/drawing/2014/main" id="{19549A57-AD4E-420E-B85B-B582B0BF6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387" y="1535113"/>
            <a:ext cx="7096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有效状态</a:t>
            </a:r>
          </a:p>
        </p:txBody>
      </p:sp>
      <p:grpSp>
        <p:nvGrpSpPr>
          <p:cNvPr id="95348" name="Group 116">
            <a:extLst>
              <a:ext uri="{FF2B5EF4-FFF2-40B4-BE49-F238E27FC236}">
                <a16:creationId xmlns:a16="http://schemas.microsoft.com/office/drawing/2014/main" id="{D2C6F053-25D9-483C-B592-1F0164B55875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379538"/>
            <a:ext cx="4244975" cy="1074737"/>
            <a:chOff x="415" y="869"/>
            <a:chExt cx="2674" cy="677"/>
          </a:xfrm>
        </p:grpSpPr>
        <p:sp>
          <p:nvSpPr>
            <p:cNvPr id="66708" name="Text Box 117">
              <a:extLst>
                <a:ext uri="{FF2B5EF4-FFF2-40B4-BE49-F238E27FC236}">
                  <a16:creationId xmlns:a16="http://schemas.microsoft.com/office/drawing/2014/main" id="{4746B5BE-07F3-4748-9D4F-681EBA418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" y="869"/>
              <a:ext cx="2674" cy="6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F=ABCD+ABCD+ABCD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+ABCD+ABCD</a:t>
              </a:r>
            </a:p>
          </p:txBody>
        </p:sp>
        <p:sp>
          <p:nvSpPr>
            <p:cNvPr id="66709" name="Line 118">
              <a:extLst>
                <a:ext uri="{FF2B5EF4-FFF2-40B4-BE49-F238E27FC236}">
                  <a16:creationId xmlns:a16="http://schemas.microsoft.com/office/drawing/2014/main" id="{0C1916A3-93AB-4319-8F60-F3C1ED3DF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0" name="Line 119">
              <a:extLst>
                <a:ext uri="{FF2B5EF4-FFF2-40B4-BE49-F238E27FC236}">
                  <a16:creationId xmlns:a16="http://schemas.microsoft.com/office/drawing/2014/main" id="{C357F953-E875-404D-BEDC-029F34F20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1" name="Line 120">
              <a:extLst>
                <a:ext uri="{FF2B5EF4-FFF2-40B4-BE49-F238E27FC236}">
                  <a16:creationId xmlns:a16="http://schemas.microsoft.com/office/drawing/2014/main" id="{9C91243B-4139-41C0-911A-58A4EDC39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2" name="Line 121">
              <a:extLst>
                <a:ext uri="{FF2B5EF4-FFF2-40B4-BE49-F238E27FC236}">
                  <a16:creationId xmlns:a16="http://schemas.microsoft.com/office/drawing/2014/main" id="{8B96FD15-5FA3-437C-BFAC-EB710C573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3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3" name="Line 122">
              <a:extLst>
                <a:ext uri="{FF2B5EF4-FFF2-40B4-BE49-F238E27FC236}">
                  <a16:creationId xmlns:a16="http://schemas.microsoft.com/office/drawing/2014/main" id="{7907F131-6D90-4C10-95FF-46F9C4081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7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4" name="Line 123">
              <a:extLst>
                <a:ext uri="{FF2B5EF4-FFF2-40B4-BE49-F238E27FC236}">
                  <a16:creationId xmlns:a16="http://schemas.microsoft.com/office/drawing/2014/main" id="{D79059BE-40A1-40FD-8925-18F39E4BE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9" y="935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5" name="Line 124">
              <a:extLst>
                <a:ext uri="{FF2B5EF4-FFF2-40B4-BE49-F238E27FC236}">
                  <a16:creationId xmlns:a16="http://schemas.microsoft.com/office/drawing/2014/main" id="{2365D48F-D832-4475-80F7-02A981C56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" y="92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6" name="Line 125">
              <a:extLst>
                <a:ext uri="{FF2B5EF4-FFF2-40B4-BE49-F238E27FC236}">
                  <a16:creationId xmlns:a16="http://schemas.microsoft.com/office/drawing/2014/main" id="{22556572-56ED-41D8-A72A-4094190CB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" y="1294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7" name="Line 126">
              <a:extLst>
                <a:ext uri="{FF2B5EF4-FFF2-40B4-BE49-F238E27FC236}">
                  <a16:creationId xmlns:a16="http://schemas.microsoft.com/office/drawing/2014/main" id="{909A08C6-2907-4260-8EB7-C0A4A0690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" y="1283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718" name="Line 127">
              <a:extLst>
                <a:ext uri="{FF2B5EF4-FFF2-40B4-BE49-F238E27FC236}">
                  <a16:creationId xmlns:a16="http://schemas.microsoft.com/office/drawing/2014/main" id="{45DF5A36-B2CC-4A18-8C97-603CD66A3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8" y="1283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5360" name="Group 128">
            <a:extLst>
              <a:ext uri="{FF2B5EF4-FFF2-40B4-BE49-F238E27FC236}">
                <a16:creationId xmlns:a16="http://schemas.microsoft.com/office/drawing/2014/main" id="{D0D8CE00-E123-4657-A547-9C51A23D0E57}"/>
              </a:ext>
            </a:extLst>
          </p:cNvPr>
          <p:cNvGrpSpPr>
            <a:grpSpLocks/>
          </p:cNvGrpSpPr>
          <p:nvPr/>
        </p:nvGrpSpPr>
        <p:grpSpPr bwMode="auto">
          <a:xfrm>
            <a:off x="5757862" y="4451350"/>
            <a:ext cx="1881188" cy="2314575"/>
            <a:chOff x="3346" y="2804"/>
            <a:chExt cx="1185" cy="1458"/>
          </a:xfrm>
        </p:grpSpPr>
        <p:sp>
          <p:nvSpPr>
            <p:cNvPr id="66702" name="Text Box 129">
              <a:extLst>
                <a:ext uri="{FF2B5EF4-FFF2-40B4-BE49-F238E27FC236}">
                  <a16:creationId xmlns:a16="http://schemas.microsoft.com/office/drawing/2014/main" id="{2C924B65-1094-4758-8129-0CEC119E2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2804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1     0      1      0                                   </a:t>
              </a:r>
            </a:p>
          </p:txBody>
        </p:sp>
        <p:sp>
          <p:nvSpPr>
            <p:cNvPr id="66703" name="Text Box 130">
              <a:extLst>
                <a:ext uri="{FF2B5EF4-FFF2-40B4-BE49-F238E27FC236}">
                  <a16:creationId xmlns:a16="http://schemas.microsoft.com/office/drawing/2014/main" id="{F7F17634-BA57-403D-9AE9-EFB847E1D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" y="3044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1     0      1      1                                  </a:t>
              </a:r>
            </a:p>
          </p:txBody>
        </p:sp>
        <p:sp>
          <p:nvSpPr>
            <p:cNvPr id="66704" name="Text Box 131">
              <a:extLst>
                <a:ext uri="{FF2B5EF4-FFF2-40B4-BE49-F238E27FC236}">
                  <a16:creationId xmlns:a16="http://schemas.microsoft.com/office/drawing/2014/main" id="{8B565560-7A29-4C76-8FC6-3BD59005E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3294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1     1      0      0                                  </a:t>
              </a:r>
            </a:p>
          </p:txBody>
        </p:sp>
        <p:sp>
          <p:nvSpPr>
            <p:cNvPr id="66705" name="Text Box 132">
              <a:extLst>
                <a:ext uri="{FF2B5EF4-FFF2-40B4-BE49-F238E27FC236}">
                  <a16:creationId xmlns:a16="http://schemas.microsoft.com/office/drawing/2014/main" id="{2453F104-60C3-4D3C-8508-02DA441FC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3533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1     1      0      1                                  </a:t>
              </a:r>
            </a:p>
          </p:txBody>
        </p:sp>
        <p:sp>
          <p:nvSpPr>
            <p:cNvPr id="66706" name="Text Box 133">
              <a:extLst>
                <a:ext uri="{FF2B5EF4-FFF2-40B4-BE49-F238E27FC236}">
                  <a16:creationId xmlns:a16="http://schemas.microsoft.com/office/drawing/2014/main" id="{8D82A237-0402-4831-AD76-7793BC37C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3761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1     1      1      0                                  </a:t>
              </a:r>
            </a:p>
          </p:txBody>
        </p:sp>
        <p:sp>
          <p:nvSpPr>
            <p:cNvPr id="66707" name="Text Box 134">
              <a:extLst>
                <a:ext uri="{FF2B5EF4-FFF2-40B4-BE49-F238E27FC236}">
                  <a16:creationId xmlns:a16="http://schemas.microsoft.com/office/drawing/2014/main" id="{F629ACBE-D046-4258-BAB0-3A4DA9F57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4012"/>
              <a:ext cx="11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1     1      1      1                                  </a:t>
              </a:r>
            </a:p>
          </p:txBody>
        </p:sp>
      </p:grpSp>
      <p:grpSp>
        <p:nvGrpSpPr>
          <p:cNvPr id="95367" name="Group 135">
            <a:extLst>
              <a:ext uri="{FF2B5EF4-FFF2-40B4-BE49-F238E27FC236}">
                <a16:creationId xmlns:a16="http://schemas.microsoft.com/office/drawing/2014/main" id="{944A04C6-1DC5-452A-9BAC-EDDF878083AD}"/>
              </a:ext>
            </a:extLst>
          </p:cNvPr>
          <p:cNvGrpSpPr>
            <a:grpSpLocks/>
          </p:cNvGrpSpPr>
          <p:nvPr/>
        </p:nvGrpSpPr>
        <p:grpSpPr bwMode="auto">
          <a:xfrm>
            <a:off x="7623175" y="4397375"/>
            <a:ext cx="585787" cy="2312988"/>
            <a:chOff x="4521" y="2770"/>
            <a:chExt cx="369" cy="1457"/>
          </a:xfrm>
        </p:grpSpPr>
        <p:sp>
          <p:nvSpPr>
            <p:cNvPr id="66696" name="Text Box 136">
              <a:extLst>
                <a:ext uri="{FF2B5EF4-FFF2-40B4-BE49-F238E27FC236}">
                  <a16:creationId xmlns:a16="http://schemas.microsoft.com/office/drawing/2014/main" id="{5DD00C15-9FED-4A93-804B-A2FACEE20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2770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697" name="Text Box 137">
              <a:extLst>
                <a:ext uri="{FF2B5EF4-FFF2-40B4-BE49-F238E27FC236}">
                  <a16:creationId xmlns:a16="http://schemas.microsoft.com/office/drawing/2014/main" id="{A3F6E86F-E30E-4D2E-901B-5AF4B359B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" y="2999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6698" name="Text Box 138">
              <a:extLst>
                <a:ext uri="{FF2B5EF4-FFF2-40B4-BE49-F238E27FC236}">
                  <a16:creationId xmlns:a16="http://schemas.microsoft.com/office/drawing/2014/main" id="{E2609358-F5C6-4C81-BEC0-568FFEACB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" y="3271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6699" name="Text Box 139">
              <a:extLst>
                <a:ext uri="{FF2B5EF4-FFF2-40B4-BE49-F238E27FC236}">
                  <a16:creationId xmlns:a16="http://schemas.microsoft.com/office/drawing/2014/main" id="{BD5BCAB6-B1FB-4060-80A2-9BA1AC980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499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6700" name="Text Box 140">
              <a:extLst>
                <a:ext uri="{FF2B5EF4-FFF2-40B4-BE49-F238E27FC236}">
                  <a16:creationId xmlns:a16="http://schemas.microsoft.com/office/drawing/2014/main" id="{F515638C-BCAE-4F3F-8A16-31D963010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749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6701" name="Text Box 141">
              <a:extLst>
                <a:ext uri="{FF2B5EF4-FFF2-40B4-BE49-F238E27FC236}">
                  <a16:creationId xmlns:a16="http://schemas.microsoft.com/office/drawing/2014/main" id="{31AF2F87-A78C-45DB-8EC8-E5949EF74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977"/>
              <a:ext cx="3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</p:grpSp>
      <p:sp>
        <p:nvSpPr>
          <p:cNvPr id="95374" name="AutoShape 142">
            <a:extLst>
              <a:ext uri="{FF2B5EF4-FFF2-40B4-BE49-F238E27FC236}">
                <a16:creationId xmlns:a16="http://schemas.microsoft.com/office/drawing/2014/main" id="{0CC14699-D034-4BB3-8368-AA71F419E61B}"/>
              </a:ext>
            </a:extLst>
          </p:cNvPr>
          <p:cNvSpPr>
            <a:spLocks/>
          </p:cNvSpPr>
          <p:nvPr/>
        </p:nvSpPr>
        <p:spPr bwMode="auto">
          <a:xfrm>
            <a:off x="8158162" y="4606925"/>
            <a:ext cx="206375" cy="1931988"/>
          </a:xfrm>
          <a:prstGeom prst="rightBrace">
            <a:avLst>
              <a:gd name="adj1" fmla="val 78013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375" name="Text Box 143">
            <a:extLst>
              <a:ext uri="{FF2B5EF4-FFF2-40B4-BE49-F238E27FC236}">
                <a16:creationId xmlns:a16="http://schemas.microsoft.com/office/drawing/2014/main" id="{DE41E988-E0D4-43D1-8EB0-9685D5E67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4622800"/>
            <a:ext cx="5873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无效状态</a:t>
            </a:r>
          </a:p>
        </p:txBody>
      </p:sp>
      <p:grpSp>
        <p:nvGrpSpPr>
          <p:cNvPr id="95376" name="Group 144">
            <a:extLst>
              <a:ext uri="{FF2B5EF4-FFF2-40B4-BE49-F238E27FC236}">
                <a16:creationId xmlns:a16="http://schemas.microsoft.com/office/drawing/2014/main" id="{5F5D3B63-C232-4EEA-94E0-768D4BF3EC51}"/>
              </a:ext>
            </a:extLst>
          </p:cNvPr>
          <p:cNvGrpSpPr>
            <a:grpSpLocks/>
          </p:cNvGrpSpPr>
          <p:nvPr/>
        </p:nvGrpSpPr>
        <p:grpSpPr bwMode="auto">
          <a:xfrm>
            <a:off x="893762" y="3017838"/>
            <a:ext cx="4502150" cy="1074737"/>
            <a:chOff x="502" y="1901"/>
            <a:chExt cx="2836" cy="677"/>
          </a:xfrm>
        </p:grpSpPr>
        <p:sp>
          <p:nvSpPr>
            <p:cNvPr id="66688" name="Text Box 145">
              <a:extLst>
                <a:ext uri="{FF2B5EF4-FFF2-40B4-BE49-F238E27FC236}">
                  <a16:creationId xmlns:a16="http://schemas.microsoft.com/office/drawing/2014/main" id="{16C72B55-E179-4571-9882-A5D329E56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" y="1901"/>
              <a:ext cx="2836" cy="67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ABCD+ABCD+ABCD</a:t>
              </a:r>
            </a:p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+ABCD+ABCD+ABCD=0</a:t>
              </a:r>
            </a:p>
          </p:txBody>
        </p:sp>
        <p:sp>
          <p:nvSpPr>
            <p:cNvPr id="66689" name="Line 146">
              <a:extLst>
                <a:ext uri="{FF2B5EF4-FFF2-40B4-BE49-F238E27FC236}">
                  <a16:creationId xmlns:a16="http://schemas.microsoft.com/office/drawing/2014/main" id="{EEFF42D1-B8E8-45C9-9C73-779BFC5B7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" y="195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0" name="Line 147">
              <a:extLst>
                <a:ext uri="{FF2B5EF4-FFF2-40B4-BE49-F238E27FC236}">
                  <a16:creationId xmlns:a16="http://schemas.microsoft.com/office/drawing/2014/main" id="{CBFCAC0B-900E-4E2E-943C-0AF772D16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" y="195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1" name="Line 148">
              <a:extLst>
                <a:ext uri="{FF2B5EF4-FFF2-40B4-BE49-F238E27FC236}">
                  <a16:creationId xmlns:a16="http://schemas.microsoft.com/office/drawing/2014/main" id="{9ADB776D-60C7-44D3-A7F0-5AAF8BDB6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195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2" name="Line 149">
              <a:extLst>
                <a:ext uri="{FF2B5EF4-FFF2-40B4-BE49-F238E27FC236}">
                  <a16:creationId xmlns:a16="http://schemas.microsoft.com/office/drawing/2014/main" id="{325C15F0-E3D1-4207-AEB1-E02488DC8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195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3" name="Line 150">
              <a:extLst>
                <a:ext uri="{FF2B5EF4-FFF2-40B4-BE49-F238E27FC236}">
                  <a16:creationId xmlns:a16="http://schemas.microsoft.com/office/drawing/2014/main" id="{B19D511E-361B-4D94-9D88-FBC143A46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95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4" name="Line 151">
              <a:extLst>
                <a:ext uri="{FF2B5EF4-FFF2-40B4-BE49-F238E27FC236}">
                  <a16:creationId xmlns:a16="http://schemas.microsoft.com/office/drawing/2014/main" id="{9924DEC2-3889-4214-89B5-142DD0889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" y="232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95" name="Line 152">
              <a:extLst>
                <a:ext uri="{FF2B5EF4-FFF2-40B4-BE49-F238E27FC236}">
                  <a16:creationId xmlns:a16="http://schemas.microsoft.com/office/drawing/2014/main" id="{7F9A2C96-E806-48F7-89E4-5CFDEA673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325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385" name="Text Box 153">
            <a:extLst>
              <a:ext uri="{FF2B5EF4-FFF2-40B4-BE49-F238E27FC236}">
                <a16:creationId xmlns:a16="http://schemas.microsoft.com/office/drawing/2014/main" id="{34EC5B27-FF1D-4E64-A0AA-76F5EB628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" y="4038600"/>
            <a:ext cx="930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或：</a:t>
            </a:r>
          </a:p>
        </p:txBody>
      </p:sp>
      <p:sp>
        <p:nvSpPr>
          <p:cNvPr id="95386" name="Text Box 154">
            <a:extLst>
              <a:ext uri="{FF2B5EF4-FFF2-40B4-BE49-F238E27FC236}">
                <a16:creationId xmlns:a16="http://schemas.microsoft.com/office/drawing/2014/main" id="{183BD6AB-035E-4D63-9A34-402815486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4175125"/>
            <a:ext cx="3433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m(1,3,5,7,9)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387" name="Text Box 155">
            <a:extLst>
              <a:ext uri="{FF2B5EF4-FFF2-40B4-BE49-F238E27FC236}">
                <a16:creationId xmlns:a16="http://schemas.microsoft.com/office/drawing/2014/main" id="{1398A911-BE85-4A72-A9E0-C9FC10334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7" y="4813300"/>
            <a:ext cx="4279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(10,11,12,13,14,15)=0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388" name="Text Box 156">
            <a:extLst>
              <a:ext uri="{FF2B5EF4-FFF2-40B4-BE49-F238E27FC236}">
                <a16:creationId xmlns:a16="http://schemas.microsoft.com/office/drawing/2014/main" id="{4825726B-4B95-4723-939F-3E9669336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83213"/>
            <a:ext cx="930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或：</a:t>
            </a:r>
          </a:p>
        </p:txBody>
      </p:sp>
      <p:sp>
        <p:nvSpPr>
          <p:cNvPr id="95389" name="Text Box 157">
            <a:extLst>
              <a:ext uri="{FF2B5EF4-FFF2-40B4-BE49-F238E27FC236}">
                <a16:creationId xmlns:a16="http://schemas.microsoft.com/office/drawing/2014/main" id="{103A4603-B755-4EC5-9617-A3100052B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2" y="5435600"/>
            <a:ext cx="3898900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(1,3,5,7,9)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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(10,11,12,13,14,15)</a:t>
            </a:r>
          </a:p>
        </p:txBody>
      </p:sp>
      <p:sp>
        <p:nvSpPr>
          <p:cNvPr id="95390" name="Text Box 158">
            <a:extLst>
              <a:ext uri="{FF2B5EF4-FFF2-40B4-BE49-F238E27FC236}">
                <a16:creationId xmlns:a16="http://schemas.microsoft.com/office/drawing/2014/main" id="{84FCFAF4-528E-4E2D-8178-191734903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24669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约束方程：</a:t>
            </a:r>
          </a:p>
        </p:txBody>
      </p:sp>
    </p:spTree>
    <p:extLst>
      <p:ext uri="{BB962C8B-B14F-4D97-AF65-F5344CB8AC3E}">
        <p14:creationId xmlns:p14="http://schemas.microsoft.com/office/powerpoint/2010/main" val="27860595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5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5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utoUpdateAnimBg="0"/>
      <p:bldP spid="95235" grpId="0" autoUpdateAnimBg="0"/>
      <p:bldP spid="95346" grpId="0" animBg="1" autoUpdateAnimBg="0"/>
      <p:bldP spid="95347" grpId="0" autoUpdateAnimBg="0"/>
      <p:bldP spid="95374" grpId="0" animBg="1"/>
      <p:bldP spid="95375" grpId="0" autoUpdateAnimBg="0"/>
      <p:bldP spid="95385" grpId="0" autoUpdateAnimBg="0"/>
      <p:bldP spid="95386" grpId="0" autoUpdateAnimBg="0"/>
      <p:bldP spid="95387" grpId="0" autoUpdateAnimBg="0"/>
      <p:bldP spid="95388" grpId="0" autoUpdateAnimBg="0"/>
      <p:bldP spid="95389" grpId="0" autoUpdateAnimBg="0"/>
      <p:bldP spid="9539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A864AC-4DE4-4CAD-AF51-CD7C199B5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663" y="230188"/>
            <a:ext cx="5994400" cy="487362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用卡诺图化简包含无关项的逻辑函数</a:t>
            </a:r>
          </a:p>
        </p:txBody>
      </p:sp>
      <p:grpSp>
        <p:nvGrpSpPr>
          <p:cNvPr id="84995" name="Group 3">
            <a:extLst>
              <a:ext uri="{FF2B5EF4-FFF2-40B4-BE49-F238E27FC236}">
                <a16:creationId xmlns:a16="http://schemas.microsoft.com/office/drawing/2014/main" id="{4B4117E5-EE33-4AF4-9DFA-ACC543A6906F}"/>
              </a:ext>
            </a:extLst>
          </p:cNvPr>
          <p:cNvGrpSpPr>
            <a:grpSpLocks/>
          </p:cNvGrpSpPr>
          <p:nvPr/>
        </p:nvGrpSpPr>
        <p:grpSpPr bwMode="auto">
          <a:xfrm>
            <a:off x="6362700" y="174625"/>
            <a:ext cx="2509838" cy="6508750"/>
            <a:chOff x="3529" y="162"/>
            <a:chExt cx="1581" cy="4100"/>
          </a:xfrm>
        </p:grpSpPr>
        <p:sp>
          <p:nvSpPr>
            <p:cNvPr id="67652" name="Rectangle 4">
              <a:extLst>
                <a:ext uri="{FF2B5EF4-FFF2-40B4-BE49-F238E27FC236}">
                  <a16:creationId xmlns:a16="http://schemas.microsoft.com/office/drawing/2014/main" id="{09824485-494B-44DF-8FBA-B2D77B4E3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40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3" name="Rectangle 5">
              <a:extLst>
                <a:ext uri="{FF2B5EF4-FFF2-40B4-BE49-F238E27FC236}">
                  <a16:creationId xmlns:a16="http://schemas.microsoft.com/office/drawing/2014/main" id="{02514C6E-B20A-496C-B639-A447E1594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40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4" name="Rectangle 6">
              <a:extLst>
                <a:ext uri="{FF2B5EF4-FFF2-40B4-BE49-F238E27FC236}">
                  <a16:creationId xmlns:a16="http://schemas.microsoft.com/office/drawing/2014/main" id="{20FB5866-ABC9-4BDD-8843-76AA2981F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400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5" name="Rectangle 7">
              <a:extLst>
                <a:ext uri="{FF2B5EF4-FFF2-40B4-BE49-F238E27FC236}">
                  <a16:creationId xmlns:a16="http://schemas.microsoft.com/office/drawing/2014/main" id="{53EAA5E1-6877-466F-B18B-0B8FEF38D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40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6" name="Rectangle 8">
              <a:extLst>
                <a:ext uri="{FF2B5EF4-FFF2-40B4-BE49-F238E27FC236}">
                  <a16:creationId xmlns:a16="http://schemas.microsoft.com/office/drawing/2014/main" id="{3EA68E5C-7A93-4E02-AD23-1FC3EAC4B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40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7" name="Rectangle 9">
              <a:extLst>
                <a:ext uri="{FF2B5EF4-FFF2-40B4-BE49-F238E27FC236}">
                  <a16:creationId xmlns:a16="http://schemas.microsoft.com/office/drawing/2014/main" id="{BB532E42-7225-43C6-A8D8-18739143B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37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8" name="Rectangle 10">
              <a:extLst>
                <a:ext uri="{FF2B5EF4-FFF2-40B4-BE49-F238E27FC236}">
                  <a16:creationId xmlns:a16="http://schemas.microsoft.com/office/drawing/2014/main" id="{B6118AE9-6A0A-4766-8F1F-BB1D7367B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59" name="Rectangle 11">
              <a:extLst>
                <a:ext uri="{FF2B5EF4-FFF2-40B4-BE49-F238E27FC236}">
                  <a16:creationId xmlns:a16="http://schemas.microsoft.com/office/drawing/2014/main" id="{A8FF5A60-7469-4F2B-BD07-31811221B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376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0" name="Rectangle 12">
              <a:extLst>
                <a:ext uri="{FF2B5EF4-FFF2-40B4-BE49-F238E27FC236}">
                  <a16:creationId xmlns:a16="http://schemas.microsoft.com/office/drawing/2014/main" id="{7C3B5F2F-E29B-4601-B1F7-51AD50CD8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37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1" name="Rectangle 13">
              <a:extLst>
                <a:ext uri="{FF2B5EF4-FFF2-40B4-BE49-F238E27FC236}">
                  <a16:creationId xmlns:a16="http://schemas.microsoft.com/office/drawing/2014/main" id="{D6F1D4A0-1ED9-42FB-BFF9-E79DAAA29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37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2" name="Rectangle 14">
              <a:extLst>
                <a:ext uri="{FF2B5EF4-FFF2-40B4-BE49-F238E27FC236}">
                  <a16:creationId xmlns:a16="http://schemas.microsoft.com/office/drawing/2014/main" id="{39F4A4A2-7C53-44F2-BB6F-32B4F8734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35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3" name="Rectangle 15">
              <a:extLst>
                <a:ext uri="{FF2B5EF4-FFF2-40B4-BE49-F238E27FC236}">
                  <a16:creationId xmlns:a16="http://schemas.microsoft.com/office/drawing/2014/main" id="{A9495485-116F-4263-87B0-14C61D4CA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5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4" name="Rectangle 16">
              <a:extLst>
                <a:ext uri="{FF2B5EF4-FFF2-40B4-BE49-F238E27FC236}">
                  <a16:creationId xmlns:a16="http://schemas.microsoft.com/office/drawing/2014/main" id="{682D7932-DEF3-4207-BFB1-D09720659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352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5" name="Rectangle 17">
              <a:extLst>
                <a:ext uri="{FF2B5EF4-FFF2-40B4-BE49-F238E27FC236}">
                  <a16:creationId xmlns:a16="http://schemas.microsoft.com/office/drawing/2014/main" id="{F8509A41-463B-4856-BDCD-1ADEBEE13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35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6" name="Rectangle 18">
              <a:extLst>
                <a:ext uri="{FF2B5EF4-FFF2-40B4-BE49-F238E27FC236}">
                  <a16:creationId xmlns:a16="http://schemas.microsoft.com/office/drawing/2014/main" id="{84A7EAF1-605E-472F-B74C-5CE0DAA78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35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7" name="Rectangle 19">
              <a:extLst>
                <a:ext uri="{FF2B5EF4-FFF2-40B4-BE49-F238E27FC236}">
                  <a16:creationId xmlns:a16="http://schemas.microsoft.com/office/drawing/2014/main" id="{B381E857-8FDF-4B11-9AA4-7941C6DA4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32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8" name="Rectangle 20">
              <a:extLst>
                <a:ext uri="{FF2B5EF4-FFF2-40B4-BE49-F238E27FC236}">
                  <a16:creationId xmlns:a16="http://schemas.microsoft.com/office/drawing/2014/main" id="{59C1EC72-CC34-4A3B-9A27-F793413DE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2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69" name="Rectangle 21">
              <a:extLst>
                <a:ext uri="{FF2B5EF4-FFF2-40B4-BE49-F238E27FC236}">
                  <a16:creationId xmlns:a16="http://schemas.microsoft.com/office/drawing/2014/main" id="{C83ED0E3-2CB5-42BD-9703-F5DFCA6E5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328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0" name="Rectangle 22">
              <a:extLst>
                <a:ext uri="{FF2B5EF4-FFF2-40B4-BE49-F238E27FC236}">
                  <a16:creationId xmlns:a16="http://schemas.microsoft.com/office/drawing/2014/main" id="{C1492401-5355-4FAD-A9AE-A4D0E4050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32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1" name="Rectangle 23">
              <a:extLst>
                <a:ext uri="{FF2B5EF4-FFF2-40B4-BE49-F238E27FC236}">
                  <a16:creationId xmlns:a16="http://schemas.microsoft.com/office/drawing/2014/main" id="{F0002841-A95A-4520-8C00-7CC61A27E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32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2" name="Rectangle 24">
              <a:extLst>
                <a:ext uri="{FF2B5EF4-FFF2-40B4-BE49-F238E27FC236}">
                  <a16:creationId xmlns:a16="http://schemas.microsoft.com/office/drawing/2014/main" id="{9F01BA76-95C1-41AC-88FD-AECED222D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30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3" name="Rectangle 25">
              <a:extLst>
                <a:ext uri="{FF2B5EF4-FFF2-40B4-BE49-F238E27FC236}">
                  <a16:creationId xmlns:a16="http://schemas.microsoft.com/office/drawing/2014/main" id="{FCA842C0-D290-497D-A392-DC7017D8A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0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4" name="Rectangle 26">
              <a:extLst>
                <a:ext uri="{FF2B5EF4-FFF2-40B4-BE49-F238E27FC236}">
                  <a16:creationId xmlns:a16="http://schemas.microsoft.com/office/drawing/2014/main" id="{6402B275-8AA9-4AF2-B8FC-C7DBF80EE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304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5" name="Rectangle 27">
              <a:extLst>
                <a:ext uri="{FF2B5EF4-FFF2-40B4-BE49-F238E27FC236}">
                  <a16:creationId xmlns:a16="http://schemas.microsoft.com/office/drawing/2014/main" id="{73323A0C-ADDD-4F5E-B680-B00B6C1E1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30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6" name="Rectangle 28">
              <a:extLst>
                <a:ext uri="{FF2B5EF4-FFF2-40B4-BE49-F238E27FC236}">
                  <a16:creationId xmlns:a16="http://schemas.microsoft.com/office/drawing/2014/main" id="{A01F6C13-285A-45B9-9135-D9ED6AB46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30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7" name="Rectangle 29">
              <a:extLst>
                <a:ext uri="{FF2B5EF4-FFF2-40B4-BE49-F238E27FC236}">
                  <a16:creationId xmlns:a16="http://schemas.microsoft.com/office/drawing/2014/main" id="{1FE85D85-4EFF-4477-979F-05AE06DDE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8" name="Rectangle 30">
              <a:extLst>
                <a:ext uri="{FF2B5EF4-FFF2-40B4-BE49-F238E27FC236}">
                  <a16:creationId xmlns:a16="http://schemas.microsoft.com/office/drawing/2014/main" id="{B10A321F-5617-45F1-90D0-2075E481F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8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79" name="Rectangle 31">
              <a:extLst>
                <a:ext uri="{FF2B5EF4-FFF2-40B4-BE49-F238E27FC236}">
                  <a16:creationId xmlns:a16="http://schemas.microsoft.com/office/drawing/2014/main" id="{188A958D-2935-41D3-8EFD-FE1B657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80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80" name="Rectangle 32">
              <a:extLst>
                <a:ext uri="{FF2B5EF4-FFF2-40B4-BE49-F238E27FC236}">
                  <a16:creationId xmlns:a16="http://schemas.microsoft.com/office/drawing/2014/main" id="{206A1A0A-5365-4718-B68E-B060BEF9A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8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81" name="Rectangle 33">
              <a:extLst>
                <a:ext uri="{FF2B5EF4-FFF2-40B4-BE49-F238E27FC236}">
                  <a16:creationId xmlns:a16="http://schemas.microsoft.com/office/drawing/2014/main" id="{681B04DB-BAE8-4A13-9FCD-8DEF35C07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28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82" name="Rectangle 34">
              <a:extLst>
                <a:ext uri="{FF2B5EF4-FFF2-40B4-BE49-F238E27FC236}">
                  <a16:creationId xmlns:a16="http://schemas.microsoft.com/office/drawing/2014/main" id="{666D6113-B31B-4F77-BCAF-F907355D7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5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83" name="Rectangle 35">
              <a:extLst>
                <a:ext uri="{FF2B5EF4-FFF2-40B4-BE49-F238E27FC236}">
                  <a16:creationId xmlns:a16="http://schemas.microsoft.com/office/drawing/2014/main" id="{3CECA8A0-3500-4458-B460-948057848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5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84" name="Rectangle 36">
              <a:extLst>
                <a:ext uri="{FF2B5EF4-FFF2-40B4-BE49-F238E27FC236}">
                  <a16:creationId xmlns:a16="http://schemas.microsoft.com/office/drawing/2014/main" id="{861B2029-37CC-4DDD-A8E5-C025F5E9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56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85" name="Rectangle 37">
              <a:extLst>
                <a:ext uri="{FF2B5EF4-FFF2-40B4-BE49-F238E27FC236}">
                  <a16:creationId xmlns:a16="http://schemas.microsoft.com/office/drawing/2014/main" id="{3C051BE4-F684-4FAB-B24A-60A46B558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5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86" name="Rectangle 38">
              <a:extLst>
                <a:ext uri="{FF2B5EF4-FFF2-40B4-BE49-F238E27FC236}">
                  <a16:creationId xmlns:a16="http://schemas.microsoft.com/office/drawing/2014/main" id="{7C88DAAD-BA60-4142-8F8C-E9F3E7089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25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87" name="Rectangle 39">
              <a:extLst>
                <a:ext uri="{FF2B5EF4-FFF2-40B4-BE49-F238E27FC236}">
                  <a16:creationId xmlns:a16="http://schemas.microsoft.com/office/drawing/2014/main" id="{516F5745-66ED-4823-B6B2-17743D052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3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88" name="Rectangle 40">
              <a:extLst>
                <a:ext uri="{FF2B5EF4-FFF2-40B4-BE49-F238E27FC236}">
                  <a16:creationId xmlns:a16="http://schemas.microsoft.com/office/drawing/2014/main" id="{A9AA1A0F-176A-4003-9AC6-3B593C415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3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89" name="Rectangle 41">
              <a:extLst>
                <a:ext uri="{FF2B5EF4-FFF2-40B4-BE49-F238E27FC236}">
                  <a16:creationId xmlns:a16="http://schemas.microsoft.com/office/drawing/2014/main" id="{E6083E03-19C1-4C72-9F03-FB675248B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32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90" name="Rectangle 42">
              <a:extLst>
                <a:ext uri="{FF2B5EF4-FFF2-40B4-BE49-F238E27FC236}">
                  <a16:creationId xmlns:a16="http://schemas.microsoft.com/office/drawing/2014/main" id="{CE8AF258-168E-4FED-9DCE-6D75636F0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3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91" name="Rectangle 43">
              <a:extLst>
                <a:ext uri="{FF2B5EF4-FFF2-40B4-BE49-F238E27FC236}">
                  <a16:creationId xmlns:a16="http://schemas.microsoft.com/office/drawing/2014/main" id="{ED918536-0925-4FA6-9AE6-CF484BFD5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23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92" name="Rectangle 44">
              <a:extLst>
                <a:ext uri="{FF2B5EF4-FFF2-40B4-BE49-F238E27FC236}">
                  <a16:creationId xmlns:a16="http://schemas.microsoft.com/office/drawing/2014/main" id="{00FCFDE5-E191-439A-A055-470386AA4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0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93" name="Rectangle 45">
              <a:extLst>
                <a:ext uri="{FF2B5EF4-FFF2-40B4-BE49-F238E27FC236}">
                  <a16:creationId xmlns:a16="http://schemas.microsoft.com/office/drawing/2014/main" id="{8EAD57E7-47DD-4B79-AC97-AB83CDE14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20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94" name="Rectangle 46">
              <a:extLst>
                <a:ext uri="{FF2B5EF4-FFF2-40B4-BE49-F238E27FC236}">
                  <a16:creationId xmlns:a16="http://schemas.microsoft.com/office/drawing/2014/main" id="{3AD338CB-88D6-40DC-9C8C-A2C611132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08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95" name="Rectangle 47">
              <a:extLst>
                <a:ext uri="{FF2B5EF4-FFF2-40B4-BE49-F238E27FC236}">
                  <a16:creationId xmlns:a16="http://schemas.microsoft.com/office/drawing/2014/main" id="{8D62843F-D369-4733-8FF4-2711AC3E5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20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96" name="Rectangle 48">
              <a:extLst>
                <a:ext uri="{FF2B5EF4-FFF2-40B4-BE49-F238E27FC236}">
                  <a16:creationId xmlns:a16="http://schemas.microsoft.com/office/drawing/2014/main" id="{5AA6A1AA-2038-4525-BD88-E5203A48A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20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97" name="Rectangle 49">
              <a:extLst>
                <a:ext uri="{FF2B5EF4-FFF2-40B4-BE49-F238E27FC236}">
                  <a16:creationId xmlns:a16="http://schemas.microsoft.com/office/drawing/2014/main" id="{D736758F-8742-4830-975F-8FDCE79A7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8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98" name="Rectangle 50">
              <a:extLst>
                <a:ext uri="{FF2B5EF4-FFF2-40B4-BE49-F238E27FC236}">
                  <a16:creationId xmlns:a16="http://schemas.microsoft.com/office/drawing/2014/main" id="{05DF2EE2-737B-4383-BC7B-82FE31FFF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8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699" name="Rectangle 51">
              <a:extLst>
                <a:ext uri="{FF2B5EF4-FFF2-40B4-BE49-F238E27FC236}">
                  <a16:creationId xmlns:a16="http://schemas.microsoft.com/office/drawing/2014/main" id="{30609043-6315-4C0B-9773-881BCFF4F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84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00" name="Rectangle 52">
              <a:extLst>
                <a:ext uri="{FF2B5EF4-FFF2-40B4-BE49-F238E27FC236}">
                  <a16:creationId xmlns:a16="http://schemas.microsoft.com/office/drawing/2014/main" id="{5BBD7C58-8FE0-4161-8344-20FB7C511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8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01" name="Rectangle 53">
              <a:extLst>
                <a:ext uri="{FF2B5EF4-FFF2-40B4-BE49-F238E27FC236}">
                  <a16:creationId xmlns:a16="http://schemas.microsoft.com/office/drawing/2014/main" id="{DBD25A5D-8311-4936-8B7E-39F038A37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8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02" name="Rectangle 54">
              <a:extLst>
                <a:ext uri="{FF2B5EF4-FFF2-40B4-BE49-F238E27FC236}">
                  <a16:creationId xmlns:a16="http://schemas.microsoft.com/office/drawing/2014/main" id="{180A44E0-74E4-4292-B72E-39BBC4B15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6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03" name="Rectangle 55">
              <a:extLst>
                <a:ext uri="{FF2B5EF4-FFF2-40B4-BE49-F238E27FC236}">
                  <a16:creationId xmlns:a16="http://schemas.microsoft.com/office/drawing/2014/main" id="{1A9EC454-A0DC-4405-876E-58425315C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6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04" name="Rectangle 56">
              <a:extLst>
                <a:ext uri="{FF2B5EF4-FFF2-40B4-BE49-F238E27FC236}">
                  <a16:creationId xmlns:a16="http://schemas.microsoft.com/office/drawing/2014/main" id="{E3D6085F-0481-40D1-A027-E20563EF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60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05" name="Rectangle 57">
              <a:extLst>
                <a:ext uri="{FF2B5EF4-FFF2-40B4-BE49-F238E27FC236}">
                  <a16:creationId xmlns:a16="http://schemas.microsoft.com/office/drawing/2014/main" id="{87446A53-B474-43CB-9026-E548F14F1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6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06" name="Rectangle 58">
              <a:extLst>
                <a:ext uri="{FF2B5EF4-FFF2-40B4-BE49-F238E27FC236}">
                  <a16:creationId xmlns:a16="http://schemas.microsoft.com/office/drawing/2014/main" id="{8C9EDA6B-CF2F-4F13-88D8-19A3F4DF5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6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07" name="Rectangle 59">
              <a:extLst>
                <a:ext uri="{FF2B5EF4-FFF2-40B4-BE49-F238E27FC236}">
                  <a16:creationId xmlns:a16="http://schemas.microsoft.com/office/drawing/2014/main" id="{7319F69C-85F8-423F-B5EE-43E3AF67F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3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08" name="Rectangle 60">
              <a:extLst>
                <a:ext uri="{FF2B5EF4-FFF2-40B4-BE49-F238E27FC236}">
                  <a16:creationId xmlns:a16="http://schemas.microsoft.com/office/drawing/2014/main" id="{3370DFB7-AA6C-4C0B-A699-C0BDFBD91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3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09" name="Rectangle 61">
              <a:extLst>
                <a:ext uri="{FF2B5EF4-FFF2-40B4-BE49-F238E27FC236}">
                  <a16:creationId xmlns:a16="http://schemas.microsoft.com/office/drawing/2014/main" id="{99952A40-C9B7-4E81-9815-05DB0044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36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0" name="Rectangle 62">
              <a:extLst>
                <a:ext uri="{FF2B5EF4-FFF2-40B4-BE49-F238E27FC236}">
                  <a16:creationId xmlns:a16="http://schemas.microsoft.com/office/drawing/2014/main" id="{929192B9-0C86-4E57-87EE-650A374B8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3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11" name="Rectangle 63">
              <a:extLst>
                <a:ext uri="{FF2B5EF4-FFF2-40B4-BE49-F238E27FC236}">
                  <a16:creationId xmlns:a16="http://schemas.microsoft.com/office/drawing/2014/main" id="{514D36D8-8BCD-4DDA-A70A-A540ACFCE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3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2" name="Rectangle 64">
              <a:extLst>
                <a:ext uri="{FF2B5EF4-FFF2-40B4-BE49-F238E27FC236}">
                  <a16:creationId xmlns:a16="http://schemas.microsoft.com/office/drawing/2014/main" id="{C2E2B609-D82D-46B8-B275-F1818EE01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1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13" name="Rectangle 65">
              <a:extLst>
                <a:ext uri="{FF2B5EF4-FFF2-40B4-BE49-F238E27FC236}">
                  <a16:creationId xmlns:a16="http://schemas.microsoft.com/office/drawing/2014/main" id="{8A1D74DE-BC46-4125-AB78-2368BBC4F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1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14" name="Rectangle 66">
              <a:extLst>
                <a:ext uri="{FF2B5EF4-FFF2-40B4-BE49-F238E27FC236}">
                  <a16:creationId xmlns:a16="http://schemas.microsoft.com/office/drawing/2014/main" id="{A79E8003-4CAD-4129-AA84-DEFF182E1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12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15" name="Rectangle 67">
              <a:extLst>
                <a:ext uri="{FF2B5EF4-FFF2-40B4-BE49-F238E27FC236}">
                  <a16:creationId xmlns:a16="http://schemas.microsoft.com/office/drawing/2014/main" id="{201B118D-F48E-4FBE-87A8-75B57B31C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1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6" name="Rectangle 68">
              <a:extLst>
                <a:ext uri="{FF2B5EF4-FFF2-40B4-BE49-F238E27FC236}">
                  <a16:creationId xmlns:a16="http://schemas.microsoft.com/office/drawing/2014/main" id="{C4513E4F-79C9-4ED5-AEC1-AD5D8C98C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12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7" name="Rectangle 69">
              <a:extLst>
                <a:ext uri="{FF2B5EF4-FFF2-40B4-BE49-F238E27FC236}">
                  <a16:creationId xmlns:a16="http://schemas.microsoft.com/office/drawing/2014/main" id="{1B4109F7-CF9A-49F9-A63C-45F30F118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8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8" name="Rectangle 70">
              <a:extLst>
                <a:ext uri="{FF2B5EF4-FFF2-40B4-BE49-F238E27FC236}">
                  <a16:creationId xmlns:a16="http://schemas.microsoft.com/office/drawing/2014/main" id="{5711C592-EFCA-4E57-AE73-CCB15F2B6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8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19" name="Rectangle 71">
              <a:extLst>
                <a:ext uri="{FF2B5EF4-FFF2-40B4-BE49-F238E27FC236}">
                  <a16:creationId xmlns:a16="http://schemas.microsoft.com/office/drawing/2014/main" id="{6113784C-8A00-47AE-86A6-3897281C0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88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20" name="Rectangle 72">
              <a:extLst>
                <a:ext uri="{FF2B5EF4-FFF2-40B4-BE49-F238E27FC236}">
                  <a16:creationId xmlns:a16="http://schemas.microsoft.com/office/drawing/2014/main" id="{9C1D7F0A-950C-4FB9-945D-F5BFE803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8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1" name="Rectangle 73">
              <a:extLst>
                <a:ext uri="{FF2B5EF4-FFF2-40B4-BE49-F238E27FC236}">
                  <a16:creationId xmlns:a16="http://schemas.microsoft.com/office/drawing/2014/main" id="{CD88CCA5-8764-48B0-AFBC-A78EFB1F7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88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2" name="Rectangle 74">
              <a:extLst>
                <a:ext uri="{FF2B5EF4-FFF2-40B4-BE49-F238E27FC236}">
                  <a16:creationId xmlns:a16="http://schemas.microsoft.com/office/drawing/2014/main" id="{E767CE71-8F7B-4953-83A7-8F34A074B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6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23" name="Rectangle 75">
              <a:extLst>
                <a:ext uri="{FF2B5EF4-FFF2-40B4-BE49-F238E27FC236}">
                  <a16:creationId xmlns:a16="http://schemas.microsoft.com/office/drawing/2014/main" id="{87A75236-E6B9-4057-ADEF-462311039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6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724" name="Rectangle 76">
              <a:extLst>
                <a:ext uri="{FF2B5EF4-FFF2-40B4-BE49-F238E27FC236}">
                  <a16:creationId xmlns:a16="http://schemas.microsoft.com/office/drawing/2014/main" id="{6E7CABF1-C1CA-4FE2-9D28-C8B9DC05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64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5" name="Rectangle 77">
              <a:extLst>
                <a:ext uri="{FF2B5EF4-FFF2-40B4-BE49-F238E27FC236}">
                  <a16:creationId xmlns:a16="http://schemas.microsoft.com/office/drawing/2014/main" id="{0047C9DA-485A-4E36-A5C8-F8E214240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6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6" name="Rectangle 78">
              <a:extLst>
                <a:ext uri="{FF2B5EF4-FFF2-40B4-BE49-F238E27FC236}">
                  <a16:creationId xmlns:a16="http://schemas.microsoft.com/office/drawing/2014/main" id="{C25909FB-ED61-4A1B-9109-C0406178D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64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7" name="Rectangle 79">
              <a:extLst>
                <a:ext uri="{FF2B5EF4-FFF2-40B4-BE49-F238E27FC236}">
                  <a16:creationId xmlns:a16="http://schemas.microsoft.com/office/drawing/2014/main" id="{F2C348CE-A8CF-46CC-A2F0-C16CF3412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4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8" name="Rectangle 80">
              <a:extLst>
                <a:ext uri="{FF2B5EF4-FFF2-40B4-BE49-F238E27FC236}">
                  <a16:creationId xmlns:a16="http://schemas.microsoft.com/office/drawing/2014/main" id="{96200DD2-7B34-4F66-A853-8B53066F4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4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29" name="Rectangle 81">
              <a:extLst>
                <a:ext uri="{FF2B5EF4-FFF2-40B4-BE49-F238E27FC236}">
                  <a16:creationId xmlns:a16="http://schemas.microsoft.com/office/drawing/2014/main" id="{E9E995A1-9467-4E19-9ACC-C092059B9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40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30" name="Rectangle 82">
              <a:extLst>
                <a:ext uri="{FF2B5EF4-FFF2-40B4-BE49-F238E27FC236}">
                  <a16:creationId xmlns:a16="http://schemas.microsoft.com/office/drawing/2014/main" id="{69C3D84F-EC1D-499E-A331-4E246AFC5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4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31" name="Rectangle 83">
              <a:extLst>
                <a:ext uri="{FF2B5EF4-FFF2-40B4-BE49-F238E27FC236}">
                  <a16:creationId xmlns:a16="http://schemas.microsoft.com/office/drawing/2014/main" id="{6744C8F9-6AA2-4324-90A0-35E78474E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40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67732" name="Rectangle 84">
              <a:extLst>
                <a:ext uri="{FF2B5EF4-FFF2-40B4-BE49-F238E27FC236}">
                  <a16:creationId xmlns:a16="http://schemas.microsoft.com/office/drawing/2014/main" id="{34CB6AF2-E28F-423E-9ED8-10219CDF5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1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67733" name="Rectangle 85">
              <a:extLst>
                <a:ext uri="{FF2B5EF4-FFF2-40B4-BE49-F238E27FC236}">
                  <a16:creationId xmlns:a16="http://schemas.microsoft.com/office/drawing/2014/main" id="{53E87F16-5010-4446-956F-7E6C668FD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1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67734" name="Rectangle 86">
              <a:extLst>
                <a:ext uri="{FF2B5EF4-FFF2-40B4-BE49-F238E27FC236}">
                  <a16:creationId xmlns:a16="http://schemas.microsoft.com/office/drawing/2014/main" id="{5E76EA44-63E0-4D75-BD42-F748713F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62"/>
              <a:ext cx="300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67735" name="Rectangle 87">
              <a:extLst>
                <a:ext uri="{FF2B5EF4-FFF2-40B4-BE49-F238E27FC236}">
                  <a16:creationId xmlns:a16="http://schemas.microsoft.com/office/drawing/2014/main" id="{75F4691E-30EC-40BD-9E9F-877441E58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" y="1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67736" name="Rectangle 88">
              <a:extLst>
                <a:ext uri="{FF2B5EF4-FFF2-40B4-BE49-F238E27FC236}">
                  <a16:creationId xmlns:a16="http://schemas.microsoft.com/office/drawing/2014/main" id="{728471BA-1B3B-4154-A27D-5D17A29D4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" y="162"/>
              <a:ext cx="301" cy="240"/>
            </a:xfrm>
            <a:prstGeom prst="rect">
              <a:avLst/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67737" name="Line 89">
              <a:extLst>
                <a:ext uri="{FF2B5EF4-FFF2-40B4-BE49-F238E27FC236}">
                  <a16:creationId xmlns:a16="http://schemas.microsoft.com/office/drawing/2014/main" id="{3AF600C4-3CF7-4CD9-A819-30B6EE73D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40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38" name="Line 90">
              <a:extLst>
                <a:ext uri="{FF2B5EF4-FFF2-40B4-BE49-F238E27FC236}">
                  <a16:creationId xmlns:a16="http://schemas.microsoft.com/office/drawing/2014/main" id="{2EF6F87C-8306-4DE2-94AE-D8CE17B28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64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39" name="Line 91">
              <a:extLst>
                <a:ext uri="{FF2B5EF4-FFF2-40B4-BE49-F238E27FC236}">
                  <a16:creationId xmlns:a16="http://schemas.microsoft.com/office/drawing/2014/main" id="{398E30E8-D7DB-4944-B58D-9DA15FE7F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88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0" name="Line 92">
              <a:extLst>
                <a:ext uri="{FF2B5EF4-FFF2-40B4-BE49-F238E27FC236}">
                  <a16:creationId xmlns:a16="http://schemas.microsoft.com/office/drawing/2014/main" id="{D3A70079-DCD6-4304-92B6-BDA9AB512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12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1" name="Line 93">
              <a:extLst>
                <a:ext uri="{FF2B5EF4-FFF2-40B4-BE49-F238E27FC236}">
                  <a16:creationId xmlns:a16="http://schemas.microsoft.com/office/drawing/2014/main" id="{1850C067-D784-4AC4-BA2A-D1B61187B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36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2" name="Line 94">
              <a:extLst>
                <a:ext uri="{FF2B5EF4-FFF2-40B4-BE49-F238E27FC236}">
                  <a16:creationId xmlns:a16="http://schemas.microsoft.com/office/drawing/2014/main" id="{CC7DBA1D-185F-4CA4-B83A-04018C831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60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3" name="Line 95">
              <a:extLst>
                <a:ext uri="{FF2B5EF4-FFF2-40B4-BE49-F238E27FC236}">
                  <a16:creationId xmlns:a16="http://schemas.microsoft.com/office/drawing/2014/main" id="{FAD3EB5C-3E4A-4B1B-8ACB-FDEC95144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84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4" name="Line 96">
              <a:extLst>
                <a:ext uri="{FF2B5EF4-FFF2-40B4-BE49-F238E27FC236}">
                  <a16:creationId xmlns:a16="http://schemas.microsoft.com/office/drawing/2014/main" id="{9298A806-CF1C-4A3B-A8A3-31E7056E3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08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5" name="Line 97">
              <a:extLst>
                <a:ext uri="{FF2B5EF4-FFF2-40B4-BE49-F238E27FC236}">
                  <a16:creationId xmlns:a16="http://schemas.microsoft.com/office/drawing/2014/main" id="{07235234-2092-4ED6-8DB6-278B3B8BA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32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6" name="Line 98">
              <a:extLst>
                <a:ext uri="{FF2B5EF4-FFF2-40B4-BE49-F238E27FC236}">
                  <a16:creationId xmlns:a16="http://schemas.microsoft.com/office/drawing/2014/main" id="{A122081B-97D3-4B0D-BE0C-557A771AB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56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7" name="Line 99">
              <a:extLst>
                <a:ext uri="{FF2B5EF4-FFF2-40B4-BE49-F238E27FC236}">
                  <a16:creationId xmlns:a16="http://schemas.microsoft.com/office/drawing/2014/main" id="{F94144F7-15BF-4EDB-B057-0AE930019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280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8" name="Line 100">
              <a:extLst>
                <a:ext uri="{FF2B5EF4-FFF2-40B4-BE49-F238E27FC236}">
                  <a16:creationId xmlns:a16="http://schemas.microsoft.com/office/drawing/2014/main" id="{3BA947E7-D9C5-40B7-8285-78A19D014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304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49" name="Line 101">
              <a:extLst>
                <a:ext uri="{FF2B5EF4-FFF2-40B4-BE49-F238E27FC236}">
                  <a16:creationId xmlns:a16="http://schemas.microsoft.com/office/drawing/2014/main" id="{310E6A65-4EB1-4AE1-90DC-52A42A380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328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0" name="Line 102">
              <a:extLst>
                <a:ext uri="{FF2B5EF4-FFF2-40B4-BE49-F238E27FC236}">
                  <a16:creationId xmlns:a16="http://schemas.microsoft.com/office/drawing/2014/main" id="{DDE1C975-78C3-45D4-B14E-C2C98F4BE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352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1" name="Line 103">
              <a:extLst>
                <a:ext uri="{FF2B5EF4-FFF2-40B4-BE49-F238E27FC236}">
                  <a16:creationId xmlns:a16="http://schemas.microsoft.com/office/drawing/2014/main" id="{4A62D538-652E-49FD-A2DE-1C58D31D5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376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2" name="Line 104">
              <a:extLst>
                <a:ext uri="{FF2B5EF4-FFF2-40B4-BE49-F238E27FC236}">
                  <a16:creationId xmlns:a16="http://schemas.microsoft.com/office/drawing/2014/main" id="{4786D5C6-8FD8-4514-B9A8-9C664AF9C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4002"/>
              <a:ext cx="1504" cy="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3" name="Line 105">
              <a:extLst>
                <a:ext uri="{FF2B5EF4-FFF2-40B4-BE49-F238E27FC236}">
                  <a16:creationId xmlns:a16="http://schemas.microsoft.com/office/drawing/2014/main" id="{7E0D0764-D39B-43B4-86A1-B9D36E9A5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0" y="162"/>
              <a:ext cx="0" cy="408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4" name="Line 106">
              <a:extLst>
                <a:ext uri="{FF2B5EF4-FFF2-40B4-BE49-F238E27FC236}">
                  <a16:creationId xmlns:a16="http://schemas.microsoft.com/office/drawing/2014/main" id="{B7935FAD-8D06-46DA-873C-E2D69DABD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1" y="162"/>
              <a:ext cx="0" cy="408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5" name="Line 107">
              <a:extLst>
                <a:ext uri="{FF2B5EF4-FFF2-40B4-BE49-F238E27FC236}">
                  <a16:creationId xmlns:a16="http://schemas.microsoft.com/office/drawing/2014/main" id="{42EECAF8-1C52-43FD-8528-D5FFC1B2E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" y="162"/>
              <a:ext cx="0" cy="408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6" name="Line 108">
              <a:extLst>
                <a:ext uri="{FF2B5EF4-FFF2-40B4-BE49-F238E27FC236}">
                  <a16:creationId xmlns:a16="http://schemas.microsoft.com/office/drawing/2014/main" id="{555AF685-2E3A-4552-8017-E47092CC6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2" y="162"/>
              <a:ext cx="0" cy="4080"/>
            </a:xfrm>
            <a:prstGeom prst="line">
              <a:avLst/>
            </a:prstGeom>
            <a:noFill/>
            <a:ln w="190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7" name="Line 109">
              <a:extLst>
                <a:ext uri="{FF2B5EF4-FFF2-40B4-BE49-F238E27FC236}">
                  <a16:creationId xmlns:a16="http://schemas.microsoft.com/office/drawing/2014/main" id="{9ABC262D-7AAF-491C-9BF7-19FF870FF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62"/>
              <a:ext cx="1504" cy="0"/>
            </a:xfrm>
            <a:prstGeom prst="line">
              <a:avLst/>
            </a:prstGeom>
            <a:noFill/>
            <a:ln w="38100" cap="sq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8" name="Line 110">
              <a:extLst>
                <a:ext uri="{FF2B5EF4-FFF2-40B4-BE49-F238E27FC236}">
                  <a16:creationId xmlns:a16="http://schemas.microsoft.com/office/drawing/2014/main" id="{E059D2C1-BEF4-4547-9F40-11F0F3448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162"/>
              <a:ext cx="0" cy="4080"/>
            </a:xfrm>
            <a:prstGeom prst="line">
              <a:avLst/>
            </a:prstGeom>
            <a:noFill/>
            <a:ln w="38100" cap="sq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59" name="Line 111">
              <a:extLst>
                <a:ext uri="{FF2B5EF4-FFF2-40B4-BE49-F238E27FC236}">
                  <a16:creationId xmlns:a16="http://schemas.microsoft.com/office/drawing/2014/main" id="{3330A66B-7AB7-4690-8EF2-60E7F2F69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3" y="162"/>
              <a:ext cx="0" cy="4080"/>
            </a:xfrm>
            <a:prstGeom prst="line">
              <a:avLst/>
            </a:prstGeom>
            <a:noFill/>
            <a:ln w="38100" cap="sq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60" name="Line 112">
              <a:extLst>
                <a:ext uri="{FF2B5EF4-FFF2-40B4-BE49-F238E27FC236}">
                  <a16:creationId xmlns:a16="http://schemas.microsoft.com/office/drawing/2014/main" id="{77FA36AD-0477-475E-9146-921AEAC94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" y="4242"/>
              <a:ext cx="1504" cy="0"/>
            </a:xfrm>
            <a:prstGeom prst="line">
              <a:avLst/>
            </a:prstGeom>
            <a:noFill/>
            <a:ln w="38100" cap="sq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100" tIns="38100" rIns="38100" bIns="381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761" name="Text Box 113">
              <a:extLst>
                <a:ext uri="{FF2B5EF4-FFF2-40B4-BE49-F238E27FC236}">
                  <a16:creationId xmlns:a16="http://schemas.microsoft.com/office/drawing/2014/main" id="{AB2FEFA8-CB9B-49B7-BD29-316BE0422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2804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1     0      1      0                                   </a:t>
              </a:r>
            </a:p>
          </p:txBody>
        </p:sp>
        <p:sp>
          <p:nvSpPr>
            <p:cNvPr id="67762" name="Text Box 114">
              <a:extLst>
                <a:ext uri="{FF2B5EF4-FFF2-40B4-BE49-F238E27FC236}">
                  <a16:creationId xmlns:a16="http://schemas.microsoft.com/office/drawing/2014/main" id="{32CCCEFF-4933-4BF4-8180-9E01EE03D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3044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1     0      1      1                                  </a:t>
              </a:r>
            </a:p>
          </p:txBody>
        </p:sp>
        <p:sp>
          <p:nvSpPr>
            <p:cNvPr id="67763" name="Text Box 115">
              <a:extLst>
                <a:ext uri="{FF2B5EF4-FFF2-40B4-BE49-F238E27FC236}">
                  <a16:creationId xmlns:a16="http://schemas.microsoft.com/office/drawing/2014/main" id="{31B4D1D2-BE0A-49EA-BBDF-F1455FF7E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3294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1     1      0      0                                  </a:t>
              </a:r>
            </a:p>
          </p:txBody>
        </p:sp>
        <p:sp>
          <p:nvSpPr>
            <p:cNvPr id="67764" name="Text Box 116">
              <a:extLst>
                <a:ext uri="{FF2B5EF4-FFF2-40B4-BE49-F238E27FC236}">
                  <a16:creationId xmlns:a16="http://schemas.microsoft.com/office/drawing/2014/main" id="{6024BCC2-2739-4D19-93BC-98D59CF31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3533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1     1      0      1                                  </a:t>
              </a:r>
            </a:p>
          </p:txBody>
        </p:sp>
        <p:sp>
          <p:nvSpPr>
            <p:cNvPr id="67765" name="Text Box 117">
              <a:extLst>
                <a:ext uri="{FF2B5EF4-FFF2-40B4-BE49-F238E27FC236}">
                  <a16:creationId xmlns:a16="http://schemas.microsoft.com/office/drawing/2014/main" id="{C186C0C2-201A-4569-9840-2979D6D1D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3761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1     1      1      0                                  </a:t>
              </a:r>
            </a:p>
          </p:txBody>
        </p:sp>
        <p:sp>
          <p:nvSpPr>
            <p:cNvPr id="67766" name="Text Box 118">
              <a:extLst>
                <a:ext uri="{FF2B5EF4-FFF2-40B4-BE49-F238E27FC236}">
                  <a16:creationId xmlns:a16="http://schemas.microsoft.com/office/drawing/2014/main" id="{A318B21A-6283-49B6-AF78-43C840482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4012"/>
              <a:ext cx="11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1     1      1      1                                  </a:t>
              </a:r>
            </a:p>
          </p:txBody>
        </p:sp>
        <p:sp>
          <p:nvSpPr>
            <p:cNvPr id="67767" name="Text Box 119">
              <a:extLst>
                <a:ext uri="{FF2B5EF4-FFF2-40B4-BE49-F238E27FC236}">
                  <a16:creationId xmlns:a16="http://schemas.microsoft.com/office/drawing/2014/main" id="{548B8D20-B7BA-428E-889C-9A9F913CD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" y="2770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768" name="Text Box 120">
              <a:extLst>
                <a:ext uri="{FF2B5EF4-FFF2-40B4-BE49-F238E27FC236}">
                  <a16:creationId xmlns:a16="http://schemas.microsoft.com/office/drawing/2014/main" id="{25038CCB-70EE-4C74-AB41-1FB3E0C6F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999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769" name="Text Box 121">
              <a:extLst>
                <a:ext uri="{FF2B5EF4-FFF2-40B4-BE49-F238E27FC236}">
                  <a16:creationId xmlns:a16="http://schemas.microsoft.com/office/drawing/2014/main" id="{4764EA09-CF35-4DF2-80AB-67A9AD569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3271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770" name="Text Box 122">
              <a:extLst>
                <a:ext uri="{FF2B5EF4-FFF2-40B4-BE49-F238E27FC236}">
                  <a16:creationId xmlns:a16="http://schemas.microsoft.com/office/drawing/2014/main" id="{6959F3A5-DC79-4F09-BAD6-25685E3E9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" y="3499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771" name="Text Box 123">
              <a:extLst>
                <a:ext uri="{FF2B5EF4-FFF2-40B4-BE49-F238E27FC236}">
                  <a16:creationId xmlns:a16="http://schemas.microsoft.com/office/drawing/2014/main" id="{4250A985-539D-4E02-A615-110BC6E31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" y="3749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772" name="Text Box 124">
              <a:extLst>
                <a:ext uri="{FF2B5EF4-FFF2-40B4-BE49-F238E27FC236}">
                  <a16:creationId xmlns:a16="http://schemas.microsoft.com/office/drawing/2014/main" id="{7C9A3993-EE3A-4ED6-928A-279523B3E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" y="3977"/>
              <a:ext cx="34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</p:grpSp>
      <p:grpSp>
        <p:nvGrpSpPr>
          <p:cNvPr id="85117" name="Group 125">
            <a:extLst>
              <a:ext uri="{FF2B5EF4-FFF2-40B4-BE49-F238E27FC236}">
                <a16:creationId xmlns:a16="http://schemas.microsoft.com/office/drawing/2014/main" id="{CD6DD549-E3D8-4604-B288-12460DDE3476}"/>
              </a:ext>
            </a:extLst>
          </p:cNvPr>
          <p:cNvGrpSpPr>
            <a:grpSpLocks/>
          </p:cNvGrpSpPr>
          <p:nvPr/>
        </p:nvGrpSpPr>
        <p:grpSpPr bwMode="auto">
          <a:xfrm>
            <a:off x="854075" y="842963"/>
            <a:ext cx="3660775" cy="3470275"/>
            <a:chOff x="734" y="694"/>
            <a:chExt cx="2306" cy="2186"/>
          </a:xfrm>
        </p:grpSpPr>
        <p:grpSp>
          <p:nvGrpSpPr>
            <p:cNvPr id="67605" name="Group 126">
              <a:extLst>
                <a:ext uri="{FF2B5EF4-FFF2-40B4-BE49-F238E27FC236}">
                  <a16:creationId xmlns:a16="http://schemas.microsoft.com/office/drawing/2014/main" id="{411E5F06-E99C-4F76-B9F9-E25E44D18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" y="694"/>
              <a:ext cx="2306" cy="2186"/>
              <a:chOff x="366" y="1055"/>
              <a:chExt cx="2306" cy="2186"/>
            </a:xfrm>
          </p:grpSpPr>
          <p:grpSp>
            <p:nvGrpSpPr>
              <p:cNvPr id="67611" name="Group 127">
                <a:extLst>
                  <a:ext uri="{FF2B5EF4-FFF2-40B4-BE49-F238E27FC236}">
                    <a16:creationId xmlns:a16="http://schemas.microsoft.com/office/drawing/2014/main" id="{DFF2915F-E804-4EEA-8E7A-3E44A1B655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67626" name="Rectangle 128">
                  <a:extLst>
                    <a:ext uri="{FF2B5EF4-FFF2-40B4-BE49-F238E27FC236}">
                      <a16:creationId xmlns:a16="http://schemas.microsoft.com/office/drawing/2014/main" id="{BB8143E9-88E5-44FC-901D-E4C43F4E8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27" name="Rectangle 129">
                  <a:extLst>
                    <a:ext uri="{FF2B5EF4-FFF2-40B4-BE49-F238E27FC236}">
                      <a16:creationId xmlns:a16="http://schemas.microsoft.com/office/drawing/2014/main" id="{16FF0AF0-E317-425F-89CA-404BE2722B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28" name="Rectangle 130">
                  <a:extLst>
                    <a:ext uri="{FF2B5EF4-FFF2-40B4-BE49-F238E27FC236}">
                      <a16:creationId xmlns:a16="http://schemas.microsoft.com/office/drawing/2014/main" id="{F16A4D56-EB89-4788-BA10-23993C7E7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29" name="Rectangle 131">
                  <a:extLst>
                    <a:ext uri="{FF2B5EF4-FFF2-40B4-BE49-F238E27FC236}">
                      <a16:creationId xmlns:a16="http://schemas.microsoft.com/office/drawing/2014/main" id="{4346C8A0-F5F3-4C30-B972-649FCE87E6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0" name="Rectangle 132">
                  <a:extLst>
                    <a:ext uri="{FF2B5EF4-FFF2-40B4-BE49-F238E27FC236}">
                      <a16:creationId xmlns:a16="http://schemas.microsoft.com/office/drawing/2014/main" id="{4C760350-17E5-47E7-8990-A5EE76985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1" name="Rectangle 133">
                  <a:extLst>
                    <a:ext uri="{FF2B5EF4-FFF2-40B4-BE49-F238E27FC236}">
                      <a16:creationId xmlns:a16="http://schemas.microsoft.com/office/drawing/2014/main" id="{A5F1675C-EAC9-4030-ABFD-A18311855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2" name="Rectangle 134">
                  <a:extLst>
                    <a:ext uri="{FF2B5EF4-FFF2-40B4-BE49-F238E27FC236}">
                      <a16:creationId xmlns:a16="http://schemas.microsoft.com/office/drawing/2014/main" id="{5E5B5DDE-A38A-42EB-A18B-B421D4F91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3" name="Rectangle 135">
                  <a:extLst>
                    <a:ext uri="{FF2B5EF4-FFF2-40B4-BE49-F238E27FC236}">
                      <a16:creationId xmlns:a16="http://schemas.microsoft.com/office/drawing/2014/main" id="{7CEC898F-40E0-49A7-AE08-6E62C9B775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4" name="Rectangle 136">
                  <a:extLst>
                    <a:ext uri="{FF2B5EF4-FFF2-40B4-BE49-F238E27FC236}">
                      <a16:creationId xmlns:a16="http://schemas.microsoft.com/office/drawing/2014/main" id="{FB6725E2-6BF8-45BE-BA21-3AE4A91CA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5" name="Rectangle 137">
                  <a:extLst>
                    <a:ext uri="{FF2B5EF4-FFF2-40B4-BE49-F238E27FC236}">
                      <a16:creationId xmlns:a16="http://schemas.microsoft.com/office/drawing/2014/main" id="{45136066-493F-4D20-AD9B-5E03DEFE7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6" name="Rectangle 138">
                  <a:extLst>
                    <a:ext uri="{FF2B5EF4-FFF2-40B4-BE49-F238E27FC236}">
                      <a16:creationId xmlns:a16="http://schemas.microsoft.com/office/drawing/2014/main" id="{B9571EC8-38A6-4C7A-B5F4-788D20F675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7" name="Rectangle 139">
                  <a:extLst>
                    <a:ext uri="{FF2B5EF4-FFF2-40B4-BE49-F238E27FC236}">
                      <a16:creationId xmlns:a16="http://schemas.microsoft.com/office/drawing/2014/main" id="{1B0E9136-3A6C-4EB0-A0C1-DC543575CB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8" name="Rectangle 140">
                  <a:extLst>
                    <a:ext uri="{FF2B5EF4-FFF2-40B4-BE49-F238E27FC236}">
                      <a16:creationId xmlns:a16="http://schemas.microsoft.com/office/drawing/2014/main" id="{968BE352-4562-48C2-94D5-31AB0E9D3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39" name="Rectangle 141">
                  <a:extLst>
                    <a:ext uri="{FF2B5EF4-FFF2-40B4-BE49-F238E27FC236}">
                      <a16:creationId xmlns:a16="http://schemas.microsoft.com/office/drawing/2014/main" id="{36BA9654-410D-48C3-AA33-5D480C609A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0" name="Rectangle 142">
                  <a:extLst>
                    <a:ext uri="{FF2B5EF4-FFF2-40B4-BE49-F238E27FC236}">
                      <a16:creationId xmlns:a16="http://schemas.microsoft.com/office/drawing/2014/main" id="{3EC4775E-95A1-4B35-A316-6187E12CE5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1" name="Rectangle 143">
                  <a:extLst>
                    <a:ext uri="{FF2B5EF4-FFF2-40B4-BE49-F238E27FC236}">
                      <a16:creationId xmlns:a16="http://schemas.microsoft.com/office/drawing/2014/main" id="{5C53857F-4418-4BB5-A4FF-F8B2E2CF5B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2" name="Line 144">
                  <a:extLst>
                    <a:ext uri="{FF2B5EF4-FFF2-40B4-BE49-F238E27FC236}">
                      <a16:creationId xmlns:a16="http://schemas.microsoft.com/office/drawing/2014/main" id="{8DB70F1E-2ADB-46B7-BA39-E46484FEE4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3" name="Line 145">
                  <a:extLst>
                    <a:ext uri="{FF2B5EF4-FFF2-40B4-BE49-F238E27FC236}">
                      <a16:creationId xmlns:a16="http://schemas.microsoft.com/office/drawing/2014/main" id="{933FEBB8-B61D-491B-8B7D-B280A8E45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4" name="Line 146">
                  <a:extLst>
                    <a:ext uri="{FF2B5EF4-FFF2-40B4-BE49-F238E27FC236}">
                      <a16:creationId xmlns:a16="http://schemas.microsoft.com/office/drawing/2014/main" id="{B786AD49-CEBC-4868-93DF-1E7D3B9AC1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5" name="Line 147">
                  <a:extLst>
                    <a:ext uri="{FF2B5EF4-FFF2-40B4-BE49-F238E27FC236}">
                      <a16:creationId xmlns:a16="http://schemas.microsoft.com/office/drawing/2014/main" id="{2FC1249D-7E34-4800-9D37-A095D459D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6" name="Line 148">
                  <a:extLst>
                    <a:ext uri="{FF2B5EF4-FFF2-40B4-BE49-F238E27FC236}">
                      <a16:creationId xmlns:a16="http://schemas.microsoft.com/office/drawing/2014/main" id="{8BF2EFFF-FF9D-41B6-A4E2-67768DD97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7" name="Line 149">
                  <a:extLst>
                    <a:ext uri="{FF2B5EF4-FFF2-40B4-BE49-F238E27FC236}">
                      <a16:creationId xmlns:a16="http://schemas.microsoft.com/office/drawing/2014/main" id="{5C7C8503-5BAA-4C39-9C8B-4F167948BF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8" name="Line 150">
                  <a:extLst>
                    <a:ext uri="{FF2B5EF4-FFF2-40B4-BE49-F238E27FC236}">
                      <a16:creationId xmlns:a16="http://schemas.microsoft.com/office/drawing/2014/main" id="{A2FC9AC8-FF66-4171-8A2E-EF93CF2755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49" name="Line 151">
                  <a:extLst>
                    <a:ext uri="{FF2B5EF4-FFF2-40B4-BE49-F238E27FC236}">
                      <a16:creationId xmlns:a16="http://schemas.microsoft.com/office/drawing/2014/main" id="{A76D7B1D-3161-49AC-B2B9-4041EA4092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50" name="Line 152">
                  <a:extLst>
                    <a:ext uri="{FF2B5EF4-FFF2-40B4-BE49-F238E27FC236}">
                      <a16:creationId xmlns:a16="http://schemas.microsoft.com/office/drawing/2014/main" id="{569BB72A-408C-486E-87DE-51D7ED7D0C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51" name="Line 153">
                  <a:extLst>
                    <a:ext uri="{FF2B5EF4-FFF2-40B4-BE49-F238E27FC236}">
                      <a16:creationId xmlns:a16="http://schemas.microsoft.com/office/drawing/2014/main" id="{D0A4D4F4-32F7-42A3-A419-0D50A6E72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7612" name="Line 154">
                <a:extLst>
                  <a:ext uri="{FF2B5EF4-FFF2-40B4-BE49-F238E27FC236}">
                    <a16:creationId xmlns:a16="http://schemas.microsoft.com/office/drawing/2014/main" id="{877E33D9-035C-4DFD-B8C8-39AF0DC57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67613" name="Group 155">
                <a:extLst>
                  <a:ext uri="{FF2B5EF4-FFF2-40B4-BE49-F238E27FC236}">
                    <a16:creationId xmlns:a16="http://schemas.microsoft.com/office/drawing/2014/main" id="{89BF5F44-8305-420C-8DC2-59D28323E5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67622" name="Text Box 156">
                  <a:extLst>
                    <a:ext uri="{FF2B5EF4-FFF2-40B4-BE49-F238E27FC236}">
                      <a16:creationId xmlns:a16="http://schemas.microsoft.com/office/drawing/2014/main" id="{04D029D8-FBC7-4AFF-912C-86BCE7F7B8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67623" name="Text Box 157">
                  <a:extLst>
                    <a:ext uri="{FF2B5EF4-FFF2-40B4-BE49-F238E27FC236}">
                      <a16:creationId xmlns:a16="http://schemas.microsoft.com/office/drawing/2014/main" id="{E01D75DD-F9C5-4755-8EB1-E935143880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67624" name="Text Box 158">
                  <a:extLst>
                    <a:ext uri="{FF2B5EF4-FFF2-40B4-BE49-F238E27FC236}">
                      <a16:creationId xmlns:a16="http://schemas.microsoft.com/office/drawing/2014/main" id="{7D0C8F7F-C5E3-4D6F-BE3D-0688EB427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67625" name="Text Box 159">
                  <a:extLst>
                    <a:ext uri="{FF2B5EF4-FFF2-40B4-BE49-F238E27FC236}">
                      <a16:creationId xmlns:a16="http://schemas.microsoft.com/office/drawing/2014/main" id="{4480BFFF-9EF4-4E0D-94F3-939AEEBE6E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sp>
            <p:nvSpPr>
              <p:cNvPr id="67614" name="Text Box 160">
                <a:extLst>
                  <a:ext uri="{FF2B5EF4-FFF2-40B4-BE49-F238E27FC236}">
                    <a16:creationId xmlns:a16="http://schemas.microsoft.com/office/drawing/2014/main" id="{FFB60836-1151-41BA-8D38-05BE8FDA7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7615" name="Text Box 161">
                <a:extLst>
                  <a:ext uri="{FF2B5EF4-FFF2-40B4-BE49-F238E27FC236}">
                    <a16:creationId xmlns:a16="http://schemas.microsoft.com/office/drawing/2014/main" id="{5F6DFBC0-DED7-44B7-BA85-258BDD8CF0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7616" name="Text Box 162">
                <a:extLst>
                  <a:ext uri="{FF2B5EF4-FFF2-40B4-BE49-F238E27FC236}">
                    <a16:creationId xmlns:a16="http://schemas.microsoft.com/office/drawing/2014/main" id="{926D158D-59F0-4194-96EB-85FA7F095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7617" name="Text Box 163">
                <a:extLst>
                  <a:ext uri="{FF2B5EF4-FFF2-40B4-BE49-F238E27FC236}">
                    <a16:creationId xmlns:a16="http://schemas.microsoft.com/office/drawing/2014/main" id="{39497366-27A5-4E3F-A58C-BAE4B51E2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67618" name="Text Box 164">
                <a:extLst>
                  <a:ext uri="{FF2B5EF4-FFF2-40B4-BE49-F238E27FC236}">
                    <a16:creationId xmlns:a16="http://schemas.microsoft.com/office/drawing/2014/main" id="{3D84ABA5-821D-4F04-9438-5C31F7A82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7619" name="Text Box 165">
                <a:extLst>
                  <a:ext uri="{FF2B5EF4-FFF2-40B4-BE49-F238E27FC236}">
                    <a16:creationId xmlns:a16="http://schemas.microsoft.com/office/drawing/2014/main" id="{DF6E92FE-643E-47EE-9A7A-68F73E037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7620" name="Text Box 166">
                <a:extLst>
                  <a:ext uri="{FF2B5EF4-FFF2-40B4-BE49-F238E27FC236}">
                    <a16:creationId xmlns:a16="http://schemas.microsoft.com/office/drawing/2014/main" id="{BA4DD9E6-AFF7-4F1D-81C4-1A03D47B3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7621" name="Text Box 167">
                <a:extLst>
                  <a:ext uri="{FF2B5EF4-FFF2-40B4-BE49-F238E27FC236}">
                    <a16:creationId xmlns:a16="http://schemas.microsoft.com/office/drawing/2014/main" id="{28D82107-673F-4FE0-ADA8-D2B880A0E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67606" name="Text Box 168">
              <a:extLst>
                <a:ext uri="{FF2B5EF4-FFF2-40B4-BE49-F238E27FC236}">
                  <a16:creationId xmlns:a16="http://schemas.microsoft.com/office/drawing/2014/main" id="{EBFBA827-8FA1-4148-ACDB-EE1ECBF28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" y="1227"/>
              <a:ext cx="37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07" name="Text Box 169">
              <a:extLst>
                <a:ext uri="{FF2B5EF4-FFF2-40B4-BE49-F238E27FC236}">
                  <a16:creationId xmlns:a16="http://schemas.microsoft.com/office/drawing/2014/main" id="{7A79D441-4297-4755-892B-B87679E4C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" y="1238"/>
              <a:ext cx="37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08" name="Text Box 170">
              <a:extLst>
                <a:ext uri="{FF2B5EF4-FFF2-40B4-BE49-F238E27FC236}">
                  <a16:creationId xmlns:a16="http://schemas.microsoft.com/office/drawing/2014/main" id="{A9676902-8ED0-4082-8BBB-560E5E24D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1684"/>
              <a:ext cx="37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7609" name="Text Box 171">
              <a:extLst>
                <a:ext uri="{FF2B5EF4-FFF2-40B4-BE49-F238E27FC236}">
                  <a16:creationId xmlns:a16="http://schemas.microsoft.com/office/drawing/2014/main" id="{65CEE972-9FF9-417A-8CBC-8BCAD45AA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2510"/>
              <a:ext cx="37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7610" name="Text Box 172">
              <a:extLst>
                <a:ext uri="{FF2B5EF4-FFF2-40B4-BE49-F238E27FC236}">
                  <a16:creationId xmlns:a16="http://schemas.microsoft.com/office/drawing/2014/main" id="{8AEBC6E0-9E28-4871-B68B-153A704CF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" y="1684"/>
              <a:ext cx="37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85165" name="Group 173">
            <a:extLst>
              <a:ext uri="{FF2B5EF4-FFF2-40B4-BE49-F238E27FC236}">
                <a16:creationId xmlns:a16="http://schemas.microsoft.com/office/drawing/2014/main" id="{835D8C99-3799-4FDD-85C0-DF822C4F3934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3019425"/>
            <a:ext cx="2813050" cy="1208088"/>
            <a:chOff x="1065" y="1902"/>
            <a:chExt cx="1772" cy="761"/>
          </a:xfrm>
        </p:grpSpPr>
        <p:sp>
          <p:nvSpPr>
            <p:cNvPr id="67599" name="Text Box 174">
              <a:extLst>
                <a:ext uri="{FF2B5EF4-FFF2-40B4-BE49-F238E27FC236}">
                  <a16:creationId xmlns:a16="http://schemas.microsoft.com/office/drawing/2014/main" id="{9ADFA0A4-D500-46CA-B226-9D024B2AB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9" y="2326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600" name="Text Box 175">
              <a:extLst>
                <a:ext uri="{FF2B5EF4-FFF2-40B4-BE49-F238E27FC236}">
                  <a16:creationId xmlns:a16="http://schemas.microsoft.com/office/drawing/2014/main" id="{2A1B75AD-CA5F-4D9C-9BBA-8E6812473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8" y="2336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601" name="Text Box 176">
              <a:extLst>
                <a:ext uri="{FF2B5EF4-FFF2-40B4-BE49-F238E27FC236}">
                  <a16:creationId xmlns:a16="http://schemas.microsoft.com/office/drawing/2014/main" id="{3AC2586C-6D43-45D0-B40C-EEE615CDB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" y="1913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602" name="Text Box 177">
              <a:extLst>
                <a:ext uri="{FF2B5EF4-FFF2-40B4-BE49-F238E27FC236}">
                  <a16:creationId xmlns:a16="http://schemas.microsoft.com/office/drawing/2014/main" id="{52E72544-3791-4A91-9C68-D7DBC794E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8" y="1913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603" name="Text Box 178">
              <a:extLst>
                <a:ext uri="{FF2B5EF4-FFF2-40B4-BE49-F238E27FC236}">
                  <a16:creationId xmlns:a16="http://schemas.microsoft.com/office/drawing/2014/main" id="{3022E546-FEF8-4CD1-850C-6B2F57624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3" y="1913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  <p:sp>
          <p:nvSpPr>
            <p:cNvPr id="67604" name="Text Box 179">
              <a:extLst>
                <a:ext uri="{FF2B5EF4-FFF2-40B4-BE49-F238E27FC236}">
                  <a16:creationId xmlns:a16="http://schemas.microsoft.com/office/drawing/2014/main" id="{18B25BA6-4C06-4CF7-852C-39A1D8F8B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" y="1902"/>
              <a:ext cx="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</a:t>
              </a:r>
            </a:p>
          </p:txBody>
        </p:sp>
      </p:grpSp>
      <p:sp>
        <p:nvSpPr>
          <p:cNvPr id="85172" name="AutoShape 180">
            <a:extLst>
              <a:ext uri="{FF2B5EF4-FFF2-40B4-BE49-F238E27FC236}">
                <a16:creationId xmlns:a16="http://schemas.microsoft.com/office/drawing/2014/main" id="{7B45C8EC-F127-481B-A9AF-4FE40CFF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1743075"/>
            <a:ext cx="1157288" cy="244951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173" name="Text Box 181">
            <a:extLst>
              <a:ext uri="{FF2B5EF4-FFF2-40B4-BE49-F238E27FC236}">
                <a16:creationId xmlns:a16="http://schemas.microsoft.com/office/drawing/2014/main" id="{1D1CEC36-F67E-49CC-A3DF-1C2AB6C81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4503738"/>
            <a:ext cx="982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F=D</a:t>
            </a:r>
          </a:p>
        </p:txBody>
      </p:sp>
      <p:sp>
        <p:nvSpPr>
          <p:cNvPr id="85174" name="Text Box 182">
            <a:extLst>
              <a:ext uri="{FF2B5EF4-FFF2-40B4-BE49-F238E27FC236}">
                <a16:creationId xmlns:a16="http://schemas.microsoft.com/office/drawing/2014/main" id="{C45B9C34-20AB-473E-990B-3970978C7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4984750"/>
            <a:ext cx="4227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(10,11,12,13,14,15)=0</a:t>
            </a:r>
          </a:p>
        </p:txBody>
      </p:sp>
      <p:sp>
        <p:nvSpPr>
          <p:cNvPr id="85175" name="AutoShape 183">
            <a:extLst>
              <a:ext uri="{FF2B5EF4-FFF2-40B4-BE49-F238E27FC236}">
                <a16:creationId xmlns:a16="http://schemas.microsoft.com/office/drawing/2014/main" id="{04FC6F9B-BCC5-49F5-B506-D9B22E23B0CB}"/>
              </a:ext>
            </a:extLst>
          </p:cNvPr>
          <p:cNvSpPr>
            <a:spLocks/>
          </p:cNvSpPr>
          <p:nvPr/>
        </p:nvSpPr>
        <p:spPr bwMode="auto">
          <a:xfrm>
            <a:off x="862013" y="4519613"/>
            <a:ext cx="327025" cy="1001712"/>
          </a:xfrm>
          <a:prstGeom prst="leftBrace">
            <a:avLst>
              <a:gd name="adj1" fmla="val 25526"/>
              <a:gd name="adj2" fmla="val 5182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5176" name="Group 184">
            <a:extLst>
              <a:ext uri="{FF2B5EF4-FFF2-40B4-BE49-F238E27FC236}">
                <a16:creationId xmlns:a16="http://schemas.microsoft.com/office/drawing/2014/main" id="{B841D57E-2276-400C-92ED-8B7D9E75F77A}"/>
              </a:ext>
            </a:extLst>
          </p:cNvPr>
          <p:cNvGrpSpPr>
            <a:grpSpLocks/>
          </p:cNvGrpSpPr>
          <p:nvPr/>
        </p:nvGrpSpPr>
        <p:grpSpPr bwMode="auto">
          <a:xfrm>
            <a:off x="896938" y="5592763"/>
            <a:ext cx="3090862" cy="1055687"/>
            <a:chOff x="271" y="3556"/>
            <a:chExt cx="1947" cy="665"/>
          </a:xfrm>
        </p:grpSpPr>
        <p:sp>
          <p:nvSpPr>
            <p:cNvPr id="67595" name="Text Box 185">
              <a:extLst>
                <a:ext uri="{FF2B5EF4-FFF2-40B4-BE49-F238E27FC236}">
                  <a16:creationId xmlns:a16="http://schemas.microsoft.com/office/drawing/2014/main" id="{799CE9C9-D345-4377-901F-10A565E2B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3663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或：</a:t>
              </a:r>
            </a:p>
          </p:txBody>
        </p:sp>
        <p:sp>
          <p:nvSpPr>
            <p:cNvPr id="67596" name="AutoShape 186">
              <a:extLst>
                <a:ext uri="{FF2B5EF4-FFF2-40B4-BE49-F238E27FC236}">
                  <a16:creationId xmlns:a16="http://schemas.microsoft.com/office/drawing/2014/main" id="{1B92FE09-38DA-4559-8DE6-3195B1833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" y="3630"/>
              <a:ext cx="227" cy="533"/>
            </a:xfrm>
            <a:prstGeom prst="leftBrace">
              <a:avLst>
                <a:gd name="adj1" fmla="val 19567"/>
                <a:gd name="adj2" fmla="val 51824"/>
              </a:avLst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597" name="Text Box 187">
              <a:extLst>
                <a:ext uri="{FF2B5EF4-FFF2-40B4-BE49-F238E27FC236}">
                  <a16:creationId xmlns:a16="http://schemas.microsoft.com/office/drawing/2014/main" id="{CA2740F1-1CD9-4A81-9951-4201144C0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" y="3556"/>
              <a:ext cx="6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F=D</a:t>
              </a:r>
            </a:p>
          </p:txBody>
        </p:sp>
        <p:sp>
          <p:nvSpPr>
            <p:cNvPr id="67598" name="Text Box 188">
              <a:extLst>
                <a:ext uri="{FF2B5EF4-FFF2-40B4-BE49-F238E27FC236}">
                  <a16:creationId xmlns:a16="http://schemas.microsoft.com/office/drawing/2014/main" id="{0161F6D0-DAFE-45E6-BA03-6C267CB93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" y="3894"/>
              <a:ext cx="12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AB+AC=0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2912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5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5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8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8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autoUpdateAnimBg="0"/>
      <p:bldP spid="85172" grpId="0" animBg="1"/>
      <p:bldP spid="85173" grpId="0" autoUpdateAnimBg="0"/>
      <p:bldP spid="85174" grpId="0" autoUpdateAnimBg="0"/>
      <p:bldP spid="8517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8BDDCB8-271C-4096-BDE5-EFDEF287E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225" y="247650"/>
            <a:ext cx="1527175" cy="504825"/>
          </a:xfrm>
        </p:spPr>
        <p:txBody>
          <a:bodyPr/>
          <a:lstStyle/>
          <a:p>
            <a:pPr eaLnBrk="1" hangingPunct="1"/>
            <a:r>
              <a:rPr lang="en-US" altLang="zh-CN" sz="2800" b="1"/>
              <a:t>【</a:t>
            </a:r>
            <a:r>
              <a:rPr lang="zh-CN" altLang="en-US" sz="2800" b="1"/>
              <a:t>例</a:t>
            </a:r>
            <a:r>
              <a:rPr lang="en-US" altLang="zh-CN" sz="2800" b="1"/>
              <a:t>2】</a:t>
            </a:r>
          </a:p>
        </p:txBody>
      </p:sp>
      <p:sp>
        <p:nvSpPr>
          <p:cNvPr id="86019" name="Text Box 3">
            <a:extLst>
              <a:ext uri="{FF2B5EF4-FFF2-40B4-BE49-F238E27FC236}">
                <a16:creationId xmlns:a16="http://schemas.microsoft.com/office/drawing/2014/main" id="{2A0022FA-97B4-412F-80AD-BF0F1857E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206375"/>
            <a:ext cx="75914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三个人，只有一枝笔，都会写字。列出有人写字与三个人之间的逻辑关系。</a:t>
            </a:r>
          </a:p>
        </p:txBody>
      </p:sp>
      <p:graphicFrame>
        <p:nvGraphicFramePr>
          <p:cNvPr id="86020" name="Group 4">
            <a:extLst>
              <a:ext uri="{FF2B5EF4-FFF2-40B4-BE49-F238E27FC236}">
                <a16:creationId xmlns:a16="http://schemas.microsoft.com/office/drawing/2014/main" id="{B4419361-8C42-4347-8708-DDAB8EE7E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63718"/>
              </p:ext>
            </p:extLst>
          </p:nvPr>
        </p:nvGraphicFramePr>
        <p:xfrm>
          <a:off x="781050" y="1727200"/>
          <a:ext cx="2265363" cy="4114800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69000">
                          <a:schemeClr val="accent1">
                            <a:lumMod val="45000"/>
                            <a:lumOff val="55000"/>
                          </a:schemeClr>
                        </a:gs>
                        <a:gs pos="86000">
                          <a:schemeClr val="accent1">
                            <a:lumMod val="45000"/>
                            <a:lumOff val="55000"/>
                          </a:schemeClr>
                        </a:gs>
                        <a:gs pos="93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72" name="Text Box 56">
            <a:extLst>
              <a:ext uri="{FF2B5EF4-FFF2-40B4-BE49-F238E27FC236}">
                <a16:creationId xmlns:a16="http://schemas.microsoft.com/office/drawing/2014/main" id="{5C83FB58-928C-42BF-AB27-ABED27CE3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2700" y="2190750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86073" name="Text Box 57">
            <a:extLst>
              <a:ext uri="{FF2B5EF4-FFF2-40B4-BE49-F238E27FC236}">
                <a16:creationId xmlns:a16="http://schemas.microsoft.com/office/drawing/2014/main" id="{609FF4B1-D522-4956-8BE7-89B6ADC92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238" y="2640013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86074" name="Text Box 58">
            <a:extLst>
              <a:ext uri="{FF2B5EF4-FFF2-40B4-BE49-F238E27FC236}">
                <a16:creationId xmlns:a16="http://schemas.microsoft.com/office/drawing/2014/main" id="{50287752-6DFA-4AC9-8993-6925EA61A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238" y="3106738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86075" name="Text Box 59">
            <a:extLst>
              <a:ext uri="{FF2B5EF4-FFF2-40B4-BE49-F238E27FC236}">
                <a16:creationId xmlns:a16="http://schemas.microsoft.com/office/drawing/2014/main" id="{C1A3BFE2-AB05-4214-AD64-89F4C5661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775" y="3540125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76" name="Text Box 60">
            <a:extLst>
              <a:ext uri="{FF2B5EF4-FFF2-40B4-BE49-F238E27FC236}">
                <a16:creationId xmlns:a16="http://schemas.microsoft.com/office/drawing/2014/main" id="{CA6E5824-45BB-4114-8954-5E730D86A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3" y="3986213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86077" name="Text Box 61">
            <a:extLst>
              <a:ext uri="{FF2B5EF4-FFF2-40B4-BE49-F238E27FC236}">
                <a16:creationId xmlns:a16="http://schemas.microsoft.com/office/drawing/2014/main" id="{79FC3F4E-BE0E-45D0-AC62-C67692C72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775" y="4437063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78" name="Text Box 62">
            <a:extLst>
              <a:ext uri="{FF2B5EF4-FFF2-40B4-BE49-F238E27FC236}">
                <a16:creationId xmlns:a16="http://schemas.microsoft.com/office/drawing/2014/main" id="{480E83EA-8047-490D-BF24-8477A153D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775" y="4903788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79" name="Text Box 63">
            <a:extLst>
              <a:ext uri="{FF2B5EF4-FFF2-40B4-BE49-F238E27FC236}">
                <a16:creationId xmlns:a16="http://schemas.microsoft.com/office/drawing/2014/main" id="{A410ABDF-0EEE-4950-890E-84C227920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238" y="5351463"/>
            <a:ext cx="48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6080" name="Group 64">
            <a:extLst>
              <a:ext uri="{FF2B5EF4-FFF2-40B4-BE49-F238E27FC236}">
                <a16:creationId xmlns:a16="http://schemas.microsoft.com/office/drawing/2014/main" id="{DA332CAE-E6B7-40A4-88FF-4E3A8A654D06}"/>
              </a:ext>
            </a:extLst>
          </p:cNvPr>
          <p:cNvGrpSpPr>
            <a:grpSpLocks/>
          </p:cNvGrpSpPr>
          <p:nvPr/>
        </p:nvGrpSpPr>
        <p:grpSpPr bwMode="auto">
          <a:xfrm>
            <a:off x="3822700" y="1758950"/>
            <a:ext cx="3722688" cy="1985963"/>
            <a:chOff x="2180" y="1314"/>
            <a:chExt cx="2345" cy="1251"/>
          </a:xfrm>
        </p:grpSpPr>
        <p:grpSp>
          <p:nvGrpSpPr>
            <p:cNvPr id="68683" name="Group 65">
              <a:extLst>
                <a:ext uri="{FF2B5EF4-FFF2-40B4-BE49-F238E27FC236}">
                  <a16:creationId xmlns:a16="http://schemas.microsoft.com/office/drawing/2014/main" id="{44CBC5CC-CC2C-417E-ACA1-0D9AEF062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0" y="1314"/>
              <a:ext cx="2345" cy="1251"/>
              <a:chOff x="1037" y="886"/>
              <a:chExt cx="2345" cy="1251"/>
            </a:xfrm>
          </p:grpSpPr>
          <p:sp>
            <p:nvSpPr>
              <p:cNvPr id="68687" name="Rectangle 66">
                <a:extLst>
                  <a:ext uri="{FF2B5EF4-FFF2-40B4-BE49-F238E27FC236}">
                    <a16:creationId xmlns:a16="http://schemas.microsoft.com/office/drawing/2014/main" id="{98983D09-0598-4978-AD1A-1E5FD45BC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88" name="Rectangle 67">
                <a:extLst>
                  <a:ext uri="{FF2B5EF4-FFF2-40B4-BE49-F238E27FC236}">
                    <a16:creationId xmlns:a16="http://schemas.microsoft.com/office/drawing/2014/main" id="{A1A70201-B628-4C12-9E72-0411C35A9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89" name="Rectangle 68">
                <a:extLst>
                  <a:ext uri="{FF2B5EF4-FFF2-40B4-BE49-F238E27FC236}">
                    <a16:creationId xmlns:a16="http://schemas.microsoft.com/office/drawing/2014/main" id="{B9B0CD9A-6288-4EA5-BFE0-908CF24322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0" name="Rectangle 69">
                <a:extLst>
                  <a:ext uri="{FF2B5EF4-FFF2-40B4-BE49-F238E27FC236}">
                    <a16:creationId xmlns:a16="http://schemas.microsoft.com/office/drawing/2014/main" id="{FB5F59A0-CCC1-49AA-AFDD-0E6AE68F2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1" name="Rectangle 70">
                <a:extLst>
                  <a:ext uri="{FF2B5EF4-FFF2-40B4-BE49-F238E27FC236}">
                    <a16:creationId xmlns:a16="http://schemas.microsoft.com/office/drawing/2014/main" id="{B06E0AB0-50C7-4526-8CD7-78052BC90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2" name="Rectangle 71">
                <a:extLst>
                  <a:ext uri="{FF2B5EF4-FFF2-40B4-BE49-F238E27FC236}">
                    <a16:creationId xmlns:a16="http://schemas.microsoft.com/office/drawing/2014/main" id="{BBA9929B-14EC-497B-9954-8D2F0E3DB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3" name="Rectangle 72">
                <a:extLst>
                  <a:ext uri="{FF2B5EF4-FFF2-40B4-BE49-F238E27FC236}">
                    <a16:creationId xmlns:a16="http://schemas.microsoft.com/office/drawing/2014/main" id="{7C734466-A035-43DF-AC5B-021B06C1C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4" name="Rectangle 73">
                <a:extLst>
                  <a:ext uri="{FF2B5EF4-FFF2-40B4-BE49-F238E27FC236}">
                    <a16:creationId xmlns:a16="http://schemas.microsoft.com/office/drawing/2014/main" id="{24A3AEB6-8563-47DB-A99E-01230F3D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5" name="Line 74">
                <a:extLst>
                  <a:ext uri="{FF2B5EF4-FFF2-40B4-BE49-F238E27FC236}">
                    <a16:creationId xmlns:a16="http://schemas.microsoft.com/office/drawing/2014/main" id="{6DAE5243-7F41-44E0-9E4E-8E2C4D692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6" name="Line 75">
                <a:extLst>
                  <a:ext uri="{FF2B5EF4-FFF2-40B4-BE49-F238E27FC236}">
                    <a16:creationId xmlns:a16="http://schemas.microsoft.com/office/drawing/2014/main" id="{16E8E9D1-EEA9-4768-9705-B4C654422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7" name="Line 76">
                <a:extLst>
                  <a:ext uri="{FF2B5EF4-FFF2-40B4-BE49-F238E27FC236}">
                    <a16:creationId xmlns:a16="http://schemas.microsoft.com/office/drawing/2014/main" id="{4E0F2E85-7848-49D2-99B1-7F00133C8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8" name="Line 77">
                <a:extLst>
                  <a:ext uri="{FF2B5EF4-FFF2-40B4-BE49-F238E27FC236}">
                    <a16:creationId xmlns:a16="http://schemas.microsoft.com/office/drawing/2014/main" id="{A50F0467-FA2A-4D84-88A7-7D0AC2BF9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9" name="Line 78">
                <a:extLst>
                  <a:ext uri="{FF2B5EF4-FFF2-40B4-BE49-F238E27FC236}">
                    <a16:creationId xmlns:a16="http://schemas.microsoft.com/office/drawing/2014/main" id="{889AC424-93FD-40C7-8F30-50E3D13E2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700" name="Line 79">
                <a:extLst>
                  <a:ext uri="{FF2B5EF4-FFF2-40B4-BE49-F238E27FC236}">
                    <a16:creationId xmlns:a16="http://schemas.microsoft.com/office/drawing/2014/main" id="{51C8931F-11A3-4750-9981-F173B7FC9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701" name="Line 80">
                <a:extLst>
                  <a:ext uri="{FF2B5EF4-FFF2-40B4-BE49-F238E27FC236}">
                    <a16:creationId xmlns:a16="http://schemas.microsoft.com/office/drawing/2014/main" id="{9B41FCC5-7A8E-4473-ABB9-CB37EAC17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702" name="Line 81">
                <a:extLst>
                  <a:ext uri="{FF2B5EF4-FFF2-40B4-BE49-F238E27FC236}">
                    <a16:creationId xmlns:a16="http://schemas.microsoft.com/office/drawing/2014/main" id="{9C8B1591-65D6-49DA-8FD5-1F2CFCD47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703" name="Line 82">
                <a:extLst>
                  <a:ext uri="{FF2B5EF4-FFF2-40B4-BE49-F238E27FC236}">
                    <a16:creationId xmlns:a16="http://schemas.microsoft.com/office/drawing/2014/main" id="{17D0700C-CD91-402D-B0FB-D60A957C4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704" name="Text Box 83">
                <a:extLst>
                  <a:ext uri="{FF2B5EF4-FFF2-40B4-BE49-F238E27FC236}">
                    <a16:creationId xmlns:a16="http://schemas.microsoft.com/office/drawing/2014/main" id="{DD7863D4-AAA7-4ED9-965C-D36DFAF97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68705" name="Text Box 84">
                <a:extLst>
                  <a:ext uri="{FF2B5EF4-FFF2-40B4-BE49-F238E27FC236}">
                    <a16:creationId xmlns:a16="http://schemas.microsoft.com/office/drawing/2014/main" id="{D9F56D4B-FE5B-4B6E-B434-F4D374BAD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68706" name="Text Box 85">
                <a:extLst>
                  <a:ext uri="{FF2B5EF4-FFF2-40B4-BE49-F238E27FC236}">
                    <a16:creationId xmlns:a16="http://schemas.microsoft.com/office/drawing/2014/main" id="{A5D0BF8A-CE55-4080-AC5E-8A134D08CB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68707" name="Text Box 86">
                <a:extLst>
                  <a:ext uri="{FF2B5EF4-FFF2-40B4-BE49-F238E27FC236}">
                    <a16:creationId xmlns:a16="http://schemas.microsoft.com/office/drawing/2014/main" id="{5F12F59F-A92B-4C49-A992-EFAD8E0D3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68708" name="Text Box 87">
                <a:extLst>
                  <a:ext uri="{FF2B5EF4-FFF2-40B4-BE49-F238E27FC236}">
                    <a16:creationId xmlns:a16="http://schemas.microsoft.com/office/drawing/2014/main" id="{93E55087-A9A2-435C-AAC0-4ED5790875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68709" name="Text Box 88">
                <a:extLst>
                  <a:ext uri="{FF2B5EF4-FFF2-40B4-BE49-F238E27FC236}">
                    <a16:creationId xmlns:a16="http://schemas.microsoft.com/office/drawing/2014/main" id="{DE1E0650-96A2-4413-A4EC-28472BBCF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68710" name="Text Box 89">
                <a:extLst>
                  <a:ext uri="{FF2B5EF4-FFF2-40B4-BE49-F238E27FC236}">
                    <a16:creationId xmlns:a16="http://schemas.microsoft.com/office/drawing/2014/main" id="{B37A9C96-EE1D-4840-A5DD-38F90D5C17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68711" name="Text Box 90">
                <a:extLst>
                  <a:ext uri="{FF2B5EF4-FFF2-40B4-BE49-F238E27FC236}">
                    <a16:creationId xmlns:a16="http://schemas.microsoft.com/office/drawing/2014/main" id="{8B9916B8-9E5E-4142-A2DF-4C678FA119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68712" name="Text Box 91">
                <a:extLst>
                  <a:ext uri="{FF2B5EF4-FFF2-40B4-BE49-F238E27FC236}">
                    <a16:creationId xmlns:a16="http://schemas.microsoft.com/office/drawing/2014/main" id="{CC32A371-A763-4F38-9664-E9B8BF1EB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68684" name="Text Box 92">
              <a:extLst>
                <a:ext uri="{FF2B5EF4-FFF2-40B4-BE49-F238E27FC236}">
                  <a16:creationId xmlns:a16="http://schemas.microsoft.com/office/drawing/2014/main" id="{A4EE81F3-3AE0-4457-BF0E-A0C5C2F00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8" y="1804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8685" name="Text Box 93">
              <a:extLst>
                <a:ext uri="{FF2B5EF4-FFF2-40B4-BE49-F238E27FC236}">
                  <a16:creationId xmlns:a16="http://schemas.microsoft.com/office/drawing/2014/main" id="{A0F484E9-AE52-42A4-A3B5-52721605A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" y="1804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8686" name="Text Box 94">
              <a:extLst>
                <a:ext uri="{FF2B5EF4-FFF2-40B4-BE49-F238E27FC236}">
                  <a16:creationId xmlns:a16="http://schemas.microsoft.com/office/drawing/2014/main" id="{EE573D17-9FD2-4B76-81F9-06B238133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6" y="2199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86111" name="Group 95">
            <a:extLst>
              <a:ext uri="{FF2B5EF4-FFF2-40B4-BE49-F238E27FC236}">
                <a16:creationId xmlns:a16="http://schemas.microsoft.com/office/drawing/2014/main" id="{E64C9E60-979D-4F07-A976-388568EC04F7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2484438"/>
            <a:ext cx="2259012" cy="1192212"/>
            <a:chOff x="3216" y="1467"/>
            <a:chExt cx="1423" cy="751"/>
          </a:xfrm>
        </p:grpSpPr>
        <p:sp>
          <p:nvSpPr>
            <p:cNvPr id="68679" name="Text Box 96">
              <a:extLst>
                <a:ext uri="{FF2B5EF4-FFF2-40B4-BE49-F238E27FC236}">
                  <a16:creationId xmlns:a16="http://schemas.microsoft.com/office/drawing/2014/main" id="{9497987F-6D9A-4A03-AA08-2FD809C4F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" y="1467"/>
              <a:ext cx="4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68680" name="Text Box 97">
              <a:extLst>
                <a:ext uri="{FF2B5EF4-FFF2-40B4-BE49-F238E27FC236}">
                  <a16:creationId xmlns:a16="http://schemas.microsoft.com/office/drawing/2014/main" id="{0B547264-C79E-412B-9EE9-48C4842F1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891"/>
              <a:ext cx="4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68681" name="Text Box 98">
              <a:extLst>
                <a:ext uri="{FF2B5EF4-FFF2-40B4-BE49-F238E27FC236}">
                  <a16:creationId xmlns:a16="http://schemas.microsoft.com/office/drawing/2014/main" id="{648BB201-4042-49C9-BECC-C4BE84201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" y="1869"/>
              <a:ext cx="4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68682" name="Text Box 99">
              <a:extLst>
                <a:ext uri="{FF2B5EF4-FFF2-40B4-BE49-F238E27FC236}">
                  <a16:creationId xmlns:a16="http://schemas.microsoft.com/office/drawing/2014/main" id="{CBE454A3-D5A5-430A-913B-D3840561E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6" y="1880"/>
              <a:ext cx="4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</a:t>
              </a:r>
            </a:p>
          </p:txBody>
        </p:sp>
      </p:grpSp>
      <p:sp>
        <p:nvSpPr>
          <p:cNvPr id="86116" name="AutoShape 100">
            <a:extLst>
              <a:ext uri="{FF2B5EF4-FFF2-40B4-BE49-F238E27FC236}">
                <a16:creationId xmlns:a16="http://schemas.microsoft.com/office/drawing/2014/main" id="{F9ED1BE1-B646-4F96-A5EC-3A532716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213" y="2554288"/>
            <a:ext cx="1103312" cy="108585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FF8B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117" name="AutoShape 101">
            <a:extLst>
              <a:ext uri="{FF2B5EF4-FFF2-40B4-BE49-F238E27FC236}">
                <a16:creationId xmlns:a16="http://schemas.microsoft.com/office/drawing/2014/main" id="{A21C25DF-FF98-4A1B-A69A-1DAC1CB13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0" y="2587625"/>
            <a:ext cx="1258888" cy="106997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118" name="AutoShape 102">
            <a:extLst>
              <a:ext uri="{FF2B5EF4-FFF2-40B4-BE49-F238E27FC236}">
                <a16:creationId xmlns:a16="http://schemas.microsoft.com/office/drawing/2014/main" id="{BDEEE02E-A2ED-4DC5-96B2-8FF067043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5" y="3209925"/>
            <a:ext cx="2743200" cy="36195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119" name="Text Box 103">
            <a:extLst>
              <a:ext uri="{FF2B5EF4-FFF2-40B4-BE49-F238E27FC236}">
                <a16:creationId xmlns:a16="http://schemas.microsoft.com/office/drawing/2014/main" id="{1A713DE9-8261-46C8-B666-8BA660095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113" y="4157663"/>
            <a:ext cx="194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F=A+B+C</a:t>
            </a:r>
          </a:p>
        </p:txBody>
      </p:sp>
      <p:sp>
        <p:nvSpPr>
          <p:cNvPr id="86120" name="Text Box 104">
            <a:extLst>
              <a:ext uri="{FF2B5EF4-FFF2-40B4-BE49-F238E27FC236}">
                <a16:creationId xmlns:a16="http://schemas.microsoft.com/office/drawing/2014/main" id="{61A37596-2D6C-4963-AD6E-76F517215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4760913"/>
            <a:ext cx="2881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AB+BC+AC=0</a:t>
            </a:r>
          </a:p>
        </p:txBody>
      </p:sp>
    </p:spTree>
    <p:extLst>
      <p:ext uri="{BB962C8B-B14F-4D97-AF65-F5344CB8AC3E}">
        <p14:creationId xmlns:p14="http://schemas.microsoft.com/office/powerpoint/2010/main" val="5823099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8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6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6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6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6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6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6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8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00"/>
                                        <p:tgtEl>
                                          <p:spTgt spid="8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utoUpdateAnimBg="0"/>
      <p:bldP spid="86019" grpId="0" autoUpdateAnimBg="0"/>
      <p:bldP spid="86072" grpId="0" autoUpdateAnimBg="0"/>
      <p:bldP spid="86073" grpId="0" autoUpdateAnimBg="0"/>
      <p:bldP spid="86074" grpId="0" autoUpdateAnimBg="0"/>
      <p:bldP spid="86075" grpId="0" autoUpdateAnimBg="0"/>
      <p:bldP spid="86076" grpId="0" autoUpdateAnimBg="0"/>
      <p:bldP spid="86077" grpId="0" autoUpdateAnimBg="0"/>
      <p:bldP spid="86078" grpId="0" autoUpdateAnimBg="0"/>
      <p:bldP spid="86079" grpId="0" autoUpdateAnimBg="0"/>
      <p:bldP spid="86116" grpId="0" animBg="1"/>
      <p:bldP spid="86117" grpId="0" animBg="1"/>
      <p:bldP spid="86118" grpId="0" animBg="1"/>
      <p:bldP spid="86119" grpId="0" autoUpdateAnimBg="0"/>
      <p:bldP spid="861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90BA182-CE77-46C2-BA5B-274C79C2A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84175"/>
            <a:ext cx="5770563" cy="50482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§3</a:t>
            </a:r>
            <a:r>
              <a:rPr lang="en-US" altLang="zh-CN" sz="28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—4 </a:t>
            </a:r>
            <a:r>
              <a:rPr lang="zh-CN" altLang="en-US" sz="2800" b="1" dirty="0">
                <a:solidFill>
                  <a:srgbClr val="1F08F8"/>
                </a:solidFill>
                <a:latin typeface="+mn-ea"/>
                <a:ea typeface="+mn-ea"/>
              </a:rPr>
              <a:t>多输出逻辑函数的化简</a:t>
            </a:r>
          </a:p>
        </p:txBody>
      </p:sp>
      <p:sp>
        <p:nvSpPr>
          <p:cNvPr id="102403" name="Text Box 3">
            <a:extLst>
              <a:ext uri="{FF2B5EF4-FFF2-40B4-BE49-F238E27FC236}">
                <a16:creationId xmlns:a16="http://schemas.microsoft.com/office/drawing/2014/main" id="{6B5F3C8D-8A72-4A08-9ED9-1EEE10DE9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276350"/>
            <a:ext cx="8351838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多输出逻辑函数：同一组输入变量，有两个以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上的输出。</a:t>
            </a:r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CFEF8000-294B-41F2-91C7-C55C0EB72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2743200"/>
            <a:ext cx="3468688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＝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(A,B,C…)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＝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(A,B,C…)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CA6541E2-E93C-43E8-8842-2E5F47BC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365625"/>
            <a:ext cx="7694613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化简时，在“与或”表达式中要尽量寻找公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共的“与”项，使公共项为多个函数共享，这时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从单个输出看可能不是最简，但总体是最简。</a:t>
            </a:r>
          </a:p>
        </p:txBody>
      </p:sp>
      <p:sp>
        <p:nvSpPr>
          <p:cNvPr id="69638" name="AutoShap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A545121-D374-490A-A65C-6171AC4E0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11163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9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59E1D93-B086-4BD8-BE3D-7BE880C75F3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4850" y="6509575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47363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utoUpdateAnimBg="0"/>
      <p:bldP spid="102403" grpId="0" autoUpdateAnimBg="0"/>
      <p:bldP spid="102404" grpId="0" autoUpdateAnimBg="0"/>
      <p:bldP spid="10240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80AE328-796D-45CB-9BAD-DA03A089A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12725"/>
            <a:ext cx="1544638" cy="504825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1】</a:t>
            </a:r>
          </a:p>
        </p:txBody>
      </p:sp>
      <p:grpSp>
        <p:nvGrpSpPr>
          <p:cNvPr id="103427" name="Group 3">
            <a:extLst>
              <a:ext uri="{FF2B5EF4-FFF2-40B4-BE49-F238E27FC236}">
                <a16:creationId xmlns:a16="http://schemas.microsoft.com/office/drawing/2014/main" id="{D20851DC-9B85-4666-8C69-530FDB5C71EF}"/>
              </a:ext>
            </a:extLst>
          </p:cNvPr>
          <p:cNvGrpSpPr>
            <a:grpSpLocks/>
          </p:cNvGrpSpPr>
          <p:nvPr/>
        </p:nvGrpSpPr>
        <p:grpSpPr bwMode="auto">
          <a:xfrm>
            <a:off x="1585913" y="482600"/>
            <a:ext cx="2846387" cy="1211263"/>
            <a:chOff x="1141" y="1098"/>
            <a:chExt cx="1793" cy="763"/>
          </a:xfrm>
        </p:grpSpPr>
        <p:sp>
          <p:nvSpPr>
            <p:cNvPr id="70779" name="Text Box 4">
              <a:extLst>
                <a:ext uri="{FF2B5EF4-FFF2-40B4-BE49-F238E27FC236}">
                  <a16:creationId xmlns:a16="http://schemas.microsoft.com/office/drawing/2014/main" id="{269C54FB-DB9C-4AC6-80FB-8C22B6D4F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4" y="1130"/>
              <a:ext cx="163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F=AB+BC+AC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G=AB+BC</a:t>
              </a:r>
            </a:p>
          </p:txBody>
        </p:sp>
        <p:sp>
          <p:nvSpPr>
            <p:cNvPr id="70780" name="Line 5">
              <a:extLst>
                <a:ext uri="{FF2B5EF4-FFF2-40B4-BE49-F238E27FC236}">
                  <a16:creationId xmlns:a16="http://schemas.microsoft.com/office/drawing/2014/main" id="{EA85D8AB-2FAA-4A9F-95E8-D17B0F454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1185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81" name="Line 6">
              <a:extLst>
                <a:ext uri="{FF2B5EF4-FFF2-40B4-BE49-F238E27FC236}">
                  <a16:creationId xmlns:a16="http://schemas.microsoft.com/office/drawing/2014/main" id="{DAF3C7EC-DE85-474D-B706-57A7AA3D4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1185"/>
              <a:ext cx="12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82" name="Line 7">
              <a:extLst>
                <a:ext uri="{FF2B5EF4-FFF2-40B4-BE49-F238E27FC236}">
                  <a16:creationId xmlns:a16="http://schemas.microsoft.com/office/drawing/2014/main" id="{3402D2E6-E4B7-46DB-8B61-0529F171C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1185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83" name="Line 8">
              <a:extLst>
                <a:ext uri="{FF2B5EF4-FFF2-40B4-BE49-F238E27FC236}">
                  <a16:creationId xmlns:a16="http://schemas.microsoft.com/office/drawing/2014/main" id="{9FEA9976-15CB-4935-AA54-4622D783F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598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84" name="Line 9">
              <a:extLst>
                <a:ext uri="{FF2B5EF4-FFF2-40B4-BE49-F238E27FC236}">
                  <a16:creationId xmlns:a16="http://schemas.microsoft.com/office/drawing/2014/main" id="{43547BF1-56B3-4566-85DF-8530A6CA5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1598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85" name="AutoShape 10">
              <a:extLst>
                <a:ext uri="{FF2B5EF4-FFF2-40B4-BE49-F238E27FC236}">
                  <a16:creationId xmlns:a16="http://schemas.microsoft.com/office/drawing/2014/main" id="{760A41F9-D0E0-4060-8CA2-8025EBA51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098"/>
              <a:ext cx="196" cy="761"/>
            </a:xfrm>
            <a:prstGeom prst="leftBrace">
              <a:avLst>
                <a:gd name="adj1" fmla="val 32355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435" name="AutoShape 11">
            <a:extLst>
              <a:ext uri="{FF2B5EF4-FFF2-40B4-BE49-F238E27FC236}">
                <a16:creationId xmlns:a16="http://schemas.microsoft.com/office/drawing/2014/main" id="{9E989A32-31B6-47AA-B295-069812C32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050925"/>
            <a:ext cx="846138" cy="120650"/>
          </a:xfrm>
          <a:prstGeom prst="rightArrow">
            <a:avLst>
              <a:gd name="adj1" fmla="val 50000"/>
              <a:gd name="adj2" fmla="val 175329"/>
            </a:avLst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36" name="Group 12">
            <a:extLst>
              <a:ext uri="{FF2B5EF4-FFF2-40B4-BE49-F238E27FC236}">
                <a16:creationId xmlns:a16="http://schemas.microsoft.com/office/drawing/2014/main" id="{DE4159D8-53BA-4CD7-A44F-06F0558F5F05}"/>
              </a:ext>
            </a:extLst>
          </p:cNvPr>
          <p:cNvGrpSpPr>
            <a:grpSpLocks/>
          </p:cNvGrpSpPr>
          <p:nvPr/>
        </p:nvGrpSpPr>
        <p:grpSpPr bwMode="auto">
          <a:xfrm>
            <a:off x="5641975" y="395288"/>
            <a:ext cx="2811463" cy="1316037"/>
            <a:chOff x="1066" y="2282"/>
            <a:chExt cx="1771" cy="829"/>
          </a:xfrm>
        </p:grpSpPr>
        <p:sp>
          <p:nvSpPr>
            <p:cNvPr id="70765" name="Text Box 13">
              <a:extLst>
                <a:ext uri="{FF2B5EF4-FFF2-40B4-BE49-F238E27FC236}">
                  <a16:creationId xmlns:a16="http://schemas.microsoft.com/office/drawing/2014/main" id="{99FDC50A-8B2C-434E-B4D1-F4B16E4B3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2380"/>
              <a:ext cx="1609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 BC AC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G=AB BC</a:t>
              </a:r>
            </a:p>
          </p:txBody>
        </p:sp>
        <p:sp>
          <p:nvSpPr>
            <p:cNvPr id="70766" name="Line 14">
              <a:extLst>
                <a:ext uri="{FF2B5EF4-FFF2-40B4-BE49-F238E27FC236}">
                  <a16:creationId xmlns:a16="http://schemas.microsoft.com/office/drawing/2014/main" id="{58E2A0E4-5CDE-4AC7-AF4D-3D85B2944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6" y="2434"/>
              <a:ext cx="13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67" name="Line 15">
              <a:extLst>
                <a:ext uri="{FF2B5EF4-FFF2-40B4-BE49-F238E27FC236}">
                  <a16:creationId xmlns:a16="http://schemas.microsoft.com/office/drawing/2014/main" id="{13BC4359-EBC0-437E-AE47-1A74E037C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7" y="2434"/>
              <a:ext cx="13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68" name="Line 16">
              <a:extLst>
                <a:ext uri="{FF2B5EF4-FFF2-40B4-BE49-F238E27FC236}">
                  <a16:creationId xmlns:a16="http://schemas.microsoft.com/office/drawing/2014/main" id="{8B9CB674-585E-415E-9CCC-A9591E5FB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6" y="2434"/>
              <a:ext cx="13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69" name="Line 17">
              <a:extLst>
                <a:ext uri="{FF2B5EF4-FFF2-40B4-BE49-F238E27FC236}">
                  <a16:creationId xmlns:a16="http://schemas.microsoft.com/office/drawing/2014/main" id="{0A5DF7E5-51B1-4CCD-A456-6BBEEECB2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2847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0" name="Line 18">
              <a:extLst>
                <a:ext uri="{FF2B5EF4-FFF2-40B4-BE49-F238E27FC236}">
                  <a16:creationId xmlns:a16="http://schemas.microsoft.com/office/drawing/2014/main" id="{4F7C659A-3446-4911-88EA-C9EC65959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6" y="2847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1" name="Line 19">
              <a:extLst>
                <a:ext uri="{FF2B5EF4-FFF2-40B4-BE49-F238E27FC236}">
                  <a16:creationId xmlns:a16="http://schemas.microsoft.com/office/drawing/2014/main" id="{AC8537DB-343C-4A20-AEC5-E9B754A3E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2391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2" name="Line 20">
              <a:extLst>
                <a:ext uri="{FF2B5EF4-FFF2-40B4-BE49-F238E27FC236}">
                  <a16:creationId xmlns:a16="http://schemas.microsoft.com/office/drawing/2014/main" id="{89F98968-9E27-493D-B01B-F028415D3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5" y="2391"/>
              <a:ext cx="27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3" name="Line 21">
              <a:extLst>
                <a:ext uri="{FF2B5EF4-FFF2-40B4-BE49-F238E27FC236}">
                  <a16:creationId xmlns:a16="http://schemas.microsoft.com/office/drawing/2014/main" id="{E245DD6C-39F1-4E7C-98FF-8C7EB96DB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6" y="2391"/>
              <a:ext cx="27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4" name="Line 22">
              <a:extLst>
                <a:ext uri="{FF2B5EF4-FFF2-40B4-BE49-F238E27FC236}">
                  <a16:creationId xmlns:a16="http://schemas.microsoft.com/office/drawing/2014/main" id="{F191C576-1032-431A-BCFB-48C7EAFB0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8" y="2804"/>
              <a:ext cx="27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5" name="Line 23">
              <a:extLst>
                <a:ext uri="{FF2B5EF4-FFF2-40B4-BE49-F238E27FC236}">
                  <a16:creationId xmlns:a16="http://schemas.microsoft.com/office/drawing/2014/main" id="{5BDDD721-E4DB-4B90-B9A5-BE68EB426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6" y="2804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6" name="Line 24">
              <a:extLst>
                <a:ext uri="{FF2B5EF4-FFF2-40B4-BE49-F238E27FC236}">
                  <a16:creationId xmlns:a16="http://schemas.microsoft.com/office/drawing/2014/main" id="{55D492D6-0928-4FB9-9DBE-754B02EBE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2347"/>
              <a:ext cx="102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7" name="Line 25">
              <a:extLst>
                <a:ext uri="{FF2B5EF4-FFF2-40B4-BE49-F238E27FC236}">
                  <a16:creationId xmlns:a16="http://schemas.microsoft.com/office/drawing/2014/main" id="{0333BD46-9C15-4F4D-885A-A7F0C8FE6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2760"/>
              <a:ext cx="68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778" name="AutoShape 26">
              <a:extLst>
                <a:ext uri="{FF2B5EF4-FFF2-40B4-BE49-F238E27FC236}">
                  <a16:creationId xmlns:a16="http://schemas.microsoft.com/office/drawing/2014/main" id="{E75F770D-206A-4836-91DB-51BD4B4DA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282"/>
              <a:ext cx="184" cy="772"/>
            </a:xfrm>
            <a:prstGeom prst="leftBrace">
              <a:avLst>
                <a:gd name="adj1" fmla="val 34964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451" name="Text Box 27">
            <a:extLst>
              <a:ext uri="{FF2B5EF4-FFF2-40B4-BE49-F238E27FC236}">
                <a16:creationId xmlns:a16="http://schemas.microsoft.com/office/drawing/2014/main" id="{67E333B3-692A-43A3-AEE6-839D8BBC9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513" y="1846263"/>
            <a:ext cx="3622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共需要七个“与非”门</a:t>
            </a:r>
          </a:p>
        </p:txBody>
      </p:sp>
      <p:grpSp>
        <p:nvGrpSpPr>
          <p:cNvPr id="103452" name="Group 28">
            <a:extLst>
              <a:ext uri="{FF2B5EF4-FFF2-40B4-BE49-F238E27FC236}">
                <a16:creationId xmlns:a16="http://schemas.microsoft.com/office/drawing/2014/main" id="{7196262B-9528-4C27-93D8-B6261D0413EA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2276475"/>
            <a:ext cx="3722688" cy="1985963"/>
            <a:chOff x="514" y="886"/>
            <a:chExt cx="2345" cy="1251"/>
          </a:xfrm>
        </p:grpSpPr>
        <p:grpSp>
          <p:nvGrpSpPr>
            <p:cNvPr id="70732" name="Group 29">
              <a:extLst>
                <a:ext uri="{FF2B5EF4-FFF2-40B4-BE49-F238E27FC236}">
                  <a16:creationId xmlns:a16="http://schemas.microsoft.com/office/drawing/2014/main" id="{E7671025-5886-4F95-BF9A-2B56A6E12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" y="886"/>
              <a:ext cx="2345" cy="1251"/>
              <a:chOff x="1037" y="886"/>
              <a:chExt cx="2345" cy="1251"/>
            </a:xfrm>
          </p:grpSpPr>
          <p:sp>
            <p:nvSpPr>
              <p:cNvPr id="70739" name="Rectangle 30">
                <a:extLst>
                  <a:ext uri="{FF2B5EF4-FFF2-40B4-BE49-F238E27FC236}">
                    <a16:creationId xmlns:a16="http://schemas.microsoft.com/office/drawing/2014/main" id="{AA90C726-97E9-45DE-8FB5-A5CF1CAF0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0" name="Rectangle 31">
                <a:extLst>
                  <a:ext uri="{FF2B5EF4-FFF2-40B4-BE49-F238E27FC236}">
                    <a16:creationId xmlns:a16="http://schemas.microsoft.com/office/drawing/2014/main" id="{E79447A4-3AE3-4732-BFB3-9D3A7D1B1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1" name="Rectangle 32">
                <a:extLst>
                  <a:ext uri="{FF2B5EF4-FFF2-40B4-BE49-F238E27FC236}">
                    <a16:creationId xmlns:a16="http://schemas.microsoft.com/office/drawing/2014/main" id="{2A81EBF8-A8F7-4535-B070-163096F44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740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2" name="Rectangle 33">
                <a:extLst>
                  <a:ext uri="{FF2B5EF4-FFF2-40B4-BE49-F238E27FC236}">
                    <a16:creationId xmlns:a16="http://schemas.microsoft.com/office/drawing/2014/main" id="{D992E0EE-9D82-462B-AA53-E4EDFED52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40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3" name="Rectangle 34">
                <a:extLst>
                  <a:ext uri="{FF2B5EF4-FFF2-40B4-BE49-F238E27FC236}">
                    <a16:creationId xmlns:a16="http://schemas.microsoft.com/office/drawing/2014/main" id="{930EC85E-AB52-454A-8CE6-B6358337E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4" name="Rectangle 35">
                <a:extLst>
                  <a:ext uri="{FF2B5EF4-FFF2-40B4-BE49-F238E27FC236}">
                    <a16:creationId xmlns:a16="http://schemas.microsoft.com/office/drawing/2014/main" id="{65C32CED-6C42-4C6B-886D-A8A74C0C1B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5" name="Rectangle 36">
                <a:extLst>
                  <a:ext uri="{FF2B5EF4-FFF2-40B4-BE49-F238E27FC236}">
                    <a16:creationId xmlns:a16="http://schemas.microsoft.com/office/drawing/2014/main" id="{252A5D65-E786-4706-8382-56014307A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" y="1343"/>
                <a:ext cx="497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6" name="Rectangle 37">
                <a:extLst>
                  <a:ext uri="{FF2B5EF4-FFF2-40B4-BE49-F238E27FC236}">
                    <a16:creationId xmlns:a16="http://schemas.microsoft.com/office/drawing/2014/main" id="{7D7D9AD7-07C7-4627-A9C1-98A507C5B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43"/>
                <a:ext cx="498" cy="397"/>
              </a:xfrm>
              <a:prstGeom prst="rect">
                <a:avLst/>
              </a:prstGeom>
              <a:noFill/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tabLst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7" name="Line 38">
                <a:extLst>
                  <a:ext uri="{FF2B5EF4-FFF2-40B4-BE49-F238E27FC236}">
                    <a16:creationId xmlns:a16="http://schemas.microsoft.com/office/drawing/2014/main" id="{AB220850-F30F-481D-A4E5-01A076D32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8" name="Line 39">
                <a:extLst>
                  <a:ext uri="{FF2B5EF4-FFF2-40B4-BE49-F238E27FC236}">
                    <a16:creationId xmlns:a16="http://schemas.microsoft.com/office/drawing/2014/main" id="{378B985F-E72B-414F-A1DE-D5DE49195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40"/>
                <a:ext cx="199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49" name="Line 40">
                <a:extLst>
                  <a:ext uri="{FF2B5EF4-FFF2-40B4-BE49-F238E27FC236}">
                    <a16:creationId xmlns:a16="http://schemas.microsoft.com/office/drawing/2014/main" id="{06083591-3995-4E64-AD51-F7FC4A571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137"/>
                <a:ext cx="1990" cy="0"/>
              </a:xfrm>
              <a:prstGeom prst="line">
                <a:avLst/>
              </a:prstGeom>
              <a:noFill/>
              <a:ln w="38100" cap="sq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0" name="Line 41">
                <a:extLst>
                  <a:ext uri="{FF2B5EF4-FFF2-40B4-BE49-F238E27FC236}">
                    <a16:creationId xmlns:a16="http://schemas.microsoft.com/office/drawing/2014/main" id="{73DB1BB3-BD19-481C-9685-C1F4D3543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1" name="Line 42">
                <a:extLst>
                  <a:ext uri="{FF2B5EF4-FFF2-40B4-BE49-F238E27FC236}">
                    <a16:creationId xmlns:a16="http://schemas.microsoft.com/office/drawing/2014/main" id="{B6EB9313-C151-4FB1-BB5B-5D4D4172B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0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2" name="Line 43">
                <a:extLst>
                  <a:ext uri="{FF2B5EF4-FFF2-40B4-BE49-F238E27FC236}">
                    <a16:creationId xmlns:a16="http://schemas.microsoft.com/office/drawing/2014/main" id="{CA7F3050-6E34-4B69-9785-72BE7FAB1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3" name="Line 44">
                <a:extLst>
                  <a:ext uri="{FF2B5EF4-FFF2-40B4-BE49-F238E27FC236}">
                    <a16:creationId xmlns:a16="http://schemas.microsoft.com/office/drawing/2014/main" id="{8241ED8A-32B8-43C3-97B6-EDB545085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5" y="1343"/>
                <a:ext cx="0" cy="794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4" name="Line 45">
                <a:extLst>
                  <a:ext uri="{FF2B5EF4-FFF2-40B4-BE49-F238E27FC236}">
                    <a16:creationId xmlns:a16="http://schemas.microsoft.com/office/drawing/2014/main" id="{7ED4866D-3642-4521-8AC6-8D1E72992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1343"/>
                <a:ext cx="0" cy="794"/>
              </a:xfrm>
              <a:prstGeom prst="line">
                <a:avLst/>
              </a:prstGeom>
              <a:noFill/>
              <a:ln w="38100" cap="sq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5" name="Line 46">
                <a:extLst>
                  <a:ext uri="{FF2B5EF4-FFF2-40B4-BE49-F238E27FC236}">
                    <a16:creationId xmlns:a16="http://schemas.microsoft.com/office/drawing/2014/main" id="{1B8B2C55-B2FE-4804-85AF-9A537ECFA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3" y="1065"/>
                <a:ext cx="279" cy="278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56" name="Text Box 47">
                <a:extLst>
                  <a:ext uri="{FF2B5EF4-FFF2-40B4-BE49-F238E27FC236}">
                    <a16:creationId xmlns:a16="http://schemas.microsoft.com/office/drawing/2014/main" id="{C20CD53F-C6CD-4E15-B685-D890A2C68A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0" y="886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70757" name="Text Box 48">
                <a:extLst>
                  <a:ext uri="{FF2B5EF4-FFF2-40B4-BE49-F238E27FC236}">
                    <a16:creationId xmlns:a16="http://schemas.microsoft.com/office/drawing/2014/main" id="{2DAD4BE8-A1C6-42A4-A7B8-9E209178D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6" y="1024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0758" name="Text Box 49">
                <a:extLst>
                  <a:ext uri="{FF2B5EF4-FFF2-40B4-BE49-F238E27FC236}">
                    <a16:creationId xmlns:a16="http://schemas.microsoft.com/office/drawing/2014/main" id="{5E2F91D0-D360-4735-B322-529FA956F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7" y="1160"/>
                <a:ext cx="27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70759" name="Text Box 50">
                <a:extLst>
                  <a:ext uri="{FF2B5EF4-FFF2-40B4-BE49-F238E27FC236}">
                    <a16:creationId xmlns:a16="http://schemas.microsoft.com/office/drawing/2014/main" id="{E284BD28-67B6-4AF1-95B9-7DD8B5FBB3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3" y="178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70760" name="Text Box 51">
                <a:extLst>
                  <a:ext uri="{FF2B5EF4-FFF2-40B4-BE49-F238E27FC236}">
                    <a16:creationId xmlns:a16="http://schemas.microsoft.com/office/drawing/2014/main" id="{41974129-BBEC-4282-8C63-B946DC0C6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3" y="138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  <p:sp>
            <p:nvSpPr>
              <p:cNvPr id="70761" name="Text Box 52">
                <a:extLst>
                  <a:ext uri="{FF2B5EF4-FFF2-40B4-BE49-F238E27FC236}">
                    <a16:creationId xmlns:a16="http://schemas.microsoft.com/office/drawing/2014/main" id="{76B15432-66D0-4E9B-A32C-B5597CA93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3" y="110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0762" name="Text Box 53">
                <a:extLst>
                  <a:ext uri="{FF2B5EF4-FFF2-40B4-BE49-F238E27FC236}">
                    <a16:creationId xmlns:a16="http://schemas.microsoft.com/office/drawing/2014/main" id="{0AC76982-5C27-40BF-98E2-5060058415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1102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70763" name="Text Box 54">
                <a:extLst>
                  <a:ext uri="{FF2B5EF4-FFF2-40B4-BE49-F238E27FC236}">
                    <a16:creationId xmlns:a16="http://schemas.microsoft.com/office/drawing/2014/main" id="{DC604E3F-B688-4679-9364-C665AB68D0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70764" name="Text Box 55">
                <a:extLst>
                  <a:ext uri="{FF2B5EF4-FFF2-40B4-BE49-F238E27FC236}">
                    <a16:creationId xmlns:a16="http://schemas.microsoft.com/office/drawing/2014/main" id="{18BABC2C-A3CF-425F-B269-3595BF89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9" y="109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70733" name="Text Box 56">
              <a:extLst>
                <a:ext uri="{FF2B5EF4-FFF2-40B4-BE49-F238E27FC236}">
                  <a16:creationId xmlns:a16="http://schemas.microsoft.com/office/drawing/2014/main" id="{98429BBB-7BED-4A20-9215-7357AB7C2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0734" name="Text Box 57">
              <a:extLst>
                <a:ext uri="{FF2B5EF4-FFF2-40B4-BE49-F238E27FC236}">
                  <a16:creationId xmlns:a16="http://schemas.microsoft.com/office/drawing/2014/main" id="{2C72C0EE-57F1-44BD-BC64-366E60A9D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0735" name="Text Box 58">
              <a:extLst>
                <a:ext uri="{FF2B5EF4-FFF2-40B4-BE49-F238E27FC236}">
                  <a16:creationId xmlns:a16="http://schemas.microsoft.com/office/drawing/2014/main" id="{8922C157-8C7E-4D13-A643-C83EA1017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376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0736" name="Text Box 59">
              <a:extLst>
                <a:ext uri="{FF2B5EF4-FFF2-40B4-BE49-F238E27FC236}">
                  <a16:creationId xmlns:a16="http://schemas.microsoft.com/office/drawing/2014/main" id="{9BF146FF-2F48-40A6-B3F4-A361E13DA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1760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0737" name="Text Box 60">
              <a:extLst>
                <a:ext uri="{FF2B5EF4-FFF2-40B4-BE49-F238E27FC236}">
                  <a16:creationId xmlns:a16="http://schemas.microsoft.com/office/drawing/2014/main" id="{E7457AA9-6DA9-4674-B0ED-102E026A1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2" y="1771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0738" name="Text Box 61">
              <a:extLst>
                <a:ext uri="{FF2B5EF4-FFF2-40B4-BE49-F238E27FC236}">
                  <a16:creationId xmlns:a16="http://schemas.microsoft.com/office/drawing/2014/main" id="{2B3EB3DA-5311-420E-BA79-533D7FD0D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771"/>
              <a:ext cx="320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03557" name="Group 133">
            <a:extLst>
              <a:ext uri="{FF2B5EF4-FFF2-40B4-BE49-F238E27FC236}">
                <a16:creationId xmlns:a16="http://schemas.microsoft.com/office/drawing/2014/main" id="{E248200E-1B4A-4628-B4F6-D0334840A802}"/>
              </a:ext>
            </a:extLst>
          </p:cNvPr>
          <p:cNvGrpSpPr>
            <a:grpSpLocks/>
          </p:cNvGrpSpPr>
          <p:nvPr/>
        </p:nvGrpSpPr>
        <p:grpSpPr bwMode="auto">
          <a:xfrm>
            <a:off x="4443413" y="2293938"/>
            <a:ext cx="3722687" cy="1985962"/>
            <a:chOff x="2799" y="1445"/>
            <a:chExt cx="2345" cy="1251"/>
          </a:xfrm>
        </p:grpSpPr>
        <p:grpSp>
          <p:nvGrpSpPr>
            <p:cNvPr id="70697" name="Group 131">
              <a:extLst>
                <a:ext uri="{FF2B5EF4-FFF2-40B4-BE49-F238E27FC236}">
                  <a16:creationId xmlns:a16="http://schemas.microsoft.com/office/drawing/2014/main" id="{0DF9E823-EA75-457D-A432-7E996F04C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9" y="1445"/>
              <a:ext cx="2345" cy="1251"/>
              <a:chOff x="2799" y="1445"/>
              <a:chExt cx="2345" cy="1251"/>
            </a:xfrm>
          </p:grpSpPr>
          <p:grpSp>
            <p:nvGrpSpPr>
              <p:cNvPr id="70701" name="Group 63">
                <a:extLst>
                  <a:ext uri="{FF2B5EF4-FFF2-40B4-BE49-F238E27FC236}">
                    <a16:creationId xmlns:a16="http://schemas.microsoft.com/office/drawing/2014/main" id="{6CC52493-05CC-4446-A3F4-03E0C9B873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9" y="1445"/>
                <a:ext cx="2345" cy="1251"/>
                <a:chOff x="1037" y="886"/>
                <a:chExt cx="2345" cy="1251"/>
              </a:xfrm>
            </p:grpSpPr>
            <p:sp>
              <p:nvSpPr>
                <p:cNvPr id="70706" name="Rectangle 64">
                  <a:extLst>
                    <a:ext uri="{FF2B5EF4-FFF2-40B4-BE49-F238E27FC236}">
                      <a16:creationId xmlns:a16="http://schemas.microsoft.com/office/drawing/2014/main" id="{54D7D3C9-4187-4A06-92B1-A0341D3892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07" name="Rectangle 65">
                  <a:extLst>
                    <a:ext uri="{FF2B5EF4-FFF2-40B4-BE49-F238E27FC236}">
                      <a16:creationId xmlns:a16="http://schemas.microsoft.com/office/drawing/2014/main" id="{9EBED8EF-E14F-4E69-A4FB-E59DE4A2A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08" name="Rectangle 66">
                  <a:extLst>
                    <a:ext uri="{FF2B5EF4-FFF2-40B4-BE49-F238E27FC236}">
                      <a16:creationId xmlns:a16="http://schemas.microsoft.com/office/drawing/2014/main" id="{F1DD2A2F-2618-43B6-81C9-318A603F15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740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09" name="Rectangle 67">
                  <a:extLst>
                    <a:ext uri="{FF2B5EF4-FFF2-40B4-BE49-F238E27FC236}">
                      <a16:creationId xmlns:a16="http://schemas.microsoft.com/office/drawing/2014/main" id="{7EBC0035-23FB-4E26-BF14-E3B6C0ECBA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740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0" name="Rectangle 68">
                  <a:extLst>
                    <a:ext uri="{FF2B5EF4-FFF2-40B4-BE49-F238E27FC236}">
                      <a16:creationId xmlns:a16="http://schemas.microsoft.com/office/drawing/2014/main" id="{A0434D7C-4E9E-44ED-8E6B-3B905205C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5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r>
                    <a:rPr kumimoji="1" lang="en-US" altLang="zh-CN" sz="28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70711" name="Rectangle 69">
                  <a:extLst>
                    <a:ext uri="{FF2B5EF4-FFF2-40B4-BE49-F238E27FC236}">
                      <a16:creationId xmlns:a16="http://schemas.microsoft.com/office/drawing/2014/main" id="{4195CF81-E429-408C-8013-3834987757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7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2" name="Rectangle 70">
                  <a:extLst>
                    <a:ext uri="{FF2B5EF4-FFF2-40B4-BE49-F238E27FC236}">
                      <a16:creationId xmlns:a16="http://schemas.microsoft.com/office/drawing/2014/main" id="{96F7791B-FA3D-4C87-ABAF-9B0E7E004E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1343"/>
                  <a:ext cx="497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3" name="Rectangle 71">
                  <a:extLst>
                    <a:ext uri="{FF2B5EF4-FFF2-40B4-BE49-F238E27FC236}">
                      <a16:creationId xmlns:a16="http://schemas.microsoft.com/office/drawing/2014/main" id="{2FD4D6DB-4C3F-4FA9-9BF0-1BAC513B96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1343"/>
                  <a:ext cx="498" cy="397"/>
                </a:xfrm>
                <a:prstGeom prst="rect">
                  <a:avLst/>
                </a:prstGeom>
                <a:noFill/>
                <a:ln w="38100">
                  <a:solidFill>
                    <a:schemeClr val="bg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4" name="Line 72">
                  <a:extLst>
                    <a:ext uri="{FF2B5EF4-FFF2-40B4-BE49-F238E27FC236}">
                      <a16:creationId xmlns:a16="http://schemas.microsoft.com/office/drawing/2014/main" id="{97BD767A-1C6B-43C4-A628-20B5BC2E9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5" name="Line 73">
                  <a:extLst>
                    <a:ext uri="{FF2B5EF4-FFF2-40B4-BE49-F238E27FC236}">
                      <a16:creationId xmlns:a16="http://schemas.microsoft.com/office/drawing/2014/main" id="{ECC5070C-15FA-432E-8E51-7FDA11977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740"/>
                  <a:ext cx="1990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6" name="Line 74">
                  <a:extLst>
                    <a:ext uri="{FF2B5EF4-FFF2-40B4-BE49-F238E27FC236}">
                      <a16:creationId xmlns:a16="http://schemas.microsoft.com/office/drawing/2014/main" id="{888E185D-1EC3-4042-8948-081A5A6019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2137"/>
                  <a:ext cx="1990" cy="0"/>
                </a:xfrm>
                <a:prstGeom prst="line">
                  <a:avLst/>
                </a:prstGeom>
                <a:noFill/>
                <a:ln w="38100" cap="sq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7" name="Line 75">
                  <a:extLst>
                    <a:ext uri="{FF2B5EF4-FFF2-40B4-BE49-F238E27FC236}">
                      <a16:creationId xmlns:a16="http://schemas.microsoft.com/office/drawing/2014/main" id="{E3A1C016-7C3C-46E2-B74B-D63969CC6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8" name="Line 76">
                  <a:extLst>
                    <a:ext uri="{FF2B5EF4-FFF2-40B4-BE49-F238E27FC236}">
                      <a16:creationId xmlns:a16="http://schemas.microsoft.com/office/drawing/2014/main" id="{1196CF6A-73A6-4F05-8074-F7A3CE1388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0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19" name="Line 77">
                  <a:extLst>
                    <a:ext uri="{FF2B5EF4-FFF2-40B4-BE49-F238E27FC236}">
                      <a16:creationId xmlns:a16="http://schemas.microsoft.com/office/drawing/2014/main" id="{4D3895ED-C6A7-49BC-97DA-DECBC71CA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20" name="Line 78">
                  <a:extLst>
                    <a:ext uri="{FF2B5EF4-FFF2-40B4-BE49-F238E27FC236}">
                      <a16:creationId xmlns:a16="http://schemas.microsoft.com/office/drawing/2014/main" id="{7D6EC56A-DE04-491E-B91C-CDD6046CF5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5" y="1343"/>
                  <a:ext cx="0" cy="79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21" name="Line 79">
                  <a:extLst>
                    <a:ext uri="{FF2B5EF4-FFF2-40B4-BE49-F238E27FC236}">
                      <a16:creationId xmlns:a16="http://schemas.microsoft.com/office/drawing/2014/main" id="{F78978DC-F6CE-4807-9C31-CD811A22E7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2" y="1343"/>
                  <a:ext cx="0" cy="794"/>
                </a:xfrm>
                <a:prstGeom prst="line">
                  <a:avLst/>
                </a:prstGeom>
                <a:noFill/>
                <a:ln w="38100" cap="sq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22" name="Line 80">
                  <a:extLst>
                    <a:ext uri="{FF2B5EF4-FFF2-40B4-BE49-F238E27FC236}">
                      <a16:creationId xmlns:a16="http://schemas.microsoft.com/office/drawing/2014/main" id="{62F03740-1DEB-4A0A-BF34-9673191337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3" y="1065"/>
                  <a:ext cx="279" cy="278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723" name="Text Box 81">
                  <a:extLst>
                    <a:ext uri="{FF2B5EF4-FFF2-40B4-BE49-F238E27FC236}">
                      <a16:creationId xmlns:a16="http://schemas.microsoft.com/office/drawing/2014/main" id="{E18122F8-AEE0-48DB-A4B1-957AE9C495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0" y="88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70724" name="Text Box 82">
                  <a:extLst>
                    <a:ext uri="{FF2B5EF4-FFF2-40B4-BE49-F238E27FC236}">
                      <a16:creationId xmlns:a16="http://schemas.microsoft.com/office/drawing/2014/main" id="{CCF55E69-BA28-4442-BD70-9E5A2A3357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6" y="102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70725" name="Text Box 83">
                  <a:extLst>
                    <a:ext uri="{FF2B5EF4-FFF2-40B4-BE49-F238E27FC236}">
                      <a16:creationId xmlns:a16="http://schemas.microsoft.com/office/drawing/2014/main" id="{F7C6E2CD-8518-4C0F-8970-9E55E9DEFF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7" y="1160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70726" name="Text Box 84">
                  <a:extLst>
                    <a:ext uri="{FF2B5EF4-FFF2-40B4-BE49-F238E27FC236}">
                      <a16:creationId xmlns:a16="http://schemas.microsoft.com/office/drawing/2014/main" id="{32F86E76-439D-4B56-90D2-39BCE0C811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3" y="1784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70727" name="Text Box 85">
                  <a:extLst>
                    <a:ext uri="{FF2B5EF4-FFF2-40B4-BE49-F238E27FC236}">
                      <a16:creationId xmlns:a16="http://schemas.microsoft.com/office/drawing/2014/main" id="{46DE2F80-5A98-4466-AD2A-F8716FD683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3" y="138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70728" name="Text Box 86">
                  <a:extLst>
                    <a:ext uri="{FF2B5EF4-FFF2-40B4-BE49-F238E27FC236}">
                      <a16:creationId xmlns:a16="http://schemas.microsoft.com/office/drawing/2014/main" id="{9933D91A-DF62-4D96-A1F2-928B8A718B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53" y="110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00</a:t>
                  </a:r>
                </a:p>
              </p:txBody>
            </p:sp>
            <p:sp>
              <p:nvSpPr>
                <p:cNvPr id="70729" name="Text Box 87">
                  <a:extLst>
                    <a:ext uri="{FF2B5EF4-FFF2-40B4-BE49-F238E27FC236}">
                      <a16:creationId xmlns:a16="http://schemas.microsoft.com/office/drawing/2014/main" id="{9ACB26C9-0589-4128-B1DE-5E77BF74DB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6" y="1102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11</a:t>
                  </a:r>
                </a:p>
              </p:txBody>
            </p:sp>
            <p:sp>
              <p:nvSpPr>
                <p:cNvPr id="70730" name="Text Box 88">
                  <a:extLst>
                    <a:ext uri="{FF2B5EF4-FFF2-40B4-BE49-F238E27FC236}">
                      <a16:creationId xmlns:a16="http://schemas.microsoft.com/office/drawing/2014/main" id="{5295FED0-71C0-4400-8031-A1C16E6C9C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0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70731" name="Text Box 89">
                  <a:extLst>
                    <a:ext uri="{FF2B5EF4-FFF2-40B4-BE49-F238E27FC236}">
                      <a16:creationId xmlns:a16="http://schemas.microsoft.com/office/drawing/2014/main" id="{1545037C-4007-40C4-816C-0AB2F8F4DB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9" y="1091"/>
                  <a:ext cx="36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10</a:t>
                  </a:r>
                </a:p>
              </p:txBody>
            </p:sp>
          </p:grpSp>
          <p:sp>
            <p:nvSpPr>
              <p:cNvPr id="70702" name="Text Box 90">
                <a:extLst>
                  <a:ext uri="{FF2B5EF4-FFF2-40B4-BE49-F238E27FC236}">
                    <a16:creationId xmlns:a16="http://schemas.microsoft.com/office/drawing/2014/main" id="{8B3B434A-4FAA-4615-8009-664163D18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7" y="1935"/>
                <a:ext cx="320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03" name="Text Box 91">
                <a:extLst>
                  <a:ext uri="{FF2B5EF4-FFF2-40B4-BE49-F238E27FC236}">
                    <a16:creationId xmlns:a16="http://schemas.microsoft.com/office/drawing/2014/main" id="{7571AD75-F9FB-4450-9E26-DF4B6A2193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4" y="2338"/>
                <a:ext cx="320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70704" name="Text Box 92">
                <a:extLst>
                  <a:ext uri="{FF2B5EF4-FFF2-40B4-BE49-F238E27FC236}">
                    <a16:creationId xmlns:a16="http://schemas.microsoft.com/office/drawing/2014/main" id="{6321420C-CFF2-4D51-B36A-6D8C02476E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9" y="1928"/>
                <a:ext cx="320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70705" name="Text Box 93">
                <a:extLst>
                  <a:ext uri="{FF2B5EF4-FFF2-40B4-BE49-F238E27FC236}">
                    <a16:creationId xmlns:a16="http://schemas.microsoft.com/office/drawing/2014/main" id="{0E51B9C1-56B4-4A65-88B5-F9286B3305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9" y="1928"/>
                <a:ext cx="320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70698" name="Group 132">
              <a:extLst>
                <a:ext uri="{FF2B5EF4-FFF2-40B4-BE49-F238E27FC236}">
                  <a16:creationId xmlns:a16="http://schemas.microsoft.com/office/drawing/2014/main" id="{4D71D9CD-A4A3-4D3B-8172-0E7DDA087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5" y="1971"/>
              <a:ext cx="1261" cy="675"/>
              <a:chOff x="3735" y="1971"/>
              <a:chExt cx="1261" cy="675"/>
            </a:xfrm>
          </p:grpSpPr>
          <p:sp>
            <p:nvSpPr>
              <p:cNvPr id="70699" name="AutoShape 95">
                <a:extLst>
                  <a:ext uri="{FF2B5EF4-FFF2-40B4-BE49-F238E27FC236}">
                    <a16:creationId xmlns:a16="http://schemas.microsoft.com/office/drawing/2014/main" id="{BBAC3F95-BEF6-4F68-9BA0-532A65381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5" y="2005"/>
                <a:ext cx="260" cy="641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700" name="AutoShape 96">
                <a:extLst>
                  <a:ext uri="{FF2B5EF4-FFF2-40B4-BE49-F238E27FC236}">
                    <a16:creationId xmlns:a16="http://schemas.microsoft.com/office/drawing/2014/main" id="{350D2024-02FA-4108-9947-8F43C8B92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2" y="1971"/>
                <a:ext cx="764" cy="238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chemeClr val="bg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03526" name="Group 102">
            <a:extLst>
              <a:ext uri="{FF2B5EF4-FFF2-40B4-BE49-F238E27FC236}">
                <a16:creationId xmlns:a16="http://schemas.microsoft.com/office/drawing/2014/main" id="{5C60FD61-DB9C-4479-9D5B-B7E9FEBE2A7F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4524375"/>
            <a:ext cx="2846388" cy="1211263"/>
            <a:chOff x="521" y="2868"/>
            <a:chExt cx="1793" cy="763"/>
          </a:xfrm>
        </p:grpSpPr>
        <p:sp>
          <p:nvSpPr>
            <p:cNvPr id="70690" name="Text Box 103">
              <a:extLst>
                <a:ext uri="{FF2B5EF4-FFF2-40B4-BE49-F238E27FC236}">
                  <a16:creationId xmlns:a16="http://schemas.microsoft.com/office/drawing/2014/main" id="{D60D7BF3-8291-484D-A9B2-122D719CD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2900"/>
              <a:ext cx="163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F=AB+BC+AC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G=AB+BC</a:t>
              </a:r>
            </a:p>
          </p:txBody>
        </p:sp>
        <p:sp>
          <p:nvSpPr>
            <p:cNvPr id="70691" name="Line 104">
              <a:extLst>
                <a:ext uri="{FF2B5EF4-FFF2-40B4-BE49-F238E27FC236}">
                  <a16:creationId xmlns:a16="http://schemas.microsoft.com/office/drawing/2014/main" id="{D3F67806-EDE7-4EFE-A539-34E2AB331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" y="2955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92" name="Line 105">
              <a:extLst>
                <a:ext uri="{FF2B5EF4-FFF2-40B4-BE49-F238E27FC236}">
                  <a16:creationId xmlns:a16="http://schemas.microsoft.com/office/drawing/2014/main" id="{43705753-FD60-4DCC-B953-F2438AD8D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4" y="2955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93" name="Line 106">
              <a:extLst>
                <a:ext uri="{FF2B5EF4-FFF2-40B4-BE49-F238E27FC236}">
                  <a16:creationId xmlns:a16="http://schemas.microsoft.com/office/drawing/2014/main" id="{B533249D-7E5E-4200-B0AB-DA7A249EA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7" y="2955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94" name="Line 107">
              <a:extLst>
                <a:ext uri="{FF2B5EF4-FFF2-40B4-BE49-F238E27FC236}">
                  <a16:creationId xmlns:a16="http://schemas.microsoft.com/office/drawing/2014/main" id="{4EC7123F-C184-4016-84C2-2DB59ACD4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3368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95" name="Line 108">
              <a:extLst>
                <a:ext uri="{FF2B5EF4-FFF2-40B4-BE49-F238E27FC236}">
                  <a16:creationId xmlns:a16="http://schemas.microsoft.com/office/drawing/2014/main" id="{00887138-346D-4454-B5EC-CF0AC4FC1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7" y="3368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96" name="AutoShape 109">
              <a:extLst>
                <a:ext uri="{FF2B5EF4-FFF2-40B4-BE49-F238E27FC236}">
                  <a16:creationId xmlns:a16="http://schemas.microsoft.com/office/drawing/2014/main" id="{033589B5-64A1-4083-8066-1CB33DDB7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" y="2868"/>
              <a:ext cx="196" cy="761"/>
            </a:xfrm>
            <a:prstGeom prst="leftBrace">
              <a:avLst>
                <a:gd name="adj1" fmla="val 32355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534" name="AutoShape 110">
            <a:extLst>
              <a:ext uri="{FF2B5EF4-FFF2-40B4-BE49-F238E27FC236}">
                <a16:creationId xmlns:a16="http://schemas.microsoft.com/office/drawing/2014/main" id="{B449C000-2BF4-4E52-B681-0FB2BC633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5191125"/>
            <a:ext cx="846137" cy="120650"/>
          </a:xfrm>
          <a:prstGeom prst="rightArrow">
            <a:avLst>
              <a:gd name="adj1" fmla="val 50000"/>
              <a:gd name="adj2" fmla="val 175329"/>
            </a:avLst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535" name="Group 111">
            <a:extLst>
              <a:ext uri="{FF2B5EF4-FFF2-40B4-BE49-F238E27FC236}">
                <a16:creationId xmlns:a16="http://schemas.microsoft.com/office/drawing/2014/main" id="{4F2ABAF5-F7A0-4658-A0CC-97B85BDB8E93}"/>
              </a:ext>
            </a:extLst>
          </p:cNvPr>
          <p:cNvGrpSpPr>
            <a:grpSpLocks/>
          </p:cNvGrpSpPr>
          <p:nvPr/>
        </p:nvGrpSpPr>
        <p:grpSpPr bwMode="auto">
          <a:xfrm>
            <a:off x="4606925" y="4500563"/>
            <a:ext cx="2811463" cy="1316037"/>
            <a:chOff x="2935" y="2814"/>
            <a:chExt cx="1771" cy="829"/>
          </a:xfrm>
        </p:grpSpPr>
        <p:sp>
          <p:nvSpPr>
            <p:cNvPr id="70676" name="Text Box 112">
              <a:extLst>
                <a:ext uri="{FF2B5EF4-FFF2-40B4-BE49-F238E27FC236}">
                  <a16:creationId xmlns:a16="http://schemas.microsoft.com/office/drawing/2014/main" id="{B4AD3335-4328-4DF4-BF5B-8A45E37AB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" y="2912"/>
              <a:ext cx="1609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 BC AC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G=AB BC</a:t>
              </a:r>
            </a:p>
          </p:txBody>
        </p:sp>
        <p:sp>
          <p:nvSpPr>
            <p:cNvPr id="70677" name="Line 113">
              <a:extLst>
                <a:ext uri="{FF2B5EF4-FFF2-40B4-BE49-F238E27FC236}">
                  <a16:creationId xmlns:a16="http://schemas.microsoft.com/office/drawing/2014/main" id="{8B4CDE2A-D504-46A8-B84B-07FA84F9C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" y="296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78" name="Line 114">
              <a:extLst>
                <a:ext uri="{FF2B5EF4-FFF2-40B4-BE49-F238E27FC236}">
                  <a16:creationId xmlns:a16="http://schemas.microsoft.com/office/drawing/2014/main" id="{AE9FE974-0F77-4B67-89F2-5AAD8B556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0" y="296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79" name="Line 115">
              <a:extLst>
                <a:ext uri="{FF2B5EF4-FFF2-40B4-BE49-F238E27FC236}">
                  <a16:creationId xmlns:a16="http://schemas.microsoft.com/office/drawing/2014/main" id="{5920E673-3C39-49B5-AE40-E2B822227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2966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0" name="Line 116">
              <a:extLst>
                <a:ext uri="{FF2B5EF4-FFF2-40B4-BE49-F238E27FC236}">
                  <a16:creationId xmlns:a16="http://schemas.microsoft.com/office/drawing/2014/main" id="{4FB38872-C12A-4A44-915B-5B9B9AEDB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3379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1" name="Line 117">
              <a:extLst>
                <a:ext uri="{FF2B5EF4-FFF2-40B4-BE49-F238E27FC236}">
                  <a16:creationId xmlns:a16="http://schemas.microsoft.com/office/drawing/2014/main" id="{68F0DDA3-2127-4B3C-BD4E-FBED98029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3379"/>
              <a:ext cx="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2" name="Line 118">
              <a:extLst>
                <a:ext uri="{FF2B5EF4-FFF2-40B4-BE49-F238E27FC236}">
                  <a16:creationId xmlns:a16="http://schemas.microsoft.com/office/drawing/2014/main" id="{DE737979-F0F7-4426-AEFB-2D4D25FC2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923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3" name="Line 119">
              <a:extLst>
                <a:ext uri="{FF2B5EF4-FFF2-40B4-BE49-F238E27FC236}">
                  <a16:creationId xmlns:a16="http://schemas.microsoft.com/office/drawing/2014/main" id="{8A5BF165-BA12-4FFB-B4AF-C8BE6DF8A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2923"/>
              <a:ext cx="27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4" name="Line 120">
              <a:extLst>
                <a:ext uri="{FF2B5EF4-FFF2-40B4-BE49-F238E27FC236}">
                  <a16:creationId xmlns:a16="http://schemas.microsoft.com/office/drawing/2014/main" id="{B681168B-691C-496C-9D4D-95C82982B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2923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5" name="Line 121">
              <a:extLst>
                <a:ext uri="{FF2B5EF4-FFF2-40B4-BE49-F238E27FC236}">
                  <a16:creationId xmlns:a16="http://schemas.microsoft.com/office/drawing/2014/main" id="{1279E3A4-B7A3-406E-B1CE-76F7C9F2A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7" y="3336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6" name="Line 122">
              <a:extLst>
                <a:ext uri="{FF2B5EF4-FFF2-40B4-BE49-F238E27FC236}">
                  <a16:creationId xmlns:a16="http://schemas.microsoft.com/office/drawing/2014/main" id="{E0B4DB45-0660-465F-9AB1-5EDD0A05E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3336"/>
              <a:ext cx="2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7" name="Line 123">
              <a:extLst>
                <a:ext uri="{FF2B5EF4-FFF2-40B4-BE49-F238E27FC236}">
                  <a16:creationId xmlns:a16="http://schemas.microsoft.com/office/drawing/2014/main" id="{D26E3B1E-CD79-4E98-A4FB-FA7F624D4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871"/>
              <a:ext cx="102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8" name="Line 124">
              <a:extLst>
                <a:ext uri="{FF2B5EF4-FFF2-40B4-BE49-F238E27FC236}">
                  <a16:creationId xmlns:a16="http://schemas.microsoft.com/office/drawing/2014/main" id="{4A54B971-8F81-440A-A792-A5AAA827D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292"/>
              <a:ext cx="6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89" name="AutoShape 125">
              <a:extLst>
                <a:ext uri="{FF2B5EF4-FFF2-40B4-BE49-F238E27FC236}">
                  <a16:creationId xmlns:a16="http://schemas.microsoft.com/office/drawing/2014/main" id="{C0FE812D-8E05-4E2C-940F-8A46554C6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" y="2814"/>
              <a:ext cx="184" cy="772"/>
            </a:xfrm>
            <a:prstGeom prst="leftBrace">
              <a:avLst>
                <a:gd name="adj1" fmla="val 34964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550" name="Text Box 126">
            <a:extLst>
              <a:ext uri="{FF2B5EF4-FFF2-40B4-BE49-F238E27FC236}">
                <a16:creationId xmlns:a16="http://schemas.microsoft.com/office/drawing/2014/main" id="{0B07937A-B99B-4A49-A1AB-A8948F43E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5986463"/>
            <a:ext cx="4327526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只需要五个“与非”门</a:t>
            </a:r>
          </a:p>
        </p:txBody>
      </p:sp>
      <p:sp>
        <p:nvSpPr>
          <p:cNvPr id="70669" name="AutoShape 12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4514E80-FF86-4659-8CBD-FAD980367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11163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70" name="AutoShape 12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53844C7-50DF-45D0-9560-4B0B7C1CE8C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4850" y="6509575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554" name="Group 130">
            <a:extLst>
              <a:ext uri="{FF2B5EF4-FFF2-40B4-BE49-F238E27FC236}">
                <a16:creationId xmlns:a16="http://schemas.microsoft.com/office/drawing/2014/main" id="{86E003BE-B2FB-4AA5-A33C-0DC97B99E034}"/>
              </a:ext>
            </a:extLst>
          </p:cNvPr>
          <p:cNvGrpSpPr>
            <a:grpSpLocks/>
          </p:cNvGrpSpPr>
          <p:nvPr/>
        </p:nvGrpSpPr>
        <p:grpSpPr bwMode="auto">
          <a:xfrm>
            <a:off x="904875" y="3119438"/>
            <a:ext cx="3203575" cy="1035050"/>
            <a:chOff x="570" y="1965"/>
            <a:chExt cx="2018" cy="652"/>
          </a:xfrm>
        </p:grpSpPr>
        <p:sp>
          <p:nvSpPr>
            <p:cNvPr id="70672" name="AutoShape 99">
              <a:extLst>
                <a:ext uri="{FF2B5EF4-FFF2-40B4-BE49-F238E27FC236}">
                  <a16:creationId xmlns:a16="http://schemas.microsoft.com/office/drawing/2014/main" id="{C0ACF180-A885-436D-9B80-9FA3E9802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" y="1976"/>
              <a:ext cx="260" cy="641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73" name="AutoShape 100">
              <a:extLst>
                <a:ext uri="{FF2B5EF4-FFF2-40B4-BE49-F238E27FC236}">
                  <a16:creationId xmlns:a16="http://schemas.microsoft.com/office/drawing/2014/main" id="{471C8A0E-8C47-4AF1-82D6-07992DC37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362"/>
              <a:ext cx="418" cy="238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74" name="AutoShape 101">
              <a:extLst>
                <a:ext uri="{FF2B5EF4-FFF2-40B4-BE49-F238E27FC236}">
                  <a16:creationId xmlns:a16="http://schemas.microsoft.com/office/drawing/2014/main" id="{F5C0463C-1029-4B87-8A15-359C02DDF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" y="1965"/>
              <a:ext cx="696" cy="261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675" name="AutoShape 129">
              <a:extLst>
                <a:ext uri="{FF2B5EF4-FFF2-40B4-BE49-F238E27FC236}">
                  <a16:creationId xmlns:a16="http://schemas.microsoft.com/office/drawing/2014/main" id="{A477EE5C-7C82-4904-B18B-F13E803B3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" y="2371"/>
              <a:ext cx="418" cy="238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248493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0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0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utoUpdateAnimBg="0"/>
      <p:bldP spid="103435" grpId="0" animBg="1"/>
      <p:bldP spid="103451" grpId="0" autoUpdateAnimBg="0"/>
      <p:bldP spid="103534" grpId="0" animBg="1"/>
      <p:bldP spid="10355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561883BB-8F2E-49D6-8B3E-96CD39338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12725"/>
            <a:ext cx="1525588" cy="538163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【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2】</a:t>
            </a:r>
          </a:p>
        </p:txBody>
      </p:sp>
      <p:grpSp>
        <p:nvGrpSpPr>
          <p:cNvPr id="104451" name="Group 3">
            <a:extLst>
              <a:ext uri="{FF2B5EF4-FFF2-40B4-BE49-F238E27FC236}">
                <a16:creationId xmlns:a16="http://schemas.microsoft.com/office/drawing/2014/main" id="{5EBBC476-047F-4FFE-AF2B-1EED9D63CE4E}"/>
              </a:ext>
            </a:extLst>
          </p:cNvPr>
          <p:cNvGrpSpPr>
            <a:grpSpLocks/>
          </p:cNvGrpSpPr>
          <p:nvPr/>
        </p:nvGrpSpPr>
        <p:grpSpPr bwMode="auto">
          <a:xfrm>
            <a:off x="1844675" y="396875"/>
            <a:ext cx="5502275" cy="1123950"/>
            <a:chOff x="1032" y="250"/>
            <a:chExt cx="3466" cy="708"/>
          </a:xfrm>
        </p:grpSpPr>
        <p:sp>
          <p:nvSpPr>
            <p:cNvPr id="71800" name="Text Box 4">
              <a:extLst>
                <a:ext uri="{FF2B5EF4-FFF2-40B4-BE49-F238E27FC236}">
                  <a16:creationId xmlns:a16="http://schemas.microsoft.com/office/drawing/2014/main" id="{6A4ABB38-3288-45B5-9A3F-F3BE35F40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3" y="250"/>
              <a:ext cx="33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F(A,B,C,D)=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m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4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(1,3,4,5,6,7,15)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01" name="Text Box 5">
              <a:extLst>
                <a:ext uri="{FF2B5EF4-FFF2-40B4-BE49-F238E27FC236}">
                  <a16:creationId xmlns:a16="http://schemas.microsoft.com/office/drawing/2014/main" id="{F38B7146-E463-442B-B8FE-C3DCA4DCB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631"/>
              <a:ext cx="33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G(A,B,C,D)=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m</a:t>
              </a:r>
              <a:r>
                <a:rPr kumimoji="1" lang="en-US" altLang="zh-CN" sz="2800" b="1" i="0" u="none" strike="noStrike" kern="1200" cap="none" spc="0" normalizeH="0" baseline="3000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4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(1,3,10,14,15)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02" name="AutoShape 6">
              <a:extLst>
                <a:ext uri="{FF2B5EF4-FFF2-40B4-BE49-F238E27FC236}">
                  <a16:creationId xmlns:a16="http://schemas.microsoft.com/office/drawing/2014/main" id="{419601AA-6914-4525-8A91-87D1B8780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61"/>
              <a:ext cx="196" cy="652"/>
            </a:xfrm>
            <a:prstGeom prst="leftBrace">
              <a:avLst>
                <a:gd name="adj1" fmla="val 27721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4455" name="Group 7">
            <a:extLst>
              <a:ext uri="{FF2B5EF4-FFF2-40B4-BE49-F238E27FC236}">
                <a16:creationId xmlns:a16="http://schemas.microsoft.com/office/drawing/2014/main" id="{77D6E9AA-BB3C-46C6-82A9-AEAAE81C7070}"/>
              </a:ext>
            </a:extLst>
          </p:cNvPr>
          <p:cNvGrpSpPr>
            <a:grpSpLocks/>
          </p:cNvGrpSpPr>
          <p:nvPr/>
        </p:nvGrpSpPr>
        <p:grpSpPr bwMode="auto">
          <a:xfrm>
            <a:off x="646113" y="1655763"/>
            <a:ext cx="3660775" cy="3470275"/>
            <a:chOff x="407" y="1043"/>
            <a:chExt cx="2306" cy="2186"/>
          </a:xfrm>
        </p:grpSpPr>
        <p:grpSp>
          <p:nvGrpSpPr>
            <p:cNvPr id="71751" name="Group 8">
              <a:extLst>
                <a:ext uri="{FF2B5EF4-FFF2-40B4-BE49-F238E27FC236}">
                  <a16:creationId xmlns:a16="http://schemas.microsoft.com/office/drawing/2014/main" id="{BE40761A-420B-4713-A554-D69CEAD96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" y="1043"/>
              <a:ext cx="2306" cy="2186"/>
              <a:chOff x="366" y="1055"/>
              <a:chExt cx="2306" cy="2186"/>
            </a:xfrm>
          </p:grpSpPr>
          <p:grpSp>
            <p:nvGrpSpPr>
              <p:cNvPr id="71759" name="Group 9">
                <a:extLst>
                  <a:ext uri="{FF2B5EF4-FFF2-40B4-BE49-F238E27FC236}">
                    <a16:creationId xmlns:a16="http://schemas.microsoft.com/office/drawing/2014/main" id="{7C03DF1B-22E5-4E0B-B438-8F58781CAC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71774" name="Rectangle 10">
                  <a:extLst>
                    <a:ext uri="{FF2B5EF4-FFF2-40B4-BE49-F238E27FC236}">
                      <a16:creationId xmlns:a16="http://schemas.microsoft.com/office/drawing/2014/main" id="{2F933554-D0A5-442A-AB30-D0E6141A9A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75" name="Rectangle 11">
                  <a:extLst>
                    <a:ext uri="{FF2B5EF4-FFF2-40B4-BE49-F238E27FC236}">
                      <a16:creationId xmlns:a16="http://schemas.microsoft.com/office/drawing/2014/main" id="{B9E8C6BA-9072-4253-AD11-D4FA5BEDCB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76" name="Rectangle 12">
                  <a:extLst>
                    <a:ext uri="{FF2B5EF4-FFF2-40B4-BE49-F238E27FC236}">
                      <a16:creationId xmlns:a16="http://schemas.microsoft.com/office/drawing/2014/main" id="{F790787A-9BC6-4BE1-B292-9C7D41A1F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77" name="Rectangle 13">
                  <a:extLst>
                    <a:ext uri="{FF2B5EF4-FFF2-40B4-BE49-F238E27FC236}">
                      <a16:creationId xmlns:a16="http://schemas.microsoft.com/office/drawing/2014/main" id="{DEF1A118-E0E3-47EF-8660-0DD5FEB970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78" name="Rectangle 14">
                  <a:extLst>
                    <a:ext uri="{FF2B5EF4-FFF2-40B4-BE49-F238E27FC236}">
                      <a16:creationId xmlns:a16="http://schemas.microsoft.com/office/drawing/2014/main" id="{7EB89C6A-8DA4-4DF1-8ED7-E3D3CB924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79" name="Rectangle 15">
                  <a:extLst>
                    <a:ext uri="{FF2B5EF4-FFF2-40B4-BE49-F238E27FC236}">
                      <a16:creationId xmlns:a16="http://schemas.microsoft.com/office/drawing/2014/main" id="{6E66B49B-661D-49EE-8C4D-425251B83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0" name="Rectangle 16">
                  <a:extLst>
                    <a:ext uri="{FF2B5EF4-FFF2-40B4-BE49-F238E27FC236}">
                      <a16:creationId xmlns:a16="http://schemas.microsoft.com/office/drawing/2014/main" id="{382DE2B8-9336-4851-9A87-899F0F223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1" name="Rectangle 17">
                  <a:extLst>
                    <a:ext uri="{FF2B5EF4-FFF2-40B4-BE49-F238E27FC236}">
                      <a16:creationId xmlns:a16="http://schemas.microsoft.com/office/drawing/2014/main" id="{71C59E0B-D0A7-493F-81ED-79D04692E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2" name="Rectangle 18">
                  <a:extLst>
                    <a:ext uri="{FF2B5EF4-FFF2-40B4-BE49-F238E27FC236}">
                      <a16:creationId xmlns:a16="http://schemas.microsoft.com/office/drawing/2014/main" id="{91B7032E-EB55-4570-B125-19FBA87F9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3" name="Rectangle 19">
                  <a:extLst>
                    <a:ext uri="{FF2B5EF4-FFF2-40B4-BE49-F238E27FC236}">
                      <a16:creationId xmlns:a16="http://schemas.microsoft.com/office/drawing/2014/main" id="{27B29F85-012A-4FC6-9A28-29AA90EB7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4" name="Rectangle 20">
                  <a:extLst>
                    <a:ext uri="{FF2B5EF4-FFF2-40B4-BE49-F238E27FC236}">
                      <a16:creationId xmlns:a16="http://schemas.microsoft.com/office/drawing/2014/main" id="{BDB3FD5C-3969-4A77-8339-B9C59CC374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5" name="Rectangle 21">
                  <a:extLst>
                    <a:ext uri="{FF2B5EF4-FFF2-40B4-BE49-F238E27FC236}">
                      <a16:creationId xmlns:a16="http://schemas.microsoft.com/office/drawing/2014/main" id="{FE912528-7F79-41AE-9093-59490806DC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6" name="Rectangle 22">
                  <a:extLst>
                    <a:ext uri="{FF2B5EF4-FFF2-40B4-BE49-F238E27FC236}">
                      <a16:creationId xmlns:a16="http://schemas.microsoft.com/office/drawing/2014/main" id="{E45DE669-7A38-40D4-91F3-755C9275D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7" name="Rectangle 23">
                  <a:extLst>
                    <a:ext uri="{FF2B5EF4-FFF2-40B4-BE49-F238E27FC236}">
                      <a16:creationId xmlns:a16="http://schemas.microsoft.com/office/drawing/2014/main" id="{DE2AC2DF-C122-4F5C-B1AC-4FA7AEB827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8" name="Rectangle 24">
                  <a:extLst>
                    <a:ext uri="{FF2B5EF4-FFF2-40B4-BE49-F238E27FC236}">
                      <a16:creationId xmlns:a16="http://schemas.microsoft.com/office/drawing/2014/main" id="{F0C1810F-5F62-437C-A566-81C5D6D93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89" name="Rectangle 25">
                  <a:extLst>
                    <a:ext uri="{FF2B5EF4-FFF2-40B4-BE49-F238E27FC236}">
                      <a16:creationId xmlns:a16="http://schemas.microsoft.com/office/drawing/2014/main" id="{E5FACB29-6914-4F84-82FB-E0C22ED00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0" name="Line 26">
                  <a:extLst>
                    <a:ext uri="{FF2B5EF4-FFF2-40B4-BE49-F238E27FC236}">
                      <a16:creationId xmlns:a16="http://schemas.microsoft.com/office/drawing/2014/main" id="{2D70793E-3884-4EAD-9AC5-32029E459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1" name="Line 27">
                  <a:extLst>
                    <a:ext uri="{FF2B5EF4-FFF2-40B4-BE49-F238E27FC236}">
                      <a16:creationId xmlns:a16="http://schemas.microsoft.com/office/drawing/2014/main" id="{21C13569-D9F3-46A0-B73D-38B8D6DE4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2" name="Line 28">
                  <a:extLst>
                    <a:ext uri="{FF2B5EF4-FFF2-40B4-BE49-F238E27FC236}">
                      <a16:creationId xmlns:a16="http://schemas.microsoft.com/office/drawing/2014/main" id="{0BE404C2-484F-476F-AD15-5C8E507FE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3" name="Line 29">
                  <a:extLst>
                    <a:ext uri="{FF2B5EF4-FFF2-40B4-BE49-F238E27FC236}">
                      <a16:creationId xmlns:a16="http://schemas.microsoft.com/office/drawing/2014/main" id="{89F2DA44-FB09-42E2-AE1D-6A1EECEB72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4" name="Line 30">
                  <a:extLst>
                    <a:ext uri="{FF2B5EF4-FFF2-40B4-BE49-F238E27FC236}">
                      <a16:creationId xmlns:a16="http://schemas.microsoft.com/office/drawing/2014/main" id="{ED6DFF2F-679B-4E0D-930C-90D693754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5" name="Line 31">
                  <a:extLst>
                    <a:ext uri="{FF2B5EF4-FFF2-40B4-BE49-F238E27FC236}">
                      <a16:creationId xmlns:a16="http://schemas.microsoft.com/office/drawing/2014/main" id="{CB711BCB-CBDB-422D-B1A2-33889455D9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6" name="Line 32">
                  <a:extLst>
                    <a:ext uri="{FF2B5EF4-FFF2-40B4-BE49-F238E27FC236}">
                      <a16:creationId xmlns:a16="http://schemas.microsoft.com/office/drawing/2014/main" id="{5BC0FA6E-94B8-4383-A916-960FFE84DA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7" name="Line 33">
                  <a:extLst>
                    <a:ext uri="{FF2B5EF4-FFF2-40B4-BE49-F238E27FC236}">
                      <a16:creationId xmlns:a16="http://schemas.microsoft.com/office/drawing/2014/main" id="{70BE58AE-68CB-45C5-9802-E130055EC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8" name="Line 34">
                  <a:extLst>
                    <a:ext uri="{FF2B5EF4-FFF2-40B4-BE49-F238E27FC236}">
                      <a16:creationId xmlns:a16="http://schemas.microsoft.com/office/drawing/2014/main" id="{3E63866A-443E-451D-AB19-B79ECC32A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99" name="Line 35">
                  <a:extLst>
                    <a:ext uri="{FF2B5EF4-FFF2-40B4-BE49-F238E27FC236}">
                      <a16:creationId xmlns:a16="http://schemas.microsoft.com/office/drawing/2014/main" id="{AD21BBD5-722D-40AB-989A-D660E45EF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1760" name="Line 36">
                <a:extLst>
                  <a:ext uri="{FF2B5EF4-FFF2-40B4-BE49-F238E27FC236}">
                    <a16:creationId xmlns:a16="http://schemas.microsoft.com/office/drawing/2014/main" id="{5797AAEC-76B5-4299-AC13-5B152ABD8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71761" name="Group 37">
                <a:extLst>
                  <a:ext uri="{FF2B5EF4-FFF2-40B4-BE49-F238E27FC236}">
                    <a16:creationId xmlns:a16="http://schemas.microsoft.com/office/drawing/2014/main" id="{CEE2CAB2-DB8E-4E07-80B3-15B6DAE88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71770" name="Text Box 38">
                  <a:extLst>
                    <a:ext uri="{FF2B5EF4-FFF2-40B4-BE49-F238E27FC236}">
                      <a16:creationId xmlns:a16="http://schemas.microsoft.com/office/drawing/2014/main" id="{0B6C9A1C-1072-4630-BE39-16C64E271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71771" name="Text Box 39">
                  <a:extLst>
                    <a:ext uri="{FF2B5EF4-FFF2-40B4-BE49-F238E27FC236}">
                      <a16:creationId xmlns:a16="http://schemas.microsoft.com/office/drawing/2014/main" id="{6369638F-667C-4CF0-B3B4-B8CB011AA6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71772" name="Text Box 40">
                  <a:extLst>
                    <a:ext uri="{FF2B5EF4-FFF2-40B4-BE49-F238E27FC236}">
                      <a16:creationId xmlns:a16="http://schemas.microsoft.com/office/drawing/2014/main" id="{FE75FCDC-0A50-4E58-B8B4-BE7968BFEB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71773" name="Text Box 41">
                  <a:extLst>
                    <a:ext uri="{FF2B5EF4-FFF2-40B4-BE49-F238E27FC236}">
                      <a16:creationId xmlns:a16="http://schemas.microsoft.com/office/drawing/2014/main" id="{1BA2C70F-7774-4FB0-9F1F-5D987E8467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sp>
            <p:nvSpPr>
              <p:cNvPr id="71762" name="Text Box 42">
                <a:extLst>
                  <a:ext uri="{FF2B5EF4-FFF2-40B4-BE49-F238E27FC236}">
                    <a16:creationId xmlns:a16="http://schemas.microsoft.com/office/drawing/2014/main" id="{4574A810-F2E6-4984-A3AD-735F5CD30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1763" name="Text Box 43">
                <a:extLst>
                  <a:ext uri="{FF2B5EF4-FFF2-40B4-BE49-F238E27FC236}">
                    <a16:creationId xmlns:a16="http://schemas.microsoft.com/office/drawing/2014/main" id="{4F02B84A-2C2A-4EDD-946A-EBB3EAB219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71764" name="Text Box 44">
                <a:extLst>
                  <a:ext uri="{FF2B5EF4-FFF2-40B4-BE49-F238E27FC236}">
                    <a16:creationId xmlns:a16="http://schemas.microsoft.com/office/drawing/2014/main" id="{2A1FD3EA-1C61-4C36-ACC0-E3B9A4B4E9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71765" name="Text Box 45">
                <a:extLst>
                  <a:ext uri="{FF2B5EF4-FFF2-40B4-BE49-F238E27FC236}">
                    <a16:creationId xmlns:a16="http://schemas.microsoft.com/office/drawing/2014/main" id="{FB7DE39F-E746-4D35-A1CE-B33A37910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71766" name="Text Box 46">
                <a:extLst>
                  <a:ext uri="{FF2B5EF4-FFF2-40B4-BE49-F238E27FC236}">
                    <a16:creationId xmlns:a16="http://schemas.microsoft.com/office/drawing/2014/main" id="{590BD055-AF3F-46DD-BC6B-60B2ED4F0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1767" name="Text Box 47">
                <a:extLst>
                  <a:ext uri="{FF2B5EF4-FFF2-40B4-BE49-F238E27FC236}">
                    <a16:creationId xmlns:a16="http://schemas.microsoft.com/office/drawing/2014/main" id="{D7329ED4-EFEF-4627-BE27-9EA30DBEA6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71768" name="Text Box 48">
                <a:extLst>
                  <a:ext uri="{FF2B5EF4-FFF2-40B4-BE49-F238E27FC236}">
                    <a16:creationId xmlns:a16="http://schemas.microsoft.com/office/drawing/2014/main" id="{B2E37783-365A-4E10-8E2E-518B63F330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71769" name="Text Box 49">
                <a:extLst>
                  <a:ext uri="{FF2B5EF4-FFF2-40B4-BE49-F238E27FC236}">
                    <a16:creationId xmlns:a16="http://schemas.microsoft.com/office/drawing/2014/main" id="{0584D963-DC99-409F-8A36-19081237E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71752" name="Text Box 50">
              <a:extLst>
                <a:ext uri="{FF2B5EF4-FFF2-40B4-BE49-F238E27FC236}">
                  <a16:creationId xmlns:a16="http://schemas.microsoft.com/office/drawing/2014/main" id="{EFAB0F30-CB10-4A50-A49F-6F1E3977F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5" y="1598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3" name="Text Box 51">
              <a:extLst>
                <a:ext uri="{FF2B5EF4-FFF2-40B4-BE49-F238E27FC236}">
                  <a16:creationId xmlns:a16="http://schemas.microsoft.com/office/drawing/2014/main" id="{19A5093F-E2C4-4387-968C-CB6986555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" y="1590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4" name="Text Box 52">
              <a:extLst>
                <a:ext uri="{FF2B5EF4-FFF2-40B4-BE49-F238E27FC236}">
                  <a16:creationId xmlns:a16="http://schemas.microsoft.com/office/drawing/2014/main" id="{F3A85DE0-9BF7-47A1-B626-36F1455DF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" y="2021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5" name="Text Box 53">
              <a:extLst>
                <a:ext uri="{FF2B5EF4-FFF2-40B4-BE49-F238E27FC236}">
                  <a16:creationId xmlns:a16="http://schemas.microsoft.com/office/drawing/2014/main" id="{30ACEED6-D729-4F31-9445-52469A9F8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" y="2011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6" name="Text Box 54">
              <a:extLst>
                <a:ext uri="{FF2B5EF4-FFF2-40B4-BE49-F238E27FC236}">
                  <a16:creationId xmlns:a16="http://schemas.microsoft.com/office/drawing/2014/main" id="{9959F52E-3FBC-4ACE-B150-1F4635087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2022"/>
              <a:ext cx="35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7" name="Text Box 55">
              <a:extLst>
                <a:ext uri="{FF2B5EF4-FFF2-40B4-BE49-F238E27FC236}">
                  <a16:creationId xmlns:a16="http://schemas.microsoft.com/office/drawing/2014/main" id="{73998449-A157-4938-99A3-22D23CE1F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2033"/>
              <a:ext cx="35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58" name="Text Box 56">
              <a:extLst>
                <a:ext uri="{FF2B5EF4-FFF2-40B4-BE49-F238E27FC236}">
                  <a16:creationId xmlns:a16="http://schemas.microsoft.com/office/drawing/2014/main" id="{51396E91-8EDA-4D38-9EDE-075FD331D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" y="2446"/>
              <a:ext cx="35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04505" name="Group 57">
            <a:extLst>
              <a:ext uri="{FF2B5EF4-FFF2-40B4-BE49-F238E27FC236}">
                <a16:creationId xmlns:a16="http://schemas.microsoft.com/office/drawing/2014/main" id="{984A5671-D38B-4E75-9A32-39244E45EE1A}"/>
              </a:ext>
            </a:extLst>
          </p:cNvPr>
          <p:cNvGrpSpPr>
            <a:grpSpLocks/>
          </p:cNvGrpSpPr>
          <p:nvPr/>
        </p:nvGrpSpPr>
        <p:grpSpPr bwMode="auto">
          <a:xfrm>
            <a:off x="4751388" y="1620838"/>
            <a:ext cx="3686175" cy="3470275"/>
            <a:chOff x="2993" y="1021"/>
            <a:chExt cx="2322" cy="2186"/>
          </a:xfrm>
        </p:grpSpPr>
        <p:grpSp>
          <p:nvGrpSpPr>
            <p:cNvPr id="71704" name="Group 58">
              <a:extLst>
                <a:ext uri="{FF2B5EF4-FFF2-40B4-BE49-F238E27FC236}">
                  <a16:creationId xmlns:a16="http://schemas.microsoft.com/office/drawing/2014/main" id="{A17C1102-2B3E-43AB-93AF-F3329F95C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3" y="1021"/>
              <a:ext cx="2306" cy="2186"/>
              <a:chOff x="366" y="1055"/>
              <a:chExt cx="2306" cy="2186"/>
            </a:xfrm>
          </p:grpSpPr>
          <p:grpSp>
            <p:nvGrpSpPr>
              <p:cNvPr id="71710" name="Group 59">
                <a:extLst>
                  <a:ext uri="{FF2B5EF4-FFF2-40B4-BE49-F238E27FC236}">
                    <a16:creationId xmlns:a16="http://schemas.microsoft.com/office/drawing/2014/main" id="{40508D56-5F5C-4EC3-A2BC-BAE947BCF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570"/>
                <a:ext cx="1856" cy="1671"/>
                <a:chOff x="816" y="1570"/>
                <a:chExt cx="1994" cy="1969"/>
              </a:xfrm>
            </p:grpSpPr>
            <p:sp>
              <p:nvSpPr>
                <p:cNvPr id="71725" name="Rectangle 60">
                  <a:extLst>
                    <a:ext uri="{FF2B5EF4-FFF2-40B4-BE49-F238E27FC236}">
                      <a16:creationId xmlns:a16="http://schemas.microsoft.com/office/drawing/2014/main" id="{5776396B-02A1-4745-85F6-F9922E584B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26" name="Rectangle 61">
                  <a:extLst>
                    <a:ext uri="{FF2B5EF4-FFF2-40B4-BE49-F238E27FC236}">
                      <a16:creationId xmlns:a16="http://schemas.microsoft.com/office/drawing/2014/main" id="{A5E67309-5AF4-4762-8D80-65EF072B4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3047"/>
                  <a:ext cx="498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27" name="Rectangle 62">
                  <a:extLst>
                    <a:ext uri="{FF2B5EF4-FFF2-40B4-BE49-F238E27FC236}">
                      <a16:creationId xmlns:a16="http://schemas.microsoft.com/office/drawing/2014/main" id="{13D8F464-2198-46D5-AEE8-9BB652FA25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28" name="Rectangle 63">
                  <a:extLst>
                    <a:ext uri="{FF2B5EF4-FFF2-40B4-BE49-F238E27FC236}">
                      <a16:creationId xmlns:a16="http://schemas.microsoft.com/office/drawing/2014/main" id="{251AB53F-B75A-4E2B-9E55-6AAB531F0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3047"/>
                  <a:ext cx="499" cy="49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29" name="Rectangle 64">
                  <a:extLst>
                    <a:ext uri="{FF2B5EF4-FFF2-40B4-BE49-F238E27FC236}">
                      <a16:creationId xmlns:a16="http://schemas.microsoft.com/office/drawing/2014/main" id="{0D913829-DE6B-4C3A-972A-D77D5BC1E0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0" name="Rectangle 65">
                  <a:extLst>
                    <a:ext uri="{FF2B5EF4-FFF2-40B4-BE49-F238E27FC236}">
                      <a16:creationId xmlns:a16="http://schemas.microsoft.com/office/drawing/2014/main" id="{866B6E38-3846-431D-BB56-34B2D9E9AD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554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1" name="Rectangle 66">
                  <a:extLst>
                    <a:ext uri="{FF2B5EF4-FFF2-40B4-BE49-F238E27FC236}">
                      <a16:creationId xmlns:a16="http://schemas.microsoft.com/office/drawing/2014/main" id="{2DD696AF-4D10-46DA-93B6-A5E7BDCFC5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2" name="Rectangle 67">
                  <a:extLst>
                    <a:ext uri="{FF2B5EF4-FFF2-40B4-BE49-F238E27FC236}">
                      <a16:creationId xmlns:a16="http://schemas.microsoft.com/office/drawing/2014/main" id="{E086BF57-88C6-4FFA-B47C-68C092DC9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54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3" name="Rectangle 68">
                  <a:extLst>
                    <a:ext uri="{FF2B5EF4-FFF2-40B4-BE49-F238E27FC236}">
                      <a16:creationId xmlns:a16="http://schemas.microsoft.com/office/drawing/2014/main" id="{5670C0FD-B84A-4B5B-BF14-7DAF25E61C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4" name="Rectangle 69">
                  <a:extLst>
                    <a:ext uri="{FF2B5EF4-FFF2-40B4-BE49-F238E27FC236}">
                      <a16:creationId xmlns:a16="http://schemas.microsoft.com/office/drawing/2014/main" id="{C68ABB5C-5259-44A2-87A4-6A31D6114D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2061"/>
                  <a:ext cx="498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5" name="Rectangle 70">
                  <a:extLst>
                    <a:ext uri="{FF2B5EF4-FFF2-40B4-BE49-F238E27FC236}">
                      <a16:creationId xmlns:a16="http://schemas.microsoft.com/office/drawing/2014/main" id="{8927A51D-2A84-43BC-A5DC-2122FC3CC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6" name="Rectangle 71">
                  <a:extLst>
                    <a:ext uri="{FF2B5EF4-FFF2-40B4-BE49-F238E27FC236}">
                      <a16:creationId xmlns:a16="http://schemas.microsoft.com/office/drawing/2014/main" id="{C97EFB4E-C8A9-4CE5-B8B5-C18503D8C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061"/>
                  <a:ext cx="499" cy="49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7" name="Rectangle 72">
                  <a:extLst>
                    <a:ext uri="{FF2B5EF4-FFF2-40B4-BE49-F238E27FC236}">
                      <a16:creationId xmlns:a16="http://schemas.microsoft.com/office/drawing/2014/main" id="{F06A96B2-484A-442C-84A8-ED04EF8C6E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2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8" name="Rectangle 73">
                  <a:extLst>
                    <a:ext uri="{FF2B5EF4-FFF2-40B4-BE49-F238E27FC236}">
                      <a16:creationId xmlns:a16="http://schemas.microsoft.com/office/drawing/2014/main" id="{93FBF258-7AD8-4BE6-95F2-92A6A7174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4" y="1570"/>
                  <a:ext cx="498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39" name="Rectangle 74">
                  <a:extLst>
                    <a:ext uri="{FF2B5EF4-FFF2-40B4-BE49-F238E27FC236}">
                      <a16:creationId xmlns:a16="http://schemas.microsoft.com/office/drawing/2014/main" id="{DB9618B2-EE3A-4320-B3FC-755BF2E9F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5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0" name="Rectangle 75">
                  <a:extLst>
                    <a:ext uri="{FF2B5EF4-FFF2-40B4-BE49-F238E27FC236}">
                      <a16:creationId xmlns:a16="http://schemas.microsoft.com/office/drawing/2014/main" id="{4E4FFE0F-663F-4CC6-9478-CA560FAEA2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570"/>
                  <a:ext cx="499" cy="49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anose="05000000000000000000" pitchFamily="2" charset="2"/>
                    <a:buNone/>
                    <a:tabLst/>
                    <a:defRPr/>
                  </a:pPr>
                  <a:endParaRPr kumimoji="1" lang="zh-CN" altLang="zh-CN" sz="28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1" name="Line 76">
                  <a:extLst>
                    <a:ext uri="{FF2B5EF4-FFF2-40B4-BE49-F238E27FC236}">
                      <a16:creationId xmlns:a16="http://schemas.microsoft.com/office/drawing/2014/main" id="{BDDBA338-B5F4-4850-9FBA-33EDE6525F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2" name="Line 77">
                  <a:extLst>
                    <a:ext uri="{FF2B5EF4-FFF2-40B4-BE49-F238E27FC236}">
                      <a16:creationId xmlns:a16="http://schemas.microsoft.com/office/drawing/2014/main" id="{80C6BF06-DED8-4B49-BE9B-5F2FF88208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061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3" name="Line 78">
                  <a:extLst>
                    <a:ext uri="{FF2B5EF4-FFF2-40B4-BE49-F238E27FC236}">
                      <a16:creationId xmlns:a16="http://schemas.microsoft.com/office/drawing/2014/main" id="{B9F68BA2-7945-462F-9DFA-689BCF507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554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4" name="Line 79">
                  <a:extLst>
                    <a:ext uri="{FF2B5EF4-FFF2-40B4-BE49-F238E27FC236}">
                      <a16:creationId xmlns:a16="http://schemas.microsoft.com/office/drawing/2014/main" id="{61342C20-E937-46C5-B3F2-7802AA738D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047"/>
                  <a:ext cx="199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5" name="Line 80">
                  <a:extLst>
                    <a:ext uri="{FF2B5EF4-FFF2-40B4-BE49-F238E27FC236}">
                      <a16:creationId xmlns:a16="http://schemas.microsoft.com/office/drawing/2014/main" id="{D702F1EB-36F4-47AB-8D35-B3A003E2D4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3539"/>
                  <a:ext cx="199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6" name="Line 81">
                  <a:extLst>
                    <a:ext uri="{FF2B5EF4-FFF2-40B4-BE49-F238E27FC236}">
                      <a16:creationId xmlns:a16="http://schemas.microsoft.com/office/drawing/2014/main" id="{2EC65ABA-5503-4417-B5F7-AAE2A25A39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7" name="Line 82">
                  <a:extLst>
                    <a:ext uri="{FF2B5EF4-FFF2-40B4-BE49-F238E27FC236}">
                      <a16:creationId xmlns:a16="http://schemas.microsoft.com/office/drawing/2014/main" id="{EA915CFE-1E5E-4707-9C21-1134CD233C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15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8" name="Line 83">
                  <a:extLst>
                    <a:ext uri="{FF2B5EF4-FFF2-40B4-BE49-F238E27FC236}">
                      <a16:creationId xmlns:a16="http://schemas.microsoft.com/office/drawing/2014/main" id="{1A4BF7EA-8CB9-43A3-9B6F-A6A903263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4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49" name="Line 84">
                  <a:extLst>
                    <a:ext uri="{FF2B5EF4-FFF2-40B4-BE49-F238E27FC236}">
                      <a16:creationId xmlns:a16="http://schemas.microsoft.com/office/drawing/2014/main" id="{1C072A19-9917-4A5C-818D-03F374A528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1570"/>
                  <a:ext cx="0" cy="19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750" name="Line 85">
                  <a:extLst>
                    <a:ext uri="{FF2B5EF4-FFF2-40B4-BE49-F238E27FC236}">
                      <a16:creationId xmlns:a16="http://schemas.microsoft.com/office/drawing/2014/main" id="{E1AA2A03-2467-4340-A478-E8CB486F49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10" y="1570"/>
                  <a:ext cx="0" cy="1969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71711" name="Line 86">
                <a:extLst>
                  <a:ext uri="{FF2B5EF4-FFF2-40B4-BE49-F238E27FC236}">
                    <a16:creationId xmlns:a16="http://schemas.microsoft.com/office/drawing/2014/main" id="{401023F7-E0B6-487D-AA7B-BB649D4B4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0" y="1241"/>
                <a:ext cx="343" cy="3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71712" name="Group 87">
                <a:extLst>
                  <a:ext uri="{FF2B5EF4-FFF2-40B4-BE49-F238E27FC236}">
                    <a16:creationId xmlns:a16="http://schemas.microsoft.com/office/drawing/2014/main" id="{044810AD-9F9C-4B8C-BDB4-7D64EDF33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" y="1055"/>
                <a:ext cx="556" cy="678"/>
                <a:chOff x="1326" y="1162"/>
                <a:chExt cx="556" cy="678"/>
              </a:xfrm>
            </p:grpSpPr>
            <p:sp>
              <p:nvSpPr>
                <p:cNvPr id="71721" name="Text Box 88">
                  <a:extLst>
                    <a:ext uri="{FF2B5EF4-FFF2-40B4-BE49-F238E27FC236}">
                      <a16:creationId xmlns:a16="http://schemas.microsoft.com/office/drawing/2014/main" id="{8245FC53-1765-4D07-A6D9-4445378424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71722" name="Text Box 89">
                  <a:extLst>
                    <a:ext uri="{FF2B5EF4-FFF2-40B4-BE49-F238E27FC236}">
                      <a16:creationId xmlns:a16="http://schemas.microsoft.com/office/drawing/2014/main" id="{097528E3-FFC1-4133-8388-3AA533120F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71723" name="Text Box 90">
                  <a:extLst>
                    <a:ext uri="{FF2B5EF4-FFF2-40B4-BE49-F238E27FC236}">
                      <a16:creationId xmlns:a16="http://schemas.microsoft.com/office/drawing/2014/main" id="{8067002A-3832-42A5-B795-B4DA2A1D65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6" y="1416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71724" name="Text Box 91">
                  <a:extLst>
                    <a:ext uri="{FF2B5EF4-FFF2-40B4-BE49-F238E27FC236}">
                      <a16:creationId xmlns:a16="http://schemas.microsoft.com/office/drawing/2014/main" id="{7881376C-5A85-4BC1-8653-4D1F7634AE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3" y="1552"/>
                  <a:ext cx="27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  <a:cs typeface="+mn-cs"/>
                    </a:rPr>
                    <a:t>B</a:t>
                  </a:r>
                </a:p>
              </p:txBody>
            </p:sp>
          </p:grpSp>
          <p:sp>
            <p:nvSpPr>
              <p:cNvPr id="71713" name="Text Box 92">
                <a:extLst>
                  <a:ext uri="{FF2B5EF4-FFF2-40B4-BE49-F238E27FC236}">
                    <a16:creationId xmlns:a16="http://schemas.microsoft.com/office/drawing/2014/main" id="{48EBD1B8-7061-497C-A215-231B2C118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1714" name="Text Box 93">
                <a:extLst>
                  <a:ext uri="{FF2B5EF4-FFF2-40B4-BE49-F238E27FC236}">
                    <a16:creationId xmlns:a16="http://schemas.microsoft.com/office/drawing/2014/main" id="{288E6700-993B-4D3F-969E-0434C4BBF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" y="130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71715" name="Text Box 94">
                <a:extLst>
                  <a:ext uri="{FF2B5EF4-FFF2-40B4-BE49-F238E27FC236}">
                    <a16:creationId xmlns:a16="http://schemas.microsoft.com/office/drawing/2014/main" id="{11FA7DE3-8ABA-44EE-9364-B1EE827A9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131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71716" name="Text Box 95">
                <a:extLst>
                  <a:ext uri="{FF2B5EF4-FFF2-40B4-BE49-F238E27FC236}">
                    <a16:creationId xmlns:a16="http://schemas.microsoft.com/office/drawing/2014/main" id="{B0C6EEA5-1C12-4680-8CCF-EB1A08D7A8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" y="1303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  <p:sp>
            <p:nvSpPr>
              <p:cNvPr id="71717" name="Text Box 96">
                <a:extLst>
                  <a:ext uri="{FF2B5EF4-FFF2-40B4-BE49-F238E27FC236}">
                    <a16:creationId xmlns:a16="http://schemas.microsoft.com/office/drawing/2014/main" id="{78613E95-12FC-4419-885C-88CEFCAB81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1644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00</a:t>
                </a:r>
              </a:p>
            </p:txBody>
          </p:sp>
          <p:sp>
            <p:nvSpPr>
              <p:cNvPr id="71718" name="Text Box 97">
                <a:extLst>
                  <a:ext uri="{FF2B5EF4-FFF2-40B4-BE49-F238E27FC236}">
                    <a16:creationId xmlns:a16="http://schemas.microsoft.com/office/drawing/2014/main" id="{35C78866-24CE-4A59-9782-D381F9E5B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" y="2451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11</a:t>
                </a:r>
              </a:p>
            </p:txBody>
          </p:sp>
          <p:sp>
            <p:nvSpPr>
              <p:cNvPr id="71719" name="Text Box 98">
                <a:extLst>
                  <a:ext uri="{FF2B5EF4-FFF2-40B4-BE49-F238E27FC236}">
                    <a16:creationId xmlns:a16="http://schemas.microsoft.com/office/drawing/2014/main" id="{A320E16B-DFFE-4BE9-A0C1-A226336462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" y="203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01</a:t>
                </a:r>
              </a:p>
            </p:txBody>
          </p:sp>
          <p:sp>
            <p:nvSpPr>
              <p:cNvPr id="71720" name="Text Box 99">
                <a:extLst>
                  <a:ext uri="{FF2B5EF4-FFF2-40B4-BE49-F238E27FC236}">
                    <a16:creationId xmlns:a16="http://schemas.microsoft.com/office/drawing/2014/main" id="{4DE31F2C-A0CD-4898-B99D-4F06E7E324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" y="2866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10</a:t>
                </a:r>
              </a:p>
            </p:txBody>
          </p:sp>
        </p:grpSp>
        <p:sp>
          <p:nvSpPr>
            <p:cNvPr id="71705" name="Text Box 100">
              <a:extLst>
                <a:ext uri="{FF2B5EF4-FFF2-40B4-BE49-F238E27FC236}">
                  <a16:creationId xmlns:a16="http://schemas.microsoft.com/office/drawing/2014/main" id="{6D6D28A4-648E-40FA-AE48-C265705BE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1565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06" name="Text Box 101">
              <a:extLst>
                <a:ext uri="{FF2B5EF4-FFF2-40B4-BE49-F238E27FC236}">
                  <a16:creationId xmlns:a16="http://schemas.microsoft.com/office/drawing/2014/main" id="{A781B965-C028-4A06-9A32-2881406E0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" y="1576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07" name="Text Box 102">
              <a:extLst>
                <a:ext uri="{FF2B5EF4-FFF2-40B4-BE49-F238E27FC236}">
                  <a16:creationId xmlns:a16="http://schemas.microsoft.com/office/drawing/2014/main" id="{8B94B120-3B3F-4D88-AC52-8AE144CFD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" y="2391"/>
              <a:ext cx="35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08" name="Text Box 103">
              <a:extLst>
                <a:ext uri="{FF2B5EF4-FFF2-40B4-BE49-F238E27FC236}">
                  <a16:creationId xmlns:a16="http://schemas.microsoft.com/office/drawing/2014/main" id="{215A8FBE-2528-4D36-A87D-0CDBFC505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7" y="2826"/>
              <a:ext cx="358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1709" name="Text Box 104">
              <a:extLst>
                <a:ext uri="{FF2B5EF4-FFF2-40B4-BE49-F238E27FC236}">
                  <a16:creationId xmlns:a16="http://schemas.microsoft.com/office/drawing/2014/main" id="{899F220E-C061-4CF0-B2B5-118D906B2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" y="2413"/>
              <a:ext cx="35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04553" name="AutoShape 105">
            <a:extLst>
              <a:ext uri="{FF2B5EF4-FFF2-40B4-BE49-F238E27FC236}">
                <a16:creationId xmlns:a16="http://schemas.microsoft.com/office/drawing/2014/main" id="{85C5799E-B499-4A7F-B2E8-0758C7EC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484438"/>
            <a:ext cx="1120775" cy="4826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54" name="AutoShape 106">
            <a:extLst>
              <a:ext uri="{FF2B5EF4-FFF2-40B4-BE49-F238E27FC236}">
                <a16:creationId xmlns:a16="http://schemas.microsoft.com/office/drawing/2014/main" id="{BB79F85A-E236-470C-B39C-E7702A55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2552700"/>
            <a:ext cx="1173163" cy="4667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55" name="Oval 107">
            <a:extLst>
              <a:ext uri="{FF2B5EF4-FFF2-40B4-BE49-F238E27FC236}">
                <a16:creationId xmlns:a16="http://schemas.microsoft.com/office/drawing/2014/main" id="{99186116-B407-4AB8-8D94-BD8678741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3863975"/>
            <a:ext cx="484188" cy="48418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56" name="Oval 108">
            <a:extLst>
              <a:ext uri="{FF2B5EF4-FFF2-40B4-BE49-F238E27FC236}">
                <a16:creationId xmlns:a16="http://schemas.microsoft.com/office/drawing/2014/main" id="{43F35B88-3DD5-440F-AE2C-DE1DD3175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3811588"/>
            <a:ext cx="484188" cy="48418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57" name="AutoShape 109">
            <a:extLst>
              <a:ext uri="{FF2B5EF4-FFF2-40B4-BE49-F238E27FC236}">
                <a16:creationId xmlns:a16="http://schemas.microsoft.com/office/drawing/2014/main" id="{E7437965-71FA-4788-99B9-61513633B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208338"/>
            <a:ext cx="2655888" cy="484187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92D05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558" name="AutoShape 110">
            <a:extLst>
              <a:ext uri="{FF2B5EF4-FFF2-40B4-BE49-F238E27FC236}">
                <a16:creationId xmlns:a16="http://schemas.microsoft.com/office/drawing/2014/main" id="{C7B271C0-DC02-4BE7-8126-8A9E9400A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3898900"/>
            <a:ext cx="361950" cy="101758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4559" name="Group 111">
            <a:extLst>
              <a:ext uri="{FF2B5EF4-FFF2-40B4-BE49-F238E27FC236}">
                <a16:creationId xmlns:a16="http://schemas.microsoft.com/office/drawing/2014/main" id="{FBC0C2E5-40A2-4BFC-9ED7-2DD3C90DB33A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5451475"/>
            <a:ext cx="3416300" cy="519113"/>
            <a:chOff x="511" y="3467"/>
            <a:chExt cx="2152" cy="327"/>
          </a:xfrm>
        </p:grpSpPr>
        <p:sp>
          <p:nvSpPr>
            <p:cNvPr id="71700" name="Text Box 112">
              <a:extLst>
                <a:ext uri="{FF2B5EF4-FFF2-40B4-BE49-F238E27FC236}">
                  <a16:creationId xmlns:a16="http://schemas.microsoft.com/office/drawing/2014/main" id="{FB90559F-34CC-44D4-BA73-E3B792FCD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" y="3467"/>
              <a:ext cx="2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F=DBA+ABCD+BA</a:t>
              </a:r>
            </a:p>
          </p:txBody>
        </p:sp>
        <p:sp>
          <p:nvSpPr>
            <p:cNvPr id="71701" name="Line 113">
              <a:extLst>
                <a:ext uri="{FF2B5EF4-FFF2-40B4-BE49-F238E27FC236}">
                  <a16:creationId xmlns:a16="http://schemas.microsoft.com/office/drawing/2014/main" id="{BEC047DB-27EA-45F1-B48D-78A9AC872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" y="3521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02" name="Line 114">
              <a:extLst>
                <a:ext uri="{FF2B5EF4-FFF2-40B4-BE49-F238E27FC236}">
                  <a16:creationId xmlns:a16="http://schemas.microsoft.com/office/drawing/2014/main" id="{C984163A-6625-4DA7-A987-11DF27303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3" y="3521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03" name="Line 115">
              <a:extLst>
                <a:ext uri="{FF2B5EF4-FFF2-40B4-BE49-F238E27FC236}">
                  <a16:creationId xmlns:a16="http://schemas.microsoft.com/office/drawing/2014/main" id="{70BB5B9C-D3B4-46C2-AF1E-7B7835DB0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3521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4564" name="Group 116">
            <a:extLst>
              <a:ext uri="{FF2B5EF4-FFF2-40B4-BE49-F238E27FC236}">
                <a16:creationId xmlns:a16="http://schemas.microsoft.com/office/drawing/2014/main" id="{9A7C3FED-D002-4A13-8A7E-AF54EFA91ECA}"/>
              </a:ext>
            </a:extLst>
          </p:cNvPr>
          <p:cNvGrpSpPr>
            <a:grpSpLocks/>
          </p:cNvGrpSpPr>
          <p:nvPr/>
        </p:nvGrpSpPr>
        <p:grpSpPr bwMode="auto">
          <a:xfrm>
            <a:off x="4968875" y="5418138"/>
            <a:ext cx="3848100" cy="519112"/>
            <a:chOff x="3119" y="3413"/>
            <a:chExt cx="2424" cy="327"/>
          </a:xfrm>
        </p:grpSpPr>
        <p:sp>
          <p:nvSpPr>
            <p:cNvPr id="71696" name="Text Box 117">
              <a:extLst>
                <a:ext uri="{FF2B5EF4-FFF2-40B4-BE49-F238E27FC236}">
                  <a16:creationId xmlns:a16="http://schemas.microsoft.com/office/drawing/2014/main" id="{44F97818-4F8A-4D14-A65D-D5BB4579A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" y="3413"/>
              <a:ext cx="24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G=DBA+ABCD+DCA</a:t>
              </a:r>
            </a:p>
          </p:txBody>
        </p:sp>
        <p:sp>
          <p:nvSpPr>
            <p:cNvPr id="71697" name="Line 118">
              <a:extLst>
                <a:ext uri="{FF2B5EF4-FFF2-40B4-BE49-F238E27FC236}">
                  <a16:creationId xmlns:a16="http://schemas.microsoft.com/office/drawing/2014/main" id="{107D3056-F1EA-4C3E-A199-7E6A9C352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" y="3467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698" name="Line 119">
              <a:extLst>
                <a:ext uri="{FF2B5EF4-FFF2-40B4-BE49-F238E27FC236}">
                  <a16:creationId xmlns:a16="http://schemas.microsoft.com/office/drawing/2014/main" id="{7A665174-53C8-4CF4-9B02-0CAB29D8D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3467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699" name="Line 120">
              <a:extLst>
                <a:ext uri="{FF2B5EF4-FFF2-40B4-BE49-F238E27FC236}">
                  <a16:creationId xmlns:a16="http://schemas.microsoft.com/office/drawing/2014/main" id="{43816C39-A2C7-49D9-BF3E-2C9EFF13E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3467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694" name="AutoShape 12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FD642D1-F5CA-4274-9E9D-DE47DC1C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11163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95" name="AutoShape 12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11421CC-2DAF-4D97-9B58-0D6B08079D9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24850" y="6509575"/>
            <a:ext cx="181822" cy="525401"/>
          </a:xfrm>
          <a:prstGeom prst="actionButtonForwardNext">
            <a:avLst/>
          </a:prstGeom>
          <a:solidFill>
            <a:schemeClr val="bg1"/>
          </a:solidFill>
          <a:ln w="19050">
            <a:solidFill>
              <a:srgbClr val="FF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296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104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104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0" fill="hold"/>
                                        <p:tgtEl>
                                          <p:spTgt spid="104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104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utoUpdateAnimBg="0"/>
      <p:bldP spid="104553" grpId="0" animBg="1"/>
      <p:bldP spid="104554" grpId="0" animBg="1"/>
      <p:bldP spid="104555" grpId="0" animBg="1"/>
      <p:bldP spid="104556" grpId="0" animBg="1"/>
      <p:bldP spid="104557" grpId="0" animBg="1"/>
      <p:bldP spid="1045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2AB6C4D4-F98C-45A8-98BB-29BBF7D33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463" y="315913"/>
            <a:ext cx="5817610" cy="48736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1F08F8"/>
                </a:solidFill>
              </a:rPr>
              <a:t> </a:t>
            </a:r>
            <a:r>
              <a:rPr lang="en-US" altLang="zh-CN" sz="2800" b="1" dirty="0">
                <a:solidFill>
                  <a:srgbClr val="1F08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§3—5</a:t>
            </a:r>
            <a:r>
              <a:rPr lang="zh-CN" altLang="en-US" sz="2800" b="1" dirty="0">
                <a:solidFill>
                  <a:srgbClr val="1F08F8"/>
                </a:solidFill>
              </a:rPr>
              <a:t>不同形式逻辑函数的变换</a:t>
            </a:r>
          </a:p>
        </p:txBody>
      </p:sp>
      <p:sp>
        <p:nvSpPr>
          <p:cNvPr id="92163" name="Text Box 3">
            <a:extLst>
              <a:ext uri="{FF2B5EF4-FFF2-40B4-BE49-F238E27FC236}">
                <a16:creationId xmlns:a16="http://schemas.microsoft.com/office/drawing/2014/main" id="{C05BE127-D8E9-4B90-A3F9-E3EA856FC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052513"/>
            <a:ext cx="77295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由最小项和函数式表达的逻辑函数要用逻辑电路来实现。实现时要考虑的问题包括可用集成电路的种类、逻辑函数的形式、集成电路的级数等。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4132D748-8D55-4A39-9987-B4783A2A3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3260725"/>
            <a:ext cx="3949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常用“门电路”结构</a:t>
            </a:r>
          </a:p>
        </p:txBody>
      </p:sp>
      <p:sp>
        <p:nvSpPr>
          <p:cNvPr id="92165" name="Text Box 5">
            <a:extLst>
              <a:ext uri="{FF2B5EF4-FFF2-40B4-BE49-F238E27FC236}">
                <a16:creationId xmlns:a16="http://schemas.microsoft.com/office/drawing/2014/main" id="{9911F278-6A05-42F9-9813-6C1B77174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525" y="3881438"/>
            <a:ext cx="379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与非－与非实现</a:t>
            </a:r>
          </a:p>
        </p:txBody>
      </p:sp>
      <p:sp>
        <p:nvSpPr>
          <p:cNvPr id="92166" name="Text Box 6">
            <a:extLst>
              <a:ext uri="{FF2B5EF4-FFF2-40B4-BE49-F238E27FC236}">
                <a16:creationId xmlns:a16="http://schemas.microsoft.com/office/drawing/2014/main" id="{5674B10E-747A-4F97-9FC9-ED53FEB55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113" y="4451350"/>
            <a:ext cx="3640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与－或－非实现</a:t>
            </a:r>
          </a:p>
        </p:txBody>
      </p:sp>
      <p:sp>
        <p:nvSpPr>
          <p:cNvPr id="92167" name="Text Box 7">
            <a:extLst>
              <a:ext uri="{FF2B5EF4-FFF2-40B4-BE49-F238E27FC236}">
                <a16:creationId xmlns:a16="http://schemas.microsoft.com/office/drawing/2014/main" id="{3704F7F3-D5E5-45E2-B370-1DE784B54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525" y="5122863"/>
            <a:ext cx="3294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或非－或非实现</a:t>
            </a:r>
          </a:p>
        </p:txBody>
      </p:sp>
      <p:sp>
        <p:nvSpPr>
          <p:cNvPr id="92168" name="Text Box 8">
            <a:extLst>
              <a:ext uri="{FF2B5EF4-FFF2-40B4-BE49-F238E27FC236}">
                <a16:creationId xmlns:a16="http://schemas.microsoft.com/office/drawing/2014/main" id="{0684C4A8-7C9E-4DC0-98C2-E3C447EE0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038" y="5916613"/>
            <a:ext cx="6678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上面三种，”与非－与非”结构最常用。</a:t>
            </a:r>
          </a:p>
        </p:txBody>
      </p:sp>
    </p:spTree>
    <p:extLst>
      <p:ext uri="{BB962C8B-B14F-4D97-AF65-F5344CB8AC3E}">
        <p14:creationId xmlns:p14="http://schemas.microsoft.com/office/powerpoint/2010/main" val="12967723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3" grpId="0" autoUpdateAnimBg="0"/>
      <p:bldP spid="92164" grpId="0" autoUpdateAnimBg="0"/>
      <p:bldP spid="92165" grpId="0" autoUpdateAnimBg="0"/>
      <p:bldP spid="92166" grpId="0" autoUpdateAnimBg="0"/>
      <p:bldP spid="92167" grpId="0" autoUpdateAnimBg="0"/>
      <p:bldP spid="9216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">
            <a:extLst>
              <a:ext uri="{FF2B5EF4-FFF2-40B4-BE49-F238E27FC236}">
                <a16:creationId xmlns:a16="http://schemas.microsoft.com/office/drawing/2014/main" id="{B1DD7FC0-E868-4113-91BD-9B7D428D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1295400"/>
            <a:ext cx="1482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与或式</a:t>
            </a:r>
          </a:p>
        </p:txBody>
      </p:sp>
      <p:sp>
        <p:nvSpPr>
          <p:cNvPr id="93188" name="Line 4">
            <a:extLst>
              <a:ext uri="{FF2B5EF4-FFF2-40B4-BE49-F238E27FC236}">
                <a16:creationId xmlns:a16="http://schemas.microsoft.com/office/drawing/2014/main" id="{DF234239-AB8D-48FA-9707-3C46BFDD5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5113" y="1346200"/>
            <a:ext cx="189865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9" name="Line 5">
            <a:extLst>
              <a:ext uri="{FF2B5EF4-FFF2-40B4-BE49-F238E27FC236}">
                <a16:creationId xmlns:a16="http://schemas.microsoft.com/office/drawing/2014/main" id="{F6541A44-FBF7-469E-840F-2983D3C6F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5113" y="1277938"/>
            <a:ext cx="189865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90" name="Text Box 6">
            <a:extLst>
              <a:ext uri="{FF2B5EF4-FFF2-40B4-BE49-F238E27FC236}">
                <a16:creationId xmlns:a16="http://schemas.microsoft.com/office/drawing/2014/main" id="{DCD8BFE6-B30C-4EDC-AA0A-261F52478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25" y="2124075"/>
            <a:ext cx="2570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与非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与非式</a:t>
            </a:r>
          </a:p>
        </p:txBody>
      </p:sp>
      <p:grpSp>
        <p:nvGrpSpPr>
          <p:cNvPr id="93191" name="Group 7">
            <a:extLst>
              <a:ext uri="{FF2B5EF4-FFF2-40B4-BE49-F238E27FC236}">
                <a16:creationId xmlns:a16="http://schemas.microsoft.com/office/drawing/2014/main" id="{0D6C056D-2CD0-4395-95F4-B95CD4D2701E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1330325"/>
            <a:ext cx="2640013" cy="519113"/>
            <a:chOff x="652" y="761"/>
            <a:chExt cx="1663" cy="327"/>
          </a:xfrm>
        </p:grpSpPr>
        <p:sp>
          <p:nvSpPr>
            <p:cNvPr id="74811" name="Text Box 8">
              <a:extLst>
                <a:ext uri="{FF2B5EF4-FFF2-40B4-BE49-F238E27FC236}">
                  <a16:creationId xmlns:a16="http://schemas.microsoft.com/office/drawing/2014/main" id="{B0F17A5C-023F-42F9-8B4D-E4CABCD0C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" y="761"/>
              <a:ext cx="16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F=BC+BD+AC</a:t>
              </a:r>
            </a:p>
          </p:txBody>
        </p:sp>
        <p:sp>
          <p:nvSpPr>
            <p:cNvPr id="74812" name="Line 9">
              <a:extLst>
                <a:ext uri="{FF2B5EF4-FFF2-40B4-BE49-F238E27FC236}">
                  <a16:creationId xmlns:a16="http://schemas.microsoft.com/office/drawing/2014/main" id="{E6AA6281-555B-4C59-8A6C-47451AF11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815"/>
              <a:ext cx="15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13" name="Line 10">
              <a:extLst>
                <a:ext uri="{FF2B5EF4-FFF2-40B4-BE49-F238E27FC236}">
                  <a16:creationId xmlns:a16="http://schemas.microsoft.com/office/drawing/2014/main" id="{D59D6FEB-9163-481A-B0C6-0669D2F08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815"/>
              <a:ext cx="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3195" name="Group 11">
            <a:extLst>
              <a:ext uri="{FF2B5EF4-FFF2-40B4-BE49-F238E27FC236}">
                <a16:creationId xmlns:a16="http://schemas.microsoft.com/office/drawing/2014/main" id="{283543FD-8372-49BB-814A-84133C39B17C}"/>
              </a:ext>
            </a:extLst>
          </p:cNvPr>
          <p:cNvGrpSpPr>
            <a:grpSpLocks/>
          </p:cNvGrpSpPr>
          <p:nvPr/>
        </p:nvGrpSpPr>
        <p:grpSpPr bwMode="auto">
          <a:xfrm>
            <a:off x="1274763" y="2157413"/>
            <a:ext cx="2328862" cy="571500"/>
            <a:chOff x="836" y="1314"/>
            <a:chExt cx="1467" cy="360"/>
          </a:xfrm>
        </p:grpSpPr>
        <p:sp>
          <p:nvSpPr>
            <p:cNvPr id="74804" name="Text Box 12">
              <a:extLst>
                <a:ext uri="{FF2B5EF4-FFF2-40B4-BE49-F238E27FC236}">
                  <a16:creationId xmlns:a16="http://schemas.microsoft.com/office/drawing/2014/main" id="{BAA524A3-936B-45D5-A54F-2003128C1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1347"/>
              <a:ext cx="14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=BC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•BD•AC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805" name="Line 13">
              <a:extLst>
                <a:ext uri="{FF2B5EF4-FFF2-40B4-BE49-F238E27FC236}">
                  <a16:creationId xmlns:a16="http://schemas.microsoft.com/office/drawing/2014/main" id="{F4900CB6-7B4A-432C-A5A8-11AA2781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" y="1358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6" name="Line 14">
              <a:extLst>
                <a:ext uri="{FF2B5EF4-FFF2-40B4-BE49-F238E27FC236}">
                  <a16:creationId xmlns:a16="http://schemas.microsoft.com/office/drawing/2014/main" id="{622AE1E8-E7F4-4B0B-97D1-66A1C6EB8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358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7" name="Line 15">
              <a:extLst>
                <a:ext uri="{FF2B5EF4-FFF2-40B4-BE49-F238E27FC236}">
                  <a16:creationId xmlns:a16="http://schemas.microsoft.com/office/drawing/2014/main" id="{2977ACAA-78C4-45BB-82F9-F0ACEC6E4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1358"/>
              <a:ext cx="3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8" name="Line 16">
              <a:extLst>
                <a:ext uri="{FF2B5EF4-FFF2-40B4-BE49-F238E27FC236}">
                  <a16:creationId xmlns:a16="http://schemas.microsoft.com/office/drawing/2014/main" id="{63E8A36F-F939-4DAE-A068-0F0498AF4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" y="1314"/>
              <a:ext cx="1097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9" name="Line 17">
              <a:extLst>
                <a:ext uri="{FF2B5EF4-FFF2-40B4-BE49-F238E27FC236}">
                  <a16:creationId xmlns:a16="http://schemas.microsoft.com/office/drawing/2014/main" id="{9872BBFC-49BE-4438-A165-2C11C2843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1402"/>
              <a:ext cx="1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10" name="Line 18">
              <a:extLst>
                <a:ext uri="{FF2B5EF4-FFF2-40B4-BE49-F238E27FC236}">
                  <a16:creationId xmlns:a16="http://schemas.microsoft.com/office/drawing/2014/main" id="{48C877CF-5B25-4CA7-B547-5B3782F35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4" y="1402"/>
              <a:ext cx="141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3203" name="Group 19">
            <a:extLst>
              <a:ext uri="{FF2B5EF4-FFF2-40B4-BE49-F238E27FC236}">
                <a16:creationId xmlns:a16="http://schemas.microsoft.com/office/drawing/2014/main" id="{F4437CAB-A9A7-407A-A217-AE17793BDC9A}"/>
              </a:ext>
            </a:extLst>
          </p:cNvPr>
          <p:cNvGrpSpPr>
            <a:grpSpLocks/>
          </p:cNvGrpSpPr>
          <p:nvPr/>
        </p:nvGrpSpPr>
        <p:grpSpPr bwMode="auto">
          <a:xfrm>
            <a:off x="1276350" y="3021013"/>
            <a:ext cx="3379788" cy="519112"/>
            <a:chOff x="1076" y="2315"/>
            <a:chExt cx="2129" cy="327"/>
          </a:xfrm>
        </p:grpSpPr>
        <p:sp>
          <p:nvSpPr>
            <p:cNvPr id="74798" name="Text Box 20">
              <a:extLst>
                <a:ext uri="{FF2B5EF4-FFF2-40B4-BE49-F238E27FC236}">
                  <a16:creationId xmlns:a16="http://schemas.microsoft.com/office/drawing/2014/main" id="{A0D0E758-3D99-4927-BC82-D22640AA4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2315"/>
              <a:ext cx="21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=(B+C)(B+D)(A+C)</a:t>
              </a:r>
            </a:p>
          </p:txBody>
        </p:sp>
        <p:sp>
          <p:nvSpPr>
            <p:cNvPr id="74799" name="Line 21">
              <a:extLst>
                <a:ext uri="{FF2B5EF4-FFF2-40B4-BE49-F238E27FC236}">
                  <a16:creationId xmlns:a16="http://schemas.microsoft.com/office/drawing/2014/main" id="{C09B9637-6D98-4426-A088-0179CE9E0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" y="2369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0" name="Line 22">
              <a:extLst>
                <a:ext uri="{FF2B5EF4-FFF2-40B4-BE49-F238E27FC236}">
                  <a16:creationId xmlns:a16="http://schemas.microsoft.com/office/drawing/2014/main" id="{29FACFBC-B425-4AC3-BC9B-272F960BB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2369"/>
              <a:ext cx="13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1" name="Line 23">
              <a:extLst>
                <a:ext uri="{FF2B5EF4-FFF2-40B4-BE49-F238E27FC236}">
                  <a16:creationId xmlns:a16="http://schemas.microsoft.com/office/drawing/2014/main" id="{13B5F3F0-B2A3-4304-A61A-BE18C4ABB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2369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2" name="Line 24">
              <a:extLst>
                <a:ext uri="{FF2B5EF4-FFF2-40B4-BE49-F238E27FC236}">
                  <a16:creationId xmlns:a16="http://schemas.microsoft.com/office/drawing/2014/main" id="{ED101DE5-3461-4C0E-A88E-B0BED0213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369"/>
              <a:ext cx="13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03" name="Line 25">
              <a:extLst>
                <a:ext uri="{FF2B5EF4-FFF2-40B4-BE49-F238E27FC236}">
                  <a16:creationId xmlns:a16="http://schemas.microsoft.com/office/drawing/2014/main" id="{AA5894E1-EC6D-4E80-903D-F6B542315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2326"/>
              <a:ext cx="1674" cy="0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3210" name="Group 26">
            <a:extLst>
              <a:ext uri="{FF2B5EF4-FFF2-40B4-BE49-F238E27FC236}">
                <a16:creationId xmlns:a16="http://schemas.microsoft.com/office/drawing/2014/main" id="{DDC5A9AB-3197-44B3-9757-AD24EDF3AA93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3779838"/>
            <a:ext cx="4156075" cy="641350"/>
            <a:chOff x="805" y="2304"/>
            <a:chExt cx="2618" cy="404"/>
          </a:xfrm>
        </p:grpSpPr>
        <p:sp>
          <p:nvSpPr>
            <p:cNvPr id="74787" name="Text Box 27">
              <a:extLst>
                <a:ext uri="{FF2B5EF4-FFF2-40B4-BE49-F238E27FC236}">
                  <a16:creationId xmlns:a16="http://schemas.microsoft.com/office/drawing/2014/main" id="{7F9BD070-7BCB-4DFB-921B-BA31EE7FE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2381"/>
              <a:ext cx="26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=ABD+ABC+ACD+BCD</a:t>
              </a:r>
            </a:p>
          </p:txBody>
        </p:sp>
        <p:sp>
          <p:nvSpPr>
            <p:cNvPr id="74788" name="Line 28">
              <a:extLst>
                <a:ext uri="{FF2B5EF4-FFF2-40B4-BE49-F238E27FC236}">
                  <a16:creationId xmlns:a16="http://schemas.microsoft.com/office/drawing/2014/main" id="{ACC01354-8B50-4597-AC41-85A61C960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89" name="Line 29">
              <a:extLst>
                <a:ext uri="{FF2B5EF4-FFF2-40B4-BE49-F238E27FC236}">
                  <a16:creationId xmlns:a16="http://schemas.microsoft.com/office/drawing/2014/main" id="{B0F5755F-B96C-4D43-8224-1698EB110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0" name="Line 30">
              <a:extLst>
                <a:ext uri="{FF2B5EF4-FFF2-40B4-BE49-F238E27FC236}">
                  <a16:creationId xmlns:a16="http://schemas.microsoft.com/office/drawing/2014/main" id="{A3BE7B97-9044-4FEF-9EA1-C7532322C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1" name="Line 31">
              <a:extLst>
                <a:ext uri="{FF2B5EF4-FFF2-40B4-BE49-F238E27FC236}">
                  <a16:creationId xmlns:a16="http://schemas.microsoft.com/office/drawing/2014/main" id="{87B6D19C-52BD-4F08-AA47-54E01198E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1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2" name="Line 32">
              <a:extLst>
                <a:ext uri="{FF2B5EF4-FFF2-40B4-BE49-F238E27FC236}">
                  <a16:creationId xmlns:a16="http://schemas.microsoft.com/office/drawing/2014/main" id="{3A08DBDF-4E74-4469-ABDF-3D3A910DA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3" name="Line 33">
              <a:extLst>
                <a:ext uri="{FF2B5EF4-FFF2-40B4-BE49-F238E27FC236}">
                  <a16:creationId xmlns:a16="http://schemas.microsoft.com/office/drawing/2014/main" id="{B70F1F0D-4D80-4D28-9DE3-B8EA2E0B3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1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4" name="Line 34">
              <a:extLst>
                <a:ext uri="{FF2B5EF4-FFF2-40B4-BE49-F238E27FC236}">
                  <a16:creationId xmlns:a16="http://schemas.microsoft.com/office/drawing/2014/main" id="{509D13D6-6E07-4ED6-B490-73CF63A93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2436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5" name="Line 35">
              <a:extLst>
                <a:ext uri="{FF2B5EF4-FFF2-40B4-BE49-F238E27FC236}">
                  <a16:creationId xmlns:a16="http://schemas.microsoft.com/office/drawing/2014/main" id="{FF422223-61DF-4224-9F41-6B43792B5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436"/>
              <a:ext cx="1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6" name="Line 36">
              <a:extLst>
                <a:ext uri="{FF2B5EF4-FFF2-40B4-BE49-F238E27FC236}">
                  <a16:creationId xmlns:a16="http://schemas.microsoft.com/office/drawing/2014/main" id="{E90C66CC-D6A9-46D4-B848-3DD04BD14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9" y="2436"/>
              <a:ext cx="1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97" name="Line 37">
              <a:extLst>
                <a:ext uri="{FF2B5EF4-FFF2-40B4-BE49-F238E27FC236}">
                  <a16:creationId xmlns:a16="http://schemas.microsoft.com/office/drawing/2014/main" id="{CA52F21C-981E-45FE-97F4-B1227C22D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2304"/>
              <a:ext cx="2250" cy="0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222" name="Text Box 38">
            <a:extLst>
              <a:ext uri="{FF2B5EF4-FFF2-40B4-BE49-F238E27FC236}">
                <a16:creationId xmlns:a16="http://schemas.microsoft.com/office/drawing/2014/main" id="{576471BD-03C4-4102-8E12-C3A5F6E69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676650"/>
            <a:ext cx="1706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与或非式</a:t>
            </a:r>
          </a:p>
        </p:txBody>
      </p:sp>
      <p:grpSp>
        <p:nvGrpSpPr>
          <p:cNvPr id="93223" name="Group 39">
            <a:extLst>
              <a:ext uri="{FF2B5EF4-FFF2-40B4-BE49-F238E27FC236}">
                <a16:creationId xmlns:a16="http://schemas.microsoft.com/office/drawing/2014/main" id="{78136371-6016-4613-AD55-E7CA3E308EBC}"/>
              </a:ext>
            </a:extLst>
          </p:cNvPr>
          <p:cNvGrpSpPr>
            <a:grpSpLocks/>
          </p:cNvGrpSpPr>
          <p:nvPr/>
        </p:nvGrpSpPr>
        <p:grpSpPr bwMode="auto">
          <a:xfrm>
            <a:off x="1570038" y="3848100"/>
            <a:ext cx="3536950" cy="69850"/>
            <a:chOff x="989" y="2347"/>
            <a:chExt cx="2228" cy="44"/>
          </a:xfrm>
        </p:grpSpPr>
        <p:grpSp>
          <p:nvGrpSpPr>
            <p:cNvPr id="74775" name="Group 40">
              <a:extLst>
                <a:ext uri="{FF2B5EF4-FFF2-40B4-BE49-F238E27FC236}">
                  <a16:creationId xmlns:a16="http://schemas.microsoft.com/office/drawing/2014/main" id="{16F6E3E7-5815-4045-ADB0-63BC48213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9" y="2347"/>
              <a:ext cx="435" cy="44"/>
              <a:chOff x="989" y="2347"/>
              <a:chExt cx="435" cy="44"/>
            </a:xfrm>
          </p:grpSpPr>
          <p:sp>
            <p:nvSpPr>
              <p:cNvPr id="74785" name="Line 41">
                <a:extLst>
                  <a:ext uri="{FF2B5EF4-FFF2-40B4-BE49-F238E27FC236}">
                    <a16:creationId xmlns:a16="http://schemas.microsoft.com/office/drawing/2014/main" id="{5BD71324-D654-4B26-8300-119983C1F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91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86" name="Line 42">
                <a:extLst>
                  <a:ext uri="{FF2B5EF4-FFF2-40B4-BE49-F238E27FC236}">
                    <a16:creationId xmlns:a16="http://schemas.microsoft.com/office/drawing/2014/main" id="{A5CBAB14-26AC-46B7-9D67-359EC0888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47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4776" name="Group 43">
              <a:extLst>
                <a:ext uri="{FF2B5EF4-FFF2-40B4-BE49-F238E27FC236}">
                  <a16:creationId xmlns:a16="http://schemas.microsoft.com/office/drawing/2014/main" id="{42FD4F7D-AEB7-4B96-A074-4EC4F0023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9" y="2347"/>
              <a:ext cx="435" cy="44"/>
              <a:chOff x="989" y="2347"/>
              <a:chExt cx="435" cy="44"/>
            </a:xfrm>
          </p:grpSpPr>
          <p:sp>
            <p:nvSpPr>
              <p:cNvPr id="74783" name="Line 44">
                <a:extLst>
                  <a:ext uri="{FF2B5EF4-FFF2-40B4-BE49-F238E27FC236}">
                    <a16:creationId xmlns:a16="http://schemas.microsoft.com/office/drawing/2014/main" id="{FE166BE7-C0FF-4DA2-A3C5-88DA459EE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91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84" name="Line 45">
                <a:extLst>
                  <a:ext uri="{FF2B5EF4-FFF2-40B4-BE49-F238E27FC236}">
                    <a16:creationId xmlns:a16="http://schemas.microsoft.com/office/drawing/2014/main" id="{6377BADE-F6D4-46CB-9029-D61479CBD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47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4777" name="Group 46">
              <a:extLst>
                <a:ext uri="{FF2B5EF4-FFF2-40B4-BE49-F238E27FC236}">
                  <a16:creationId xmlns:a16="http://schemas.microsoft.com/office/drawing/2014/main" id="{07691D3D-C2C2-4A47-9198-B2CD327C8D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6" y="2347"/>
              <a:ext cx="435" cy="44"/>
              <a:chOff x="989" y="2347"/>
              <a:chExt cx="435" cy="44"/>
            </a:xfrm>
          </p:grpSpPr>
          <p:sp>
            <p:nvSpPr>
              <p:cNvPr id="74781" name="Line 47">
                <a:extLst>
                  <a:ext uri="{FF2B5EF4-FFF2-40B4-BE49-F238E27FC236}">
                    <a16:creationId xmlns:a16="http://schemas.microsoft.com/office/drawing/2014/main" id="{125AE2DF-3DFA-424C-9AA2-AD3C31CCF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91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82" name="Line 48">
                <a:extLst>
                  <a:ext uri="{FF2B5EF4-FFF2-40B4-BE49-F238E27FC236}">
                    <a16:creationId xmlns:a16="http://schemas.microsoft.com/office/drawing/2014/main" id="{C8045CB1-708D-42FD-B164-4BFF4716E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47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4778" name="Group 49">
              <a:extLst>
                <a:ext uri="{FF2B5EF4-FFF2-40B4-BE49-F238E27FC236}">
                  <a16:creationId xmlns:a16="http://schemas.microsoft.com/office/drawing/2014/main" id="{F06F4878-5C7E-470A-A944-A3428FD24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2" y="2347"/>
              <a:ext cx="435" cy="44"/>
              <a:chOff x="989" y="2347"/>
              <a:chExt cx="435" cy="44"/>
            </a:xfrm>
          </p:grpSpPr>
          <p:sp>
            <p:nvSpPr>
              <p:cNvPr id="74779" name="Line 50">
                <a:extLst>
                  <a:ext uri="{FF2B5EF4-FFF2-40B4-BE49-F238E27FC236}">
                    <a16:creationId xmlns:a16="http://schemas.microsoft.com/office/drawing/2014/main" id="{49475801-50CE-45C2-B9EC-0FEE3D27C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91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80" name="Line 51">
                <a:extLst>
                  <a:ext uri="{FF2B5EF4-FFF2-40B4-BE49-F238E27FC236}">
                    <a16:creationId xmlns:a16="http://schemas.microsoft.com/office/drawing/2014/main" id="{84300201-E2F4-4450-ABA1-79768EBB4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9" y="2347"/>
                <a:ext cx="435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3236" name="Group 52">
            <a:extLst>
              <a:ext uri="{FF2B5EF4-FFF2-40B4-BE49-F238E27FC236}">
                <a16:creationId xmlns:a16="http://schemas.microsoft.com/office/drawing/2014/main" id="{0A5B61A0-D3F1-4551-A1CE-2D08EAFE7398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4711700"/>
            <a:ext cx="5811837" cy="569913"/>
            <a:chOff x="1022" y="3163"/>
            <a:chExt cx="3661" cy="359"/>
          </a:xfrm>
        </p:grpSpPr>
        <p:sp>
          <p:nvSpPr>
            <p:cNvPr id="74766" name="Text Box 53">
              <a:extLst>
                <a:ext uri="{FF2B5EF4-FFF2-40B4-BE49-F238E27FC236}">
                  <a16:creationId xmlns:a16="http://schemas.microsoft.com/office/drawing/2014/main" id="{9E946B38-7BDD-41CD-A125-23529E635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" y="3195"/>
              <a:ext cx="36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=A+B+D+A+B+C+A+C+D+B+C+D</a:t>
              </a:r>
            </a:p>
          </p:txBody>
        </p:sp>
        <p:sp>
          <p:nvSpPr>
            <p:cNvPr id="74767" name="Line 54">
              <a:extLst>
                <a:ext uri="{FF2B5EF4-FFF2-40B4-BE49-F238E27FC236}">
                  <a16:creationId xmlns:a16="http://schemas.microsoft.com/office/drawing/2014/main" id="{A495E2FF-EF1F-4F1E-A126-2117A96D6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3250"/>
              <a:ext cx="14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8" name="Line 55">
              <a:extLst>
                <a:ext uri="{FF2B5EF4-FFF2-40B4-BE49-F238E27FC236}">
                  <a16:creationId xmlns:a16="http://schemas.microsoft.com/office/drawing/2014/main" id="{3AF886F9-975D-44F1-B9A0-AA798A9AE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3250"/>
              <a:ext cx="14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9" name="Line 56">
              <a:extLst>
                <a:ext uri="{FF2B5EF4-FFF2-40B4-BE49-F238E27FC236}">
                  <a16:creationId xmlns:a16="http://schemas.microsoft.com/office/drawing/2014/main" id="{58BD4179-61B3-46D8-B3E0-63869172E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250"/>
              <a:ext cx="142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0" name="Line 57">
              <a:extLst>
                <a:ext uri="{FF2B5EF4-FFF2-40B4-BE49-F238E27FC236}">
                  <a16:creationId xmlns:a16="http://schemas.microsoft.com/office/drawing/2014/main" id="{E3D6B95A-4510-470D-A366-A3933E903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8" y="3217"/>
              <a:ext cx="7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1" name="Line 58">
              <a:extLst>
                <a:ext uri="{FF2B5EF4-FFF2-40B4-BE49-F238E27FC236}">
                  <a16:creationId xmlns:a16="http://schemas.microsoft.com/office/drawing/2014/main" id="{7A43BDBF-81C2-4396-881C-A11DE9EC9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0" y="3205"/>
              <a:ext cx="7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2" name="Line 59">
              <a:extLst>
                <a:ext uri="{FF2B5EF4-FFF2-40B4-BE49-F238E27FC236}">
                  <a16:creationId xmlns:a16="http://schemas.microsoft.com/office/drawing/2014/main" id="{A2FEC99F-BE3E-4630-A777-838D1F4B1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7" y="3205"/>
              <a:ext cx="7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3" name="Line 60">
              <a:extLst>
                <a:ext uri="{FF2B5EF4-FFF2-40B4-BE49-F238E27FC236}">
                  <a16:creationId xmlns:a16="http://schemas.microsoft.com/office/drawing/2014/main" id="{D8AF8F1F-FF19-4284-991C-0E96B5AB3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3227"/>
              <a:ext cx="70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4" name="Line 61">
              <a:extLst>
                <a:ext uri="{FF2B5EF4-FFF2-40B4-BE49-F238E27FC236}">
                  <a16:creationId xmlns:a16="http://schemas.microsoft.com/office/drawing/2014/main" id="{2BBD140E-B71A-4CAE-B040-37FD19A26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8" y="3163"/>
              <a:ext cx="3293" cy="0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246" name="Text Box 62">
            <a:extLst>
              <a:ext uri="{FF2B5EF4-FFF2-40B4-BE49-F238E27FC236}">
                <a16:creationId xmlns:a16="http://schemas.microsoft.com/office/drawing/2014/main" id="{55FED11B-62BF-4CB6-8F85-C825AA21F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325" y="5470525"/>
            <a:ext cx="2570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或非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或非式</a:t>
            </a:r>
          </a:p>
        </p:txBody>
      </p:sp>
    </p:spTree>
    <p:extLst>
      <p:ext uri="{BB962C8B-B14F-4D97-AF65-F5344CB8AC3E}">
        <p14:creationId xmlns:p14="http://schemas.microsoft.com/office/powerpoint/2010/main" val="256475190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3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3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3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3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autoUpdateAnimBg="0"/>
      <p:bldP spid="93190" grpId="0" autoUpdateAnimBg="0"/>
      <p:bldP spid="93222" grpId="0" autoUpdateAnimBg="0"/>
      <p:bldP spid="9324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D59CE-3CD6-48C8-B8EF-0CFC3A404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3933" y="2508469"/>
            <a:ext cx="2268949" cy="695360"/>
          </a:xfrm>
        </p:spPr>
        <p:txBody>
          <a:bodyPr/>
          <a:lstStyle/>
          <a:p>
            <a:r>
              <a:rPr lang="en-US" altLang="zh-CN" dirty="0"/>
              <a:t>THE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816808"/>
      </p:ext>
    </p:extLst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1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dirty="0" smtClean="0">
            <a:solidFill>
              <a:schemeClr val="tx1"/>
            </a:solidFill>
            <a:latin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>
        <a:spAutoFit/>
      </a:bodyPr>
      <a:lstStyle>
        <a:defPPr algn="l" eaLnBrk="1" hangingPunct="1">
          <a:spcBef>
            <a:spcPct val="50000"/>
          </a:spcBef>
          <a:buClrTx/>
          <a:buSzTx/>
          <a:buFontTx/>
          <a:buNone/>
          <a:defRPr sz="2800">
            <a:latin typeface="Times New Roman" panose="02020603050405020304" pitchFamily="18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 .pptx" id="{216D6A2A-6FD1-419D-A4BC-D85D53E7A2EE}" vid="{50C1903F-5E40-456C-BCE7-CE883FFFEE60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2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课件北航模板</Template>
  <TotalTime>2510</TotalTime>
  <Words>2999</Words>
  <Application>Microsoft Office PowerPoint</Application>
  <PresentationFormat>全屏显示(4:3)</PresentationFormat>
  <Paragraphs>1161</Paragraphs>
  <Slides>36</Slides>
  <Notes>14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黑体</vt:lpstr>
      <vt:lpstr>宋体</vt:lpstr>
      <vt:lpstr>Arial</vt:lpstr>
      <vt:lpstr>Calibri</vt:lpstr>
      <vt:lpstr>Symbol</vt:lpstr>
      <vt:lpstr>Tahoma</vt:lpstr>
      <vt:lpstr>Times New Roman</vt:lpstr>
      <vt:lpstr>Wingdings</vt:lpstr>
      <vt:lpstr>Blends</vt:lpstr>
      <vt:lpstr>1_Blends</vt:lpstr>
      <vt:lpstr>第三部分  逻辑函数化简</vt:lpstr>
      <vt:lpstr>§3—1     用代数法化简逻辑式</vt:lpstr>
      <vt:lpstr>【例1】</vt:lpstr>
      <vt:lpstr>【例3】</vt:lpstr>
      <vt:lpstr>【例4】</vt:lpstr>
      <vt:lpstr>§3—2     最小项和最大项</vt:lpstr>
      <vt:lpstr>最小项的性质</vt:lpstr>
      <vt:lpstr>标准与或表达式（最小项表达式）</vt:lpstr>
      <vt:lpstr>2、最大项</vt:lpstr>
      <vt:lpstr>最大项表达式</vt:lpstr>
      <vt:lpstr>最大项的性质</vt:lpstr>
      <vt:lpstr>最小项和最大项的关系</vt:lpstr>
      <vt:lpstr>§3—3     卡诺图化简法</vt:lpstr>
      <vt:lpstr>3变量卡诺图</vt:lpstr>
      <vt:lpstr>4变量卡诺图</vt:lpstr>
      <vt:lpstr>5变量卡诺图</vt:lpstr>
      <vt:lpstr>2、逻辑函数的卡诺图表示</vt:lpstr>
      <vt:lpstr>【例2】</vt:lpstr>
      <vt:lpstr>3、卡诺图化简</vt:lpstr>
      <vt:lpstr>卡诺图化简</vt:lpstr>
      <vt:lpstr>【例1】</vt:lpstr>
      <vt:lpstr>【例2】</vt:lpstr>
      <vt:lpstr>【例3】</vt:lpstr>
      <vt:lpstr>【例4】</vt:lpstr>
      <vt:lpstr>用卡诺图化简遵循的原则：</vt:lpstr>
      <vt:lpstr>（3）圈的数目应尽可能少；</vt:lpstr>
      <vt:lpstr>4、具有无关项的逻辑函数的化简</vt:lpstr>
      <vt:lpstr>【例1】</vt:lpstr>
      <vt:lpstr>用卡诺图化简包含无关项的逻辑函数</vt:lpstr>
      <vt:lpstr>【例2】</vt:lpstr>
      <vt:lpstr>§3—4 多输出逻辑函数的化简</vt:lpstr>
      <vt:lpstr>【例1】</vt:lpstr>
      <vt:lpstr>【例2】</vt:lpstr>
      <vt:lpstr> §3—5不同形式逻辑函数的变换</vt:lpstr>
      <vt:lpstr>PowerPoint 演示文稿</vt:lpstr>
      <vt:lpstr>THE END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逻辑代数及逻辑函数的化简</dc:title>
  <dc:creator>thtf</dc:creator>
  <cp:lastModifiedBy>Dong Xu</cp:lastModifiedBy>
  <cp:revision>160</cp:revision>
  <dcterms:created xsi:type="dcterms:W3CDTF">2004-02-20T06:45:48Z</dcterms:created>
  <dcterms:modified xsi:type="dcterms:W3CDTF">2019-09-18T07:53:33Z</dcterms:modified>
</cp:coreProperties>
</file>