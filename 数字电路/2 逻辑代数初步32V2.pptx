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notesMasterIdLst>
    <p:notesMasterId r:id="rId28"/>
  </p:notesMasterIdLst>
  <p:sldIdLst>
    <p:sldId id="424" r:id="rId2"/>
    <p:sldId id="425" r:id="rId3"/>
    <p:sldId id="426" r:id="rId4"/>
    <p:sldId id="427" r:id="rId5"/>
    <p:sldId id="428" r:id="rId6"/>
    <p:sldId id="429" r:id="rId7"/>
    <p:sldId id="430" r:id="rId8"/>
    <p:sldId id="435" r:id="rId9"/>
    <p:sldId id="436" r:id="rId10"/>
    <p:sldId id="437" r:id="rId11"/>
    <p:sldId id="438" r:id="rId12"/>
    <p:sldId id="439" r:id="rId13"/>
    <p:sldId id="440" r:id="rId14"/>
    <p:sldId id="441" r:id="rId15"/>
    <p:sldId id="443" r:id="rId16"/>
    <p:sldId id="445" r:id="rId17"/>
    <p:sldId id="444" r:id="rId18"/>
    <p:sldId id="446" r:id="rId19"/>
    <p:sldId id="447" r:id="rId20"/>
    <p:sldId id="448" r:id="rId21"/>
    <p:sldId id="449" r:id="rId22"/>
    <p:sldId id="452" r:id="rId23"/>
    <p:sldId id="451" r:id="rId24"/>
    <p:sldId id="453" r:id="rId25"/>
    <p:sldId id="450" r:id="rId26"/>
    <p:sldId id="454" r:id="rId27"/>
  </p:sldIdLst>
  <p:sldSz cx="9144000" cy="6858000" type="screen4x3"/>
  <p:notesSz cx="6858000" cy="9144000"/>
  <p:defaultTextStyle>
    <a:defPPr>
      <a:defRPr lang="zh-CN"/>
    </a:defPPr>
    <a:lvl1pPr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08F8"/>
    <a:srgbClr val="9090F4"/>
    <a:srgbClr val="FFFF00"/>
    <a:srgbClr val="F6F000"/>
    <a:srgbClr val="CC9900"/>
    <a:srgbClr val="FF33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25" autoAdjust="0"/>
    <p:restoredTop sz="82979" autoAdjust="0"/>
  </p:normalViewPr>
  <p:slideViewPr>
    <p:cSldViewPr snapToGrid="0">
      <p:cViewPr varScale="1">
        <p:scale>
          <a:sx n="71" d="100"/>
          <a:sy n="71" d="100"/>
        </p:scale>
        <p:origin x="1344" y="6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e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3D59459-3A90-4E50-935D-8A047B3B10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49576579-CAA5-408C-8B0E-042381D41AD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AF0DD12-6D0B-434E-AEAE-27A0808CBFDE}" type="datetimeFigureOut">
              <a:rPr lang="zh-CN" altLang="en-US"/>
              <a:pPr>
                <a:defRPr/>
              </a:pPr>
              <a:t>2019/9/12</a:t>
            </a:fld>
            <a:endParaRPr lang="zh-CN" altLang="en-US"/>
          </a:p>
        </p:txBody>
      </p:sp>
      <p:sp>
        <p:nvSpPr>
          <p:cNvPr id="4" name="幻灯片图像占位符 3">
            <a:extLst>
              <a:ext uri="{FF2B5EF4-FFF2-40B4-BE49-F238E27FC236}">
                <a16:creationId xmlns:a16="http://schemas.microsoft.com/office/drawing/2014/main" id="{B228F404-B07E-4F48-B153-584E72C0D1F5}"/>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0201B93C-7BC2-434C-968A-AAA6D646C62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596A6D66-E3AC-4DFF-9499-3E7591069F6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1B73A8B5-1BE7-4E34-8BB4-5D8175BB728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0B33CE97-CE35-493D-9476-D12D3F712BC5}" type="slidenum">
              <a:rPr lang="zh-CN" altLang="en-US"/>
              <a:pPr>
                <a:defRPr/>
              </a:pPr>
              <a:t>‹#›</a:t>
            </a:fld>
            <a:endParaRPr lang="zh-CN" altLang="en-US"/>
          </a:p>
        </p:txBody>
      </p:sp>
    </p:spTree>
    <p:extLst>
      <p:ext uri="{BB962C8B-B14F-4D97-AF65-F5344CB8AC3E}">
        <p14:creationId xmlns:p14="http://schemas.microsoft.com/office/powerpoint/2010/main" val="207643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B33CE97-CE35-493D-9476-D12D3F712BC5}" type="slidenum">
              <a:rPr lang="zh-CN" altLang="en-US" smtClean="0"/>
              <a:pPr>
                <a:defRPr/>
              </a:pPr>
              <a:t>3</a:t>
            </a:fld>
            <a:endParaRPr lang="zh-CN" altLang="en-US"/>
          </a:p>
        </p:txBody>
      </p:sp>
    </p:spTree>
    <p:extLst>
      <p:ext uri="{BB962C8B-B14F-4D97-AF65-F5344CB8AC3E}">
        <p14:creationId xmlns:p14="http://schemas.microsoft.com/office/powerpoint/2010/main" val="29476604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 name="Rectangle 11">
            <a:extLst>
              <a:ext uri="{FF2B5EF4-FFF2-40B4-BE49-F238E27FC236}">
                <a16:creationId xmlns:a16="http://schemas.microsoft.com/office/drawing/2014/main" id="{E64B3B62-5DCE-4A42-A0FB-B7FAF0548068}"/>
              </a:ext>
            </a:extLst>
          </p:cNvPr>
          <p:cNvSpPr>
            <a:spLocks noChangeArrowheads="1"/>
          </p:cNvSpPr>
          <p:nvPr/>
        </p:nvSpPr>
        <p:spPr bwMode="auto">
          <a:xfrm flipV="1">
            <a:off x="633045" y="3174576"/>
            <a:ext cx="8446717" cy="45719"/>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b="1" dirty="0">
              <a:effectLst>
                <a:outerShdw blurRad="38100" dist="38100" dir="2700000" algn="tl">
                  <a:srgbClr val="000000">
                    <a:alpha val="43137"/>
                  </a:srgbClr>
                </a:outerShdw>
              </a:effectLst>
            </a:endParaRPr>
          </a:p>
        </p:txBody>
      </p:sp>
      <p:sp>
        <p:nvSpPr>
          <p:cNvPr id="16396" name="Rectangle 12"/>
          <p:cNvSpPr>
            <a:spLocks noGrp="1" noChangeArrowheads="1"/>
          </p:cNvSpPr>
          <p:nvPr>
            <p:ph type="ctrTitle"/>
          </p:nvPr>
        </p:nvSpPr>
        <p:spPr>
          <a:xfrm>
            <a:off x="858715" y="2466906"/>
            <a:ext cx="7426569" cy="695360"/>
          </a:xfrm>
        </p:spPr>
        <p:txBody>
          <a:bodyPr/>
          <a:lstStyle>
            <a:lvl1pPr>
              <a:defRPr b="1"/>
            </a:lvl1pPr>
          </a:lstStyle>
          <a:p>
            <a:pPr lvl="0"/>
            <a:r>
              <a:rPr lang="zh-CN" altLang="en-US" noProof="0"/>
              <a:t>单击此处编辑母版标题样式</a:t>
            </a:r>
            <a:endParaRPr lang="zh-CN" altLang="en-US" noProof="0" dirty="0"/>
          </a:p>
        </p:txBody>
      </p:sp>
      <p:sp>
        <p:nvSpPr>
          <p:cNvPr id="16397" name="Rectangle 13"/>
          <p:cNvSpPr>
            <a:spLocks noGrp="1" noChangeArrowheads="1"/>
          </p:cNvSpPr>
          <p:nvPr>
            <p:ph type="subTitle" idx="1"/>
          </p:nvPr>
        </p:nvSpPr>
        <p:spPr>
          <a:xfrm>
            <a:off x="1219994" y="3445937"/>
            <a:ext cx="6400800" cy="1752600"/>
          </a:xfrm>
          <a:prstGeom prst="rect">
            <a:avLst/>
          </a:prstGeom>
        </p:spPr>
        <p:txBody>
          <a:bodyPr/>
          <a:lstStyle>
            <a:lvl1pPr marL="0" indent="0" algn="ctr">
              <a:buFont typeface="Wingdings" panose="05000000000000000000" pitchFamily="2" charset="2"/>
              <a:buNone/>
              <a:defRPr b="1"/>
            </a:lvl1pPr>
          </a:lstStyle>
          <a:p>
            <a:pPr lvl="0"/>
            <a:r>
              <a:rPr lang="zh-CN" altLang="en-US" noProof="0"/>
              <a:t>单击此处编辑母版副标题样式</a:t>
            </a:r>
            <a:endParaRPr lang="zh-CN" altLang="en-US" noProof="0" dirty="0"/>
          </a:p>
        </p:txBody>
      </p:sp>
      <p:sp>
        <p:nvSpPr>
          <p:cNvPr id="20" name="Rectangle 8">
            <a:extLst>
              <a:ext uri="{FF2B5EF4-FFF2-40B4-BE49-F238E27FC236}">
                <a16:creationId xmlns:a16="http://schemas.microsoft.com/office/drawing/2014/main" id="{DD6750F8-FE5B-4AAF-AB86-B6AAAC40B492}"/>
              </a:ext>
            </a:extLst>
          </p:cNvPr>
          <p:cNvSpPr>
            <a:spLocks noChangeArrowheads="1"/>
          </p:cNvSpPr>
          <p:nvPr/>
        </p:nvSpPr>
        <p:spPr bwMode="gray">
          <a:xfrm>
            <a:off x="189640" y="937607"/>
            <a:ext cx="3571387" cy="45719"/>
          </a:xfrm>
          <a:prstGeom prst="rect">
            <a:avLst/>
          </a:prstGeom>
          <a:gradFill rotWithShape="0">
            <a:gsLst>
              <a:gs pos="87000">
                <a:schemeClr val="bg2"/>
              </a:gs>
              <a:gs pos="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61652214&amp;di=0dbe8ba562ebf8b0aac6fc468b7851b5&amp;imgtype=0&amp;src=http%3A%2F%2Fphotocdn.sohu.com%2F20160130%2Fmp57336747_1454147583329_1_th.png">
            <a:extLst>
              <a:ext uri="{FF2B5EF4-FFF2-40B4-BE49-F238E27FC236}">
                <a16:creationId xmlns:a16="http://schemas.microsoft.com/office/drawing/2014/main" id="{2DA67216-37D7-4C69-A2CE-B9CD4F7AB6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692" b="35641"/>
          <a:stretch/>
        </p:blipFill>
        <p:spPr bwMode="auto">
          <a:xfrm>
            <a:off x="372005" y="275048"/>
            <a:ext cx="3389022" cy="67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183732"/>
      </p:ext>
    </p:extLst>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77161" y="309671"/>
            <a:ext cx="6954715" cy="588136"/>
          </a:xfrm>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idx="1"/>
          </p:nvPr>
        </p:nvSpPr>
        <p:spPr>
          <a:xfrm>
            <a:off x="316523" y="984738"/>
            <a:ext cx="8563708" cy="5375029"/>
          </a:xfrm>
          <a:prstGeom prst="rect">
            <a:avLst/>
          </a:prstGeo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Rectangle 12">
            <a:extLst>
              <a:ext uri="{FF2B5EF4-FFF2-40B4-BE49-F238E27FC236}">
                <a16:creationId xmlns:a16="http://schemas.microsoft.com/office/drawing/2014/main" id="{BC01E0D4-4280-4C64-8793-7E6B1B7F27F7}"/>
              </a:ext>
            </a:extLst>
          </p:cNvPr>
          <p:cNvSpPr>
            <a:spLocks noGrp="1" noChangeArrowheads="1"/>
          </p:cNvSpPr>
          <p:nvPr>
            <p:ph type="ftr" sz="quarter" idx="11"/>
          </p:nvPr>
        </p:nvSpPr>
        <p:spPr>
          <a:ln/>
        </p:spPr>
        <p:txBody>
          <a:bodyPr/>
          <a:lstStyle>
            <a:lvl1pPr>
              <a:defRPr b="1"/>
            </a:lvl1pPr>
          </a:lstStyle>
          <a:p>
            <a:pPr>
              <a:defRPr/>
            </a:pPr>
            <a:endParaRPr lang="en-US" altLang="zh-CN"/>
          </a:p>
        </p:txBody>
      </p:sp>
      <p:sp>
        <p:nvSpPr>
          <p:cNvPr id="6" name="Rectangle 13">
            <a:extLst>
              <a:ext uri="{FF2B5EF4-FFF2-40B4-BE49-F238E27FC236}">
                <a16:creationId xmlns:a16="http://schemas.microsoft.com/office/drawing/2014/main" id="{E3273F16-BE22-4912-8CC3-17915B73E13F}"/>
              </a:ext>
            </a:extLst>
          </p:cNvPr>
          <p:cNvSpPr>
            <a:spLocks noGrp="1" noChangeArrowheads="1"/>
          </p:cNvSpPr>
          <p:nvPr>
            <p:ph type="sldNum" sz="quarter" idx="12"/>
          </p:nvPr>
        </p:nvSpPr>
        <p:spPr>
          <a:xfrm>
            <a:off x="222737" y="6478561"/>
            <a:ext cx="902677" cy="338407"/>
          </a:xfrm>
          <a:prstGeom prst="rect">
            <a:avLst/>
          </a:prstGeom>
          <a:ln/>
        </p:spPr>
        <p:txBody>
          <a:bodyPr/>
          <a:lstStyle>
            <a:lvl1pPr>
              <a:defRPr sz="1800" b="1">
                <a:solidFill>
                  <a:srgbClr val="1F08F8"/>
                </a:solidFill>
              </a:defRPr>
            </a:lvl1pPr>
          </a:lstStyle>
          <a:p>
            <a:pPr>
              <a:defRPr/>
            </a:pPr>
            <a:fld id="{D786AB32-464C-401F-BFCA-223EB6557C7E}" type="slidenum">
              <a:rPr lang="en-US" altLang="zh-CN" smtClean="0"/>
              <a:pPr>
                <a:defRPr/>
              </a:pPr>
              <a:t>‹#›</a:t>
            </a:fld>
            <a:endParaRPr lang="en-US" altLang="zh-CN"/>
          </a:p>
        </p:txBody>
      </p:sp>
    </p:spTree>
    <p:extLst>
      <p:ext uri="{BB962C8B-B14F-4D97-AF65-F5344CB8AC3E}">
        <p14:creationId xmlns:p14="http://schemas.microsoft.com/office/powerpoint/2010/main" val="2353256107"/>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标题幻灯片">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12F6F2E6-03C8-4A9F-B35A-01BD986C3518}"/>
              </a:ext>
            </a:extLst>
          </p:cNvPr>
          <p:cNvSpPr>
            <a:spLocks noGrp="1" noChangeArrowheads="1"/>
          </p:cNvSpPr>
          <p:nvPr>
            <p:ph type="dt" sz="half" idx="2"/>
          </p:nvPr>
        </p:nvSpPr>
        <p:spPr bwMode="auto">
          <a:xfrm>
            <a:off x="263770" y="6459605"/>
            <a:ext cx="567503"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a:defRPr/>
            </a:pPr>
            <a:r>
              <a:rPr lang="en-US" altLang="zh-CN"/>
              <a:t>‹#›</a:t>
            </a:r>
            <a:endParaRPr lang="en-US" altLang="zh-CN" dirty="0"/>
          </a:p>
        </p:txBody>
      </p:sp>
      <p:pic>
        <p:nvPicPr>
          <p:cNvPr id="12"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AFC2CF9D-AB67-4B63-9B45-B7CE43C6A6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077" t="40974" b="38513"/>
          <a:stretch/>
        </p:blipFill>
        <p:spPr bwMode="auto">
          <a:xfrm>
            <a:off x="7640514" y="95243"/>
            <a:ext cx="1415562" cy="283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56538"/>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p>
        </p:txBody>
      </p:sp>
      <p:sp>
        <p:nvSpPr>
          <p:cNvPr id="3" name="内容占位符 2"/>
          <p:cNvSpPr>
            <a:spLocks noGrp="1"/>
          </p:cNvSpPr>
          <p:nvPr>
            <p:ph sz="half" idx="1"/>
          </p:nvPr>
        </p:nvSpPr>
        <p:spPr>
          <a:xfrm>
            <a:off x="839788" y="1455006"/>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40642" y="1432904"/>
            <a:ext cx="3810000" cy="4114800"/>
          </a:xfrm>
          <a:prstGeom prst="rect">
            <a:avLst/>
          </a:prstGeom>
        </p:spPr>
        <p:txBody>
          <a:bodyPr/>
          <a:lstStyle>
            <a:lvl1pPr>
              <a:defRPr b="1"/>
            </a:lvl1pPr>
            <a:lvl2pPr>
              <a:defRPr b="1"/>
            </a:lvl2pPr>
            <a:lvl3pPr>
              <a:defRPr b="1"/>
            </a:lvl3pPr>
            <a:lvl4pPr>
              <a:defRPr b="1"/>
            </a:lvl4pPr>
            <a:lvl5pPr>
              <a:defRPr b="1"/>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5AD8B827-6413-4C25-8DA1-80CBDD262CD9}"/>
              </a:ext>
            </a:extLst>
          </p:cNvPr>
          <p:cNvSpPr>
            <a:spLocks noGrp="1" noChangeArrowheads="1"/>
          </p:cNvSpPr>
          <p:nvPr>
            <p:ph type="dt" sz="half" idx="10"/>
          </p:nvPr>
        </p:nvSpPr>
        <p:spPr>
          <a:ln/>
        </p:spPr>
        <p:txBody>
          <a:bodyPr/>
          <a:lstStyle>
            <a:lvl1pPr>
              <a:defRPr b="1"/>
            </a:lvl1pPr>
          </a:lstStyle>
          <a:p>
            <a:pPr>
              <a:defRPr/>
            </a:pPr>
            <a:r>
              <a:rPr lang="en-US" altLang="zh-CN"/>
              <a:t>‹#›</a:t>
            </a:r>
          </a:p>
        </p:txBody>
      </p:sp>
      <p:sp>
        <p:nvSpPr>
          <p:cNvPr id="6" name="Rectangle 12">
            <a:extLst>
              <a:ext uri="{FF2B5EF4-FFF2-40B4-BE49-F238E27FC236}">
                <a16:creationId xmlns:a16="http://schemas.microsoft.com/office/drawing/2014/main" id="{870B3030-B043-4F47-9B26-F954C9946003}"/>
              </a:ext>
            </a:extLst>
          </p:cNvPr>
          <p:cNvSpPr>
            <a:spLocks noGrp="1" noChangeArrowheads="1"/>
          </p:cNvSpPr>
          <p:nvPr>
            <p:ph type="ftr" sz="quarter" idx="11"/>
          </p:nvPr>
        </p:nvSpPr>
        <p:spPr>
          <a:ln/>
        </p:spPr>
        <p:txBody>
          <a:bodyPr/>
          <a:lstStyle>
            <a:lvl1pPr>
              <a:defRPr b="1"/>
            </a:lvl1pPr>
          </a:lstStyle>
          <a:p>
            <a:pPr>
              <a:defRPr/>
            </a:pPr>
            <a:endParaRPr lang="en-US" altLang="zh-CN"/>
          </a:p>
        </p:txBody>
      </p:sp>
      <p:sp>
        <p:nvSpPr>
          <p:cNvPr id="7" name="Rectangle 13">
            <a:extLst>
              <a:ext uri="{FF2B5EF4-FFF2-40B4-BE49-F238E27FC236}">
                <a16:creationId xmlns:a16="http://schemas.microsoft.com/office/drawing/2014/main" id="{BA423450-2CBE-4B62-AE41-DD58522F516C}"/>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b="1"/>
            </a:lvl1pPr>
          </a:lstStyle>
          <a:p>
            <a:pPr>
              <a:defRPr/>
            </a:pPr>
            <a:fld id="{F4C1C56C-149B-47FD-93E1-25EA40A550F8}" type="slidenum">
              <a:rPr lang="en-US" altLang="zh-CN" smtClean="0"/>
              <a:pPr>
                <a:defRPr/>
              </a:pPr>
              <a:t>‹#›</a:t>
            </a:fld>
            <a:endParaRPr lang="en-US" altLang="zh-CN"/>
          </a:p>
        </p:txBody>
      </p:sp>
    </p:spTree>
    <p:extLst>
      <p:ext uri="{BB962C8B-B14F-4D97-AF65-F5344CB8AC3E}">
        <p14:creationId xmlns:p14="http://schemas.microsoft.com/office/powerpoint/2010/main" val="3780220071"/>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06104" y="265475"/>
            <a:ext cx="6961256" cy="823912"/>
          </a:xfrm>
        </p:spPr>
        <p:txBody>
          <a:bodyPr/>
          <a:lstStyle/>
          <a:p>
            <a:r>
              <a:rPr lang="zh-CN" altLang="en-US"/>
              <a:t>单击此处编辑母版标题样式</a:t>
            </a:r>
          </a:p>
        </p:txBody>
      </p:sp>
      <p:sp>
        <p:nvSpPr>
          <p:cNvPr id="3" name="文本占位符 2"/>
          <p:cNvSpPr>
            <a:spLocks noGrp="1"/>
          </p:cNvSpPr>
          <p:nvPr>
            <p:ph type="body" idx="1"/>
          </p:nvPr>
        </p:nvSpPr>
        <p:spPr>
          <a:xfrm>
            <a:off x="533523" y="1276719"/>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533523" y="2100631"/>
            <a:ext cx="386873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532435" y="1276719"/>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532435" y="2100631"/>
            <a:ext cx="38877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6E1F2607-B43C-46D6-B2B2-7FD0BB3715EB}"/>
              </a:ext>
            </a:extLst>
          </p:cNvPr>
          <p:cNvSpPr>
            <a:spLocks noGrp="1" noChangeArrowheads="1"/>
          </p:cNvSpPr>
          <p:nvPr>
            <p:ph type="dt" sz="half" idx="10"/>
          </p:nvPr>
        </p:nvSpPr>
        <p:spPr>
          <a:ln/>
        </p:spPr>
        <p:txBody>
          <a:bodyPr/>
          <a:lstStyle>
            <a:lvl1pPr>
              <a:defRPr/>
            </a:lvl1pPr>
          </a:lstStyle>
          <a:p>
            <a:pPr>
              <a:defRPr/>
            </a:pPr>
            <a:r>
              <a:rPr lang="en-US" altLang="zh-CN"/>
              <a:t>‹#›</a:t>
            </a:r>
          </a:p>
        </p:txBody>
      </p:sp>
      <p:sp>
        <p:nvSpPr>
          <p:cNvPr id="8" name="Rectangle 12">
            <a:extLst>
              <a:ext uri="{FF2B5EF4-FFF2-40B4-BE49-F238E27FC236}">
                <a16:creationId xmlns:a16="http://schemas.microsoft.com/office/drawing/2014/main" id="{D4067993-EC72-4429-BEFF-EBBFBC8EC6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47310DB-F0C8-4363-B0B3-A32B28E66042}"/>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FF513AF2-E6BE-46BF-BE60-AE5395E88CAD}" type="slidenum">
              <a:rPr lang="en-US" altLang="zh-CN" smtClean="0"/>
              <a:pPr>
                <a:defRPr/>
              </a:pPr>
              <a:t>‹#›</a:t>
            </a:fld>
            <a:endParaRPr lang="en-US" altLang="zh-CN"/>
          </a:p>
        </p:txBody>
      </p:sp>
    </p:spTree>
    <p:extLst>
      <p:ext uri="{BB962C8B-B14F-4D97-AF65-F5344CB8AC3E}">
        <p14:creationId xmlns:p14="http://schemas.microsoft.com/office/powerpoint/2010/main" val="815361269"/>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1125414"/>
            <a:ext cx="2949575" cy="931985"/>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1283677"/>
            <a:ext cx="4629150" cy="457737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A4267126-A643-4066-8088-A43B30422101}"/>
              </a:ext>
            </a:extLst>
          </p:cNvPr>
          <p:cNvSpPr>
            <a:spLocks noGrp="1" noChangeArrowheads="1"/>
          </p:cNvSpPr>
          <p:nvPr>
            <p:ph type="dt" sz="half" idx="10"/>
          </p:nvPr>
        </p:nvSpPr>
        <p:spPr>
          <a:ln/>
        </p:spPr>
        <p:txBody>
          <a:bodyPr/>
          <a:lstStyle>
            <a:lvl1pPr>
              <a:defRPr/>
            </a:lvl1pPr>
          </a:lstStyle>
          <a:p>
            <a:pPr>
              <a:defRPr/>
            </a:pPr>
            <a:r>
              <a:rPr lang="en-US" altLang="zh-CN"/>
              <a:t>‹#›</a:t>
            </a:r>
          </a:p>
        </p:txBody>
      </p:sp>
      <p:sp>
        <p:nvSpPr>
          <p:cNvPr id="6" name="Rectangle 12">
            <a:extLst>
              <a:ext uri="{FF2B5EF4-FFF2-40B4-BE49-F238E27FC236}">
                <a16:creationId xmlns:a16="http://schemas.microsoft.com/office/drawing/2014/main" id="{B88BCFC2-534C-41E8-811C-18B0F5FAF91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EAC1D16-6221-440A-B52D-08EEFAE6C80B}"/>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5E5B9687-43AD-48E3-B967-34003FFE165D}" type="slidenum">
              <a:rPr lang="en-US" altLang="zh-CN" smtClean="0"/>
              <a:pPr>
                <a:defRPr/>
              </a:pPr>
              <a:t>‹#›</a:t>
            </a:fld>
            <a:endParaRPr lang="en-US" altLang="zh-CN"/>
          </a:p>
        </p:txBody>
      </p:sp>
      <p:sp>
        <p:nvSpPr>
          <p:cNvPr id="8" name="标题 1">
            <a:extLst>
              <a:ext uri="{FF2B5EF4-FFF2-40B4-BE49-F238E27FC236}">
                <a16:creationId xmlns:a16="http://schemas.microsoft.com/office/drawing/2014/main" id="{9B1102C7-0F18-4D91-A4A7-17569BAF03D1}"/>
              </a:ext>
            </a:extLst>
          </p:cNvPr>
          <p:cNvSpPr txBox="1">
            <a:spLocks/>
          </p:cNvSpPr>
          <p:nvPr/>
        </p:nvSpPr>
        <p:spPr bwMode="auto">
          <a:xfrm>
            <a:off x="1306104" y="265475"/>
            <a:ext cx="6961256"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kumimoji="1" sz="4400" kern="12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b="0"/>
              <a:t>单击此处编辑母版标题样式</a:t>
            </a:r>
          </a:p>
        </p:txBody>
      </p:sp>
    </p:spTree>
    <p:extLst>
      <p:ext uri="{BB962C8B-B14F-4D97-AF65-F5344CB8AC3E}">
        <p14:creationId xmlns:p14="http://schemas.microsoft.com/office/powerpoint/2010/main" val="2504187355"/>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11">
            <a:extLst>
              <a:ext uri="{FF2B5EF4-FFF2-40B4-BE49-F238E27FC236}">
                <a16:creationId xmlns:a16="http://schemas.microsoft.com/office/drawing/2014/main" id="{2A6C1A6F-CA45-4ED4-8D74-4DB3EA4119BC}"/>
              </a:ext>
            </a:extLst>
          </p:cNvPr>
          <p:cNvSpPr>
            <a:spLocks noGrp="1" noChangeArrowheads="1"/>
          </p:cNvSpPr>
          <p:nvPr>
            <p:ph type="dt" sz="half" idx="10"/>
          </p:nvPr>
        </p:nvSpPr>
        <p:spPr>
          <a:ln/>
        </p:spPr>
        <p:txBody>
          <a:bodyPr/>
          <a:lstStyle>
            <a:lvl1pPr>
              <a:defRPr/>
            </a:lvl1pPr>
          </a:lstStyle>
          <a:p>
            <a:pPr>
              <a:defRPr/>
            </a:pPr>
            <a:r>
              <a:rPr lang="en-US" altLang="zh-CN"/>
              <a:t>‹#›</a:t>
            </a:r>
          </a:p>
        </p:txBody>
      </p:sp>
      <p:sp>
        <p:nvSpPr>
          <p:cNvPr id="6" name="Rectangle 12">
            <a:extLst>
              <a:ext uri="{FF2B5EF4-FFF2-40B4-BE49-F238E27FC236}">
                <a16:creationId xmlns:a16="http://schemas.microsoft.com/office/drawing/2014/main" id="{FE8E0055-8C08-48AE-A614-0621C3AAAC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7AB1BBF-1B54-4936-89F0-D7134E96DF24}"/>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4F3AD361-67D9-49AA-9A53-38CF28EEA583}" type="slidenum">
              <a:rPr lang="en-US" altLang="zh-CN" smtClean="0"/>
              <a:pPr>
                <a:defRPr/>
              </a:pPr>
              <a:t>‹#›</a:t>
            </a:fld>
            <a:endParaRPr lang="en-US" altLang="zh-CN"/>
          </a:p>
        </p:txBody>
      </p:sp>
    </p:spTree>
    <p:extLst>
      <p:ext uri="{BB962C8B-B14F-4D97-AF65-F5344CB8AC3E}">
        <p14:creationId xmlns:p14="http://schemas.microsoft.com/office/powerpoint/2010/main" val="1899467520"/>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800100" y="1661550"/>
            <a:ext cx="7772400" cy="4663050"/>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503D8EB-F24A-4CC2-A452-D605652469B6}"/>
              </a:ext>
            </a:extLst>
          </p:cNvPr>
          <p:cNvSpPr>
            <a:spLocks noGrp="1" noChangeArrowheads="1"/>
          </p:cNvSpPr>
          <p:nvPr>
            <p:ph type="dt" sz="half" idx="10"/>
          </p:nvPr>
        </p:nvSpPr>
        <p:spPr>
          <a:ln/>
        </p:spPr>
        <p:txBody>
          <a:bodyPr/>
          <a:lstStyle>
            <a:lvl1pPr>
              <a:defRPr/>
            </a:lvl1pPr>
          </a:lstStyle>
          <a:p>
            <a:pPr>
              <a:defRPr/>
            </a:pPr>
            <a:r>
              <a:rPr lang="en-US" altLang="zh-CN"/>
              <a:t>‹#›</a:t>
            </a:r>
          </a:p>
        </p:txBody>
      </p:sp>
      <p:sp>
        <p:nvSpPr>
          <p:cNvPr id="5" name="Rectangle 12">
            <a:extLst>
              <a:ext uri="{FF2B5EF4-FFF2-40B4-BE49-F238E27FC236}">
                <a16:creationId xmlns:a16="http://schemas.microsoft.com/office/drawing/2014/main" id="{4055C235-C6C7-4F8E-BEA1-B254A0E7B0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E7095AB-979D-4545-9D7B-BDA09C0C721A}"/>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D5C643A4-3E26-45D1-96DF-2F67516788A1}" type="slidenum">
              <a:rPr lang="en-US" altLang="zh-CN" smtClean="0"/>
              <a:pPr>
                <a:defRPr/>
              </a:pPr>
              <a:t>‹#›</a:t>
            </a:fld>
            <a:endParaRPr lang="en-US" altLang="zh-CN"/>
          </a:p>
        </p:txBody>
      </p:sp>
    </p:spTree>
    <p:extLst>
      <p:ext uri="{BB962C8B-B14F-4D97-AF65-F5344CB8AC3E}">
        <p14:creationId xmlns:p14="http://schemas.microsoft.com/office/powerpoint/2010/main" val="2422415480"/>
      </p:ext>
    </p:extLst>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B34D4DC8-598E-4C1C-8C7D-D0DB23517367}"/>
              </a:ext>
            </a:extLst>
          </p:cNvPr>
          <p:cNvSpPr>
            <a:spLocks noGrp="1" noChangeArrowheads="1"/>
          </p:cNvSpPr>
          <p:nvPr>
            <p:ph type="dt" sz="half" idx="10"/>
          </p:nvPr>
        </p:nvSpPr>
        <p:spPr>
          <a:ln/>
        </p:spPr>
        <p:txBody>
          <a:bodyPr/>
          <a:lstStyle>
            <a:lvl1pPr>
              <a:defRPr/>
            </a:lvl1pPr>
          </a:lstStyle>
          <a:p>
            <a:pPr>
              <a:defRPr/>
            </a:pPr>
            <a:r>
              <a:rPr lang="en-US" altLang="zh-CN"/>
              <a:t>‹#›</a:t>
            </a:r>
          </a:p>
        </p:txBody>
      </p:sp>
      <p:sp>
        <p:nvSpPr>
          <p:cNvPr id="5" name="Rectangle 12">
            <a:extLst>
              <a:ext uri="{FF2B5EF4-FFF2-40B4-BE49-F238E27FC236}">
                <a16:creationId xmlns:a16="http://schemas.microsoft.com/office/drawing/2014/main" id="{6E49145F-D98D-4B52-A0C3-CC0F1041CC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B5EB162E-2B07-43A3-969A-1620367E155C}"/>
              </a:ext>
            </a:extLst>
          </p:cNvPr>
          <p:cNvSpPr>
            <a:spLocks noGrp="1" noChangeArrowheads="1"/>
          </p:cNvSpPr>
          <p:nvPr>
            <p:ph type="sldNum" sz="quarter" idx="12"/>
          </p:nvPr>
        </p:nvSpPr>
        <p:spPr>
          <a:xfrm>
            <a:off x="6816968" y="6359768"/>
            <a:ext cx="1905000" cy="457200"/>
          </a:xfrm>
          <a:prstGeom prst="rect">
            <a:avLst/>
          </a:prstGeom>
          <a:ln/>
        </p:spPr>
        <p:txBody>
          <a:bodyPr/>
          <a:lstStyle>
            <a:lvl1pPr>
              <a:defRPr/>
            </a:lvl1pPr>
          </a:lstStyle>
          <a:p>
            <a:pPr>
              <a:defRPr/>
            </a:pPr>
            <a:fld id="{DD5FF35C-FDA9-4B3C-A051-F6FCDC8E36DB}" type="slidenum">
              <a:rPr lang="en-US" altLang="zh-CN" smtClean="0"/>
              <a:pPr>
                <a:defRPr/>
              </a:pPr>
              <a:t>‹#›</a:t>
            </a:fld>
            <a:endParaRPr lang="en-US" altLang="zh-CN"/>
          </a:p>
        </p:txBody>
      </p:sp>
    </p:spTree>
    <p:extLst>
      <p:ext uri="{BB962C8B-B14F-4D97-AF65-F5344CB8AC3E}">
        <p14:creationId xmlns:p14="http://schemas.microsoft.com/office/powerpoint/2010/main" val="1294859022"/>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33" name="Rectangle 9">
            <a:extLst>
              <a:ext uri="{FF2B5EF4-FFF2-40B4-BE49-F238E27FC236}">
                <a16:creationId xmlns:a16="http://schemas.microsoft.com/office/drawing/2014/main" id="{33707532-3883-41BD-9420-919E4556FE09}"/>
              </a:ext>
            </a:extLst>
          </p:cNvPr>
          <p:cNvSpPr>
            <a:spLocks noGrp="1" noChangeArrowheads="1"/>
          </p:cNvSpPr>
          <p:nvPr>
            <p:ph type="title"/>
          </p:nvPr>
        </p:nvSpPr>
        <p:spPr bwMode="auto">
          <a:xfrm>
            <a:off x="1324769" y="320113"/>
            <a:ext cx="7305992" cy="575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5371" name="Rectangle 11">
            <a:extLst>
              <a:ext uri="{FF2B5EF4-FFF2-40B4-BE49-F238E27FC236}">
                <a16:creationId xmlns:a16="http://schemas.microsoft.com/office/drawing/2014/main" id="{B2AD3E2D-3A3D-4B5E-9FF0-A1F7C6A7EB9F}"/>
              </a:ext>
            </a:extLst>
          </p:cNvPr>
          <p:cNvSpPr>
            <a:spLocks noGrp="1" noChangeArrowheads="1"/>
          </p:cNvSpPr>
          <p:nvPr>
            <p:ph type="dt" sz="half" idx="2"/>
          </p:nvPr>
        </p:nvSpPr>
        <p:spPr bwMode="auto">
          <a:xfrm>
            <a:off x="263770" y="6459605"/>
            <a:ext cx="518747"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b="1" smtClean="0">
                <a:solidFill>
                  <a:schemeClr val="tx1"/>
                </a:solidFill>
                <a:effectLst/>
              </a:defRPr>
            </a:lvl1pPr>
          </a:lstStyle>
          <a:p>
            <a:pPr>
              <a:defRPr/>
            </a:pPr>
            <a:r>
              <a:rPr lang="en-US" altLang="zh-CN"/>
              <a:t>‹#›</a:t>
            </a:r>
          </a:p>
        </p:txBody>
      </p:sp>
      <p:sp>
        <p:nvSpPr>
          <p:cNvPr id="15372" name="Rectangle 12">
            <a:extLst>
              <a:ext uri="{FF2B5EF4-FFF2-40B4-BE49-F238E27FC236}">
                <a16:creationId xmlns:a16="http://schemas.microsoft.com/office/drawing/2014/main" id="{251BD657-367E-42D1-AD22-5D841EBD793A}"/>
              </a:ext>
            </a:extLst>
          </p:cNvPr>
          <p:cNvSpPr>
            <a:spLocks noGrp="1" noChangeArrowheads="1"/>
          </p:cNvSpPr>
          <p:nvPr>
            <p:ph type="ftr" sz="quarter" idx="3"/>
          </p:nvPr>
        </p:nvSpPr>
        <p:spPr bwMode="auto">
          <a:xfrm>
            <a:off x="3069748" y="6465656"/>
            <a:ext cx="2895600" cy="338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b="1" smtClean="0">
                <a:solidFill>
                  <a:schemeClr val="tx1"/>
                </a:solidFill>
                <a:effectLst/>
              </a:defRPr>
            </a:lvl1pPr>
          </a:lstStyle>
          <a:p>
            <a:pPr>
              <a:defRPr/>
            </a:pPr>
            <a:endParaRPr lang="en-US" altLang="zh-CN"/>
          </a:p>
        </p:txBody>
      </p:sp>
      <p:sp>
        <p:nvSpPr>
          <p:cNvPr id="15" name="Rectangle 8">
            <a:extLst>
              <a:ext uri="{FF2B5EF4-FFF2-40B4-BE49-F238E27FC236}">
                <a16:creationId xmlns:a16="http://schemas.microsoft.com/office/drawing/2014/main" id="{97F5FEE0-C94D-4C86-98BD-A08461FDF141}"/>
              </a:ext>
            </a:extLst>
          </p:cNvPr>
          <p:cNvSpPr>
            <a:spLocks noChangeArrowheads="1"/>
          </p:cNvSpPr>
          <p:nvPr/>
        </p:nvSpPr>
        <p:spPr bwMode="gray">
          <a:xfrm>
            <a:off x="602818" y="6380642"/>
            <a:ext cx="8226425" cy="31750"/>
          </a:xfrm>
          <a:prstGeom prst="rect">
            <a:avLst/>
          </a:prstGeom>
          <a:gradFill rotWithShape="0">
            <a:gsLst>
              <a:gs pos="87000">
                <a:schemeClr val="bg2"/>
              </a:gs>
              <a:gs pos="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pic>
        <p:nvPicPr>
          <p:cNvPr id="2050" name="Picture 2" descr="https://timgsa.baidu.com/timg?image&amp;quality=80&amp;size=b9999_10000&amp;sec=1513057428162&amp;di=37860fdf3c4871460953786bbfa26622&amp;imgtype=0&amp;src=http%3A%2F%2Fpic.baike.soso.com%2Fp%2F20111015%2F20111015115227-260268041.jpg">
            <a:extLst>
              <a:ext uri="{FF2B5EF4-FFF2-40B4-BE49-F238E27FC236}">
                <a16:creationId xmlns:a16="http://schemas.microsoft.com/office/drawing/2014/main" id="{2318C2BE-15EA-4A82-8C68-EB4236E68D72}"/>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1894" t="12080" r="11532" b="12880"/>
          <a:stretch/>
        </p:blipFill>
        <p:spPr bwMode="auto">
          <a:xfrm>
            <a:off x="428827" y="248004"/>
            <a:ext cx="677490" cy="6639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s://timgsa.baidu.com/timg?image&amp;quality=80&amp;size=b9999_10000&amp;sec=1513060306437&amp;di=30658f392e20939a542ddf602e2badff&amp;imgtype=0&amp;src=http%3A%2F%2Fphotocdn.sohu.com%2F20160130%2Fmp57336747_1454147583329_1_th.png">
            <a:extLst>
              <a:ext uri="{FF2B5EF4-FFF2-40B4-BE49-F238E27FC236}">
                <a16:creationId xmlns:a16="http://schemas.microsoft.com/office/drawing/2014/main" id="{7A33D88C-FAA7-4E46-8DD1-45BB3E8CD8AF}"/>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3077" t="40974" b="38513"/>
          <a:stretch/>
        </p:blipFill>
        <p:spPr bwMode="auto">
          <a:xfrm>
            <a:off x="7464668" y="6446811"/>
            <a:ext cx="1415562" cy="283113"/>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8">
            <a:extLst>
              <a:ext uri="{FF2B5EF4-FFF2-40B4-BE49-F238E27FC236}">
                <a16:creationId xmlns:a16="http://schemas.microsoft.com/office/drawing/2014/main" id="{B0A16393-7427-4CCB-805E-364FBB0B1A7F}"/>
              </a:ext>
            </a:extLst>
          </p:cNvPr>
          <p:cNvSpPr>
            <a:spLocks noChangeArrowheads="1"/>
          </p:cNvSpPr>
          <p:nvPr/>
        </p:nvSpPr>
        <p:spPr bwMode="gray">
          <a:xfrm>
            <a:off x="404336" y="918967"/>
            <a:ext cx="8226425" cy="31750"/>
          </a:xfrm>
          <a:prstGeom prst="rect">
            <a:avLst/>
          </a:prstGeom>
          <a:gradFill rotWithShape="0">
            <a:gsLst>
              <a:gs pos="16000">
                <a:schemeClr val="bg2"/>
              </a:gs>
              <a:gs pos="100000">
                <a:schemeClr val="bg1"/>
              </a:gs>
            </a:gsLst>
            <a:lin ang="0" scaled="1"/>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
        <p:nvSpPr>
          <p:cNvPr id="1031" name="Rectangle 7">
            <a:extLst>
              <a:ext uri="{FF2B5EF4-FFF2-40B4-BE49-F238E27FC236}">
                <a16:creationId xmlns:a16="http://schemas.microsoft.com/office/drawing/2014/main" id="{CE2F7D08-FD33-484E-9182-6B281FB7CB59}"/>
              </a:ext>
            </a:extLst>
          </p:cNvPr>
          <p:cNvSpPr>
            <a:spLocks noChangeArrowheads="1"/>
          </p:cNvSpPr>
          <p:nvPr/>
        </p:nvSpPr>
        <p:spPr bwMode="gray">
          <a:xfrm>
            <a:off x="1107784" y="248004"/>
            <a:ext cx="31750" cy="1052513"/>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16200000" scaled="1"/>
            <a:tileRect/>
          </a:gradFill>
          <a:ln>
            <a:noFill/>
          </a:ln>
          <a:effectLst/>
        </p:spPr>
        <p:txBody>
          <a:bodyPr wrap="none" anchor="ctr"/>
          <a:lstStyle>
            <a:lvl1pPr>
              <a:defRPr kumimoji="1" sz="2800" b="1">
                <a:solidFill>
                  <a:schemeClr val="bg1"/>
                </a:solidFill>
                <a:latin typeface="Tahoma" panose="020B0604030504040204" pitchFamily="34" charset="0"/>
                <a:ea typeface="宋体" panose="02010600030101010101" pitchFamily="2" charset="-122"/>
              </a:defRPr>
            </a:lvl1pPr>
            <a:lvl2pPr marL="742950" indent="-285750">
              <a:defRPr kumimoji="1" sz="2800" b="1">
                <a:solidFill>
                  <a:schemeClr val="bg1"/>
                </a:solidFill>
                <a:latin typeface="Tahoma" panose="020B0604030504040204" pitchFamily="34" charset="0"/>
                <a:ea typeface="宋体" panose="02010600030101010101" pitchFamily="2" charset="-122"/>
              </a:defRPr>
            </a:lvl2pPr>
            <a:lvl3pPr marL="1143000" indent="-228600">
              <a:defRPr kumimoji="1" sz="2800" b="1">
                <a:solidFill>
                  <a:schemeClr val="bg1"/>
                </a:solidFill>
                <a:latin typeface="Tahoma" panose="020B0604030504040204" pitchFamily="34" charset="0"/>
                <a:ea typeface="宋体" panose="02010600030101010101" pitchFamily="2" charset="-122"/>
              </a:defRPr>
            </a:lvl3pPr>
            <a:lvl4pPr marL="1600200" indent="-228600">
              <a:defRPr kumimoji="1" sz="2800" b="1">
                <a:solidFill>
                  <a:schemeClr val="bg1"/>
                </a:solidFill>
                <a:latin typeface="Tahoma" panose="020B0604030504040204" pitchFamily="34" charset="0"/>
                <a:ea typeface="宋体" panose="02010600030101010101" pitchFamily="2" charset="-122"/>
              </a:defRPr>
            </a:lvl4pPr>
            <a:lvl5pPr marL="2057400" indent="-228600">
              <a:defRPr kumimoji="1" sz="2800" b="1">
                <a:solidFill>
                  <a:schemeClr val="bg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b="1">
                <a:solidFill>
                  <a:schemeClr val="bg1"/>
                </a:solidFill>
                <a:latin typeface="Tahoma" panose="020B0604030504040204" pitchFamily="34" charset="0"/>
                <a:ea typeface="宋体" panose="02010600030101010101" pitchFamily="2" charset="-122"/>
              </a:defRPr>
            </a:lvl9pPr>
          </a:lstStyle>
          <a:p>
            <a:pPr algn="ctr" eaLnBrk="1" hangingPunct="1"/>
            <a:endParaRPr lang="zh-CN" altLang="zh-CN" sz="2400" b="1">
              <a:solidFill>
                <a:schemeClr val="tx1"/>
              </a:solidFill>
            </a:endParaRPr>
          </a:p>
        </p:txBody>
      </p:sp>
    </p:spTree>
    <p:extLst>
      <p:ext uri="{BB962C8B-B14F-4D97-AF65-F5344CB8AC3E}">
        <p14:creationId xmlns:p14="http://schemas.microsoft.com/office/powerpoint/2010/main" val="1564117536"/>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Lst>
  <p:transition>
    <p:blinds dir="vert"/>
  </p:transition>
  <p:hf hdr="0" dt="0"/>
  <p:txStyles>
    <p:title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apbaike.baidu.com/item/VHDL" TargetMode="External"/><Relationship Id="rId2" Type="http://schemas.openxmlformats.org/officeDocument/2006/relationships/hyperlink" Target="https://wapbaike.baidu.com/item/Verilog" TargetMode="External"/><Relationship Id="rId1" Type="http://schemas.openxmlformats.org/officeDocument/2006/relationships/slideLayout" Target="../slideLayouts/slideLayout3.xml"/><Relationship Id="rId5" Type="http://schemas.openxmlformats.org/officeDocument/2006/relationships/hyperlink" Target="https://wapbaike.baidu.com/item/%E7%83%A7%E5%BD%95" TargetMode="External"/><Relationship Id="rId4" Type="http://schemas.openxmlformats.org/officeDocument/2006/relationships/hyperlink" Target="https://wapbaike.baidu.com/item/%E7%94%B5%E8%B7%AF"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5.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06D89DC-BA37-476F-B754-C4F8D9D1CECE}"/>
              </a:ext>
            </a:extLst>
          </p:cNvPr>
          <p:cNvSpPr>
            <a:spLocks noGrp="1"/>
          </p:cNvSpPr>
          <p:nvPr>
            <p:ph type="ctrTitle"/>
          </p:nvPr>
        </p:nvSpPr>
        <p:spPr/>
        <p:txBody>
          <a:bodyPr/>
          <a:lstStyle/>
          <a:p>
            <a:r>
              <a:rPr lang="zh-CN" altLang="en-US" dirty="0"/>
              <a:t>第二部分  逻辑代数初步</a:t>
            </a:r>
          </a:p>
        </p:txBody>
      </p:sp>
      <p:sp>
        <p:nvSpPr>
          <p:cNvPr id="5" name="副标题 4">
            <a:extLst>
              <a:ext uri="{FF2B5EF4-FFF2-40B4-BE49-F238E27FC236}">
                <a16:creationId xmlns:a16="http://schemas.microsoft.com/office/drawing/2014/main" id="{161C8A4A-F5DB-42D9-83A0-5E771FDE08C0}"/>
              </a:ext>
            </a:extLst>
          </p:cNvPr>
          <p:cNvSpPr>
            <a:spLocks noGrp="1"/>
          </p:cNvSpPr>
          <p:nvPr>
            <p:ph type="subTitle" idx="1"/>
          </p:nvPr>
        </p:nvSpPr>
        <p:spPr/>
        <p:txBody>
          <a:bodyPr/>
          <a:lstStyle/>
          <a:p>
            <a:r>
              <a:rPr lang="zh-CN" altLang="en-US" dirty="0"/>
              <a:t>概念</a:t>
            </a:r>
            <a:endParaRPr lang="en-US" altLang="zh-CN" dirty="0"/>
          </a:p>
          <a:p>
            <a:r>
              <a:rPr lang="zh-CN" altLang="en-US" dirty="0"/>
              <a:t>运算和公式</a:t>
            </a:r>
            <a:endParaRPr lang="en-US" altLang="zh-CN" dirty="0"/>
          </a:p>
          <a:p>
            <a:r>
              <a:rPr lang="zh-CN" altLang="en-US" dirty="0"/>
              <a:t>基本规则</a:t>
            </a:r>
            <a:endParaRPr lang="en-US" altLang="zh-CN" dirty="0"/>
          </a:p>
          <a:p>
            <a:r>
              <a:rPr lang="zh-CN" altLang="en-US" dirty="0"/>
              <a:t>逻辑函数表示</a:t>
            </a:r>
          </a:p>
        </p:txBody>
      </p:sp>
    </p:spTree>
    <p:extLst>
      <p:ext uri="{BB962C8B-B14F-4D97-AF65-F5344CB8AC3E}">
        <p14:creationId xmlns:p14="http://schemas.microsoft.com/office/powerpoint/2010/main" val="1559902049"/>
      </p:ext>
    </p:extLst>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8608D4A-90BC-4DDA-B800-FFBE8A5E8C66}"/>
              </a:ext>
            </a:extLst>
          </p:cNvPr>
          <p:cNvSpPr txBox="1">
            <a:spLocks noChangeArrowheads="1"/>
          </p:cNvSpPr>
          <p:nvPr/>
        </p:nvSpPr>
        <p:spPr bwMode="auto">
          <a:xfrm>
            <a:off x="1165225" y="207169"/>
            <a:ext cx="6992938"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defRPr/>
            </a:pPr>
            <a:r>
              <a:rPr lang="en-US" altLang="zh-CN" sz="3200" dirty="0">
                <a:solidFill>
                  <a:srgbClr val="1F08F8"/>
                </a:solidFill>
                <a:effectLst>
                  <a:outerShdw blurRad="38100" dist="38100" dir="2700000" algn="tl">
                    <a:srgbClr val="000000"/>
                  </a:outerShdw>
                </a:effectLst>
                <a:cs typeface="Times New Roman" panose="02020603050405020304" pitchFamily="18" charset="0"/>
              </a:rPr>
              <a:t>§2</a:t>
            </a:r>
            <a:r>
              <a:rPr lang="en-US" altLang="zh-CN" sz="3200" dirty="0">
                <a:solidFill>
                  <a:srgbClr val="1F08F8"/>
                </a:solidFill>
                <a:effectLst>
                  <a:outerShdw blurRad="38100" dist="38100" dir="2700000" algn="tl">
                    <a:srgbClr val="000000"/>
                  </a:outerShdw>
                </a:effectLst>
                <a:latin typeface="Times New Roman" panose="02020603050405020304" pitchFamily="18" charset="0"/>
              </a:rPr>
              <a:t>—</a:t>
            </a:r>
            <a:r>
              <a:rPr lang="en-US" altLang="zh-CN" sz="3200" dirty="0">
                <a:solidFill>
                  <a:srgbClr val="1F08F8"/>
                </a:solidFill>
                <a:effectLst>
                  <a:outerShdw blurRad="38100" dist="38100" dir="2700000" algn="tl">
                    <a:srgbClr val="000000"/>
                  </a:outerShdw>
                </a:effectLst>
              </a:rPr>
              <a:t>1     </a:t>
            </a:r>
            <a:r>
              <a:rPr lang="zh-CN" altLang="en-US" sz="3200" dirty="0">
                <a:solidFill>
                  <a:srgbClr val="1F08F8"/>
                </a:solidFill>
              </a:rPr>
              <a:t>逻辑运算</a:t>
            </a:r>
          </a:p>
        </p:txBody>
      </p:sp>
      <p:sp>
        <p:nvSpPr>
          <p:cNvPr id="5" name="Text Box 3">
            <a:extLst>
              <a:ext uri="{FF2B5EF4-FFF2-40B4-BE49-F238E27FC236}">
                <a16:creationId xmlns:a16="http://schemas.microsoft.com/office/drawing/2014/main" id="{47E955D3-32FE-4B03-8889-83C3D0A03118}"/>
              </a:ext>
            </a:extLst>
          </p:cNvPr>
          <p:cNvSpPr txBox="1">
            <a:spLocks noChangeArrowheads="1"/>
          </p:cNvSpPr>
          <p:nvPr/>
        </p:nvSpPr>
        <p:spPr bwMode="auto">
          <a:xfrm>
            <a:off x="355600" y="1127125"/>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     </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逻辑代数中的变量与普通代数中的变量一样，也是以</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等字母来表示，但这些变量只能取值为</a:t>
            </a:r>
            <a:r>
              <a:rPr kumimoji="1" lang="en-US" altLang="zh-CN"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0</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或</a:t>
            </a:r>
            <a:r>
              <a:rPr kumimoji="1" lang="en-US" altLang="zh-CN"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，这里的</a:t>
            </a:r>
            <a:r>
              <a:rPr kumimoji="1" lang="en-US" altLang="zh-CN"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0</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或</a:t>
            </a:r>
            <a:r>
              <a:rPr kumimoji="1" lang="en-US" altLang="zh-CN"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1</a:t>
            </a: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不表示变量的大小，而表示两种对立的关系，如低电平、高电平；无信号、有信号；开关的断、通；灯的熄、亮等。逻辑代数表达的是电路输入与输出间的逻辑关系，而不是数量关系。</a:t>
            </a:r>
          </a:p>
        </p:txBody>
      </p:sp>
      <p:sp>
        <p:nvSpPr>
          <p:cNvPr id="6" name="Rectangle 4">
            <a:extLst>
              <a:ext uri="{FF2B5EF4-FFF2-40B4-BE49-F238E27FC236}">
                <a16:creationId xmlns:a16="http://schemas.microsoft.com/office/drawing/2014/main" id="{4994329C-9BA9-4801-85EC-5F97D7B0B005}"/>
              </a:ext>
            </a:extLst>
          </p:cNvPr>
          <p:cNvSpPr>
            <a:spLocks noChangeArrowheads="1"/>
          </p:cNvSpPr>
          <p:nvPr/>
        </p:nvSpPr>
        <p:spPr bwMode="auto">
          <a:xfrm>
            <a:off x="2176463" y="4105275"/>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0"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 F</a:t>
            </a:r>
            <a:r>
              <a:rPr kumimoji="1" lang="zh-CN" altLang="en-US"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f(A</a:t>
            </a:r>
            <a:r>
              <a:rPr kumimoji="1" lang="zh-CN" altLang="en-US"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C…)</a:t>
            </a:r>
          </a:p>
        </p:txBody>
      </p:sp>
      <p:sp>
        <p:nvSpPr>
          <p:cNvPr id="7" name="Rectangle 5">
            <a:extLst>
              <a:ext uri="{FF2B5EF4-FFF2-40B4-BE49-F238E27FC236}">
                <a16:creationId xmlns:a16="http://schemas.microsoft.com/office/drawing/2014/main" id="{C4ED3F29-EE1C-4230-A2C7-94B4E61B8985}"/>
              </a:ext>
            </a:extLst>
          </p:cNvPr>
          <p:cNvSpPr>
            <a:spLocks noChangeArrowheads="1"/>
          </p:cNvSpPr>
          <p:nvPr/>
        </p:nvSpPr>
        <p:spPr bwMode="auto">
          <a:xfrm>
            <a:off x="474663" y="4953000"/>
            <a:ext cx="8374062" cy="121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其中：</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为输入逻辑变量，取值是</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或</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l</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b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b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为输出逻辑变量，取值是</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或</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l</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b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b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称为</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B</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C...</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的输出逻辑函数。 </a:t>
            </a:r>
          </a:p>
        </p:txBody>
      </p:sp>
      <p:sp>
        <p:nvSpPr>
          <p:cNvPr id="8" name="灯片编号占位符 7">
            <a:extLst>
              <a:ext uri="{FF2B5EF4-FFF2-40B4-BE49-F238E27FC236}">
                <a16:creationId xmlns:a16="http://schemas.microsoft.com/office/drawing/2014/main" id="{B4C6666A-3C82-4E73-B179-50B9910215E2}"/>
              </a:ext>
            </a:extLst>
          </p:cNvPr>
          <p:cNvSpPr>
            <a:spLocks noGrp="1"/>
          </p:cNvSpPr>
          <p:nvPr>
            <p:ph type="sldNum" sz="quarter" idx="12"/>
          </p:nvPr>
        </p:nvSpPr>
        <p:spPr/>
        <p:txBody>
          <a:bodyPr/>
          <a:lstStyle/>
          <a:p>
            <a:pPr>
              <a:defRPr/>
            </a:pPr>
            <a:fld id="{D786AB32-464C-401F-BFCA-223EB6557C7E}" type="slidenum">
              <a:rPr lang="en-US" altLang="zh-CN" smtClean="0"/>
              <a:pPr>
                <a:defRPr/>
              </a:pPr>
              <a:t>2</a:t>
            </a:fld>
            <a:endParaRPr lang="en-US" altLang="zh-CN"/>
          </a:p>
        </p:txBody>
      </p:sp>
      <p:sp>
        <p:nvSpPr>
          <p:cNvPr id="10" name="页脚占位符 9">
            <a:extLst>
              <a:ext uri="{FF2B5EF4-FFF2-40B4-BE49-F238E27FC236}">
                <a16:creationId xmlns:a16="http://schemas.microsoft.com/office/drawing/2014/main" id="{B0FA8109-8264-4D27-9931-FF49BE85065A}"/>
              </a:ext>
            </a:extLst>
          </p:cNvPr>
          <p:cNvSpPr>
            <a:spLocks noGrp="1"/>
          </p:cNvSpPr>
          <p:nvPr>
            <p:ph type="ftr" sz="quarter" idx="11"/>
          </p:nvPr>
        </p:nvSpPr>
        <p:spPr/>
        <p:txBody>
          <a:bodyPr/>
          <a:lstStyle/>
          <a:p>
            <a:pPr>
              <a:defRPr/>
            </a:pPr>
            <a:endParaRPr lang="en-US" altLang="zh-CN"/>
          </a:p>
        </p:txBody>
      </p:sp>
    </p:spTree>
    <p:extLst>
      <p:ext uri="{BB962C8B-B14F-4D97-AF65-F5344CB8AC3E}">
        <p14:creationId xmlns:p14="http://schemas.microsoft.com/office/powerpoint/2010/main" val="244799168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0EC4F02-2BD3-4043-9B75-061AA3FA40FC}"/>
              </a:ext>
            </a:extLst>
          </p:cNvPr>
          <p:cNvSpPr txBox="1">
            <a:spLocks noChangeArrowheads="1"/>
          </p:cNvSpPr>
          <p:nvPr/>
        </p:nvSpPr>
        <p:spPr>
          <a:xfrm>
            <a:off x="152400" y="76200"/>
            <a:ext cx="4419600" cy="609600"/>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2800">
                <a:solidFill>
                  <a:srgbClr val="1F08F8"/>
                </a:solidFill>
              </a:rPr>
              <a:t>一、逻辑代数的基本运算</a:t>
            </a:r>
          </a:p>
        </p:txBody>
      </p:sp>
      <p:sp>
        <p:nvSpPr>
          <p:cNvPr id="5" name="Text Box 3">
            <a:extLst>
              <a:ext uri="{FF2B5EF4-FFF2-40B4-BE49-F238E27FC236}">
                <a16:creationId xmlns:a16="http://schemas.microsoft.com/office/drawing/2014/main" id="{D9FE7C35-B796-4A04-86B3-07809EF57B50}"/>
              </a:ext>
            </a:extLst>
          </p:cNvPr>
          <p:cNvSpPr txBox="1">
            <a:spLocks noChangeArrowheads="1"/>
          </p:cNvSpPr>
          <p:nvPr/>
        </p:nvSpPr>
        <p:spPr bwMode="auto">
          <a:xfrm>
            <a:off x="381000" y="700088"/>
            <a:ext cx="274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、“与”运算</a:t>
            </a:r>
          </a:p>
        </p:txBody>
      </p:sp>
      <p:grpSp>
        <p:nvGrpSpPr>
          <p:cNvPr id="6" name="Group 4">
            <a:extLst>
              <a:ext uri="{FF2B5EF4-FFF2-40B4-BE49-F238E27FC236}">
                <a16:creationId xmlns:a16="http://schemas.microsoft.com/office/drawing/2014/main" id="{4BD617A1-8444-4B67-8833-71965F986406}"/>
              </a:ext>
            </a:extLst>
          </p:cNvPr>
          <p:cNvGrpSpPr>
            <a:grpSpLocks/>
          </p:cNvGrpSpPr>
          <p:nvPr/>
        </p:nvGrpSpPr>
        <p:grpSpPr bwMode="auto">
          <a:xfrm>
            <a:off x="196056" y="1371600"/>
            <a:ext cx="4718050" cy="1905000"/>
            <a:chOff x="148" y="864"/>
            <a:chExt cx="2972" cy="1200"/>
          </a:xfrm>
        </p:grpSpPr>
        <p:sp>
          <p:nvSpPr>
            <p:cNvPr id="7" name="Line 5">
              <a:extLst>
                <a:ext uri="{FF2B5EF4-FFF2-40B4-BE49-F238E27FC236}">
                  <a16:creationId xmlns:a16="http://schemas.microsoft.com/office/drawing/2014/main" id="{DFF15BF1-BE30-4C33-93AF-AB19855AF1AC}"/>
                </a:ext>
              </a:extLst>
            </p:cNvPr>
            <p:cNvSpPr>
              <a:spLocks noChangeShapeType="1"/>
            </p:cNvSpPr>
            <p:nvPr/>
          </p:nvSpPr>
          <p:spPr bwMode="auto">
            <a:xfrm>
              <a:off x="436" y="1056"/>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6">
              <a:extLst>
                <a:ext uri="{FF2B5EF4-FFF2-40B4-BE49-F238E27FC236}">
                  <a16:creationId xmlns:a16="http://schemas.microsoft.com/office/drawing/2014/main" id="{C6D7947A-43D9-4A0A-A5B0-DEDC8137F712}"/>
                </a:ext>
              </a:extLst>
            </p:cNvPr>
            <p:cNvSpPr>
              <a:spLocks noChangeShapeType="1"/>
            </p:cNvSpPr>
            <p:nvPr/>
          </p:nvSpPr>
          <p:spPr bwMode="auto">
            <a:xfrm flipV="1">
              <a:off x="864" y="864"/>
              <a:ext cx="384"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Line 7">
              <a:extLst>
                <a:ext uri="{FF2B5EF4-FFF2-40B4-BE49-F238E27FC236}">
                  <a16:creationId xmlns:a16="http://schemas.microsoft.com/office/drawing/2014/main" id="{D9BCFF85-1580-4078-B81A-F3808BD1B65B}"/>
                </a:ext>
              </a:extLst>
            </p:cNvPr>
            <p:cNvSpPr>
              <a:spLocks noChangeShapeType="1"/>
            </p:cNvSpPr>
            <p:nvPr/>
          </p:nvSpPr>
          <p:spPr bwMode="auto">
            <a:xfrm>
              <a:off x="1152" y="1056"/>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8">
              <a:extLst>
                <a:ext uri="{FF2B5EF4-FFF2-40B4-BE49-F238E27FC236}">
                  <a16:creationId xmlns:a16="http://schemas.microsoft.com/office/drawing/2014/main" id="{B8CC9382-8F38-4616-8971-8D468461111C}"/>
                </a:ext>
              </a:extLst>
            </p:cNvPr>
            <p:cNvSpPr>
              <a:spLocks noChangeShapeType="1"/>
            </p:cNvSpPr>
            <p:nvPr/>
          </p:nvSpPr>
          <p:spPr bwMode="auto">
            <a:xfrm flipV="1">
              <a:off x="1584" y="864"/>
              <a:ext cx="384"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9">
              <a:extLst>
                <a:ext uri="{FF2B5EF4-FFF2-40B4-BE49-F238E27FC236}">
                  <a16:creationId xmlns:a16="http://schemas.microsoft.com/office/drawing/2014/main" id="{317DA1D5-479E-4CEE-A49E-E712019FD3C9}"/>
                </a:ext>
              </a:extLst>
            </p:cNvPr>
            <p:cNvSpPr>
              <a:spLocks noChangeShapeType="1"/>
            </p:cNvSpPr>
            <p:nvPr/>
          </p:nvSpPr>
          <p:spPr bwMode="auto">
            <a:xfrm>
              <a:off x="1872" y="1056"/>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0">
              <a:extLst>
                <a:ext uri="{FF2B5EF4-FFF2-40B4-BE49-F238E27FC236}">
                  <a16:creationId xmlns:a16="http://schemas.microsoft.com/office/drawing/2014/main" id="{465215CD-C8B5-4691-8520-9F3A93312ECB}"/>
                </a:ext>
              </a:extLst>
            </p:cNvPr>
            <p:cNvSpPr>
              <a:spLocks noChangeShapeType="1"/>
            </p:cNvSpPr>
            <p:nvPr/>
          </p:nvSpPr>
          <p:spPr bwMode="auto">
            <a:xfrm flipV="1">
              <a:off x="2304" y="864"/>
              <a:ext cx="384"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11">
              <a:extLst>
                <a:ext uri="{FF2B5EF4-FFF2-40B4-BE49-F238E27FC236}">
                  <a16:creationId xmlns:a16="http://schemas.microsoft.com/office/drawing/2014/main" id="{DD570E8C-899F-471B-9A0C-64C51D454BA2}"/>
                </a:ext>
              </a:extLst>
            </p:cNvPr>
            <p:cNvSpPr>
              <a:spLocks noChangeShapeType="1"/>
            </p:cNvSpPr>
            <p:nvPr/>
          </p:nvSpPr>
          <p:spPr bwMode="auto">
            <a:xfrm>
              <a:off x="2592" y="1056"/>
              <a:ext cx="3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2">
              <a:extLst>
                <a:ext uri="{FF2B5EF4-FFF2-40B4-BE49-F238E27FC236}">
                  <a16:creationId xmlns:a16="http://schemas.microsoft.com/office/drawing/2014/main" id="{948C09EE-BF2E-4B50-A97B-ADDE795CE6DA}"/>
                </a:ext>
              </a:extLst>
            </p:cNvPr>
            <p:cNvSpPr>
              <a:spLocks noChangeShapeType="1"/>
            </p:cNvSpPr>
            <p:nvPr/>
          </p:nvSpPr>
          <p:spPr bwMode="auto">
            <a:xfrm>
              <a:off x="2978" y="1056"/>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3">
              <a:extLst>
                <a:ext uri="{FF2B5EF4-FFF2-40B4-BE49-F238E27FC236}">
                  <a16:creationId xmlns:a16="http://schemas.microsoft.com/office/drawing/2014/main" id="{D21765A4-163B-47E2-81F5-8D149C37DCA6}"/>
                </a:ext>
              </a:extLst>
            </p:cNvPr>
            <p:cNvSpPr>
              <a:spLocks noChangeShapeType="1"/>
            </p:cNvSpPr>
            <p:nvPr/>
          </p:nvSpPr>
          <p:spPr bwMode="auto">
            <a:xfrm>
              <a:off x="2978" y="1680"/>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14">
              <a:extLst>
                <a:ext uri="{FF2B5EF4-FFF2-40B4-BE49-F238E27FC236}">
                  <a16:creationId xmlns:a16="http://schemas.microsoft.com/office/drawing/2014/main" id="{803F371C-CAC3-4552-B325-6BF9D64FD8C6}"/>
                </a:ext>
              </a:extLst>
            </p:cNvPr>
            <p:cNvSpPr>
              <a:spLocks noChangeShapeType="1"/>
            </p:cNvSpPr>
            <p:nvPr/>
          </p:nvSpPr>
          <p:spPr bwMode="auto">
            <a:xfrm>
              <a:off x="432" y="1056"/>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15">
              <a:extLst>
                <a:ext uri="{FF2B5EF4-FFF2-40B4-BE49-F238E27FC236}">
                  <a16:creationId xmlns:a16="http://schemas.microsoft.com/office/drawing/2014/main" id="{5E05A917-CA03-4480-99C5-5D50211A8583}"/>
                </a:ext>
              </a:extLst>
            </p:cNvPr>
            <p:cNvSpPr>
              <a:spLocks noChangeShapeType="1"/>
            </p:cNvSpPr>
            <p:nvPr/>
          </p:nvSpPr>
          <p:spPr bwMode="auto">
            <a:xfrm>
              <a:off x="432" y="172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6">
              <a:extLst>
                <a:ext uri="{FF2B5EF4-FFF2-40B4-BE49-F238E27FC236}">
                  <a16:creationId xmlns:a16="http://schemas.microsoft.com/office/drawing/2014/main" id="{50E6B4F9-2E12-48F8-B586-21CCFB372C24}"/>
                </a:ext>
              </a:extLst>
            </p:cNvPr>
            <p:cNvSpPr>
              <a:spLocks noChangeShapeType="1"/>
            </p:cNvSpPr>
            <p:nvPr/>
          </p:nvSpPr>
          <p:spPr bwMode="auto">
            <a:xfrm>
              <a:off x="432" y="2064"/>
              <a:ext cx="25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9" name="Group 17">
              <a:extLst>
                <a:ext uri="{FF2B5EF4-FFF2-40B4-BE49-F238E27FC236}">
                  <a16:creationId xmlns:a16="http://schemas.microsoft.com/office/drawing/2014/main" id="{1935C3C5-972C-4DC7-8112-BC4418400377}"/>
                </a:ext>
              </a:extLst>
            </p:cNvPr>
            <p:cNvGrpSpPr>
              <a:grpSpLocks/>
            </p:cNvGrpSpPr>
            <p:nvPr/>
          </p:nvGrpSpPr>
          <p:grpSpPr bwMode="auto">
            <a:xfrm>
              <a:off x="2602" y="1517"/>
              <a:ext cx="518" cy="327"/>
              <a:chOff x="2602" y="1517"/>
              <a:chExt cx="518" cy="327"/>
            </a:xfrm>
          </p:grpSpPr>
          <p:sp>
            <p:nvSpPr>
              <p:cNvPr id="37" name="Line 18">
                <a:extLst>
                  <a:ext uri="{FF2B5EF4-FFF2-40B4-BE49-F238E27FC236}">
                    <a16:creationId xmlns:a16="http://schemas.microsoft.com/office/drawing/2014/main" id="{5647BC1A-571A-4287-A8FE-A1A79303F70A}"/>
                  </a:ext>
                </a:extLst>
              </p:cNvPr>
              <p:cNvSpPr>
                <a:spLocks noChangeShapeType="1"/>
              </p:cNvSpPr>
              <p:nvPr/>
            </p:nvSpPr>
            <p:spPr bwMode="auto">
              <a:xfrm>
                <a:off x="2832" y="158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19">
                <a:extLst>
                  <a:ext uri="{FF2B5EF4-FFF2-40B4-BE49-F238E27FC236}">
                    <a16:creationId xmlns:a16="http://schemas.microsoft.com/office/drawing/2014/main" id="{DC433ED4-EBAD-48CD-A28D-8039452FCFD6}"/>
                  </a:ext>
                </a:extLst>
              </p:cNvPr>
              <p:cNvSpPr>
                <a:spLocks noChangeShapeType="1"/>
              </p:cNvSpPr>
              <p:nvPr/>
            </p:nvSpPr>
            <p:spPr bwMode="auto">
              <a:xfrm>
                <a:off x="2928" y="1680"/>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Text Box 20">
                <a:extLst>
                  <a:ext uri="{FF2B5EF4-FFF2-40B4-BE49-F238E27FC236}">
                    <a16:creationId xmlns:a16="http://schemas.microsoft.com/office/drawing/2014/main" id="{69AF5D75-B8F5-4DC4-AE09-351AE83ACCDA}"/>
                  </a:ext>
                </a:extLst>
              </p:cNvPr>
              <p:cNvSpPr txBox="1">
                <a:spLocks noChangeArrowheads="1"/>
              </p:cNvSpPr>
              <p:nvPr/>
            </p:nvSpPr>
            <p:spPr bwMode="auto">
              <a:xfrm>
                <a:off x="2602" y="1517"/>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E</a:t>
                </a:r>
              </a:p>
            </p:txBody>
          </p:sp>
        </p:grpSp>
        <p:sp>
          <p:nvSpPr>
            <p:cNvPr id="20" name="Text Box 21">
              <a:extLst>
                <a:ext uri="{FF2B5EF4-FFF2-40B4-BE49-F238E27FC236}">
                  <a16:creationId xmlns:a16="http://schemas.microsoft.com/office/drawing/2014/main" id="{0FC53815-1F44-432D-AA89-07A369B1C454}"/>
                </a:ext>
              </a:extLst>
            </p:cNvPr>
            <p:cNvSpPr txBox="1">
              <a:spLocks noChangeArrowheads="1"/>
            </p:cNvSpPr>
            <p:nvPr/>
          </p:nvSpPr>
          <p:spPr bwMode="auto">
            <a:xfrm>
              <a:off x="868" y="1008"/>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p>
          </p:txBody>
        </p:sp>
        <p:sp>
          <p:nvSpPr>
            <p:cNvPr id="21" name="Text Box 22">
              <a:extLst>
                <a:ext uri="{FF2B5EF4-FFF2-40B4-BE49-F238E27FC236}">
                  <a16:creationId xmlns:a16="http://schemas.microsoft.com/office/drawing/2014/main" id="{8676DF13-5A2A-4F58-A4CD-1E5BE08CE2DA}"/>
                </a:ext>
              </a:extLst>
            </p:cNvPr>
            <p:cNvSpPr txBox="1">
              <a:spLocks noChangeArrowheads="1"/>
            </p:cNvSpPr>
            <p:nvPr/>
          </p:nvSpPr>
          <p:spPr bwMode="auto">
            <a:xfrm>
              <a:off x="1588" y="1056"/>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22" name="Text Box 23">
              <a:extLst>
                <a:ext uri="{FF2B5EF4-FFF2-40B4-BE49-F238E27FC236}">
                  <a16:creationId xmlns:a16="http://schemas.microsoft.com/office/drawing/2014/main" id="{D45848FB-29D9-42D8-842A-7DCE8A349453}"/>
                </a:ext>
              </a:extLst>
            </p:cNvPr>
            <p:cNvSpPr txBox="1">
              <a:spLocks noChangeArrowheads="1"/>
            </p:cNvSpPr>
            <p:nvPr/>
          </p:nvSpPr>
          <p:spPr bwMode="auto">
            <a:xfrm>
              <a:off x="2308" y="1008"/>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p>
          </p:txBody>
        </p:sp>
        <p:grpSp>
          <p:nvGrpSpPr>
            <p:cNvPr id="23" name="Group 24">
              <a:extLst>
                <a:ext uri="{FF2B5EF4-FFF2-40B4-BE49-F238E27FC236}">
                  <a16:creationId xmlns:a16="http://schemas.microsoft.com/office/drawing/2014/main" id="{C2D0C6CF-52DF-43E7-996F-1E3AECF0EADE}"/>
                </a:ext>
              </a:extLst>
            </p:cNvPr>
            <p:cNvGrpSpPr>
              <a:grpSpLocks/>
            </p:cNvGrpSpPr>
            <p:nvPr/>
          </p:nvGrpSpPr>
          <p:grpSpPr bwMode="auto">
            <a:xfrm>
              <a:off x="288" y="1392"/>
              <a:ext cx="336" cy="336"/>
              <a:chOff x="3888" y="1872"/>
              <a:chExt cx="336" cy="336"/>
            </a:xfrm>
          </p:grpSpPr>
          <p:sp>
            <p:nvSpPr>
              <p:cNvPr id="34" name="Oval 25">
                <a:extLst>
                  <a:ext uri="{FF2B5EF4-FFF2-40B4-BE49-F238E27FC236}">
                    <a16:creationId xmlns:a16="http://schemas.microsoft.com/office/drawing/2014/main" id="{52228211-F530-451D-BC8A-839D6AF750D1}"/>
                  </a:ext>
                </a:extLst>
              </p:cNvPr>
              <p:cNvSpPr>
                <a:spLocks noChangeArrowheads="1"/>
              </p:cNvSpPr>
              <p:nvPr/>
            </p:nvSpPr>
            <p:spPr bwMode="auto">
              <a:xfrm>
                <a:off x="3888" y="1872"/>
                <a:ext cx="336" cy="33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5" name="Line 26">
                <a:extLst>
                  <a:ext uri="{FF2B5EF4-FFF2-40B4-BE49-F238E27FC236}">
                    <a16:creationId xmlns:a16="http://schemas.microsoft.com/office/drawing/2014/main" id="{6F306C5A-21EA-4474-959D-1A61F0289551}"/>
                  </a:ext>
                </a:extLst>
              </p:cNvPr>
              <p:cNvSpPr>
                <a:spLocks noChangeShapeType="1"/>
              </p:cNvSpPr>
              <p:nvPr/>
            </p:nvSpPr>
            <p:spPr bwMode="auto">
              <a:xfrm flipH="1">
                <a:off x="3888" y="1968"/>
                <a:ext cx="288"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27">
                <a:extLst>
                  <a:ext uri="{FF2B5EF4-FFF2-40B4-BE49-F238E27FC236}">
                    <a16:creationId xmlns:a16="http://schemas.microsoft.com/office/drawing/2014/main" id="{43B2FA7B-82B8-4AE0-A606-CD8AF4967628}"/>
                  </a:ext>
                </a:extLst>
              </p:cNvPr>
              <p:cNvSpPr>
                <a:spLocks noChangeShapeType="1"/>
              </p:cNvSpPr>
              <p:nvPr/>
            </p:nvSpPr>
            <p:spPr bwMode="auto">
              <a:xfrm>
                <a:off x="3984" y="1920"/>
                <a:ext cx="192"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4" name="Group 28">
              <a:extLst>
                <a:ext uri="{FF2B5EF4-FFF2-40B4-BE49-F238E27FC236}">
                  <a16:creationId xmlns:a16="http://schemas.microsoft.com/office/drawing/2014/main" id="{36178462-FCC8-420F-A07D-8E991637CD60}"/>
                </a:ext>
              </a:extLst>
            </p:cNvPr>
            <p:cNvGrpSpPr>
              <a:grpSpLocks/>
            </p:cNvGrpSpPr>
            <p:nvPr/>
          </p:nvGrpSpPr>
          <p:grpSpPr bwMode="auto">
            <a:xfrm>
              <a:off x="288" y="1392"/>
              <a:ext cx="336" cy="336"/>
              <a:chOff x="3888" y="1872"/>
              <a:chExt cx="336" cy="336"/>
            </a:xfrm>
          </p:grpSpPr>
          <p:sp>
            <p:nvSpPr>
              <p:cNvPr id="31" name="Oval 29">
                <a:extLst>
                  <a:ext uri="{FF2B5EF4-FFF2-40B4-BE49-F238E27FC236}">
                    <a16:creationId xmlns:a16="http://schemas.microsoft.com/office/drawing/2014/main" id="{7BB04C47-963E-489E-BF10-D9B278A054F1}"/>
                  </a:ext>
                </a:extLst>
              </p:cNvPr>
              <p:cNvSpPr>
                <a:spLocks noChangeArrowheads="1"/>
              </p:cNvSpPr>
              <p:nvPr/>
            </p:nvSpPr>
            <p:spPr bwMode="auto">
              <a:xfrm>
                <a:off x="3888" y="1872"/>
                <a:ext cx="336" cy="336"/>
              </a:xfrm>
              <a:prstGeom prst="ellipse">
                <a:avLst/>
              </a:prstGeom>
              <a:solidFill>
                <a:srgbClr val="FFFF99"/>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2" name="Line 30">
                <a:extLst>
                  <a:ext uri="{FF2B5EF4-FFF2-40B4-BE49-F238E27FC236}">
                    <a16:creationId xmlns:a16="http://schemas.microsoft.com/office/drawing/2014/main" id="{C3134BD6-5857-415C-9830-AA3010080761}"/>
                  </a:ext>
                </a:extLst>
              </p:cNvPr>
              <p:cNvSpPr>
                <a:spLocks noChangeShapeType="1"/>
              </p:cNvSpPr>
              <p:nvPr/>
            </p:nvSpPr>
            <p:spPr bwMode="auto">
              <a:xfrm flipH="1">
                <a:off x="3888" y="1968"/>
                <a:ext cx="288"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Line 31">
                <a:extLst>
                  <a:ext uri="{FF2B5EF4-FFF2-40B4-BE49-F238E27FC236}">
                    <a16:creationId xmlns:a16="http://schemas.microsoft.com/office/drawing/2014/main" id="{A698664B-2E38-43E1-9BC6-4E4A1202D82A}"/>
                  </a:ext>
                </a:extLst>
              </p:cNvPr>
              <p:cNvSpPr>
                <a:spLocks noChangeShapeType="1"/>
              </p:cNvSpPr>
              <p:nvPr/>
            </p:nvSpPr>
            <p:spPr bwMode="auto">
              <a:xfrm>
                <a:off x="3984" y="1920"/>
                <a:ext cx="192"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5" name="Group 32">
              <a:extLst>
                <a:ext uri="{FF2B5EF4-FFF2-40B4-BE49-F238E27FC236}">
                  <a16:creationId xmlns:a16="http://schemas.microsoft.com/office/drawing/2014/main" id="{C7EB994C-44C0-491D-BDC3-1D9C220BA220}"/>
                </a:ext>
              </a:extLst>
            </p:cNvPr>
            <p:cNvGrpSpPr>
              <a:grpSpLocks/>
            </p:cNvGrpSpPr>
            <p:nvPr/>
          </p:nvGrpSpPr>
          <p:grpSpPr bwMode="auto">
            <a:xfrm>
              <a:off x="148" y="1295"/>
              <a:ext cx="624" cy="540"/>
              <a:chOff x="1248" y="1572"/>
              <a:chExt cx="624" cy="540"/>
            </a:xfrm>
          </p:grpSpPr>
          <p:sp>
            <p:nvSpPr>
              <p:cNvPr id="27" name="Line 33">
                <a:extLst>
                  <a:ext uri="{FF2B5EF4-FFF2-40B4-BE49-F238E27FC236}">
                    <a16:creationId xmlns:a16="http://schemas.microsoft.com/office/drawing/2014/main" id="{F3726A25-B664-46F0-A470-71D83DB51882}"/>
                  </a:ext>
                </a:extLst>
              </p:cNvPr>
              <p:cNvSpPr>
                <a:spLocks noChangeShapeType="1"/>
              </p:cNvSpPr>
              <p:nvPr/>
            </p:nvSpPr>
            <p:spPr bwMode="auto">
              <a:xfrm flipV="1">
                <a:off x="1728" y="1632"/>
                <a:ext cx="144" cy="96"/>
              </a:xfrm>
              <a:prstGeom prst="line">
                <a:avLst/>
              </a:prstGeom>
              <a:noFill/>
              <a:ln w="381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Line 34">
                <a:extLst>
                  <a:ext uri="{FF2B5EF4-FFF2-40B4-BE49-F238E27FC236}">
                    <a16:creationId xmlns:a16="http://schemas.microsoft.com/office/drawing/2014/main" id="{F16F62B1-19F2-42F4-A12A-DF9A7DB47ADD}"/>
                  </a:ext>
                </a:extLst>
              </p:cNvPr>
              <p:cNvSpPr>
                <a:spLocks noChangeShapeType="1"/>
              </p:cNvSpPr>
              <p:nvPr/>
            </p:nvSpPr>
            <p:spPr bwMode="auto">
              <a:xfrm flipV="1">
                <a:off x="1248" y="2016"/>
                <a:ext cx="144" cy="96"/>
              </a:xfrm>
              <a:prstGeom prst="line">
                <a:avLst/>
              </a:prstGeom>
              <a:noFill/>
              <a:ln w="381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Line 35">
                <a:extLst>
                  <a:ext uri="{FF2B5EF4-FFF2-40B4-BE49-F238E27FC236}">
                    <a16:creationId xmlns:a16="http://schemas.microsoft.com/office/drawing/2014/main" id="{00E81B68-7F3A-4A88-9E7F-92F76F22B045}"/>
                  </a:ext>
                </a:extLst>
              </p:cNvPr>
              <p:cNvSpPr>
                <a:spLocks noChangeShapeType="1"/>
              </p:cNvSpPr>
              <p:nvPr/>
            </p:nvSpPr>
            <p:spPr bwMode="auto">
              <a:xfrm rot="15209738" flipV="1">
                <a:off x="1704" y="1992"/>
                <a:ext cx="144" cy="96"/>
              </a:xfrm>
              <a:prstGeom prst="line">
                <a:avLst/>
              </a:prstGeom>
              <a:noFill/>
              <a:ln w="381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36">
                <a:extLst>
                  <a:ext uri="{FF2B5EF4-FFF2-40B4-BE49-F238E27FC236}">
                    <a16:creationId xmlns:a16="http://schemas.microsoft.com/office/drawing/2014/main" id="{45488BF1-BBA9-4626-98EE-D360930373BC}"/>
                  </a:ext>
                </a:extLst>
              </p:cNvPr>
              <p:cNvSpPr>
                <a:spLocks noChangeShapeType="1"/>
              </p:cNvSpPr>
              <p:nvPr/>
            </p:nvSpPr>
            <p:spPr bwMode="auto">
              <a:xfrm rot="15209738" flipV="1">
                <a:off x="1224" y="1596"/>
                <a:ext cx="144" cy="96"/>
              </a:xfrm>
              <a:prstGeom prst="line">
                <a:avLst/>
              </a:prstGeom>
              <a:noFill/>
              <a:ln w="381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6" name="Rectangle 37">
              <a:extLst>
                <a:ext uri="{FF2B5EF4-FFF2-40B4-BE49-F238E27FC236}">
                  <a16:creationId xmlns:a16="http://schemas.microsoft.com/office/drawing/2014/main" id="{8F7073B7-0ECB-4D6A-9D15-D2928548DECE}"/>
                </a:ext>
              </a:extLst>
            </p:cNvPr>
            <p:cNvSpPr>
              <a:spLocks noChangeArrowheads="1"/>
            </p:cNvSpPr>
            <p:nvPr/>
          </p:nvSpPr>
          <p:spPr bwMode="auto">
            <a:xfrm>
              <a:off x="633" y="1417"/>
              <a:ext cx="253" cy="32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p>
          </p:txBody>
        </p:sp>
      </p:grpSp>
      <p:sp>
        <p:nvSpPr>
          <p:cNvPr id="40" name="Text Box 38">
            <a:extLst>
              <a:ext uri="{FF2B5EF4-FFF2-40B4-BE49-F238E27FC236}">
                <a16:creationId xmlns:a16="http://schemas.microsoft.com/office/drawing/2014/main" id="{33E39DB1-78AC-4EA2-A4D3-787FFAC69B09}"/>
              </a:ext>
            </a:extLst>
          </p:cNvPr>
          <p:cNvSpPr txBox="1">
            <a:spLocks noChangeArrowheads="1"/>
          </p:cNvSpPr>
          <p:nvPr/>
        </p:nvSpPr>
        <p:spPr bwMode="auto">
          <a:xfrm>
            <a:off x="6172200" y="76200"/>
            <a:ext cx="1600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真值表</a:t>
            </a:r>
          </a:p>
        </p:txBody>
      </p:sp>
      <p:grpSp>
        <p:nvGrpSpPr>
          <p:cNvPr id="41" name="Group 39">
            <a:extLst>
              <a:ext uri="{FF2B5EF4-FFF2-40B4-BE49-F238E27FC236}">
                <a16:creationId xmlns:a16="http://schemas.microsoft.com/office/drawing/2014/main" id="{4FCD7F60-72A5-4B93-87BD-7F31B7E296AC}"/>
              </a:ext>
            </a:extLst>
          </p:cNvPr>
          <p:cNvGrpSpPr>
            <a:grpSpLocks/>
          </p:cNvGrpSpPr>
          <p:nvPr/>
        </p:nvGrpSpPr>
        <p:grpSpPr bwMode="auto">
          <a:xfrm>
            <a:off x="0" y="3429000"/>
            <a:ext cx="3886200" cy="1065213"/>
            <a:chOff x="672" y="2736"/>
            <a:chExt cx="2448" cy="671"/>
          </a:xfrm>
        </p:grpSpPr>
        <p:sp>
          <p:nvSpPr>
            <p:cNvPr id="42" name="Text Box 40">
              <a:extLst>
                <a:ext uri="{FF2B5EF4-FFF2-40B4-BE49-F238E27FC236}">
                  <a16:creationId xmlns:a16="http://schemas.microsoft.com/office/drawing/2014/main" id="{7A5AD3D2-2E4B-412B-8AAD-B90783569324}"/>
                </a:ext>
              </a:extLst>
            </p:cNvPr>
            <p:cNvSpPr txBox="1">
              <a:spLocks noChangeArrowheads="1"/>
            </p:cNvSpPr>
            <p:nvPr/>
          </p:nvSpPr>
          <p:spPr bwMode="auto">
            <a:xfrm>
              <a:off x="672" y="2880"/>
              <a:ext cx="11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设：开关</a:t>
              </a:r>
            </a:p>
          </p:txBody>
        </p:sp>
        <p:sp>
          <p:nvSpPr>
            <p:cNvPr id="43" name="AutoShape 41">
              <a:extLst>
                <a:ext uri="{FF2B5EF4-FFF2-40B4-BE49-F238E27FC236}">
                  <a16:creationId xmlns:a16="http://schemas.microsoft.com/office/drawing/2014/main" id="{C6696B68-9D21-40A3-8BB8-5A4BE1096896}"/>
                </a:ext>
              </a:extLst>
            </p:cNvPr>
            <p:cNvSpPr>
              <a:spLocks/>
            </p:cNvSpPr>
            <p:nvPr/>
          </p:nvSpPr>
          <p:spPr bwMode="auto">
            <a:xfrm>
              <a:off x="1680" y="2736"/>
              <a:ext cx="143" cy="671"/>
            </a:xfrm>
            <a:prstGeom prst="leftBrace">
              <a:avLst>
                <a:gd name="adj1" fmla="val 39103"/>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4" name="Text Box 42">
              <a:extLst>
                <a:ext uri="{FF2B5EF4-FFF2-40B4-BE49-F238E27FC236}">
                  <a16:creationId xmlns:a16="http://schemas.microsoft.com/office/drawing/2014/main" id="{7FBC3F2A-C796-4A31-BF16-FE10A1357DE5}"/>
                </a:ext>
              </a:extLst>
            </p:cNvPr>
            <p:cNvSpPr txBox="1">
              <a:spLocks noChangeArrowheads="1"/>
            </p:cNvSpPr>
            <p:nvPr/>
          </p:nvSpPr>
          <p:spPr bwMode="auto">
            <a:xfrm>
              <a:off x="1776" y="2736"/>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打开</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45" name="Text Box 43">
              <a:extLst>
                <a:ext uri="{FF2B5EF4-FFF2-40B4-BE49-F238E27FC236}">
                  <a16:creationId xmlns:a16="http://schemas.microsoft.com/office/drawing/2014/main" id="{F96DD542-4BCB-47B7-9CA2-1072FF64FBCB}"/>
                </a:ext>
              </a:extLst>
            </p:cNvPr>
            <p:cNvSpPr txBox="1">
              <a:spLocks noChangeArrowheads="1"/>
            </p:cNvSpPr>
            <p:nvPr/>
          </p:nvSpPr>
          <p:spPr bwMode="auto">
            <a:xfrm>
              <a:off x="1776" y="3072"/>
              <a:ext cx="12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闭合</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46" name="Group 44">
            <a:extLst>
              <a:ext uri="{FF2B5EF4-FFF2-40B4-BE49-F238E27FC236}">
                <a16:creationId xmlns:a16="http://schemas.microsoft.com/office/drawing/2014/main" id="{AC9210A1-3A25-48E9-8912-C7F57EB7B21A}"/>
              </a:ext>
            </a:extLst>
          </p:cNvPr>
          <p:cNvGrpSpPr>
            <a:grpSpLocks/>
          </p:cNvGrpSpPr>
          <p:nvPr/>
        </p:nvGrpSpPr>
        <p:grpSpPr bwMode="auto">
          <a:xfrm>
            <a:off x="3810000" y="3429000"/>
            <a:ext cx="2362200" cy="1066800"/>
            <a:chOff x="1152" y="3600"/>
            <a:chExt cx="1488" cy="672"/>
          </a:xfrm>
        </p:grpSpPr>
        <p:sp>
          <p:nvSpPr>
            <p:cNvPr id="47" name="Text Box 45">
              <a:extLst>
                <a:ext uri="{FF2B5EF4-FFF2-40B4-BE49-F238E27FC236}">
                  <a16:creationId xmlns:a16="http://schemas.microsoft.com/office/drawing/2014/main" id="{04ECD932-C151-45CD-81B1-3308D48AC281}"/>
                </a:ext>
              </a:extLst>
            </p:cNvPr>
            <p:cNvSpPr txBox="1">
              <a:spLocks noChangeArrowheads="1"/>
            </p:cNvSpPr>
            <p:nvPr/>
          </p:nvSpPr>
          <p:spPr bwMode="auto">
            <a:xfrm>
              <a:off x="1152" y="3744"/>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灯</a:t>
              </a:r>
            </a:p>
          </p:txBody>
        </p:sp>
        <p:sp>
          <p:nvSpPr>
            <p:cNvPr id="48" name="AutoShape 46">
              <a:extLst>
                <a:ext uri="{FF2B5EF4-FFF2-40B4-BE49-F238E27FC236}">
                  <a16:creationId xmlns:a16="http://schemas.microsoft.com/office/drawing/2014/main" id="{A58BFB2B-ED1E-453A-A93F-35E05FC4C9B5}"/>
                </a:ext>
              </a:extLst>
            </p:cNvPr>
            <p:cNvSpPr>
              <a:spLocks/>
            </p:cNvSpPr>
            <p:nvPr/>
          </p:nvSpPr>
          <p:spPr bwMode="auto">
            <a:xfrm>
              <a:off x="1440" y="3600"/>
              <a:ext cx="192" cy="672"/>
            </a:xfrm>
            <a:prstGeom prst="leftBrace">
              <a:avLst>
                <a:gd name="adj1" fmla="val 29167"/>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9" name="Text Box 47">
              <a:extLst>
                <a:ext uri="{FF2B5EF4-FFF2-40B4-BE49-F238E27FC236}">
                  <a16:creationId xmlns:a16="http://schemas.microsoft.com/office/drawing/2014/main" id="{693903C0-BB1B-481F-A0FD-6EEDE521AD1A}"/>
                </a:ext>
              </a:extLst>
            </p:cNvPr>
            <p:cNvSpPr txBox="1">
              <a:spLocks noChangeArrowheads="1"/>
            </p:cNvSpPr>
            <p:nvPr/>
          </p:nvSpPr>
          <p:spPr bwMode="auto">
            <a:xfrm>
              <a:off x="1584" y="360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灭</a:t>
              </a: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—“0”</a:t>
              </a:r>
            </a:p>
          </p:txBody>
        </p:sp>
        <p:sp>
          <p:nvSpPr>
            <p:cNvPr id="50" name="Text Box 48">
              <a:extLst>
                <a:ext uri="{FF2B5EF4-FFF2-40B4-BE49-F238E27FC236}">
                  <a16:creationId xmlns:a16="http://schemas.microsoft.com/office/drawing/2014/main" id="{D734F485-D9C8-481A-A40C-713775BCD30B}"/>
                </a:ext>
              </a:extLst>
            </p:cNvPr>
            <p:cNvSpPr txBox="1">
              <a:spLocks noChangeArrowheads="1"/>
            </p:cNvSpPr>
            <p:nvPr/>
          </p:nvSpPr>
          <p:spPr bwMode="auto">
            <a:xfrm>
              <a:off x="1584" y="3936"/>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亮</a:t>
              </a: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—“1”</a:t>
              </a:r>
            </a:p>
          </p:txBody>
        </p:sp>
      </p:grpSp>
      <p:sp>
        <p:nvSpPr>
          <p:cNvPr id="51" name="Text Box 49">
            <a:extLst>
              <a:ext uri="{FF2B5EF4-FFF2-40B4-BE49-F238E27FC236}">
                <a16:creationId xmlns:a16="http://schemas.microsoft.com/office/drawing/2014/main" id="{B1111E20-FC6F-4289-8840-FBFE63F49B4A}"/>
              </a:ext>
            </a:extLst>
          </p:cNvPr>
          <p:cNvSpPr txBox="1">
            <a:spLocks noChangeArrowheads="1"/>
          </p:cNvSpPr>
          <p:nvPr/>
        </p:nvSpPr>
        <p:spPr bwMode="auto">
          <a:xfrm>
            <a:off x="7696200" y="1157288"/>
            <a:ext cx="762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grpSp>
        <p:nvGrpSpPr>
          <p:cNvPr id="52" name="Group 50">
            <a:extLst>
              <a:ext uri="{FF2B5EF4-FFF2-40B4-BE49-F238E27FC236}">
                <a16:creationId xmlns:a16="http://schemas.microsoft.com/office/drawing/2014/main" id="{8D1E0848-522A-4A8D-87F1-5F67049C9322}"/>
              </a:ext>
            </a:extLst>
          </p:cNvPr>
          <p:cNvGrpSpPr>
            <a:grpSpLocks/>
          </p:cNvGrpSpPr>
          <p:nvPr/>
        </p:nvGrpSpPr>
        <p:grpSpPr bwMode="auto">
          <a:xfrm>
            <a:off x="6248400" y="1143000"/>
            <a:ext cx="1295400" cy="3733800"/>
            <a:chOff x="3456" y="720"/>
            <a:chExt cx="816" cy="2352"/>
          </a:xfrm>
        </p:grpSpPr>
        <p:sp>
          <p:nvSpPr>
            <p:cNvPr id="53" name="Text Box 51">
              <a:extLst>
                <a:ext uri="{FF2B5EF4-FFF2-40B4-BE49-F238E27FC236}">
                  <a16:creationId xmlns:a16="http://schemas.microsoft.com/office/drawing/2014/main" id="{2443B7AB-FE0C-49A8-8359-FC1447017E3C}"/>
                </a:ext>
              </a:extLst>
            </p:cNvPr>
            <p:cNvSpPr txBox="1">
              <a:spLocks noChangeArrowheads="1"/>
            </p:cNvSpPr>
            <p:nvPr/>
          </p:nvSpPr>
          <p:spPr bwMode="auto">
            <a:xfrm>
              <a:off x="3456" y="720"/>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0   0   0</a:t>
              </a:r>
            </a:p>
          </p:txBody>
        </p:sp>
        <p:sp>
          <p:nvSpPr>
            <p:cNvPr id="54" name="Text Box 52">
              <a:extLst>
                <a:ext uri="{FF2B5EF4-FFF2-40B4-BE49-F238E27FC236}">
                  <a16:creationId xmlns:a16="http://schemas.microsoft.com/office/drawing/2014/main" id="{2F1E497B-AF7E-429B-9F5B-4CD14EA4C02C}"/>
                </a:ext>
              </a:extLst>
            </p:cNvPr>
            <p:cNvSpPr txBox="1">
              <a:spLocks noChangeArrowheads="1"/>
            </p:cNvSpPr>
            <p:nvPr/>
          </p:nvSpPr>
          <p:spPr bwMode="auto">
            <a:xfrm>
              <a:off x="3456" y="100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0   0   1</a:t>
              </a:r>
            </a:p>
          </p:txBody>
        </p:sp>
        <p:sp>
          <p:nvSpPr>
            <p:cNvPr id="55" name="Text Box 53">
              <a:extLst>
                <a:ext uri="{FF2B5EF4-FFF2-40B4-BE49-F238E27FC236}">
                  <a16:creationId xmlns:a16="http://schemas.microsoft.com/office/drawing/2014/main" id="{0F45E3C9-5574-4A48-B777-0599F608EA5B}"/>
                </a:ext>
              </a:extLst>
            </p:cNvPr>
            <p:cNvSpPr txBox="1">
              <a:spLocks noChangeArrowheads="1"/>
            </p:cNvSpPr>
            <p:nvPr/>
          </p:nvSpPr>
          <p:spPr bwMode="auto">
            <a:xfrm>
              <a:off x="3456" y="1296"/>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0   1   0</a:t>
              </a:r>
            </a:p>
          </p:txBody>
        </p:sp>
        <p:sp>
          <p:nvSpPr>
            <p:cNvPr id="56" name="Text Box 54">
              <a:extLst>
                <a:ext uri="{FF2B5EF4-FFF2-40B4-BE49-F238E27FC236}">
                  <a16:creationId xmlns:a16="http://schemas.microsoft.com/office/drawing/2014/main" id="{B1EB919B-9375-4200-82C8-B5BE189CFB00}"/>
                </a:ext>
              </a:extLst>
            </p:cNvPr>
            <p:cNvSpPr txBox="1">
              <a:spLocks noChangeArrowheads="1"/>
            </p:cNvSpPr>
            <p:nvPr/>
          </p:nvSpPr>
          <p:spPr bwMode="auto">
            <a:xfrm>
              <a:off x="3456" y="1593"/>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0   1   1</a:t>
              </a:r>
            </a:p>
          </p:txBody>
        </p:sp>
        <p:sp>
          <p:nvSpPr>
            <p:cNvPr id="57" name="Text Box 55">
              <a:extLst>
                <a:ext uri="{FF2B5EF4-FFF2-40B4-BE49-F238E27FC236}">
                  <a16:creationId xmlns:a16="http://schemas.microsoft.com/office/drawing/2014/main" id="{DE5A7036-6E19-4A7D-AADA-399B4441E404}"/>
                </a:ext>
              </a:extLst>
            </p:cNvPr>
            <p:cNvSpPr txBox="1">
              <a:spLocks noChangeArrowheads="1"/>
            </p:cNvSpPr>
            <p:nvPr/>
          </p:nvSpPr>
          <p:spPr bwMode="auto">
            <a:xfrm>
              <a:off x="3456" y="1872"/>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1   0   0</a:t>
              </a:r>
            </a:p>
          </p:txBody>
        </p:sp>
        <p:sp>
          <p:nvSpPr>
            <p:cNvPr id="58" name="Text Box 56">
              <a:extLst>
                <a:ext uri="{FF2B5EF4-FFF2-40B4-BE49-F238E27FC236}">
                  <a16:creationId xmlns:a16="http://schemas.microsoft.com/office/drawing/2014/main" id="{610D0296-6EF9-4DC6-AD3C-1FB176EED47F}"/>
                </a:ext>
              </a:extLst>
            </p:cNvPr>
            <p:cNvSpPr txBox="1">
              <a:spLocks noChangeArrowheads="1"/>
            </p:cNvSpPr>
            <p:nvPr/>
          </p:nvSpPr>
          <p:spPr bwMode="auto">
            <a:xfrm>
              <a:off x="3456" y="2160"/>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1   0   1</a:t>
              </a:r>
            </a:p>
          </p:txBody>
        </p:sp>
        <p:sp>
          <p:nvSpPr>
            <p:cNvPr id="59" name="Text Box 57">
              <a:extLst>
                <a:ext uri="{FF2B5EF4-FFF2-40B4-BE49-F238E27FC236}">
                  <a16:creationId xmlns:a16="http://schemas.microsoft.com/office/drawing/2014/main" id="{5B1DBAE5-F84B-47FD-9461-7B38C4C7DE1A}"/>
                </a:ext>
              </a:extLst>
            </p:cNvPr>
            <p:cNvSpPr txBox="1">
              <a:spLocks noChangeArrowheads="1"/>
            </p:cNvSpPr>
            <p:nvPr/>
          </p:nvSpPr>
          <p:spPr bwMode="auto">
            <a:xfrm>
              <a:off x="3456" y="244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1   1   0</a:t>
              </a:r>
            </a:p>
          </p:txBody>
        </p:sp>
        <p:sp>
          <p:nvSpPr>
            <p:cNvPr id="60" name="Text Box 58">
              <a:extLst>
                <a:ext uri="{FF2B5EF4-FFF2-40B4-BE49-F238E27FC236}">
                  <a16:creationId xmlns:a16="http://schemas.microsoft.com/office/drawing/2014/main" id="{EFD015AE-F6CF-41A8-A7D4-7CBB5D093981}"/>
                </a:ext>
              </a:extLst>
            </p:cNvPr>
            <p:cNvSpPr txBox="1">
              <a:spLocks noChangeArrowheads="1"/>
            </p:cNvSpPr>
            <p:nvPr/>
          </p:nvSpPr>
          <p:spPr bwMode="auto">
            <a:xfrm>
              <a:off x="3456" y="2745"/>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1   1   1</a:t>
              </a:r>
            </a:p>
          </p:txBody>
        </p:sp>
      </p:grpSp>
      <p:grpSp>
        <p:nvGrpSpPr>
          <p:cNvPr id="61" name="Group 59">
            <a:extLst>
              <a:ext uri="{FF2B5EF4-FFF2-40B4-BE49-F238E27FC236}">
                <a16:creationId xmlns:a16="http://schemas.microsoft.com/office/drawing/2014/main" id="{6577D6DF-90EB-4E01-979C-699C9B7E11C1}"/>
              </a:ext>
            </a:extLst>
          </p:cNvPr>
          <p:cNvGrpSpPr>
            <a:grpSpLocks/>
          </p:cNvGrpSpPr>
          <p:nvPr/>
        </p:nvGrpSpPr>
        <p:grpSpPr bwMode="auto">
          <a:xfrm>
            <a:off x="6172200" y="685800"/>
            <a:ext cx="2133600" cy="4114800"/>
            <a:chOff x="3408" y="432"/>
            <a:chExt cx="1344" cy="2592"/>
          </a:xfrm>
        </p:grpSpPr>
        <p:grpSp>
          <p:nvGrpSpPr>
            <p:cNvPr id="62" name="Group 60">
              <a:extLst>
                <a:ext uri="{FF2B5EF4-FFF2-40B4-BE49-F238E27FC236}">
                  <a16:creationId xmlns:a16="http://schemas.microsoft.com/office/drawing/2014/main" id="{F4EF0682-8E6F-4A09-9989-46B7591810CF}"/>
                </a:ext>
              </a:extLst>
            </p:cNvPr>
            <p:cNvGrpSpPr>
              <a:grpSpLocks/>
            </p:cNvGrpSpPr>
            <p:nvPr/>
          </p:nvGrpSpPr>
          <p:grpSpPr bwMode="auto">
            <a:xfrm>
              <a:off x="3408" y="432"/>
              <a:ext cx="1344" cy="2592"/>
              <a:chOff x="3408" y="432"/>
              <a:chExt cx="1344" cy="2592"/>
            </a:xfrm>
          </p:grpSpPr>
          <p:sp>
            <p:nvSpPr>
              <p:cNvPr id="64" name="Rectangle 61">
                <a:extLst>
                  <a:ext uri="{FF2B5EF4-FFF2-40B4-BE49-F238E27FC236}">
                    <a16:creationId xmlns:a16="http://schemas.microsoft.com/office/drawing/2014/main" id="{2BABE98E-BD4C-4F9C-AEDA-B82E09F77020}"/>
                  </a:ext>
                </a:extLst>
              </p:cNvPr>
              <p:cNvSpPr>
                <a:spLocks noChangeArrowheads="1"/>
              </p:cNvSpPr>
              <p:nvPr/>
            </p:nvSpPr>
            <p:spPr bwMode="auto">
              <a:xfrm>
                <a:off x="3408" y="432"/>
                <a:ext cx="1344" cy="2592"/>
              </a:xfrm>
              <a:prstGeom prst="rect">
                <a:avLst/>
              </a:prstGeom>
              <a:noFill/>
              <a:ln w="38100">
                <a:solidFill>
                  <a:srgbClr val="FF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65" name="Group 62">
                <a:extLst>
                  <a:ext uri="{FF2B5EF4-FFF2-40B4-BE49-F238E27FC236}">
                    <a16:creationId xmlns:a16="http://schemas.microsoft.com/office/drawing/2014/main" id="{B15EC826-81AD-4136-B719-D257F7112A81}"/>
                  </a:ext>
                </a:extLst>
              </p:cNvPr>
              <p:cNvGrpSpPr>
                <a:grpSpLocks/>
              </p:cNvGrpSpPr>
              <p:nvPr/>
            </p:nvGrpSpPr>
            <p:grpSpPr bwMode="auto">
              <a:xfrm>
                <a:off x="3408" y="720"/>
                <a:ext cx="1344" cy="2016"/>
                <a:chOff x="3408" y="720"/>
                <a:chExt cx="1680" cy="2016"/>
              </a:xfrm>
            </p:grpSpPr>
            <p:sp>
              <p:nvSpPr>
                <p:cNvPr id="68" name="Line 63">
                  <a:extLst>
                    <a:ext uri="{FF2B5EF4-FFF2-40B4-BE49-F238E27FC236}">
                      <a16:creationId xmlns:a16="http://schemas.microsoft.com/office/drawing/2014/main" id="{B34C3B2B-2D4C-4492-A8C1-D700C04AE355}"/>
                    </a:ext>
                  </a:extLst>
                </p:cNvPr>
                <p:cNvSpPr>
                  <a:spLocks noChangeShapeType="1"/>
                </p:cNvSpPr>
                <p:nvPr/>
              </p:nvSpPr>
              <p:spPr bwMode="auto">
                <a:xfrm>
                  <a:off x="3408" y="720"/>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Line 64">
                  <a:extLst>
                    <a:ext uri="{FF2B5EF4-FFF2-40B4-BE49-F238E27FC236}">
                      <a16:creationId xmlns:a16="http://schemas.microsoft.com/office/drawing/2014/main" id="{1E9DFC3E-178A-481F-B6CF-83E49CA96CCF}"/>
                    </a:ext>
                  </a:extLst>
                </p:cNvPr>
                <p:cNvSpPr>
                  <a:spLocks noChangeShapeType="1"/>
                </p:cNvSpPr>
                <p:nvPr/>
              </p:nvSpPr>
              <p:spPr bwMode="auto">
                <a:xfrm>
                  <a:off x="3408" y="1008"/>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Line 65">
                  <a:extLst>
                    <a:ext uri="{FF2B5EF4-FFF2-40B4-BE49-F238E27FC236}">
                      <a16:creationId xmlns:a16="http://schemas.microsoft.com/office/drawing/2014/main" id="{9866E6FB-A85B-4C6C-928A-F4715320E60C}"/>
                    </a:ext>
                  </a:extLst>
                </p:cNvPr>
                <p:cNvSpPr>
                  <a:spLocks noChangeShapeType="1"/>
                </p:cNvSpPr>
                <p:nvPr/>
              </p:nvSpPr>
              <p:spPr bwMode="auto">
                <a:xfrm>
                  <a:off x="3408" y="1296"/>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Line 66">
                  <a:extLst>
                    <a:ext uri="{FF2B5EF4-FFF2-40B4-BE49-F238E27FC236}">
                      <a16:creationId xmlns:a16="http://schemas.microsoft.com/office/drawing/2014/main" id="{1DA3797E-93AB-43F4-A8E8-6F924FBE3027}"/>
                    </a:ext>
                  </a:extLst>
                </p:cNvPr>
                <p:cNvSpPr>
                  <a:spLocks noChangeShapeType="1"/>
                </p:cNvSpPr>
                <p:nvPr/>
              </p:nvSpPr>
              <p:spPr bwMode="auto">
                <a:xfrm>
                  <a:off x="3408" y="1584"/>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Line 67">
                  <a:extLst>
                    <a:ext uri="{FF2B5EF4-FFF2-40B4-BE49-F238E27FC236}">
                      <a16:creationId xmlns:a16="http://schemas.microsoft.com/office/drawing/2014/main" id="{C515A17A-8803-4794-8C6F-BA135DC25DF1}"/>
                    </a:ext>
                  </a:extLst>
                </p:cNvPr>
                <p:cNvSpPr>
                  <a:spLocks noChangeShapeType="1"/>
                </p:cNvSpPr>
                <p:nvPr/>
              </p:nvSpPr>
              <p:spPr bwMode="auto">
                <a:xfrm>
                  <a:off x="3408" y="1872"/>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Line 68">
                  <a:extLst>
                    <a:ext uri="{FF2B5EF4-FFF2-40B4-BE49-F238E27FC236}">
                      <a16:creationId xmlns:a16="http://schemas.microsoft.com/office/drawing/2014/main" id="{A1CDB926-F55D-45FC-B4C2-8FBC587BCE47}"/>
                    </a:ext>
                  </a:extLst>
                </p:cNvPr>
                <p:cNvSpPr>
                  <a:spLocks noChangeShapeType="1"/>
                </p:cNvSpPr>
                <p:nvPr/>
              </p:nvSpPr>
              <p:spPr bwMode="auto">
                <a:xfrm>
                  <a:off x="3408" y="2160"/>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Line 69">
                  <a:extLst>
                    <a:ext uri="{FF2B5EF4-FFF2-40B4-BE49-F238E27FC236}">
                      <a16:creationId xmlns:a16="http://schemas.microsoft.com/office/drawing/2014/main" id="{EFD6B8B0-7820-483F-8F4B-88A4F8FB81A8}"/>
                    </a:ext>
                  </a:extLst>
                </p:cNvPr>
                <p:cNvSpPr>
                  <a:spLocks noChangeShapeType="1"/>
                </p:cNvSpPr>
                <p:nvPr/>
              </p:nvSpPr>
              <p:spPr bwMode="auto">
                <a:xfrm>
                  <a:off x="3408" y="2448"/>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Line 70">
                  <a:extLst>
                    <a:ext uri="{FF2B5EF4-FFF2-40B4-BE49-F238E27FC236}">
                      <a16:creationId xmlns:a16="http://schemas.microsoft.com/office/drawing/2014/main" id="{6539C2F8-2037-4840-97FB-378EA4173251}"/>
                    </a:ext>
                  </a:extLst>
                </p:cNvPr>
                <p:cNvSpPr>
                  <a:spLocks noChangeShapeType="1"/>
                </p:cNvSpPr>
                <p:nvPr/>
              </p:nvSpPr>
              <p:spPr bwMode="auto">
                <a:xfrm>
                  <a:off x="3408" y="2736"/>
                  <a:ext cx="1680" cy="0"/>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6" name="Line 71">
                <a:extLst>
                  <a:ext uri="{FF2B5EF4-FFF2-40B4-BE49-F238E27FC236}">
                    <a16:creationId xmlns:a16="http://schemas.microsoft.com/office/drawing/2014/main" id="{D7A8A1D5-5EB5-485C-B4BB-06F43BDB5752}"/>
                  </a:ext>
                </a:extLst>
              </p:cNvPr>
              <p:cNvSpPr>
                <a:spLocks noChangeShapeType="1"/>
              </p:cNvSpPr>
              <p:nvPr/>
            </p:nvSpPr>
            <p:spPr bwMode="auto">
              <a:xfrm>
                <a:off x="4272" y="432"/>
                <a:ext cx="0" cy="2592"/>
              </a:xfrm>
              <a:prstGeom prst="line">
                <a:avLst/>
              </a:prstGeom>
              <a:noFill/>
              <a:ln w="38100">
                <a:solidFill>
                  <a:srgbClr val="FF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Text Box 72">
                <a:extLst>
                  <a:ext uri="{FF2B5EF4-FFF2-40B4-BE49-F238E27FC236}">
                    <a16:creationId xmlns:a16="http://schemas.microsoft.com/office/drawing/2014/main" id="{43D864AC-5CEF-4F87-8F52-16ED8E406527}"/>
                  </a:ext>
                </a:extLst>
              </p:cNvPr>
              <p:cNvSpPr txBox="1">
                <a:spLocks noChangeArrowheads="1"/>
              </p:cNvSpPr>
              <p:nvPr/>
            </p:nvSpPr>
            <p:spPr bwMode="auto">
              <a:xfrm>
                <a:off x="3456" y="432"/>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  B  C</a:t>
                </a:r>
              </a:p>
            </p:txBody>
          </p:sp>
        </p:grpSp>
        <p:sp>
          <p:nvSpPr>
            <p:cNvPr id="63" name="Text Box 73">
              <a:extLst>
                <a:ext uri="{FF2B5EF4-FFF2-40B4-BE49-F238E27FC236}">
                  <a16:creationId xmlns:a16="http://schemas.microsoft.com/office/drawing/2014/main" id="{4C8DACB2-CEA3-4DCD-B50E-18553F3BB6D2}"/>
                </a:ext>
              </a:extLst>
            </p:cNvPr>
            <p:cNvSpPr txBox="1">
              <a:spLocks noChangeArrowheads="1"/>
            </p:cNvSpPr>
            <p:nvPr/>
          </p:nvSpPr>
          <p:spPr bwMode="auto">
            <a:xfrm>
              <a:off x="4320" y="432"/>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grpSp>
      <p:sp>
        <p:nvSpPr>
          <p:cNvPr id="76" name="Text Box 74">
            <a:extLst>
              <a:ext uri="{FF2B5EF4-FFF2-40B4-BE49-F238E27FC236}">
                <a16:creationId xmlns:a16="http://schemas.microsoft.com/office/drawing/2014/main" id="{4CD0E953-338B-4FAE-ACA5-92DFA19642B8}"/>
              </a:ext>
            </a:extLst>
          </p:cNvPr>
          <p:cNvSpPr txBox="1">
            <a:spLocks noChangeArrowheads="1"/>
          </p:cNvSpPr>
          <p:nvPr/>
        </p:nvSpPr>
        <p:spPr bwMode="auto">
          <a:xfrm>
            <a:off x="7696200" y="1600200"/>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grpSp>
        <p:nvGrpSpPr>
          <p:cNvPr id="77" name="Group 75">
            <a:extLst>
              <a:ext uri="{FF2B5EF4-FFF2-40B4-BE49-F238E27FC236}">
                <a16:creationId xmlns:a16="http://schemas.microsoft.com/office/drawing/2014/main" id="{37AE394B-73BF-4BBA-8838-735F27AD9671}"/>
              </a:ext>
            </a:extLst>
          </p:cNvPr>
          <p:cNvGrpSpPr>
            <a:grpSpLocks/>
          </p:cNvGrpSpPr>
          <p:nvPr/>
        </p:nvGrpSpPr>
        <p:grpSpPr bwMode="auto">
          <a:xfrm>
            <a:off x="7696200" y="2057400"/>
            <a:ext cx="762000" cy="2805113"/>
            <a:chOff x="4368" y="1296"/>
            <a:chExt cx="480" cy="1767"/>
          </a:xfrm>
        </p:grpSpPr>
        <p:sp>
          <p:nvSpPr>
            <p:cNvPr id="78" name="Text Box 76">
              <a:extLst>
                <a:ext uri="{FF2B5EF4-FFF2-40B4-BE49-F238E27FC236}">
                  <a16:creationId xmlns:a16="http://schemas.microsoft.com/office/drawing/2014/main" id="{B8F43067-8395-4267-9227-C2A47CA0EA13}"/>
                </a:ext>
              </a:extLst>
            </p:cNvPr>
            <p:cNvSpPr txBox="1">
              <a:spLocks noChangeArrowheads="1"/>
            </p:cNvSpPr>
            <p:nvPr/>
          </p:nvSpPr>
          <p:spPr bwMode="auto">
            <a:xfrm>
              <a:off x="4368" y="12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79" name="Text Box 77">
              <a:extLst>
                <a:ext uri="{FF2B5EF4-FFF2-40B4-BE49-F238E27FC236}">
                  <a16:creationId xmlns:a16="http://schemas.microsoft.com/office/drawing/2014/main" id="{1F1FB781-1BD4-42FC-9EB0-53CBF2F0E67B}"/>
                </a:ext>
              </a:extLst>
            </p:cNvPr>
            <p:cNvSpPr txBox="1">
              <a:spLocks noChangeArrowheads="1"/>
            </p:cNvSpPr>
            <p:nvPr/>
          </p:nvSpPr>
          <p:spPr bwMode="auto">
            <a:xfrm>
              <a:off x="4368" y="1584"/>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0" name="Text Box 78">
              <a:extLst>
                <a:ext uri="{FF2B5EF4-FFF2-40B4-BE49-F238E27FC236}">
                  <a16:creationId xmlns:a16="http://schemas.microsoft.com/office/drawing/2014/main" id="{96DEF426-8009-461B-9E57-941FE4664E6A}"/>
                </a:ext>
              </a:extLst>
            </p:cNvPr>
            <p:cNvSpPr txBox="1">
              <a:spLocks noChangeArrowheads="1"/>
            </p:cNvSpPr>
            <p:nvPr/>
          </p:nvSpPr>
          <p:spPr bwMode="auto">
            <a:xfrm>
              <a:off x="4368" y="1872"/>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1" name="Text Box 79">
              <a:extLst>
                <a:ext uri="{FF2B5EF4-FFF2-40B4-BE49-F238E27FC236}">
                  <a16:creationId xmlns:a16="http://schemas.microsoft.com/office/drawing/2014/main" id="{0D4C2FD6-F8AD-48AB-B169-B0347BD9FE9A}"/>
                </a:ext>
              </a:extLst>
            </p:cNvPr>
            <p:cNvSpPr txBox="1">
              <a:spLocks noChangeArrowheads="1"/>
            </p:cNvSpPr>
            <p:nvPr/>
          </p:nvSpPr>
          <p:spPr bwMode="auto">
            <a:xfrm>
              <a:off x="4368" y="2160"/>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2" name="Text Box 80">
              <a:extLst>
                <a:ext uri="{FF2B5EF4-FFF2-40B4-BE49-F238E27FC236}">
                  <a16:creationId xmlns:a16="http://schemas.microsoft.com/office/drawing/2014/main" id="{14C0A394-E03A-4126-9B7F-62DEE5681D06}"/>
                </a:ext>
              </a:extLst>
            </p:cNvPr>
            <p:cNvSpPr txBox="1">
              <a:spLocks noChangeArrowheads="1"/>
            </p:cNvSpPr>
            <p:nvPr/>
          </p:nvSpPr>
          <p:spPr bwMode="auto">
            <a:xfrm>
              <a:off x="4368" y="2448"/>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3" name="Text Box 81">
              <a:extLst>
                <a:ext uri="{FF2B5EF4-FFF2-40B4-BE49-F238E27FC236}">
                  <a16:creationId xmlns:a16="http://schemas.microsoft.com/office/drawing/2014/main" id="{D3112359-33CD-4002-9793-0791359BD824}"/>
                </a:ext>
              </a:extLst>
            </p:cNvPr>
            <p:cNvSpPr txBox="1">
              <a:spLocks noChangeArrowheads="1"/>
            </p:cNvSpPr>
            <p:nvPr/>
          </p:nvSpPr>
          <p:spPr bwMode="auto">
            <a:xfrm>
              <a:off x="4368" y="273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sp>
        <p:nvSpPr>
          <p:cNvPr id="84" name="Text Box 82">
            <a:extLst>
              <a:ext uri="{FF2B5EF4-FFF2-40B4-BE49-F238E27FC236}">
                <a16:creationId xmlns:a16="http://schemas.microsoft.com/office/drawing/2014/main" id="{13ED96A3-DD3E-4912-B2DB-9A6780E4FC02}"/>
              </a:ext>
            </a:extLst>
          </p:cNvPr>
          <p:cNvSpPr txBox="1">
            <a:spLocks noChangeArrowheads="1"/>
          </p:cNvSpPr>
          <p:nvPr/>
        </p:nvSpPr>
        <p:spPr bwMode="auto">
          <a:xfrm>
            <a:off x="457200" y="4648200"/>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逻辑函数式</a:t>
            </a:r>
          </a:p>
        </p:txBody>
      </p:sp>
      <p:grpSp>
        <p:nvGrpSpPr>
          <p:cNvPr id="85" name="Group 83">
            <a:extLst>
              <a:ext uri="{FF2B5EF4-FFF2-40B4-BE49-F238E27FC236}">
                <a16:creationId xmlns:a16="http://schemas.microsoft.com/office/drawing/2014/main" id="{DCD9BCF6-C196-4B8F-A31F-F89355B6FDB2}"/>
              </a:ext>
            </a:extLst>
          </p:cNvPr>
          <p:cNvGrpSpPr>
            <a:grpSpLocks/>
          </p:cNvGrpSpPr>
          <p:nvPr/>
        </p:nvGrpSpPr>
        <p:grpSpPr bwMode="auto">
          <a:xfrm>
            <a:off x="2518569" y="4516041"/>
            <a:ext cx="2012950" cy="762000"/>
            <a:chOff x="1728" y="2928"/>
            <a:chExt cx="1268" cy="480"/>
          </a:xfrm>
        </p:grpSpPr>
        <p:sp>
          <p:nvSpPr>
            <p:cNvPr id="86" name="Rectangle 84">
              <a:extLst>
                <a:ext uri="{FF2B5EF4-FFF2-40B4-BE49-F238E27FC236}">
                  <a16:creationId xmlns:a16="http://schemas.microsoft.com/office/drawing/2014/main" id="{60238061-E87E-4455-A8F0-5CC2DF299831}"/>
                </a:ext>
              </a:extLst>
            </p:cNvPr>
            <p:cNvSpPr>
              <a:spLocks noChangeArrowheads="1"/>
            </p:cNvSpPr>
            <p:nvPr/>
          </p:nvSpPr>
          <p:spPr bwMode="auto">
            <a:xfrm>
              <a:off x="1728" y="2928"/>
              <a:ext cx="1236" cy="4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7" name="Text Box 85">
              <a:extLst>
                <a:ext uri="{FF2B5EF4-FFF2-40B4-BE49-F238E27FC236}">
                  <a16:creationId xmlns:a16="http://schemas.microsoft.com/office/drawing/2014/main" id="{B4DEF8AF-4FEF-4D46-9540-B23B96B3F288}"/>
                </a:ext>
              </a:extLst>
            </p:cNvPr>
            <p:cNvSpPr txBox="1">
              <a:spLocks noChangeArrowheads="1"/>
            </p:cNvSpPr>
            <p:nvPr/>
          </p:nvSpPr>
          <p:spPr bwMode="auto">
            <a:xfrm>
              <a:off x="1824" y="3024"/>
              <a:ext cx="117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F=A</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 •C</a:t>
              </a:r>
            </a:p>
          </p:txBody>
        </p:sp>
      </p:grpSp>
      <p:sp>
        <p:nvSpPr>
          <p:cNvPr id="88" name="Text Box 86">
            <a:extLst>
              <a:ext uri="{FF2B5EF4-FFF2-40B4-BE49-F238E27FC236}">
                <a16:creationId xmlns:a16="http://schemas.microsoft.com/office/drawing/2014/main" id="{F6FA1204-12D9-42F1-B7F7-3E7843AE7AE1}"/>
              </a:ext>
            </a:extLst>
          </p:cNvPr>
          <p:cNvSpPr txBox="1">
            <a:spLocks noChangeArrowheads="1"/>
          </p:cNvSpPr>
          <p:nvPr/>
        </p:nvSpPr>
        <p:spPr bwMode="auto">
          <a:xfrm>
            <a:off x="463550" y="523875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逻辑符号</a:t>
            </a:r>
          </a:p>
        </p:txBody>
      </p:sp>
      <p:grpSp>
        <p:nvGrpSpPr>
          <p:cNvPr id="89" name="Group 87">
            <a:extLst>
              <a:ext uri="{FF2B5EF4-FFF2-40B4-BE49-F238E27FC236}">
                <a16:creationId xmlns:a16="http://schemas.microsoft.com/office/drawing/2014/main" id="{4CD3B4D4-09DF-4D6F-B174-44D3890344E1}"/>
              </a:ext>
            </a:extLst>
          </p:cNvPr>
          <p:cNvGrpSpPr>
            <a:grpSpLocks/>
          </p:cNvGrpSpPr>
          <p:nvPr/>
        </p:nvGrpSpPr>
        <p:grpSpPr bwMode="auto">
          <a:xfrm>
            <a:off x="1808163" y="5708650"/>
            <a:ext cx="2249487" cy="1114425"/>
            <a:chOff x="3408" y="3081"/>
            <a:chExt cx="1417" cy="702"/>
          </a:xfrm>
        </p:grpSpPr>
        <p:sp>
          <p:nvSpPr>
            <p:cNvPr id="90" name="Rectangle 88">
              <a:extLst>
                <a:ext uri="{FF2B5EF4-FFF2-40B4-BE49-F238E27FC236}">
                  <a16:creationId xmlns:a16="http://schemas.microsoft.com/office/drawing/2014/main" id="{D394E8A1-F09F-410E-AEFD-ADF05C788567}"/>
                </a:ext>
              </a:extLst>
            </p:cNvPr>
            <p:cNvSpPr>
              <a:spLocks noChangeArrowheads="1"/>
            </p:cNvSpPr>
            <p:nvPr/>
          </p:nvSpPr>
          <p:spPr bwMode="auto">
            <a:xfrm>
              <a:off x="4049" y="3235"/>
              <a:ext cx="319" cy="461"/>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91" name="Group 89">
              <a:extLst>
                <a:ext uri="{FF2B5EF4-FFF2-40B4-BE49-F238E27FC236}">
                  <a16:creationId xmlns:a16="http://schemas.microsoft.com/office/drawing/2014/main" id="{A26A3107-75C1-4B6C-9CDD-E1544F28EC13}"/>
                </a:ext>
              </a:extLst>
            </p:cNvPr>
            <p:cNvGrpSpPr>
              <a:grpSpLocks/>
            </p:cNvGrpSpPr>
            <p:nvPr/>
          </p:nvGrpSpPr>
          <p:grpSpPr bwMode="auto">
            <a:xfrm>
              <a:off x="3648" y="3312"/>
              <a:ext cx="415" cy="317"/>
              <a:chOff x="3377" y="3427"/>
              <a:chExt cx="672" cy="480"/>
            </a:xfrm>
          </p:grpSpPr>
          <p:sp>
            <p:nvSpPr>
              <p:cNvPr id="98" name="Line 90">
                <a:extLst>
                  <a:ext uri="{FF2B5EF4-FFF2-40B4-BE49-F238E27FC236}">
                    <a16:creationId xmlns:a16="http://schemas.microsoft.com/office/drawing/2014/main" id="{85CBA54F-3E64-4FBF-AA28-D4FE0014A08E}"/>
                  </a:ext>
                </a:extLst>
              </p:cNvPr>
              <p:cNvSpPr>
                <a:spLocks noChangeShapeType="1"/>
              </p:cNvSpPr>
              <p:nvPr/>
            </p:nvSpPr>
            <p:spPr bwMode="auto">
              <a:xfrm>
                <a:off x="3377" y="3427"/>
                <a:ext cx="67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9" name="Line 91">
                <a:extLst>
                  <a:ext uri="{FF2B5EF4-FFF2-40B4-BE49-F238E27FC236}">
                    <a16:creationId xmlns:a16="http://schemas.microsoft.com/office/drawing/2014/main" id="{D54EB606-317C-4C59-89FC-9EB2E78FAAA8}"/>
                  </a:ext>
                </a:extLst>
              </p:cNvPr>
              <p:cNvSpPr>
                <a:spLocks noChangeShapeType="1"/>
              </p:cNvSpPr>
              <p:nvPr/>
            </p:nvSpPr>
            <p:spPr bwMode="auto">
              <a:xfrm>
                <a:off x="3377" y="3667"/>
                <a:ext cx="67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0" name="Line 92">
                <a:extLst>
                  <a:ext uri="{FF2B5EF4-FFF2-40B4-BE49-F238E27FC236}">
                    <a16:creationId xmlns:a16="http://schemas.microsoft.com/office/drawing/2014/main" id="{5997DBE0-9E6B-4BFD-BE12-B83C1D5B0E62}"/>
                  </a:ext>
                </a:extLst>
              </p:cNvPr>
              <p:cNvSpPr>
                <a:spLocks noChangeShapeType="1"/>
              </p:cNvSpPr>
              <p:nvPr/>
            </p:nvSpPr>
            <p:spPr bwMode="auto">
              <a:xfrm>
                <a:off x="3377" y="3907"/>
                <a:ext cx="67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2" name="Text Box 93">
              <a:extLst>
                <a:ext uri="{FF2B5EF4-FFF2-40B4-BE49-F238E27FC236}">
                  <a16:creationId xmlns:a16="http://schemas.microsoft.com/office/drawing/2014/main" id="{322599F1-A9DF-4BD7-BA66-06283BB6F226}"/>
                </a:ext>
              </a:extLst>
            </p:cNvPr>
            <p:cNvSpPr txBox="1">
              <a:spLocks noChangeArrowheads="1"/>
            </p:cNvSpPr>
            <p:nvPr/>
          </p:nvSpPr>
          <p:spPr bwMode="auto">
            <a:xfrm>
              <a:off x="3408" y="3081"/>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93" name="Text Box 94">
              <a:extLst>
                <a:ext uri="{FF2B5EF4-FFF2-40B4-BE49-F238E27FC236}">
                  <a16:creationId xmlns:a16="http://schemas.microsoft.com/office/drawing/2014/main" id="{B428E207-656E-4252-8E27-9D9A40F733D7}"/>
                </a:ext>
              </a:extLst>
            </p:cNvPr>
            <p:cNvSpPr txBox="1">
              <a:spLocks noChangeArrowheads="1"/>
            </p:cNvSpPr>
            <p:nvPr/>
          </p:nvSpPr>
          <p:spPr bwMode="auto">
            <a:xfrm>
              <a:off x="3408" y="3264"/>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94" name="Text Box 95">
              <a:extLst>
                <a:ext uri="{FF2B5EF4-FFF2-40B4-BE49-F238E27FC236}">
                  <a16:creationId xmlns:a16="http://schemas.microsoft.com/office/drawing/2014/main" id="{CD20E180-F617-4D9C-A5CF-A7A1E7937030}"/>
                </a:ext>
              </a:extLst>
            </p:cNvPr>
            <p:cNvSpPr txBox="1">
              <a:spLocks noChangeArrowheads="1"/>
            </p:cNvSpPr>
            <p:nvPr/>
          </p:nvSpPr>
          <p:spPr bwMode="auto">
            <a:xfrm>
              <a:off x="3408" y="345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95" name="Text Box 96">
              <a:extLst>
                <a:ext uri="{FF2B5EF4-FFF2-40B4-BE49-F238E27FC236}">
                  <a16:creationId xmlns:a16="http://schemas.microsoft.com/office/drawing/2014/main" id="{39B68763-297C-4E57-BA45-04EAE29CF120}"/>
                </a:ext>
              </a:extLst>
            </p:cNvPr>
            <p:cNvSpPr txBox="1">
              <a:spLocks noChangeArrowheads="1"/>
            </p:cNvSpPr>
            <p:nvPr/>
          </p:nvSpPr>
          <p:spPr bwMode="auto">
            <a:xfrm>
              <a:off x="4572" y="3264"/>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p>
          </p:txBody>
        </p:sp>
        <p:sp>
          <p:nvSpPr>
            <p:cNvPr id="96" name="Text Box 97">
              <a:extLst>
                <a:ext uri="{FF2B5EF4-FFF2-40B4-BE49-F238E27FC236}">
                  <a16:creationId xmlns:a16="http://schemas.microsoft.com/office/drawing/2014/main" id="{59577A41-9CDA-4AA9-8011-371FB2921EE3}"/>
                </a:ext>
              </a:extLst>
            </p:cNvPr>
            <p:cNvSpPr txBox="1">
              <a:spLocks noChangeArrowheads="1"/>
            </p:cNvSpPr>
            <p:nvPr/>
          </p:nvSpPr>
          <p:spPr bwMode="auto">
            <a:xfrm>
              <a:off x="4032" y="3216"/>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&amp;</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97" name="Line 98">
              <a:extLst>
                <a:ext uri="{FF2B5EF4-FFF2-40B4-BE49-F238E27FC236}">
                  <a16:creationId xmlns:a16="http://schemas.microsoft.com/office/drawing/2014/main" id="{80955391-5D24-4F48-B27C-C5882B26BEB1}"/>
                </a:ext>
              </a:extLst>
            </p:cNvPr>
            <p:cNvSpPr>
              <a:spLocks noChangeShapeType="1"/>
            </p:cNvSpPr>
            <p:nvPr/>
          </p:nvSpPr>
          <p:spPr bwMode="auto">
            <a:xfrm>
              <a:off x="4368" y="3456"/>
              <a:ext cx="240"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1" name="Group 99">
            <a:extLst>
              <a:ext uri="{FF2B5EF4-FFF2-40B4-BE49-F238E27FC236}">
                <a16:creationId xmlns:a16="http://schemas.microsoft.com/office/drawing/2014/main" id="{52F7A3A6-60C1-48EE-94A3-6FC705FB492D}"/>
              </a:ext>
            </a:extLst>
          </p:cNvPr>
          <p:cNvGrpSpPr>
            <a:grpSpLocks/>
          </p:cNvGrpSpPr>
          <p:nvPr/>
        </p:nvGrpSpPr>
        <p:grpSpPr bwMode="auto">
          <a:xfrm>
            <a:off x="6557963" y="5656263"/>
            <a:ext cx="2306637" cy="1114425"/>
            <a:chOff x="3936" y="3273"/>
            <a:chExt cx="1453" cy="702"/>
          </a:xfrm>
        </p:grpSpPr>
        <p:grpSp>
          <p:nvGrpSpPr>
            <p:cNvPr id="102" name="Group 100">
              <a:extLst>
                <a:ext uri="{FF2B5EF4-FFF2-40B4-BE49-F238E27FC236}">
                  <a16:creationId xmlns:a16="http://schemas.microsoft.com/office/drawing/2014/main" id="{53020D04-AFE9-4445-8EC2-F2F3860E4CE0}"/>
                </a:ext>
              </a:extLst>
            </p:cNvPr>
            <p:cNvGrpSpPr>
              <a:grpSpLocks/>
            </p:cNvGrpSpPr>
            <p:nvPr/>
          </p:nvGrpSpPr>
          <p:grpSpPr bwMode="auto">
            <a:xfrm>
              <a:off x="4176" y="3456"/>
              <a:ext cx="998" cy="336"/>
              <a:chOff x="3552" y="2352"/>
              <a:chExt cx="1584" cy="480"/>
            </a:xfrm>
          </p:grpSpPr>
          <p:grpSp>
            <p:nvGrpSpPr>
              <p:cNvPr id="107" name="Group 101">
                <a:extLst>
                  <a:ext uri="{FF2B5EF4-FFF2-40B4-BE49-F238E27FC236}">
                    <a16:creationId xmlns:a16="http://schemas.microsoft.com/office/drawing/2014/main" id="{DC6D4D7E-E7E2-489B-ADA8-A71077BDB0E0}"/>
                  </a:ext>
                </a:extLst>
              </p:cNvPr>
              <p:cNvGrpSpPr>
                <a:grpSpLocks/>
              </p:cNvGrpSpPr>
              <p:nvPr/>
            </p:nvGrpSpPr>
            <p:grpSpPr bwMode="auto">
              <a:xfrm>
                <a:off x="3984" y="2352"/>
                <a:ext cx="768" cy="480"/>
                <a:chOff x="4176" y="2400"/>
                <a:chExt cx="768" cy="480"/>
              </a:xfrm>
            </p:grpSpPr>
            <p:sp>
              <p:nvSpPr>
                <p:cNvPr id="112" name="Line 102">
                  <a:extLst>
                    <a:ext uri="{FF2B5EF4-FFF2-40B4-BE49-F238E27FC236}">
                      <a16:creationId xmlns:a16="http://schemas.microsoft.com/office/drawing/2014/main" id="{CD67ED90-9288-42D4-9D10-85B9628C083F}"/>
                    </a:ext>
                  </a:extLst>
                </p:cNvPr>
                <p:cNvSpPr>
                  <a:spLocks noChangeShapeType="1"/>
                </p:cNvSpPr>
                <p:nvPr/>
              </p:nvSpPr>
              <p:spPr bwMode="auto">
                <a:xfrm>
                  <a:off x="4176" y="2400"/>
                  <a:ext cx="0" cy="48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3" name="Line 103">
                  <a:extLst>
                    <a:ext uri="{FF2B5EF4-FFF2-40B4-BE49-F238E27FC236}">
                      <a16:creationId xmlns:a16="http://schemas.microsoft.com/office/drawing/2014/main" id="{8AE553C7-BFEF-45C0-A737-4428D15EDB15}"/>
                    </a:ext>
                  </a:extLst>
                </p:cNvPr>
                <p:cNvSpPr>
                  <a:spLocks noChangeShapeType="1"/>
                </p:cNvSpPr>
                <p:nvPr/>
              </p:nvSpPr>
              <p:spPr bwMode="auto">
                <a:xfrm>
                  <a:off x="4176" y="2400"/>
                  <a:ext cx="528"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4" name="Line 104">
                  <a:extLst>
                    <a:ext uri="{FF2B5EF4-FFF2-40B4-BE49-F238E27FC236}">
                      <a16:creationId xmlns:a16="http://schemas.microsoft.com/office/drawing/2014/main" id="{1A8E2039-3C6C-4700-9599-EF33A817A877}"/>
                    </a:ext>
                  </a:extLst>
                </p:cNvPr>
                <p:cNvSpPr>
                  <a:spLocks noChangeShapeType="1"/>
                </p:cNvSpPr>
                <p:nvPr/>
              </p:nvSpPr>
              <p:spPr bwMode="auto">
                <a:xfrm>
                  <a:off x="4176" y="2880"/>
                  <a:ext cx="528"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5" name="Arc 105">
                  <a:extLst>
                    <a:ext uri="{FF2B5EF4-FFF2-40B4-BE49-F238E27FC236}">
                      <a16:creationId xmlns:a16="http://schemas.microsoft.com/office/drawing/2014/main" id="{F5E84B6A-AB30-4FF5-92B9-04D17A863CB9}"/>
                    </a:ext>
                  </a:extLst>
                </p:cNvPr>
                <p:cNvSpPr>
                  <a:spLocks/>
                </p:cNvSpPr>
                <p:nvPr/>
              </p:nvSpPr>
              <p:spPr bwMode="auto">
                <a:xfrm>
                  <a:off x="4704" y="2400"/>
                  <a:ext cx="240"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6" name="Arc 106">
                  <a:extLst>
                    <a:ext uri="{FF2B5EF4-FFF2-40B4-BE49-F238E27FC236}">
                      <a16:creationId xmlns:a16="http://schemas.microsoft.com/office/drawing/2014/main" id="{77C1DD1F-BEAE-47DB-85F5-9949A9DDA821}"/>
                    </a:ext>
                  </a:extLst>
                </p:cNvPr>
                <p:cNvSpPr>
                  <a:spLocks/>
                </p:cNvSpPr>
                <p:nvPr/>
              </p:nvSpPr>
              <p:spPr bwMode="auto">
                <a:xfrm flipV="1">
                  <a:off x="4704" y="2640"/>
                  <a:ext cx="240"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08" name="Line 107">
                <a:extLst>
                  <a:ext uri="{FF2B5EF4-FFF2-40B4-BE49-F238E27FC236}">
                    <a16:creationId xmlns:a16="http://schemas.microsoft.com/office/drawing/2014/main" id="{E84BB84D-98F7-4892-B57E-5895CBAFBC14}"/>
                  </a:ext>
                </a:extLst>
              </p:cNvPr>
              <p:cNvSpPr>
                <a:spLocks noChangeShapeType="1"/>
              </p:cNvSpPr>
              <p:nvPr/>
            </p:nvSpPr>
            <p:spPr bwMode="auto">
              <a:xfrm>
                <a:off x="4752" y="2592"/>
                <a:ext cx="384"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9" name="Line 108">
                <a:extLst>
                  <a:ext uri="{FF2B5EF4-FFF2-40B4-BE49-F238E27FC236}">
                    <a16:creationId xmlns:a16="http://schemas.microsoft.com/office/drawing/2014/main" id="{F44B5FC0-FA40-4B37-B40C-E7CB842C13F2}"/>
                  </a:ext>
                </a:extLst>
              </p:cNvPr>
              <p:cNvSpPr>
                <a:spLocks noChangeShapeType="1"/>
              </p:cNvSpPr>
              <p:nvPr/>
            </p:nvSpPr>
            <p:spPr bwMode="auto">
              <a:xfrm>
                <a:off x="3552" y="2400"/>
                <a:ext cx="43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0" name="Line 109">
                <a:extLst>
                  <a:ext uri="{FF2B5EF4-FFF2-40B4-BE49-F238E27FC236}">
                    <a16:creationId xmlns:a16="http://schemas.microsoft.com/office/drawing/2014/main" id="{DA822698-2A2D-499C-BB4E-14B6C1E29A71}"/>
                  </a:ext>
                </a:extLst>
              </p:cNvPr>
              <p:cNvSpPr>
                <a:spLocks noChangeShapeType="1"/>
              </p:cNvSpPr>
              <p:nvPr/>
            </p:nvSpPr>
            <p:spPr bwMode="auto">
              <a:xfrm>
                <a:off x="3552" y="2592"/>
                <a:ext cx="43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1" name="Line 110">
                <a:extLst>
                  <a:ext uri="{FF2B5EF4-FFF2-40B4-BE49-F238E27FC236}">
                    <a16:creationId xmlns:a16="http://schemas.microsoft.com/office/drawing/2014/main" id="{0EE084DC-1D5D-43A8-B643-35463515DCCA}"/>
                  </a:ext>
                </a:extLst>
              </p:cNvPr>
              <p:cNvSpPr>
                <a:spLocks noChangeShapeType="1"/>
              </p:cNvSpPr>
              <p:nvPr/>
            </p:nvSpPr>
            <p:spPr bwMode="auto">
              <a:xfrm>
                <a:off x="3552" y="2784"/>
                <a:ext cx="43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03" name="Rectangle 111">
              <a:extLst>
                <a:ext uri="{FF2B5EF4-FFF2-40B4-BE49-F238E27FC236}">
                  <a16:creationId xmlns:a16="http://schemas.microsoft.com/office/drawing/2014/main" id="{E892DA02-9C0B-4491-8B1D-32C84E89B6B2}"/>
                </a:ext>
              </a:extLst>
            </p:cNvPr>
            <p:cNvSpPr>
              <a:spLocks noChangeArrowheads="1"/>
            </p:cNvSpPr>
            <p:nvPr/>
          </p:nvSpPr>
          <p:spPr bwMode="auto">
            <a:xfrm>
              <a:off x="3936" y="3273"/>
              <a:ext cx="3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幼圆" panose="02010509060101010101" pitchFamily="49" charset="-122"/>
                  <a:cs typeface="+mn-cs"/>
                </a:rPr>
                <a:t>A </a:t>
              </a:r>
            </a:p>
          </p:txBody>
        </p:sp>
        <p:sp>
          <p:nvSpPr>
            <p:cNvPr id="104" name="Rectangle 112">
              <a:extLst>
                <a:ext uri="{FF2B5EF4-FFF2-40B4-BE49-F238E27FC236}">
                  <a16:creationId xmlns:a16="http://schemas.microsoft.com/office/drawing/2014/main" id="{F8EE0DF5-6BCA-449A-BEC1-2B24C0FA5DA4}"/>
                </a:ext>
              </a:extLst>
            </p:cNvPr>
            <p:cNvSpPr>
              <a:spLocks noChangeArrowheads="1"/>
            </p:cNvSpPr>
            <p:nvPr/>
          </p:nvSpPr>
          <p:spPr bwMode="auto">
            <a:xfrm>
              <a:off x="3936" y="3465"/>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p>
          </p:txBody>
        </p:sp>
        <p:sp>
          <p:nvSpPr>
            <p:cNvPr id="105" name="Rectangle 113">
              <a:extLst>
                <a:ext uri="{FF2B5EF4-FFF2-40B4-BE49-F238E27FC236}">
                  <a16:creationId xmlns:a16="http://schemas.microsoft.com/office/drawing/2014/main" id="{173751C0-38E9-4964-9F31-6A1E8678B483}"/>
                </a:ext>
              </a:extLst>
            </p:cNvPr>
            <p:cNvSpPr>
              <a:spLocks noChangeArrowheads="1"/>
            </p:cNvSpPr>
            <p:nvPr/>
          </p:nvSpPr>
          <p:spPr bwMode="auto">
            <a:xfrm>
              <a:off x="3946" y="3648"/>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幼圆" panose="02010509060101010101" pitchFamily="49" charset="-122"/>
                  <a:cs typeface="+mn-cs"/>
                </a:rPr>
                <a:t>C</a:t>
              </a:r>
            </a:p>
          </p:txBody>
        </p:sp>
        <p:sp>
          <p:nvSpPr>
            <p:cNvPr id="106" name="Rectangle 114">
              <a:extLst>
                <a:ext uri="{FF2B5EF4-FFF2-40B4-BE49-F238E27FC236}">
                  <a16:creationId xmlns:a16="http://schemas.microsoft.com/office/drawing/2014/main" id="{8BFAFA0A-3C83-4FA0-AAB6-D2E7E15AEC0A}"/>
                </a:ext>
              </a:extLst>
            </p:cNvPr>
            <p:cNvSpPr>
              <a:spLocks noChangeArrowheads="1"/>
            </p:cNvSpPr>
            <p:nvPr/>
          </p:nvSpPr>
          <p:spPr bwMode="auto">
            <a:xfrm>
              <a:off x="5136" y="3408"/>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p>
          </p:txBody>
        </p:sp>
      </p:grpSp>
      <p:grpSp>
        <p:nvGrpSpPr>
          <p:cNvPr id="117" name="Group 115">
            <a:extLst>
              <a:ext uri="{FF2B5EF4-FFF2-40B4-BE49-F238E27FC236}">
                <a16:creationId xmlns:a16="http://schemas.microsoft.com/office/drawing/2014/main" id="{2EAA6A5F-A792-40DD-B330-4DC3ED407BC4}"/>
              </a:ext>
            </a:extLst>
          </p:cNvPr>
          <p:cNvGrpSpPr>
            <a:grpSpLocks/>
          </p:cNvGrpSpPr>
          <p:nvPr/>
        </p:nvGrpSpPr>
        <p:grpSpPr bwMode="auto">
          <a:xfrm>
            <a:off x="4203700" y="5708650"/>
            <a:ext cx="2249488" cy="1114425"/>
            <a:chOff x="1208" y="3618"/>
            <a:chExt cx="1417" cy="702"/>
          </a:xfrm>
        </p:grpSpPr>
        <p:sp>
          <p:nvSpPr>
            <p:cNvPr id="118" name="Rectangle 116">
              <a:extLst>
                <a:ext uri="{FF2B5EF4-FFF2-40B4-BE49-F238E27FC236}">
                  <a16:creationId xmlns:a16="http://schemas.microsoft.com/office/drawing/2014/main" id="{EB9FB5DA-1A47-4B08-BEB8-8159FE7F53FF}"/>
                </a:ext>
              </a:extLst>
            </p:cNvPr>
            <p:cNvSpPr>
              <a:spLocks noChangeArrowheads="1"/>
            </p:cNvSpPr>
            <p:nvPr/>
          </p:nvSpPr>
          <p:spPr bwMode="auto">
            <a:xfrm>
              <a:off x="1849" y="3772"/>
              <a:ext cx="319" cy="46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119" name="Group 117">
              <a:extLst>
                <a:ext uri="{FF2B5EF4-FFF2-40B4-BE49-F238E27FC236}">
                  <a16:creationId xmlns:a16="http://schemas.microsoft.com/office/drawing/2014/main" id="{419BB86F-6446-4476-A3F7-7EC61A9A9E0F}"/>
                </a:ext>
              </a:extLst>
            </p:cNvPr>
            <p:cNvGrpSpPr>
              <a:grpSpLocks/>
            </p:cNvGrpSpPr>
            <p:nvPr/>
          </p:nvGrpSpPr>
          <p:grpSpPr bwMode="auto">
            <a:xfrm>
              <a:off x="1448" y="3849"/>
              <a:ext cx="415" cy="317"/>
              <a:chOff x="3377" y="3427"/>
              <a:chExt cx="672" cy="480"/>
            </a:xfrm>
          </p:grpSpPr>
          <p:sp>
            <p:nvSpPr>
              <p:cNvPr id="125" name="Line 118">
                <a:extLst>
                  <a:ext uri="{FF2B5EF4-FFF2-40B4-BE49-F238E27FC236}">
                    <a16:creationId xmlns:a16="http://schemas.microsoft.com/office/drawing/2014/main" id="{539A13F6-6C9F-4916-80AA-B28E852B4624}"/>
                  </a:ext>
                </a:extLst>
              </p:cNvPr>
              <p:cNvSpPr>
                <a:spLocks noChangeShapeType="1"/>
              </p:cNvSpPr>
              <p:nvPr/>
            </p:nvSpPr>
            <p:spPr bwMode="auto">
              <a:xfrm>
                <a:off x="3377" y="3427"/>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6" name="Line 119">
                <a:extLst>
                  <a:ext uri="{FF2B5EF4-FFF2-40B4-BE49-F238E27FC236}">
                    <a16:creationId xmlns:a16="http://schemas.microsoft.com/office/drawing/2014/main" id="{029612F5-CE3F-4468-8BCD-A562E2C4AA9E}"/>
                  </a:ext>
                </a:extLst>
              </p:cNvPr>
              <p:cNvSpPr>
                <a:spLocks noChangeShapeType="1"/>
              </p:cNvSpPr>
              <p:nvPr/>
            </p:nvSpPr>
            <p:spPr bwMode="auto">
              <a:xfrm>
                <a:off x="3377" y="3667"/>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7" name="Line 120">
                <a:extLst>
                  <a:ext uri="{FF2B5EF4-FFF2-40B4-BE49-F238E27FC236}">
                    <a16:creationId xmlns:a16="http://schemas.microsoft.com/office/drawing/2014/main" id="{D886B555-6692-4C4E-A426-807B868B953D}"/>
                  </a:ext>
                </a:extLst>
              </p:cNvPr>
              <p:cNvSpPr>
                <a:spLocks noChangeShapeType="1"/>
              </p:cNvSpPr>
              <p:nvPr/>
            </p:nvSpPr>
            <p:spPr bwMode="auto">
              <a:xfrm>
                <a:off x="3377" y="3907"/>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20" name="Text Box 121">
              <a:extLst>
                <a:ext uri="{FF2B5EF4-FFF2-40B4-BE49-F238E27FC236}">
                  <a16:creationId xmlns:a16="http://schemas.microsoft.com/office/drawing/2014/main" id="{AE609A91-E121-4624-A085-A7336BDB8642}"/>
                </a:ext>
              </a:extLst>
            </p:cNvPr>
            <p:cNvSpPr txBox="1">
              <a:spLocks noChangeArrowheads="1"/>
            </p:cNvSpPr>
            <p:nvPr/>
          </p:nvSpPr>
          <p:spPr bwMode="auto">
            <a:xfrm>
              <a:off x="1208" y="3618"/>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1" name="Text Box 122">
              <a:extLst>
                <a:ext uri="{FF2B5EF4-FFF2-40B4-BE49-F238E27FC236}">
                  <a16:creationId xmlns:a16="http://schemas.microsoft.com/office/drawing/2014/main" id="{F0900A4D-AB75-46F6-A67C-8CB343210AB5}"/>
                </a:ext>
              </a:extLst>
            </p:cNvPr>
            <p:cNvSpPr txBox="1">
              <a:spLocks noChangeArrowheads="1"/>
            </p:cNvSpPr>
            <p:nvPr/>
          </p:nvSpPr>
          <p:spPr bwMode="auto">
            <a:xfrm>
              <a:off x="1208" y="3801"/>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122" name="Text Box 123">
              <a:extLst>
                <a:ext uri="{FF2B5EF4-FFF2-40B4-BE49-F238E27FC236}">
                  <a16:creationId xmlns:a16="http://schemas.microsoft.com/office/drawing/2014/main" id="{C256C511-8D7D-4F78-AF72-94DB51AEE458}"/>
                </a:ext>
              </a:extLst>
            </p:cNvPr>
            <p:cNvSpPr txBox="1">
              <a:spLocks noChangeArrowheads="1"/>
            </p:cNvSpPr>
            <p:nvPr/>
          </p:nvSpPr>
          <p:spPr bwMode="auto">
            <a:xfrm>
              <a:off x="1208" y="3993"/>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3" name="Text Box 124">
              <a:extLst>
                <a:ext uri="{FF2B5EF4-FFF2-40B4-BE49-F238E27FC236}">
                  <a16:creationId xmlns:a16="http://schemas.microsoft.com/office/drawing/2014/main" id="{8F24DB61-2166-4258-AA8A-5E0FFA25DF15}"/>
                </a:ext>
              </a:extLst>
            </p:cNvPr>
            <p:cNvSpPr txBox="1">
              <a:spLocks noChangeArrowheads="1"/>
            </p:cNvSpPr>
            <p:nvPr/>
          </p:nvSpPr>
          <p:spPr bwMode="auto">
            <a:xfrm>
              <a:off x="2372" y="3801"/>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sp>
          <p:nvSpPr>
            <p:cNvPr id="124" name="Line 125">
              <a:extLst>
                <a:ext uri="{FF2B5EF4-FFF2-40B4-BE49-F238E27FC236}">
                  <a16:creationId xmlns:a16="http://schemas.microsoft.com/office/drawing/2014/main" id="{159363C3-B942-47F5-A54A-3745EEB9D214}"/>
                </a:ext>
              </a:extLst>
            </p:cNvPr>
            <p:cNvSpPr>
              <a:spLocks noChangeShapeType="1"/>
            </p:cNvSpPr>
            <p:nvPr/>
          </p:nvSpPr>
          <p:spPr bwMode="auto">
            <a:xfrm>
              <a:off x="2168" y="3993"/>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371666508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5"/>
                                        </p:tgtEl>
                                        <p:attrNameLst>
                                          <p:attrName>style.visibility</p:attrName>
                                        </p:attrNameLst>
                                      </p:cBhvr>
                                      <p:to>
                                        <p:strVal val="visible"/>
                                      </p:to>
                                    </p:set>
                                    <p:animEffect transition="in" filter="wipe(left)">
                                      <p:cBhvr>
                                        <p:cTn id="13" dur="3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left)">
                                      <p:cBhvr>
                                        <p:cTn id="23" dur="500"/>
                                        <p:tgtEl>
                                          <p:spTgt spid="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left)">
                                      <p:cBhvr>
                                        <p:cTn id="2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wipe(up)">
                                      <p:cBhvr>
                                        <p:cTn id="33" dur="500"/>
                                        <p:tgtEl>
                                          <p:spTgt spid="6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wipe(up)">
                                      <p:cBhvr>
                                        <p:cTn id="38" dur="500"/>
                                        <p:tgtEl>
                                          <p:spTgt spid="5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wipe(left)">
                                      <p:cBhvr>
                                        <p:cTn id="43" dur="500"/>
                                        <p:tgtEl>
                                          <p:spTgt spid="51"/>
                                        </p:tgtEl>
                                      </p:cBhvr>
                                    </p:animEffect>
                                  </p:childTnLst>
                                </p:cTn>
                              </p:par>
                            </p:childTnLst>
                          </p:cTn>
                        </p:par>
                        <p:par>
                          <p:cTn id="44" fill="hold">
                            <p:stCondLst>
                              <p:cond delay="500"/>
                            </p:stCondLst>
                            <p:childTnLst>
                              <p:par>
                                <p:cTn id="45" presetID="22" presetClass="entr" presetSubtype="8" fill="hold" grpId="0" nodeType="afterEffect">
                                  <p:stCondLst>
                                    <p:cond delay="2000"/>
                                  </p:stCondLst>
                                  <p:childTnLst>
                                    <p:set>
                                      <p:cBhvr>
                                        <p:cTn id="46" dur="1" fill="hold">
                                          <p:stCondLst>
                                            <p:cond delay="0"/>
                                          </p:stCondLst>
                                        </p:cTn>
                                        <p:tgtEl>
                                          <p:spTgt spid="76"/>
                                        </p:tgtEl>
                                        <p:attrNameLst>
                                          <p:attrName>style.visibility</p:attrName>
                                        </p:attrNameLst>
                                      </p:cBhvr>
                                      <p:to>
                                        <p:strVal val="visible"/>
                                      </p:to>
                                    </p:set>
                                    <p:animEffect transition="in" filter="wipe(left)">
                                      <p:cBhvr>
                                        <p:cTn id="47" dur="500"/>
                                        <p:tgtEl>
                                          <p:spTgt spid="7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wipe(up)">
                                      <p:cBhvr>
                                        <p:cTn id="52" dur="500"/>
                                        <p:tgtEl>
                                          <p:spTgt spid="77"/>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1+#ppt_w/2"/>
                                          </p:val>
                                        </p:tav>
                                        <p:tav tm="100000">
                                          <p:val>
                                            <p:strVal val="#ppt_x"/>
                                          </p:val>
                                        </p:tav>
                                      </p:tavLst>
                                    </p:anim>
                                    <p:anim calcmode="lin" valueType="num">
                                      <p:cBhvr additive="base">
                                        <p:cTn id="58"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84"/>
                                        </p:tgtEl>
                                        <p:attrNameLst>
                                          <p:attrName>style.visibility</p:attrName>
                                        </p:attrNameLst>
                                      </p:cBhvr>
                                      <p:to>
                                        <p:strVal val="visible"/>
                                      </p:to>
                                    </p:set>
                                    <p:anim calcmode="lin" valueType="num">
                                      <p:cBhvr additive="base">
                                        <p:cTn id="63" dur="500" fill="hold"/>
                                        <p:tgtEl>
                                          <p:spTgt spid="84"/>
                                        </p:tgtEl>
                                        <p:attrNameLst>
                                          <p:attrName>ppt_x</p:attrName>
                                        </p:attrNameLst>
                                      </p:cBhvr>
                                      <p:tavLst>
                                        <p:tav tm="0">
                                          <p:val>
                                            <p:strVal val="0-#ppt_w/2"/>
                                          </p:val>
                                        </p:tav>
                                        <p:tav tm="100000">
                                          <p:val>
                                            <p:strVal val="#ppt_x"/>
                                          </p:val>
                                        </p:tav>
                                      </p:tavLst>
                                    </p:anim>
                                    <p:anim calcmode="lin" valueType="num">
                                      <p:cBhvr additive="base">
                                        <p:cTn id="64"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85"/>
                                        </p:tgtEl>
                                        <p:attrNameLst>
                                          <p:attrName>style.visibility</p:attrName>
                                        </p:attrNameLst>
                                      </p:cBhvr>
                                      <p:to>
                                        <p:strVal val="visible"/>
                                      </p:to>
                                    </p:set>
                                    <p:animEffect transition="in" filter="wipe(left)">
                                      <p:cBhvr>
                                        <p:cTn id="69" dur="500"/>
                                        <p:tgtEl>
                                          <p:spTgt spid="85"/>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88"/>
                                        </p:tgtEl>
                                        <p:attrNameLst>
                                          <p:attrName>style.visibility</p:attrName>
                                        </p:attrNameLst>
                                      </p:cBhvr>
                                      <p:to>
                                        <p:strVal val="visible"/>
                                      </p:to>
                                    </p:set>
                                    <p:anim calcmode="lin" valueType="num">
                                      <p:cBhvr additive="base">
                                        <p:cTn id="74" dur="500" fill="hold"/>
                                        <p:tgtEl>
                                          <p:spTgt spid="88"/>
                                        </p:tgtEl>
                                        <p:attrNameLst>
                                          <p:attrName>ppt_x</p:attrName>
                                        </p:attrNameLst>
                                      </p:cBhvr>
                                      <p:tavLst>
                                        <p:tav tm="0">
                                          <p:val>
                                            <p:strVal val="0-#ppt_w/2"/>
                                          </p:val>
                                        </p:tav>
                                        <p:tav tm="100000">
                                          <p:val>
                                            <p:strVal val="#ppt_x"/>
                                          </p:val>
                                        </p:tav>
                                      </p:tavLst>
                                    </p:anim>
                                    <p:anim calcmode="lin" valueType="num">
                                      <p:cBhvr additive="base">
                                        <p:cTn id="75"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89"/>
                                        </p:tgtEl>
                                        <p:attrNameLst>
                                          <p:attrName>style.visibility</p:attrName>
                                        </p:attrNameLst>
                                      </p:cBhvr>
                                      <p:to>
                                        <p:strVal val="visible"/>
                                      </p:to>
                                    </p:set>
                                    <p:animEffect transition="in" filter="wipe(left)">
                                      <p:cBhvr>
                                        <p:cTn id="80" dur="500"/>
                                        <p:tgtEl>
                                          <p:spTgt spid="8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17"/>
                                        </p:tgtEl>
                                        <p:attrNameLst>
                                          <p:attrName>style.visibility</p:attrName>
                                        </p:attrNameLst>
                                      </p:cBhvr>
                                      <p:to>
                                        <p:strVal val="visible"/>
                                      </p:to>
                                    </p:set>
                                    <p:animEffect transition="in" filter="wipe(left)">
                                      <p:cBhvr>
                                        <p:cTn id="85" dur="500"/>
                                        <p:tgtEl>
                                          <p:spTgt spid="11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01"/>
                                        </p:tgtEl>
                                        <p:attrNameLst>
                                          <p:attrName>style.visibility</p:attrName>
                                        </p:attrNameLst>
                                      </p:cBhvr>
                                      <p:to>
                                        <p:strVal val="visible"/>
                                      </p:to>
                                    </p:set>
                                    <p:animEffect transition="in" filter="wipe(left)">
                                      <p:cBhvr>
                                        <p:cTn id="90"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40" grpId="0" autoUpdateAnimBg="0"/>
      <p:bldP spid="51" grpId="0" autoUpdateAnimBg="0"/>
      <p:bldP spid="76" grpId="0" autoUpdateAnimBg="0"/>
      <p:bldP spid="84" grpId="0" autoUpdateAnimBg="0"/>
      <p:bldP spid="8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0CFE399-6890-40F0-A01F-F48DF3F32212}"/>
              </a:ext>
            </a:extLst>
          </p:cNvPr>
          <p:cNvSpPr txBox="1">
            <a:spLocks noChangeArrowheads="1"/>
          </p:cNvSpPr>
          <p:nvPr/>
        </p:nvSpPr>
        <p:spPr>
          <a:xfrm>
            <a:off x="228600" y="228600"/>
            <a:ext cx="2932113" cy="533400"/>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2800">
                <a:solidFill>
                  <a:srgbClr val="1F08F8"/>
                </a:solidFill>
              </a:rPr>
              <a:t>2</a:t>
            </a:r>
            <a:r>
              <a:rPr lang="zh-CN" altLang="en-US" sz="2800">
                <a:solidFill>
                  <a:srgbClr val="1F08F8"/>
                </a:solidFill>
              </a:rPr>
              <a:t>、</a:t>
            </a:r>
            <a:r>
              <a:rPr lang="zh-CN" altLang="en-US" sz="2800">
                <a:solidFill>
                  <a:srgbClr val="1F08F8"/>
                </a:solidFill>
                <a:latin typeface="Times New Roman" panose="02020603050405020304" pitchFamily="18" charset="0"/>
              </a:rPr>
              <a:t>“</a:t>
            </a:r>
            <a:r>
              <a:rPr lang="zh-CN" altLang="en-US" sz="2800">
                <a:solidFill>
                  <a:srgbClr val="1F08F8"/>
                </a:solidFill>
              </a:rPr>
              <a:t>或</a:t>
            </a:r>
            <a:r>
              <a:rPr lang="zh-CN" altLang="en-US" sz="2800">
                <a:solidFill>
                  <a:srgbClr val="1F08F8"/>
                </a:solidFill>
                <a:latin typeface="Times New Roman" panose="02020603050405020304" pitchFamily="18" charset="0"/>
              </a:rPr>
              <a:t>”</a:t>
            </a:r>
            <a:r>
              <a:rPr lang="zh-CN" altLang="en-US" sz="2800">
                <a:solidFill>
                  <a:srgbClr val="1F08F8"/>
                </a:solidFill>
              </a:rPr>
              <a:t>运算</a:t>
            </a:r>
            <a:endParaRPr lang="zh-CN" altLang="en-US" sz="2800" dirty="0">
              <a:solidFill>
                <a:srgbClr val="1F08F8"/>
              </a:solidFill>
            </a:endParaRPr>
          </a:p>
        </p:txBody>
      </p:sp>
      <p:grpSp>
        <p:nvGrpSpPr>
          <p:cNvPr id="3" name="Group 3">
            <a:extLst>
              <a:ext uri="{FF2B5EF4-FFF2-40B4-BE49-F238E27FC236}">
                <a16:creationId xmlns:a16="http://schemas.microsoft.com/office/drawing/2014/main" id="{A4C62524-8349-49F6-9114-BF81CB781254}"/>
              </a:ext>
            </a:extLst>
          </p:cNvPr>
          <p:cNvGrpSpPr>
            <a:grpSpLocks/>
          </p:cNvGrpSpPr>
          <p:nvPr/>
        </p:nvGrpSpPr>
        <p:grpSpPr bwMode="auto">
          <a:xfrm>
            <a:off x="347663" y="884238"/>
            <a:ext cx="3686175" cy="2308225"/>
            <a:chOff x="219" y="557"/>
            <a:chExt cx="2322" cy="1454"/>
          </a:xfrm>
        </p:grpSpPr>
        <p:sp>
          <p:nvSpPr>
            <p:cNvPr id="4" name="Text Box 4">
              <a:extLst>
                <a:ext uri="{FF2B5EF4-FFF2-40B4-BE49-F238E27FC236}">
                  <a16:creationId xmlns:a16="http://schemas.microsoft.com/office/drawing/2014/main" id="{838A4280-2316-490E-91A4-1995F4EFBA50}"/>
                </a:ext>
              </a:extLst>
            </p:cNvPr>
            <p:cNvSpPr txBox="1">
              <a:spLocks noChangeArrowheads="1"/>
            </p:cNvSpPr>
            <p:nvPr/>
          </p:nvSpPr>
          <p:spPr bwMode="auto">
            <a:xfrm>
              <a:off x="1296" y="557"/>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5" name="Line 5">
              <a:extLst>
                <a:ext uri="{FF2B5EF4-FFF2-40B4-BE49-F238E27FC236}">
                  <a16:creationId xmlns:a16="http://schemas.microsoft.com/office/drawing/2014/main" id="{A2344235-5621-4139-8603-9CBF30838961}"/>
                </a:ext>
              </a:extLst>
            </p:cNvPr>
            <p:cNvSpPr>
              <a:spLocks noChangeShapeType="1"/>
            </p:cNvSpPr>
            <p:nvPr/>
          </p:nvSpPr>
          <p:spPr bwMode="auto">
            <a:xfrm>
              <a:off x="1056" y="1154"/>
              <a:ext cx="432"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 name="Line 6">
              <a:extLst>
                <a:ext uri="{FF2B5EF4-FFF2-40B4-BE49-F238E27FC236}">
                  <a16:creationId xmlns:a16="http://schemas.microsoft.com/office/drawing/2014/main" id="{E34430C5-2260-4408-A779-AE9101AD8570}"/>
                </a:ext>
              </a:extLst>
            </p:cNvPr>
            <p:cNvSpPr>
              <a:spLocks noChangeShapeType="1"/>
            </p:cNvSpPr>
            <p:nvPr/>
          </p:nvSpPr>
          <p:spPr bwMode="auto">
            <a:xfrm flipV="1">
              <a:off x="1488" y="989"/>
              <a:ext cx="336" cy="165"/>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 name="Line 7">
              <a:extLst>
                <a:ext uri="{FF2B5EF4-FFF2-40B4-BE49-F238E27FC236}">
                  <a16:creationId xmlns:a16="http://schemas.microsoft.com/office/drawing/2014/main" id="{0DFD7D00-3503-4AE8-A596-2AA53B867862}"/>
                </a:ext>
              </a:extLst>
            </p:cNvPr>
            <p:cNvSpPr>
              <a:spLocks noChangeShapeType="1"/>
            </p:cNvSpPr>
            <p:nvPr/>
          </p:nvSpPr>
          <p:spPr bwMode="auto">
            <a:xfrm>
              <a:off x="1056" y="866"/>
              <a:ext cx="432"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Line 8">
              <a:extLst>
                <a:ext uri="{FF2B5EF4-FFF2-40B4-BE49-F238E27FC236}">
                  <a16:creationId xmlns:a16="http://schemas.microsoft.com/office/drawing/2014/main" id="{0F8FCAA2-4CEC-45BA-9290-F6ED374C39ED}"/>
                </a:ext>
              </a:extLst>
            </p:cNvPr>
            <p:cNvSpPr>
              <a:spLocks noChangeShapeType="1"/>
            </p:cNvSpPr>
            <p:nvPr/>
          </p:nvSpPr>
          <p:spPr bwMode="auto">
            <a:xfrm flipV="1">
              <a:off x="1488" y="701"/>
              <a:ext cx="336" cy="165"/>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Line 9">
              <a:extLst>
                <a:ext uri="{FF2B5EF4-FFF2-40B4-BE49-F238E27FC236}">
                  <a16:creationId xmlns:a16="http://schemas.microsoft.com/office/drawing/2014/main" id="{F02B2885-D6CC-4B0F-B84D-4E70BF64F419}"/>
                </a:ext>
              </a:extLst>
            </p:cNvPr>
            <p:cNvSpPr>
              <a:spLocks noChangeShapeType="1"/>
            </p:cNvSpPr>
            <p:nvPr/>
          </p:nvSpPr>
          <p:spPr bwMode="auto">
            <a:xfrm>
              <a:off x="1056" y="1400"/>
              <a:ext cx="432"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Line 10">
              <a:extLst>
                <a:ext uri="{FF2B5EF4-FFF2-40B4-BE49-F238E27FC236}">
                  <a16:creationId xmlns:a16="http://schemas.microsoft.com/office/drawing/2014/main" id="{6AC6F043-B5A5-4D16-97E1-5B9D3A162097}"/>
                </a:ext>
              </a:extLst>
            </p:cNvPr>
            <p:cNvSpPr>
              <a:spLocks noChangeShapeType="1"/>
            </p:cNvSpPr>
            <p:nvPr/>
          </p:nvSpPr>
          <p:spPr bwMode="auto">
            <a:xfrm flipV="1">
              <a:off x="1488" y="1229"/>
              <a:ext cx="288" cy="171"/>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Line 11">
              <a:extLst>
                <a:ext uri="{FF2B5EF4-FFF2-40B4-BE49-F238E27FC236}">
                  <a16:creationId xmlns:a16="http://schemas.microsoft.com/office/drawing/2014/main" id="{B53638E1-E692-4641-9412-9E8CD21E0008}"/>
                </a:ext>
              </a:extLst>
            </p:cNvPr>
            <p:cNvSpPr>
              <a:spLocks noChangeShapeType="1"/>
            </p:cNvSpPr>
            <p:nvPr/>
          </p:nvSpPr>
          <p:spPr bwMode="auto">
            <a:xfrm>
              <a:off x="2015" y="1154"/>
              <a:ext cx="384"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Line 12">
              <a:extLst>
                <a:ext uri="{FF2B5EF4-FFF2-40B4-BE49-F238E27FC236}">
                  <a16:creationId xmlns:a16="http://schemas.microsoft.com/office/drawing/2014/main" id="{E6E433DA-2956-4355-AE24-3F6143AA0190}"/>
                </a:ext>
              </a:extLst>
            </p:cNvPr>
            <p:cNvSpPr>
              <a:spLocks noChangeShapeType="1"/>
            </p:cNvSpPr>
            <p:nvPr/>
          </p:nvSpPr>
          <p:spPr bwMode="auto">
            <a:xfrm>
              <a:off x="2399" y="1154"/>
              <a:ext cx="0" cy="452"/>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Line 13">
              <a:extLst>
                <a:ext uri="{FF2B5EF4-FFF2-40B4-BE49-F238E27FC236}">
                  <a16:creationId xmlns:a16="http://schemas.microsoft.com/office/drawing/2014/main" id="{B2E679D8-2FB9-40E9-8651-375C5D8EDE46}"/>
                </a:ext>
              </a:extLst>
            </p:cNvPr>
            <p:cNvSpPr>
              <a:spLocks noChangeShapeType="1"/>
            </p:cNvSpPr>
            <p:nvPr/>
          </p:nvSpPr>
          <p:spPr bwMode="auto">
            <a:xfrm>
              <a:off x="2399" y="1709"/>
              <a:ext cx="0" cy="291"/>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88AF9D5E-774F-4B3E-9F37-2574F39E5F0A}"/>
                </a:ext>
              </a:extLst>
            </p:cNvPr>
            <p:cNvSpPr>
              <a:spLocks noChangeShapeType="1"/>
            </p:cNvSpPr>
            <p:nvPr/>
          </p:nvSpPr>
          <p:spPr bwMode="auto">
            <a:xfrm>
              <a:off x="746" y="1154"/>
              <a:ext cx="0" cy="329"/>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E5CF540F-9877-414D-8482-545773C76B08}"/>
                </a:ext>
              </a:extLst>
            </p:cNvPr>
            <p:cNvSpPr>
              <a:spLocks noChangeShapeType="1"/>
            </p:cNvSpPr>
            <p:nvPr/>
          </p:nvSpPr>
          <p:spPr bwMode="auto">
            <a:xfrm>
              <a:off x="746" y="1757"/>
              <a:ext cx="0" cy="254"/>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Line 16">
              <a:extLst>
                <a:ext uri="{FF2B5EF4-FFF2-40B4-BE49-F238E27FC236}">
                  <a16:creationId xmlns:a16="http://schemas.microsoft.com/office/drawing/2014/main" id="{6B6985EF-FA02-40B7-A927-65618276F0D9}"/>
                </a:ext>
              </a:extLst>
            </p:cNvPr>
            <p:cNvSpPr>
              <a:spLocks noChangeShapeType="1"/>
            </p:cNvSpPr>
            <p:nvPr/>
          </p:nvSpPr>
          <p:spPr bwMode="auto">
            <a:xfrm>
              <a:off x="739" y="1998"/>
              <a:ext cx="1664"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Line 17">
              <a:extLst>
                <a:ext uri="{FF2B5EF4-FFF2-40B4-BE49-F238E27FC236}">
                  <a16:creationId xmlns:a16="http://schemas.microsoft.com/office/drawing/2014/main" id="{67E1246D-D036-411A-A0A1-4770817A5B27}"/>
                </a:ext>
              </a:extLst>
            </p:cNvPr>
            <p:cNvSpPr>
              <a:spLocks noChangeShapeType="1"/>
            </p:cNvSpPr>
            <p:nvPr/>
          </p:nvSpPr>
          <p:spPr bwMode="auto">
            <a:xfrm>
              <a:off x="2253" y="1627"/>
              <a:ext cx="288"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8" name="Line 18">
              <a:extLst>
                <a:ext uri="{FF2B5EF4-FFF2-40B4-BE49-F238E27FC236}">
                  <a16:creationId xmlns:a16="http://schemas.microsoft.com/office/drawing/2014/main" id="{1D8F305E-FB4E-4C4A-AFE0-D60AA8379824}"/>
                </a:ext>
              </a:extLst>
            </p:cNvPr>
            <p:cNvSpPr>
              <a:spLocks noChangeShapeType="1"/>
            </p:cNvSpPr>
            <p:nvPr/>
          </p:nvSpPr>
          <p:spPr bwMode="auto">
            <a:xfrm>
              <a:off x="2349" y="1709"/>
              <a:ext cx="96"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Text Box 19">
              <a:extLst>
                <a:ext uri="{FF2B5EF4-FFF2-40B4-BE49-F238E27FC236}">
                  <a16:creationId xmlns:a16="http://schemas.microsoft.com/office/drawing/2014/main" id="{67F72701-190E-4C39-99AC-857FFD956526}"/>
                </a:ext>
              </a:extLst>
            </p:cNvPr>
            <p:cNvSpPr txBox="1">
              <a:spLocks noChangeArrowheads="1"/>
            </p:cNvSpPr>
            <p:nvPr/>
          </p:nvSpPr>
          <p:spPr bwMode="auto">
            <a:xfrm>
              <a:off x="2025" y="1546"/>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3300"/>
                  </a:solidFill>
                  <a:effectLst/>
                  <a:uLnTx/>
                  <a:uFillTx/>
                  <a:latin typeface="Times New Roman" panose="02020603050405020304" pitchFamily="18" charset="0"/>
                  <a:ea typeface="幼圆" panose="02010509060101010101" pitchFamily="49" charset="-122"/>
                  <a:cs typeface="+mn-cs"/>
                </a:rPr>
                <a:t>E</a:t>
              </a:r>
              <a:endParaRPr kumimoji="1" lang="en-US" altLang="zh-CN" sz="2400" b="0" i="0" u="none" strike="noStrike" kern="1200" cap="none" spc="0" normalizeH="0" baseline="0" noProof="0" dirty="0">
                <a:ln>
                  <a:noFill/>
                </a:ln>
                <a:solidFill>
                  <a:srgbClr val="FF3300"/>
                </a:solidFill>
                <a:effectLst/>
                <a:uLnTx/>
                <a:uFillTx/>
                <a:latin typeface="Times New Roman" panose="02020603050405020304" pitchFamily="18" charset="0"/>
                <a:ea typeface="幼圆" panose="02010509060101010101" pitchFamily="49" charset="-122"/>
                <a:cs typeface="+mn-cs"/>
              </a:endParaRPr>
            </a:p>
          </p:txBody>
        </p:sp>
        <p:sp>
          <p:nvSpPr>
            <p:cNvPr id="20" name="Text Box 20">
              <a:extLst>
                <a:ext uri="{FF2B5EF4-FFF2-40B4-BE49-F238E27FC236}">
                  <a16:creationId xmlns:a16="http://schemas.microsoft.com/office/drawing/2014/main" id="{F5104E82-43A3-4AED-B342-6CDA7E128F67}"/>
                </a:ext>
              </a:extLst>
            </p:cNvPr>
            <p:cNvSpPr txBox="1">
              <a:spLocks noChangeArrowheads="1"/>
            </p:cNvSpPr>
            <p:nvPr/>
          </p:nvSpPr>
          <p:spPr bwMode="auto">
            <a:xfrm>
              <a:off x="1296" y="845"/>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21" name="Text Box 21">
              <a:extLst>
                <a:ext uri="{FF2B5EF4-FFF2-40B4-BE49-F238E27FC236}">
                  <a16:creationId xmlns:a16="http://schemas.microsoft.com/office/drawing/2014/main" id="{5B5975E2-4F6D-42DE-A488-9559A2579C66}"/>
                </a:ext>
              </a:extLst>
            </p:cNvPr>
            <p:cNvSpPr txBox="1">
              <a:spLocks noChangeArrowheads="1"/>
            </p:cNvSpPr>
            <p:nvPr/>
          </p:nvSpPr>
          <p:spPr bwMode="auto">
            <a:xfrm>
              <a:off x="1296" y="1133"/>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rPr>
                <a:t>C</a:t>
              </a:r>
            </a:p>
          </p:txBody>
        </p:sp>
        <p:grpSp>
          <p:nvGrpSpPr>
            <p:cNvPr id="22" name="Group 22">
              <a:extLst>
                <a:ext uri="{FF2B5EF4-FFF2-40B4-BE49-F238E27FC236}">
                  <a16:creationId xmlns:a16="http://schemas.microsoft.com/office/drawing/2014/main" id="{7BDBFB01-0307-459A-847D-DE1C7D313B13}"/>
                </a:ext>
              </a:extLst>
            </p:cNvPr>
            <p:cNvGrpSpPr>
              <a:grpSpLocks/>
            </p:cNvGrpSpPr>
            <p:nvPr/>
          </p:nvGrpSpPr>
          <p:grpSpPr bwMode="auto">
            <a:xfrm>
              <a:off x="554" y="1469"/>
              <a:ext cx="336" cy="288"/>
              <a:chOff x="3888" y="1872"/>
              <a:chExt cx="336" cy="336"/>
            </a:xfrm>
          </p:grpSpPr>
          <p:sp>
            <p:nvSpPr>
              <p:cNvPr id="42" name="Oval 23">
                <a:extLst>
                  <a:ext uri="{FF2B5EF4-FFF2-40B4-BE49-F238E27FC236}">
                    <a16:creationId xmlns:a16="http://schemas.microsoft.com/office/drawing/2014/main" id="{8E3541BB-40A2-4EA4-9970-CA8E59D98AF5}"/>
                  </a:ext>
                </a:extLst>
              </p:cNvPr>
              <p:cNvSpPr>
                <a:spLocks noChangeArrowheads="1"/>
              </p:cNvSpPr>
              <p:nvPr/>
            </p:nvSpPr>
            <p:spPr bwMode="auto">
              <a:xfrm>
                <a:off x="3888" y="1872"/>
                <a:ext cx="336" cy="336"/>
              </a:xfrm>
              <a:prstGeom prst="ellipse">
                <a:avLst/>
              </a:prstGeom>
              <a:noFill/>
              <a:ln w="38100">
                <a:solidFill>
                  <a:srgbClr val="1F08F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3" name="Line 24">
                <a:extLst>
                  <a:ext uri="{FF2B5EF4-FFF2-40B4-BE49-F238E27FC236}">
                    <a16:creationId xmlns:a16="http://schemas.microsoft.com/office/drawing/2014/main" id="{0E91C088-781F-4477-BC07-6AAC916D8BF1}"/>
                  </a:ext>
                </a:extLst>
              </p:cNvPr>
              <p:cNvSpPr>
                <a:spLocks noChangeShapeType="1"/>
              </p:cNvSpPr>
              <p:nvPr/>
            </p:nvSpPr>
            <p:spPr bwMode="auto">
              <a:xfrm flipH="1">
                <a:off x="3888" y="1968"/>
                <a:ext cx="288" cy="144"/>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4" name="Line 25">
                <a:extLst>
                  <a:ext uri="{FF2B5EF4-FFF2-40B4-BE49-F238E27FC236}">
                    <a16:creationId xmlns:a16="http://schemas.microsoft.com/office/drawing/2014/main" id="{158B1523-5A46-4FF4-9939-3C4A09610954}"/>
                  </a:ext>
                </a:extLst>
              </p:cNvPr>
              <p:cNvSpPr>
                <a:spLocks noChangeShapeType="1"/>
              </p:cNvSpPr>
              <p:nvPr/>
            </p:nvSpPr>
            <p:spPr bwMode="auto">
              <a:xfrm>
                <a:off x="3984" y="1920"/>
                <a:ext cx="192" cy="24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3" name="Text Box 26">
              <a:extLst>
                <a:ext uri="{FF2B5EF4-FFF2-40B4-BE49-F238E27FC236}">
                  <a16:creationId xmlns:a16="http://schemas.microsoft.com/office/drawing/2014/main" id="{8C6DC507-7C54-42F4-ADDF-5851BBC89671}"/>
                </a:ext>
              </a:extLst>
            </p:cNvPr>
            <p:cNvSpPr txBox="1">
              <a:spLocks noChangeArrowheads="1"/>
            </p:cNvSpPr>
            <p:nvPr/>
          </p:nvSpPr>
          <p:spPr bwMode="auto">
            <a:xfrm>
              <a:off x="219" y="1450"/>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幼圆" panose="02010509060101010101" pitchFamily="49" charset="-122"/>
                  <a:cs typeface="+mn-cs"/>
                </a:rPr>
                <a:t>F</a:t>
              </a:r>
              <a:endPar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幼圆" panose="02010509060101010101" pitchFamily="49" charset="-122"/>
                <a:cs typeface="+mn-cs"/>
              </a:endParaRPr>
            </a:p>
          </p:txBody>
        </p:sp>
        <p:sp>
          <p:nvSpPr>
            <p:cNvPr id="24" name="Line 27">
              <a:extLst>
                <a:ext uri="{FF2B5EF4-FFF2-40B4-BE49-F238E27FC236}">
                  <a16:creationId xmlns:a16="http://schemas.microsoft.com/office/drawing/2014/main" id="{5861F2A0-4392-43CE-AC56-196CA3C26D0D}"/>
                </a:ext>
              </a:extLst>
            </p:cNvPr>
            <p:cNvSpPr>
              <a:spLocks noChangeShapeType="1"/>
            </p:cNvSpPr>
            <p:nvPr/>
          </p:nvSpPr>
          <p:spPr bwMode="auto">
            <a:xfrm>
              <a:off x="1056" y="866"/>
              <a:ext cx="0" cy="534"/>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Line 28">
              <a:extLst>
                <a:ext uri="{FF2B5EF4-FFF2-40B4-BE49-F238E27FC236}">
                  <a16:creationId xmlns:a16="http://schemas.microsoft.com/office/drawing/2014/main" id="{CC20055B-7AF4-41B5-A8B5-E546D24C573F}"/>
                </a:ext>
              </a:extLst>
            </p:cNvPr>
            <p:cNvSpPr>
              <a:spLocks noChangeShapeType="1"/>
            </p:cNvSpPr>
            <p:nvPr/>
          </p:nvSpPr>
          <p:spPr bwMode="auto">
            <a:xfrm>
              <a:off x="739" y="1154"/>
              <a:ext cx="317"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29">
              <a:extLst>
                <a:ext uri="{FF2B5EF4-FFF2-40B4-BE49-F238E27FC236}">
                  <a16:creationId xmlns:a16="http://schemas.microsoft.com/office/drawing/2014/main" id="{8F2267AA-05F9-4F8C-9EDB-451165D780BA}"/>
                </a:ext>
              </a:extLst>
            </p:cNvPr>
            <p:cNvSpPr>
              <a:spLocks noChangeShapeType="1"/>
            </p:cNvSpPr>
            <p:nvPr/>
          </p:nvSpPr>
          <p:spPr bwMode="auto">
            <a:xfrm>
              <a:off x="1728" y="866"/>
              <a:ext cx="240"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Line 30">
              <a:extLst>
                <a:ext uri="{FF2B5EF4-FFF2-40B4-BE49-F238E27FC236}">
                  <a16:creationId xmlns:a16="http://schemas.microsoft.com/office/drawing/2014/main" id="{C6D5664B-9154-425F-83FB-295F0AD44F3E}"/>
                </a:ext>
              </a:extLst>
            </p:cNvPr>
            <p:cNvSpPr>
              <a:spLocks noChangeShapeType="1"/>
            </p:cNvSpPr>
            <p:nvPr/>
          </p:nvSpPr>
          <p:spPr bwMode="auto">
            <a:xfrm>
              <a:off x="1728" y="1154"/>
              <a:ext cx="240"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 name="Line 31">
              <a:extLst>
                <a:ext uri="{FF2B5EF4-FFF2-40B4-BE49-F238E27FC236}">
                  <a16:creationId xmlns:a16="http://schemas.microsoft.com/office/drawing/2014/main" id="{822D9DD2-F7C5-4472-963C-CA37E3401937}"/>
                </a:ext>
              </a:extLst>
            </p:cNvPr>
            <p:cNvSpPr>
              <a:spLocks noChangeShapeType="1"/>
            </p:cNvSpPr>
            <p:nvPr/>
          </p:nvSpPr>
          <p:spPr bwMode="auto">
            <a:xfrm>
              <a:off x="1728" y="1400"/>
              <a:ext cx="240"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Line 32">
              <a:extLst>
                <a:ext uri="{FF2B5EF4-FFF2-40B4-BE49-F238E27FC236}">
                  <a16:creationId xmlns:a16="http://schemas.microsoft.com/office/drawing/2014/main" id="{AD49074A-79B6-4352-8223-C344F048CDA8}"/>
                </a:ext>
              </a:extLst>
            </p:cNvPr>
            <p:cNvSpPr>
              <a:spLocks noChangeShapeType="1"/>
            </p:cNvSpPr>
            <p:nvPr/>
          </p:nvSpPr>
          <p:spPr bwMode="auto">
            <a:xfrm>
              <a:off x="1968" y="866"/>
              <a:ext cx="0" cy="534"/>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Line 33">
              <a:extLst>
                <a:ext uri="{FF2B5EF4-FFF2-40B4-BE49-F238E27FC236}">
                  <a16:creationId xmlns:a16="http://schemas.microsoft.com/office/drawing/2014/main" id="{95999B0E-094F-4FA3-894C-E5E4A1FCCB2B}"/>
                </a:ext>
              </a:extLst>
            </p:cNvPr>
            <p:cNvSpPr>
              <a:spLocks noChangeShapeType="1"/>
            </p:cNvSpPr>
            <p:nvPr/>
          </p:nvSpPr>
          <p:spPr bwMode="auto">
            <a:xfrm>
              <a:off x="1968" y="1154"/>
              <a:ext cx="430" cy="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31" name="Group 34">
              <a:extLst>
                <a:ext uri="{FF2B5EF4-FFF2-40B4-BE49-F238E27FC236}">
                  <a16:creationId xmlns:a16="http://schemas.microsoft.com/office/drawing/2014/main" id="{E10BD6C3-6966-461B-90C2-061BB2A66201}"/>
                </a:ext>
              </a:extLst>
            </p:cNvPr>
            <p:cNvGrpSpPr>
              <a:grpSpLocks/>
            </p:cNvGrpSpPr>
            <p:nvPr/>
          </p:nvGrpSpPr>
          <p:grpSpPr bwMode="auto">
            <a:xfrm>
              <a:off x="554" y="1469"/>
              <a:ext cx="336" cy="288"/>
              <a:chOff x="3888" y="1872"/>
              <a:chExt cx="336" cy="336"/>
            </a:xfrm>
          </p:grpSpPr>
          <p:sp>
            <p:nvSpPr>
              <p:cNvPr id="39" name="Oval 35">
                <a:extLst>
                  <a:ext uri="{FF2B5EF4-FFF2-40B4-BE49-F238E27FC236}">
                    <a16:creationId xmlns:a16="http://schemas.microsoft.com/office/drawing/2014/main" id="{4CBCE1F5-E63E-4E2B-B9B4-4DFD45196902}"/>
                  </a:ext>
                </a:extLst>
              </p:cNvPr>
              <p:cNvSpPr>
                <a:spLocks noChangeArrowheads="1"/>
              </p:cNvSpPr>
              <p:nvPr/>
            </p:nvSpPr>
            <p:spPr bwMode="auto">
              <a:xfrm>
                <a:off x="3888" y="1872"/>
                <a:ext cx="336" cy="336"/>
              </a:xfrm>
              <a:prstGeom prst="ellipse">
                <a:avLst/>
              </a:prstGeom>
              <a:solidFill>
                <a:srgbClr val="FFFF99"/>
              </a:solidFill>
              <a:ln w="38100">
                <a:solidFill>
                  <a:srgbClr val="1F08F8"/>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0" name="Line 36">
                <a:extLst>
                  <a:ext uri="{FF2B5EF4-FFF2-40B4-BE49-F238E27FC236}">
                    <a16:creationId xmlns:a16="http://schemas.microsoft.com/office/drawing/2014/main" id="{7F603D92-5A85-4A17-9A53-5DCAA1F22B70}"/>
                  </a:ext>
                </a:extLst>
              </p:cNvPr>
              <p:cNvSpPr>
                <a:spLocks noChangeShapeType="1"/>
              </p:cNvSpPr>
              <p:nvPr/>
            </p:nvSpPr>
            <p:spPr bwMode="auto">
              <a:xfrm flipH="1">
                <a:off x="3888" y="1968"/>
                <a:ext cx="288" cy="144"/>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1" name="Line 37">
                <a:extLst>
                  <a:ext uri="{FF2B5EF4-FFF2-40B4-BE49-F238E27FC236}">
                    <a16:creationId xmlns:a16="http://schemas.microsoft.com/office/drawing/2014/main" id="{D4D20E6F-35F0-4B72-8E70-36CF04956532}"/>
                  </a:ext>
                </a:extLst>
              </p:cNvPr>
              <p:cNvSpPr>
                <a:spLocks noChangeShapeType="1"/>
              </p:cNvSpPr>
              <p:nvPr/>
            </p:nvSpPr>
            <p:spPr bwMode="auto">
              <a:xfrm>
                <a:off x="3984" y="1920"/>
                <a:ext cx="192" cy="240"/>
              </a:xfrm>
              <a:prstGeom prst="line">
                <a:avLst/>
              </a:prstGeom>
              <a:noFill/>
              <a:ln w="38100">
                <a:solidFill>
                  <a:srgbClr val="1F08F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32" name="Group 38">
              <a:extLst>
                <a:ext uri="{FF2B5EF4-FFF2-40B4-BE49-F238E27FC236}">
                  <a16:creationId xmlns:a16="http://schemas.microsoft.com/office/drawing/2014/main" id="{25370755-D36D-4106-8EAB-887B95F7CA0C}"/>
                </a:ext>
              </a:extLst>
            </p:cNvPr>
            <p:cNvGrpSpPr>
              <a:grpSpLocks/>
            </p:cNvGrpSpPr>
            <p:nvPr/>
          </p:nvGrpSpPr>
          <p:grpSpPr bwMode="auto">
            <a:xfrm>
              <a:off x="424" y="1327"/>
              <a:ext cx="591" cy="540"/>
              <a:chOff x="1248" y="1572"/>
              <a:chExt cx="624" cy="540"/>
            </a:xfrm>
          </p:grpSpPr>
          <p:sp>
            <p:nvSpPr>
              <p:cNvPr id="35" name="Line 39">
                <a:extLst>
                  <a:ext uri="{FF2B5EF4-FFF2-40B4-BE49-F238E27FC236}">
                    <a16:creationId xmlns:a16="http://schemas.microsoft.com/office/drawing/2014/main" id="{73939A87-0947-451B-9CA5-A30284BDFD8D}"/>
                  </a:ext>
                </a:extLst>
              </p:cNvPr>
              <p:cNvSpPr>
                <a:spLocks noChangeShapeType="1"/>
              </p:cNvSpPr>
              <p:nvPr/>
            </p:nvSpPr>
            <p:spPr bwMode="auto">
              <a:xfrm flipV="1">
                <a:off x="1728" y="1632"/>
                <a:ext cx="144" cy="96"/>
              </a:xfrm>
              <a:prstGeom prst="line">
                <a:avLst/>
              </a:prstGeom>
              <a:noFill/>
              <a:ln w="38100">
                <a:solidFill>
                  <a:srgbClr val="1F08F8"/>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40">
                <a:extLst>
                  <a:ext uri="{FF2B5EF4-FFF2-40B4-BE49-F238E27FC236}">
                    <a16:creationId xmlns:a16="http://schemas.microsoft.com/office/drawing/2014/main" id="{6D6E1E13-0F3A-492B-9249-E1F3707D2006}"/>
                  </a:ext>
                </a:extLst>
              </p:cNvPr>
              <p:cNvSpPr>
                <a:spLocks noChangeShapeType="1"/>
              </p:cNvSpPr>
              <p:nvPr/>
            </p:nvSpPr>
            <p:spPr bwMode="auto">
              <a:xfrm flipV="1">
                <a:off x="1248" y="2016"/>
                <a:ext cx="144" cy="96"/>
              </a:xfrm>
              <a:prstGeom prst="line">
                <a:avLst/>
              </a:prstGeom>
              <a:noFill/>
              <a:ln w="38100">
                <a:solidFill>
                  <a:srgbClr val="1F08F8"/>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41">
                <a:extLst>
                  <a:ext uri="{FF2B5EF4-FFF2-40B4-BE49-F238E27FC236}">
                    <a16:creationId xmlns:a16="http://schemas.microsoft.com/office/drawing/2014/main" id="{05AB8098-59CB-4F0D-9FAC-B25E1A5D2785}"/>
                  </a:ext>
                </a:extLst>
              </p:cNvPr>
              <p:cNvSpPr>
                <a:spLocks noChangeShapeType="1"/>
              </p:cNvSpPr>
              <p:nvPr/>
            </p:nvSpPr>
            <p:spPr bwMode="auto">
              <a:xfrm rot="15209738" flipV="1">
                <a:off x="1704" y="1992"/>
                <a:ext cx="144" cy="96"/>
              </a:xfrm>
              <a:prstGeom prst="line">
                <a:avLst/>
              </a:prstGeom>
              <a:noFill/>
              <a:ln w="38100">
                <a:solidFill>
                  <a:srgbClr val="1F08F8"/>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8" name="Line 42">
                <a:extLst>
                  <a:ext uri="{FF2B5EF4-FFF2-40B4-BE49-F238E27FC236}">
                    <a16:creationId xmlns:a16="http://schemas.microsoft.com/office/drawing/2014/main" id="{CB9C366D-E1FC-482F-8ADA-CEE76E33F1EE}"/>
                  </a:ext>
                </a:extLst>
              </p:cNvPr>
              <p:cNvSpPr>
                <a:spLocks noChangeShapeType="1"/>
              </p:cNvSpPr>
              <p:nvPr/>
            </p:nvSpPr>
            <p:spPr bwMode="auto">
              <a:xfrm rot="15209738" flipV="1">
                <a:off x="1224" y="1596"/>
                <a:ext cx="144" cy="96"/>
              </a:xfrm>
              <a:prstGeom prst="line">
                <a:avLst/>
              </a:prstGeom>
              <a:noFill/>
              <a:ln w="38100">
                <a:solidFill>
                  <a:srgbClr val="1F08F8"/>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33" name="Oval 43">
              <a:extLst>
                <a:ext uri="{FF2B5EF4-FFF2-40B4-BE49-F238E27FC236}">
                  <a16:creationId xmlns:a16="http://schemas.microsoft.com/office/drawing/2014/main" id="{CBB54437-E0AD-4170-8EFF-0FC217019BAE}"/>
                </a:ext>
              </a:extLst>
            </p:cNvPr>
            <p:cNvSpPr>
              <a:spLocks noChangeArrowheads="1"/>
            </p:cNvSpPr>
            <p:nvPr/>
          </p:nvSpPr>
          <p:spPr bwMode="auto">
            <a:xfrm>
              <a:off x="1030" y="1133"/>
              <a:ext cx="48" cy="48"/>
            </a:xfrm>
            <a:prstGeom prst="ellipse">
              <a:avLst/>
            </a:prstGeom>
            <a:solidFill>
              <a:schemeClr val="tx1"/>
            </a:solidFill>
            <a:ln w="38100">
              <a:solidFill>
                <a:srgbClr val="1F08F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Oval 44">
              <a:extLst>
                <a:ext uri="{FF2B5EF4-FFF2-40B4-BE49-F238E27FC236}">
                  <a16:creationId xmlns:a16="http://schemas.microsoft.com/office/drawing/2014/main" id="{D114B5AB-C7F4-405D-A594-377FB6AFDA47}"/>
                </a:ext>
              </a:extLst>
            </p:cNvPr>
            <p:cNvSpPr>
              <a:spLocks noChangeArrowheads="1"/>
            </p:cNvSpPr>
            <p:nvPr/>
          </p:nvSpPr>
          <p:spPr bwMode="auto">
            <a:xfrm>
              <a:off x="1943" y="1122"/>
              <a:ext cx="48" cy="48"/>
            </a:xfrm>
            <a:prstGeom prst="ellipse">
              <a:avLst/>
            </a:prstGeom>
            <a:solidFill>
              <a:schemeClr val="tx1"/>
            </a:solidFill>
            <a:ln w="38100">
              <a:solidFill>
                <a:srgbClr val="1F08F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45" name="Group 45">
            <a:extLst>
              <a:ext uri="{FF2B5EF4-FFF2-40B4-BE49-F238E27FC236}">
                <a16:creationId xmlns:a16="http://schemas.microsoft.com/office/drawing/2014/main" id="{E77C7F44-6B46-4D9A-8DB0-1377B2A1AE82}"/>
              </a:ext>
            </a:extLst>
          </p:cNvPr>
          <p:cNvGrpSpPr>
            <a:grpSpLocks/>
          </p:cNvGrpSpPr>
          <p:nvPr/>
        </p:nvGrpSpPr>
        <p:grpSpPr bwMode="auto">
          <a:xfrm>
            <a:off x="3173413" y="373063"/>
            <a:ext cx="3886200" cy="1065212"/>
            <a:chOff x="672" y="2736"/>
            <a:chExt cx="2448" cy="671"/>
          </a:xfrm>
        </p:grpSpPr>
        <p:sp>
          <p:nvSpPr>
            <p:cNvPr id="46" name="Text Box 46">
              <a:extLst>
                <a:ext uri="{FF2B5EF4-FFF2-40B4-BE49-F238E27FC236}">
                  <a16:creationId xmlns:a16="http://schemas.microsoft.com/office/drawing/2014/main" id="{BA82ACF2-9BE2-450F-A2A2-F0B8F80E0D9E}"/>
                </a:ext>
              </a:extLst>
            </p:cNvPr>
            <p:cNvSpPr txBox="1">
              <a:spLocks noChangeArrowheads="1"/>
            </p:cNvSpPr>
            <p:nvPr/>
          </p:nvSpPr>
          <p:spPr bwMode="auto">
            <a:xfrm>
              <a:off x="672" y="2880"/>
              <a:ext cx="11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设：开关</a:t>
              </a:r>
            </a:p>
          </p:txBody>
        </p:sp>
        <p:sp>
          <p:nvSpPr>
            <p:cNvPr id="47" name="AutoShape 47">
              <a:extLst>
                <a:ext uri="{FF2B5EF4-FFF2-40B4-BE49-F238E27FC236}">
                  <a16:creationId xmlns:a16="http://schemas.microsoft.com/office/drawing/2014/main" id="{E584C727-0FA2-41A1-B9AC-980485A3718D}"/>
                </a:ext>
              </a:extLst>
            </p:cNvPr>
            <p:cNvSpPr>
              <a:spLocks/>
            </p:cNvSpPr>
            <p:nvPr/>
          </p:nvSpPr>
          <p:spPr bwMode="auto">
            <a:xfrm>
              <a:off x="1680" y="2736"/>
              <a:ext cx="143" cy="671"/>
            </a:xfrm>
            <a:prstGeom prst="leftBrace">
              <a:avLst>
                <a:gd name="adj1" fmla="val 39103"/>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8" name="Text Box 48">
              <a:extLst>
                <a:ext uri="{FF2B5EF4-FFF2-40B4-BE49-F238E27FC236}">
                  <a16:creationId xmlns:a16="http://schemas.microsoft.com/office/drawing/2014/main" id="{4C612A1B-C3A4-4A69-83A6-27C3C597DD56}"/>
                </a:ext>
              </a:extLst>
            </p:cNvPr>
            <p:cNvSpPr txBox="1">
              <a:spLocks noChangeArrowheads="1"/>
            </p:cNvSpPr>
            <p:nvPr/>
          </p:nvSpPr>
          <p:spPr bwMode="auto">
            <a:xfrm>
              <a:off x="1776" y="2736"/>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打开</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49" name="Text Box 49">
              <a:extLst>
                <a:ext uri="{FF2B5EF4-FFF2-40B4-BE49-F238E27FC236}">
                  <a16:creationId xmlns:a16="http://schemas.microsoft.com/office/drawing/2014/main" id="{35B372F6-43A6-49B4-8595-B45E6512C072}"/>
                </a:ext>
              </a:extLst>
            </p:cNvPr>
            <p:cNvSpPr txBox="1">
              <a:spLocks noChangeArrowheads="1"/>
            </p:cNvSpPr>
            <p:nvPr/>
          </p:nvSpPr>
          <p:spPr bwMode="auto">
            <a:xfrm>
              <a:off x="1776" y="3072"/>
              <a:ext cx="12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闭合</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50" name="Group 50">
            <a:extLst>
              <a:ext uri="{FF2B5EF4-FFF2-40B4-BE49-F238E27FC236}">
                <a16:creationId xmlns:a16="http://schemas.microsoft.com/office/drawing/2014/main" id="{8624516C-41D8-4618-B8FD-71944CE3F631}"/>
              </a:ext>
            </a:extLst>
          </p:cNvPr>
          <p:cNvGrpSpPr>
            <a:grpSpLocks/>
          </p:cNvGrpSpPr>
          <p:nvPr/>
        </p:nvGrpSpPr>
        <p:grpSpPr bwMode="auto">
          <a:xfrm>
            <a:off x="6781800" y="339725"/>
            <a:ext cx="2362200" cy="1066800"/>
            <a:chOff x="1152" y="3600"/>
            <a:chExt cx="1488" cy="672"/>
          </a:xfrm>
        </p:grpSpPr>
        <p:sp>
          <p:nvSpPr>
            <p:cNvPr id="51" name="Text Box 51">
              <a:extLst>
                <a:ext uri="{FF2B5EF4-FFF2-40B4-BE49-F238E27FC236}">
                  <a16:creationId xmlns:a16="http://schemas.microsoft.com/office/drawing/2014/main" id="{B6AF560B-B017-4A22-8006-DB389A9AFA46}"/>
                </a:ext>
              </a:extLst>
            </p:cNvPr>
            <p:cNvSpPr txBox="1">
              <a:spLocks noChangeArrowheads="1"/>
            </p:cNvSpPr>
            <p:nvPr/>
          </p:nvSpPr>
          <p:spPr bwMode="auto">
            <a:xfrm>
              <a:off x="1152" y="3744"/>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灯</a:t>
              </a:r>
            </a:p>
          </p:txBody>
        </p:sp>
        <p:sp>
          <p:nvSpPr>
            <p:cNvPr id="52" name="AutoShape 52">
              <a:extLst>
                <a:ext uri="{FF2B5EF4-FFF2-40B4-BE49-F238E27FC236}">
                  <a16:creationId xmlns:a16="http://schemas.microsoft.com/office/drawing/2014/main" id="{4E11A4C7-7321-460C-9091-6CC55A6959BE}"/>
                </a:ext>
              </a:extLst>
            </p:cNvPr>
            <p:cNvSpPr>
              <a:spLocks/>
            </p:cNvSpPr>
            <p:nvPr/>
          </p:nvSpPr>
          <p:spPr bwMode="auto">
            <a:xfrm>
              <a:off x="1440" y="3600"/>
              <a:ext cx="192" cy="672"/>
            </a:xfrm>
            <a:prstGeom prst="leftBrace">
              <a:avLst>
                <a:gd name="adj1" fmla="val 29167"/>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3" name="Text Box 53">
              <a:extLst>
                <a:ext uri="{FF2B5EF4-FFF2-40B4-BE49-F238E27FC236}">
                  <a16:creationId xmlns:a16="http://schemas.microsoft.com/office/drawing/2014/main" id="{4C2FFFA5-A6D6-43BF-A3DC-78EB96F77DB6}"/>
                </a:ext>
              </a:extLst>
            </p:cNvPr>
            <p:cNvSpPr txBox="1">
              <a:spLocks noChangeArrowheads="1"/>
            </p:cNvSpPr>
            <p:nvPr/>
          </p:nvSpPr>
          <p:spPr bwMode="auto">
            <a:xfrm>
              <a:off x="1584" y="360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灭</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54" name="Text Box 54">
              <a:extLst>
                <a:ext uri="{FF2B5EF4-FFF2-40B4-BE49-F238E27FC236}">
                  <a16:creationId xmlns:a16="http://schemas.microsoft.com/office/drawing/2014/main" id="{1FB92C85-CDDF-49DB-B5C1-D5F6CC9E4C58}"/>
                </a:ext>
              </a:extLst>
            </p:cNvPr>
            <p:cNvSpPr txBox="1">
              <a:spLocks noChangeArrowheads="1"/>
            </p:cNvSpPr>
            <p:nvPr/>
          </p:nvSpPr>
          <p:spPr bwMode="auto">
            <a:xfrm>
              <a:off x="1584" y="3936"/>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亮</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55" name="Group 55">
            <a:extLst>
              <a:ext uri="{FF2B5EF4-FFF2-40B4-BE49-F238E27FC236}">
                <a16:creationId xmlns:a16="http://schemas.microsoft.com/office/drawing/2014/main" id="{955D83BF-95A8-478E-AAB6-D19C83A9BD89}"/>
              </a:ext>
            </a:extLst>
          </p:cNvPr>
          <p:cNvGrpSpPr>
            <a:grpSpLocks/>
          </p:cNvGrpSpPr>
          <p:nvPr/>
        </p:nvGrpSpPr>
        <p:grpSpPr bwMode="auto">
          <a:xfrm>
            <a:off x="5857875" y="1519238"/>
            <a:ext cx="2613025" cy="3532187"/>
            <a:chOff x="3910" y="1229"/>
            <a:chExt cx="1646" cy="2225"/>
          </a:xfrm>
        </p:grpSpPr>
        <p:sp>
          <p:nvSpPr>
            <p:cNvPr id="56" name="Line 56">
              <a:extLst>
                <a:ext uri="{FF2B5EF4-FFF2-40B4-BE49-F238E27FC236}">
                  <a16:creationId xmlns:a16="http://schemas.microsoft.com/office/drawing/2014/main" id="{FE5B4A04-EB8E-4BD3-B32F-907586F04084}"/>
                </a:ext>
              </a:extLst>
            </p:cNvPr>
            <p:cNvSpPr>
              <a:spLocks noChangeShapeType="1"/>
            </p:cNvSpPr>
            <p:nvPr/>
          </p:nvSpPr>
          <p:spPr bwMode="auto">
            <a:xfrm>
              <a:off x="3945" y="1602"/>
              <a:ext cx="1611"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57">
              <a:extLst>
                <a:ext uri="{FF2B5EF4-FFF2-40B4-BE49-F238E27FC236}">
                  <a16:creationId xmlns:a16="http://schemas.microsoft.com/office/drawing/2014/main" id="{823A904E-6D73-4E86-B511-2199649E6C51}"/>
                </a:ext>
              </a:extLst>
            </p:cNvPr>
            <p:cNvSpPr>
              <a:spLocks noChangeShapeType="1"/>
            </p:cNvSpPr>
            <p:nvPr/>
          </p:nvSpPr>
          <p:spPr bwMode="auto">
            <a:xfrm>
              <a:off x="3945" y="1882"/>
              <a:ext cx="1611"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58">
              <a:extLst>
                <a:ext uri="{FF2B5EF4-FFF2-40B4-BE49-F238E27FC236}">
                  <a16:creationId xmlns:a16="http://schemas.microsoft.com/office/drawing/2014/main" id="{4096CC9A-A2AC-4794-8425-B7A0000F575B}"/>
                </a:ext>
              </a:extLst>
            </p:cNvPr>
            <p:cNvSpPr>
              <a:spLocks noChangeShapeType="1"/>
            </p:cNvSpPr>
            <p:nvPr/>
          </p:nvSpPr>
          <p:spPr bwMode="auto">
            <a:xfrm>
              <a:off x="3945" y="3399"/>
              <a:ext cx="1611"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59">
              <a:extLst>
                <a:ext uri="{FF2B5EF4-FFF2-40B4-BE49-F238E27FC236}">
                  <a16:creationId xmlns:a16="http://schemas.microsoft.com/office/drawing/2014/main" id="{74A1DEAC-8385-4B57-95FB-C85AC3A472AC}"/>
                </a:ext>
              </a:extLst>
            </p:cNvPr>
            <p:cNvSpPr>
              <a:spLocks noChangeShapeType="1"/>
            </p:cNvSpPr>
            <p:nvPr/>
          </p:nvSpPr>
          <p:spPr bwMode="auto">
            <a:xfrm>
              <a:off x="4252" y="1602"/>
              <a:ext cx="0" cy="1797"/>
            </a:xfrm>
            <a:prstGeom prst="line">
              <a:avLst/>
            </a:prstGeom>
            <a:noFill/>
            <a:ln w="1905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60">
              <a:extLst>
                <a:ext uri="{FF2B5EF4-FFF2-40B4-BE49-F238E27FC236}">
                  <a16:creationId xmlns:a16="http://schemas.microsoft.com/office/drawing/2014/main" id="{062E9EE1-A977-4D21-8155-CC7D8B688522}"/>
                </a:ext>
              </a:extLst>
            </p:cNvPr>
            <p:cNvSpPr>
              <a:spLocks noChangeShapeType="1"/>
            </p:cNvSpPr>
            <p:nvPr/>
          </p:nvSpPr>
          <p:spPr bwMode="auto">
            <a:xfrm>
              <a:off x="4674" y="1602"/>
              <a:ext cx="0" cy="1797"/>
            </a:xfrm>
            <a:prstGeom prst="line">
              <a:avLst/>
            </a:prstGeom>
            <a:noFill/>
            <a:ln w="1905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Line 61">
              <a:extLst>
                <a:ext uri="{FF2B5EF4-FFF2-40B4-BE49-F238E27FC236}">
                  <a16:creationId xmlns:a16="http://schemas.microsoft.com/office/drawing/2014/main" id="{ED766B4F-1EB8-4662-93BA-4F3A0B3872C7}"/>
                </a:ext>
              </a:extLst>
            </p:cNvPr>
            <p:cNvSpPr>
              <a:spLocks noChangeShapeType="1"/>
            </p:cNvSpPr>
            <p:nvPr/>
          </p:nvSpPr>
          <p:spPr bwMode="auto">
            <a:xfrm>
              <a:off x="5096" y="1602"/>
              <a:ext cx="0" cy="1797"/>
            </a:xfrm>
            <a:prstGeom prst="line">
              <a:avLst/>
            </a:prstGeom>
            <a:noFill/>
            <a:ln w="1905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Text Box 62">
              <a:extLst>
                <a:ext uri="{FF2B5EF4-FFF2-40B4-BE49-F238E27FC236}">
                  <a16:creationId xmlns:a16="http://schemas.microsoft.com/office/drawing/2014/main" id="{8209EDD0-0499-43CE-B11E-1F9D2FBF54FA}"/>
                </a:ext>
              </a:extLst>
            </p:cNvPr>
            <p:cNvSpPr txBox="1">
              <a:spLocks noChangeArrowheads="1"/>
            </p:cNvSpPr>
            <p:nvPr/>
          </p:nvSpPr>
          <p:spPr bwMode="auto">
            <a:xfrm>
              <a:off x="3910" y="1540"/>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p>
          </p:txBody>
        </p:sp>
        <p:sp>
          <p:nvSpPr>
            <p:cNvPr id="63" name="Text Box 63">
              <a:extLst>
                <a:ext uri="{FF2B5EF4-FFF2-40B4-BE49-F238E27FC236}">
                  <a16:creationId xmlns:a16="http://schemas.microsoft.com/office/drawing/2014/main" id="{E4DEE8FA-2E82-4866-9AF7-930667A5DB71}"/>
                </a:ext>
              </a:extLst>
            </p:cNvPr>
            <p:cNvSpPr txBox="1">
              <a:spLocks noChangeArrowheads="1"/>
            </p:cNvSpPr>
            <p:nvPr/>
          </p:nvSpPr>
          <p:spPr bwMode="auto">
            <a:xfrm>
              <a:off x="4300" y="1540"/>
              <a:ext cx="287"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64" name="Text Box 64">
              <a:extLst>
                <a:ext uri="{FF2B5EF4-FFF2-40B4-BE49-F238E27FC236}">
                  <a16:creationId xmlns:a16="http://schemas.microsoft.com/office/drawing/2014/main" id="{262C8EE9-626F-4623-B6F1-99FEEC67447E}"/>
                </a:ext>
              </a:extLst>
            </p:cNvPr>
            <p:cNvSpPr txBox="1">
              <a:spLocks noChangeArrowheads="1"/>
            </p:cNvSpPr>
            <p:nvPr/>
          </p:nvSpPr>
          <p:spPr bwMode="auto">
            <a:xfrm>
              <a:off x="4716" y="1540"/>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C</a:t>
              </a:r>
            </a:p>
          </p:txBody>
        </p:sp>
        <p:sp>
          <p:nvSpPr>
            <p:cNvPr id="65" name="Text Box 65">
              <a:extLst>
                <a:ext uri="{FF2B5EF4-FFF2-40B4-BE49-F238E27FC236}">
                  <a16:creationId xmlns:a16="http://schemas.microsoft.com/office/drawing/2014/main" id="{F3E80583-4BB4-4A37-A347-33A0BB0E8A8A}"/>
                </a:ext>
              </a:extLst>
            </p:cNvPr>
            <p:cNvSpPr txBox="1">
              <a:spLocks noChangeArrowheads="1"/>
            </p:cNvSpPr>
            <p:nvPr/>
          </p:nvSpPr>
          <p:spPr bwMode="auto">
            <a:xfrm>
              <a:off x="5151" y="1540"/>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sp>
          <p:nvSpPr>
            <p:cNvPr id="66" name="Text Box 66">
              <a:extLst>
                <a:ext uri="{FF2B5EF4-FFF2-40B4-BE49-F238E27FC236}">
                  <a16:creationId xmlns:a16="http://schemas.microsoft.com/office/drawing/2014/main" id="{27D6D076-1ADE-4500-B6D2-0E2B966AE0E6}"/>
                </a:ext>
              </a:extLst>
            </p:cNvPr>
            <p:cNvSpPr txBox="1">
              <a:spLocks noChangeArrowheads="1"/>
            </p:cNvSpPr>
            <p:nvPr/>
          </p:nvSpPr>
          <p:spPr bwMode="auto">
            <a:xfrm>
              <a:off x="3938" y="180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67" name="Text Box 67">
              <a:extLst>
                <a:ext uri="{FF2B5EF4-FFF2-40B4-BE49-F238E27FC236}">
                  <a16:creationId xmlns:a16="http://schemas.microsoft.com/office/drawing/2014/main" id="{F8888451-D922-48EF-AA7A-EF0C05C0139C}"/>
                </a:ext>
              </a:extLst>
            </p:cNvPr>
            <p:cNvSpPr txBox="1">
              <a:spLocks noChangeArrowheads="1"/>
            </p:cNvSpPr>
            <p:nvPr/>
          </p:nvSpPr>
          <p:spPr bwMode="auto">
            <a:xfrm>
              <a:off x="3949" y="200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68" name="Text Box 68">
              <a:extLst>
                <a:ext uri="{FF2B5EF4-FFF2-40B4-BE49-F238E27FC236}">
                  <a16:creationId xmlns:a16="http://schemas.microsoft.com/office/drawing/2014/main" id="{B0250BB7-E3CB-4FA2-9E7A-9A4E194E2818}"/>
                </a:ext>
              </a:extLst>
            </p:cNvPr>
            <p:cNvSpPr txBox="1">
              <a:spLocks noChangeArrowheads="1"/>
            </p:cNvSpPr>
            <p:nvPr/>
          </p:nvSpPr>
          <p:spPr bwMode="auto">
            <a:xfrm>
              <a:off x="3949" y="2180"/>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69" name="Text Box 69">
              <a:extLst>
                <a:ext uri="{FF2B5EF4-FFF2-40B4-BE49-F238E27FC236}">
                  <a16:creationId xmlns:a16="http://schemas.microsoft.com/office/drawing/2014/main" id="{875931A3-5E25-4949-BAD0-D8CE0D5B8E7B}"/>
                </a:ext>
              </a:extLst>
            </p:cNvPr>
            <p:cNvSpPr txBox="1">
              <a:spLocks noChangeArrowheads="1"/>
            </p:cNvSpPr>
            <p:nvPr/>
          </p:nvSpPr>
          <p:spPr bwMode="auto">
            <a:xfrm>
              <a:off x="5147" y="213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0" name="Text Box 70">
              <a:extLst>
                <a:ext uri="{FF2B5EF4-FFF2-40B4-BE49-F238E27FC236}">
                  <a16:creationId xmlns:a16="http://schemas.microsoft.com/office/drawing/2014/main" id="{03F312E7-35A4-41C5-BDF1-93181B69E105}"/>
                </a:ext>
              </a:extLst>
            </p:cNvPr>
            <p:cNvSpPr txBox="1">
              <a:spLocks noChangeArrowheads="1"/>
            </p:cNvSpPr>
            <p:nvPr/>
          </p:nvSpPr>
          <p:spPr bwMode="auto">
            <a:xfrm>
              <a:off x="5147" y="177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71" name="Text Box 71">
              <a:extLst>
                <a:ext uri="{FF2B5EF4-FFF2-40B4-BE49-F238E27FC236}">
                  <a16:creationId xmlns:a16="http://schemas.microsoft.com/office/drawing/2014/main" id="{4AF3DC4C-B978-4F2A-A112-12F5482FFE95}"/>
                </a:ext>
              </a:extLst>
            </p:cNvPr>
            <p:cNvSpPr txBox="1">
              <a:spLocks noChangeArrowheads="1"/>
            </p:cNvSpPr>
            <p:nvPr/>
          </p:nvSpPr>
          <p:spPr bwMode="auto">
            <a:xfrm>
              <a:off x="5147" y="1947"/>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2" name="Text Box 72">
              <a:extLst>
                <a:ext uri="{FF2B5EF4-FFF2-40B4-BE49-F238E27FC236}">
                  <a16:creationId xmlns:a16="http://schemas.microsoft.com/office/drawing/2014/main" id="{897C7F96-8F2C-4875-9E0B-E8D9BA0B7874}"/>
                </a:ext>
              </a:extLst>
            </p:cNvPr>
            <p:cNvSpPr txBox="1">
              <a:spLocks noChangeArrowheads="1"/>
            </p:cNvSpPr>
            <p:nvPr/>
          </p:nvSpPr>
          <p:spPr bwMode="auto">
            <a:xfrm>
              <a:off x="5147" y="254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3" name="Text Box 73">
              <a:extLst>
                <a:ext uri="{FF2B5EF4-FFF2-40B4-BE49-F238E27FC236}">
                  <a16:creationId xmlns:a16="http://schemas.microsoft.com/office/drawing/2014/main" id="{C37A9580-045F-414D-8F65-F03050C9F60C}"/>
                </a:ext>
              </a:extLst>
            </p:cNvPr>
            <p:cNvSpPr txBox="1">
              <a:spLocks noChangeArrowheads="1"/>
            </p:cNvSpPr>
            <p:nvPr/>
          </p:nvSpPr>
          <p:spPr bwMode="auto">
            <a:xfrm>
              <a:off x="5147" y="233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4" name="Text Box 74">
              <a:extLst>
                <a:ext uri="{FF2B5EF4-FFF2-40B4-BE49-F238E27FC236}">
                  <a16:creationId xmlns:a16="http://schemas.microsoft.com/office/drawing/2014/main" id="{9EBA961F-548B-4F54-90E5-BD9DF9CBB6B2}"/>
                </a:ext>
              </a:extLst>
            </p:cNvPr>
            <p:cNvSpPr txBox="1">
              <a:spLocks noChangeArrowheads="1"/>
            </p:cNvSpPr>
            <p:nvPr/>
          </p:nvSpPr>
          <p:spPr bwMode="auto">
            <a:xfrm>
              <a:off x="5145" y="2720"/>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5" name="Text Box 75">
              <a:extLst>
                <a:ext uri="{FF2B5EF4-FFF2-40B4-BE49-F238E27FC236}">
                  <a16:creationId xmlns:a16="http://schemas.microsoft.com/office/drawing/2014/main" id="{11D91F25-29A4-4BD5-8BD2-3A1EE123D9B5}"/>
                </a:ext>
              </a:extLst>
            </p:cNvPr>
            <p:cNvSpPr txBox="1">
              <a:spLocks noChangeArrowheads="1"/>
            </p:cNvSpPr>
            <p:nvPr/>
          </p:nvSpPr>
          <p:spPr bwMode="auto">
            <a:xfrm>
              <a:off x="5147" y="290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nvGrpSpPr>
            <p:cNvPr id="76" name="Group 76">
              <a:extLst>
                <a:ext uri="{FF2B5EF4-FFF2-40B4-BE49-F238E27FC236}">
                  <a16:creationId xmlns:a16="http://schemas.microsoft.com/office/drawing/2014/main" id="{D7B73146-093B-4D83-900F-64B2F51D2944}"/>
                </a:ext>
              </a:extLst>
            </p:cNvPr>
            <p:cNvGrpSpPr>
              <a:grpSpLocks/>
            </p:cNvGrpSpPr>
            <p:nvPr/>
          </p:nvGrpSpPr>
          <p:grpSpPr bwMode="auto">
            <a:xfrm>
              <a:off x="3948" y="2360"/>
              <a:ext cx="254" cy="554"/>
              <a:chOff x="3748" y="2111"/>
              <a:chExt cx="317" cy="666"/>
            </a:xfrm>
          </p:grpSpPr>
          <p:sp>
            <p:nvSpPr>
              <p:cNvPr id="104" name="Text Box 77">
                <a:extLst>
                  <a:ext uri="{FF2B5EF4-FFF2-40B4-BE49-F238E27FC236}">
                    <a16:creationId xmlns:a16="http://schemas.microsoft.com/office/drawing/2014/main" id="{E19CB81A-AE23-4A73-84C2-1B8A0C3832F1}"/>
                  </a:ext>
                </a:extLst>
              </p:cNvPr>
              <p:cNvSpPr txBox="1">
                <a:spLocks noChangeArrowheads="1"/>
              </p:cNvSpPr>
              <p:nvPr/>
            </p:nvSpPr>
            <p:spPr bwMode="auto">
              <a:xfrm>
                <a:off x="3748" y="2111"/>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105" name="Text Box 78">
                <a:extLst>
                  <a:ext uri="{FF2B5EF4-FFF2-40B4-BE49-F238E27FC236}">
                    <a16:creationId xmlns:a16="http://schemas.microsoft.com/office/drawing/2014/main" id="{0A1BC51A-097B-44EC-B4A1-3C11EA79DE23}"/>
                  </a:ext>
                </a:extLst>
              </p:cNvPr>
              <p:cNvSpPr txBox="1">
                <a:spLocks noChangeArrowheads="1"/>
              </p:cNvSpPr>
              <p:nvPr/>
            </p:nvSpPr>
            <p:spPr bwMode="auto">
              <a:xfrm>
                <a:off x="3760" y="2338"/>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sp>
          <p:nvSpPr>
            <p:cNvPr id="77" name="Text Box 79">
              <a:extLst>
                <a:ext uri="{FF2B5EF4-FFF2-40B4-BE49-F238E27FC236}">
                  <a16:creationId xmlns:a16="http://schemas.microsoft.com/office/drawing/2014/main" id="{4F977C41-85A9-45F2-BF99-BD138D4EC0EE}"/>
                </a:ext>
              </a:extLst>
            </p:cNvPr>
            <p:cNvSpPr txBox="1">
              <a:spLocks noChangeArrowheads="1"/>
            </p:cNvSpPr>
            <p:nvPr/>
          </p:nvSpPr>
          <p:spPr bwMode="auto">
            <a:xfrm>
              <a:off x="3959" y="2726"/>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8" name="Text Box 80">
              <a:extLst>
                <a:ext uri="{FF2B5EF4-FFF2-40B4-BE49-F238E27FC236}">
                  <a16:creationId xmlns:a16="http://schemas.microsoft.com/office/drawing/2014/main" id="{B76664BD-228D-4A0C-8AE9-8E29C624B4AE}"/>
                </a:ext>
              </a:extLst>
            </p:cNvPr>
            <p:cNvSpPr txBox="1">
              <a:spLocks noChangeArrowheads="1"/>
            </p:cNvSpPr>
            <p:nvPr/>
          </p:nvSpPr>
          <p:spPr bwMode="auto">
            <a:xfrm>
              <a:off x="3955" y="2900"/>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79" name="Text Box 81">
              <a:extLst>
                <a:ext uri="{FF2B5EF4-FFF2-40B4-BE49-F238E27FC236}">
                  <a16:creationId xmlns:a16="http://schemas.microsoft.com/office/drawing/2014/main" id="{FD264804-6F7C-4905-9B76-F06DF407DB38}"/>
                </a:ext>
              </a:extLst>
            </p:cNvPr>
            <p:cNvSpPr txBox="1">
              <a:spLocks noChangeArrowheads="1"/>
            </p:cNvSpPr>
            <p:nvPr/>
          </p:nvSpPr>
          <p:spPr bwMode="auto">
            <a:xfrm>
              <a:off x="3959" y="307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80" name="Text Box 82">
              <a:extLst>
                <a:ext uri="{FF2B5EF4-FFF2-40B4-BE49-F238E27FC236}">
                  <a16:creationId xmlns:a16="http://schemas.microsoft.com/office/drawing/2014/main" id="{1341D36E-EEE4-4E27-9308-AD79E8423CEC}"/>
                </a:ext>
              </a:extLst>
            </p:cNvPr>
            <p:cNvSpPr txBox="1">
              <a:spLocks noChangeArrowheads="1"/>
            </p:cNvSpPr>
            <p:nvPr/>
          </p:nvSpPr>
          <p:spPr bwMode="auto">
            <a:xfrm>
              <a:off x="4342" y="181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1" name="Text Box 83">
              <a:extLst>
                <a:ext uri="{FF2B5EF4-FFF2-40B4-BE49-F238E27FC236}">
                  <a16:creationId xmlns:a16="http://schemas.microsoft.com/office/drawing/2014/main" id="{26D74BDB-D51B-4FF1-8FD4-A1F7296D7703}"/>
                </a:ext>
              </a:extLst>
            </p:cNvPr>
            <p:cNvSpPr txBox="1">
              <a:spLocks noChangeArrowheads="1"/>
            </p:cNvSpPr>
            <p:nvPr/>
          </p:nvSpPr>
          <p:spPr bwMode="auto">
            <a:xfrm>
              <a:off x="4342" y="199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2" name="Text Box 84">
              <a:extLst>
                <a:ext uri="{FF2B5EF4-FFF2-40B4-BE49-F238E27FC236}">
                  <a16:creationId xmlns:a16="http://schemas.microsoft.com/office/drawing/2014/main" id="{FE4244A4-6469-4A83-9B9A-CBF9DB343733}"/>
                </a:ext>
              </a:extLst>
            </p:cNvPr>
            <p:cNvSpPr txBox="1">
              <a:spLocks noChangeArrowheads="1"/>
            </p:cNvSpPr>
            <p:nvPr/>
          </p:nvSpPr>
          <p:spPr bwMode="auto">
            <a:xfrm>
              <a:off x="4331" y="2538"/>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83" name="Text Box 85">
              <a:extLst>
                <a:ext uri="{FF2B5EF4-FFF2-40B4-BE49-F238E27FC236}">
                  <a16:creationId xmlns:a16="http://schemas.microsoft.com/office/drawing/2014/main" id="{9819D324-2F80-4C75-8E3A-9AB8C196FC36}"/>
                </a:ext>
              </a:extLst>
            </p:cNvPr>
            <p:cNvSpPr txBox="1">
              <a:spLocks noChangeArrowheads="1"/>
            </p:cNvSpPr>
            <p:nvPr/>
          </p:nvSpPr>
          <p:spPr bwMode="auto">
            <a:xfrm>
              <a:off x="4342" y="2720"/>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grpSp>
          <p:nvGrpSpPr>
            <p:cNvPr id="84" name="Group 86">
              <a:extLst>
                <a:ext uri="{FF2B5EF4-FFF2-40B4-BE49-F238E27FC236}">
                  <a16:creationId xmlns:a16="http://schemas.microsoft.com/office/drawing/2014/main" id="{F20F08E7-E418-4A6C-A890-7CE8D194E6C2}"/>
                </a:ext>
              </a:extLst>
            </p:cNvPr>
            <p:cNvGrpSpPr>
              <a:grpSpLocks/>
            </p:cNvGrpSpPr>
            <p:nvPr/>
          </p:nvGrpSpPr>
          <p:grpSpPr bwMode="auto">
            <a:xfrm>
              <a:off x="4342" y="2890"/>
              <a:ext cx="246" cy="542"/>
              <a:chOff x="3759" y="2338"/>
              <a:chExt cx="308" cy="652"/>
            </a:xfrm>
          </p:grpSpPr>
          <p:sp>
            <p:nvSpPr>
              <p:cNvPr id="102" name="Text Box 87">
                <a:extLst>
                  <a:ext uri="{FF2B5EF4-FFF2-40B4-BE49-F238E27FC236}">
                    <a16:creationId xmlns:a16="http://schemas.microsoft.com/office/drawing/2014/main" id="{8227BCB1-3F82-4D5B-B5CB-7E3CEEBE45F7}"/>
                  </a:ext>
                </a:extLst>
              </p:cNvPr>
              <p:cNvSpPr txBox="1">
                <a:spLocks noChangeArrowheads="1"/>
              </p:cNvSpPr>
              <p:nvPr/>
            </p:nvSpPr>
            <p:spPr bwMode="auto">
              <a:xfrm>
                <a:off x="3759" y="2338"/>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103" name="Text Box 88">
                <a:extLst>
                  <a:ext uri="{FF2B5EF4-FFF2-40B4-BE49-F238E27FC236}">
                    <a16:creationId xmlns:a16="http://schemas.microsoft.com/office/drawing/2014/main" id="{0243DB59-8DD2-4E58-AAD6-F5CC8B5F353E}"/>
                  </a:ext>
                </a:extLst>
              </p:cNvPr>
              <p:cNvSpPr txBox="1">
                <a:spLocks noChangeArrowheads="1"/>
              </p:cNvSpPr>
              <p:nvPr/>
            </p:nvSpPr>
            <p:spPr bwMode="auto">
              <a:xfrm>
                <a:off x="3761" y="2551"/>
                <a:ext cx="306"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85" name="Group 89">
              <a:extLst>
                <a:ext uri="{FF2B5EF4-FFF2-40B4-BE49-F238E27FC236}">
                  <a16:creationId xmlns:a16="http://schemas.microsoft.com/office/drawing/2014/main" id="{6838BB19-B861-426B-ACC6-812FCE8F2C89}"/>
                </a:ext>
              </a:extLst>
            </p:cNvPr>
            <p:cNvGrpSpPr>
              <a:grpSpLocks/>
            </p:cNvGrpSpPr>
            <p:nvPr/>
          </p:nvGrpSpPr>
          <p:grpSpPr bwMode="auto">
            <a:xfrm>
              <a:off x="4342" y="2171"/>
              <a:ext cx="246" cy="541"/>
              <a:chOff x="3759" y="2338"/>
              <a:chExt cx="308" cy="650"/>
            </a:xfrm>
          </p:grpSpPr>
          <p:sp>
            <p:nvSpPr>
              <p:cNvPr id="100" name="Text Box 90">
                <a:extLst>
                  <a:ext uri="{FF2B5EF4-FFF2-40B4-BE49-F238E27FC236}">
                    <a16:creationId xmlns:a16="http://schemas.microsoft.com/office/drawing/2014/main" id="{C2822A12-2314-4A51-B1F7-C9D00B8371AF}"/>
                  </a:ext>
                </a:extLst>
              </p:cNvPr>
              <p:cNvSpPr txBox="1">
                <a:spLocks noChangeArrowheads="1"/>
              </p:cNvSpPr>
              <p:nvPr/>
            </p:nvSpPr>
            <p:spPr bwMode="auto">
              <a:xfrm>
                <a:off x="3759" y="2338"/>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101" name="Text Box 91">
                <a:extLst>
                  <a:ext uri="{FF2B5EF4-FFF2-40B4-BE49-F238E27FC236}">
                    <a16:creationId xmlns:a16="http://schemas.microsoft.com/office/drawing/2014/main" id="{7EB865C7-370F-44CF-85B0-360EAB77B7CF}"/>
                  </a:ext>
                </a:extLst>
              </p:cNvPr>
              <p:cNvSpPr txBox="1">
                <a:spLocks noChangeArrowheads="1"/>
              </p:cNvSpPr>
              <p:nvPr/>
            </p:nvSpPr>
            <p:spPr bwMode="auto">
              <a:xfrm>
                <a:off x="3761" y="2549"/>
                <a:ext cx="306"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86" name="Group 92">
              <a:extLst>
                <a:ext uri="{FF2B5EF4-FFF2-40B4-BE49-F238E27FC236}">
                  <a16:creationId xmlns:a16="http://schemas.microsoft.com/office/drawing/2014/main" id="{8D9110BC-4DAD-4090-AC95-A99FF147EF0C}"/>
                </a:ext>
              </a:extLst>
            </p:cNvPr>
            <p:cNvGrpSpPr>
              <a:grpSpLocks/>
            </p:cNvGrpSpPr>
            <p:nvPr/>
          </p:nvGrpSpPr>
          <p:grpSpPr bwMode="auto">
            <a:xfrm>
              <a:off x="4753" y="2890"/>
              <a:ext cx="254" cy="552"/>
              <a:chOff x="3747" y="2112"/>
              <a:chExt cx="318" cy="664"/>
            </a:xfrm>
          </p:grpSpPr>
          <p:sp>
            <p:nvSpPr>
              <p:cNvPr id="98" name="Text Box 93">
                <a:extLst>
                  <a:ext uri="{FF2B5EF4-FFF2-40B4-BE49-F238E27FC236}">
                    <a16:creationId xmlns:a16="http://schemas.microsoft.com/office/drawing/2014/main" id="{44894A67-7F58-4D0A-BBE7-61D4DDAE3482}"/>
                  </a:ext>
                </a:extLst>
              </p:cNvPr>
              <p:cNvSpPr txBox="1">
                <a:spLocks noChangeArrowheads="1"/>
              </p:cNvSpPr>
              <p:nvPr/>
            </p:nvSpPr>
            <p:spPr bwMode="auto">
              <a:xfrm>
                <a:off x="3747" y="2112"/>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99" name="Text Box 94">
                <a:extLst>
                  <a:ext uri="{FF2B5EF4-FFF2-40B4-BE49-F238E27FC236}">
                    <a16:creationId xmlns:a16="http://schemas.microsoft.com/office/drawing/2014/main" id="{EA85D849-3BCE-4A3B-A2F6-3B9398B463F8}"/>
                  </a:ext>
                </a:extLst>
              </p:cNvPr>
              <p:cNvSpPr txBox="1">
                <a:spLocks noChangeArrowheads="1"/>
              </p:cNvSpPr>
              <p:nvPr/>
            </p:nvSpPr>
            <p:spPr bwMode="auto">
              <a:xfrm>
                <a:off x="3760" y="2337"/>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87" name="Group 95">
              <a:extLst>
                <a:ext uri="{FF2B5EF4-FFF2-40B4-BE49-F238E27FC236}">
                  <a16:creationId xmlns:a16="http://schemas.microsoft.com/office/drawing/2014/main" id="{FD1DADA7-B8E3-4CB1-BF43-E30B2BCB0382}"/>
                </a:ext>
              </a:extLst>
            </p:cNvPr>
            <p:cNvGrpSpPr>
              <a:grpSpLocks/>
            </p:cNvGrpSpPr>
            <p:nvPr/>
          </p:nvGrpSpPr>
          <p:grpSpPr bwMode="auto">
            <a:xfrm>
              <a:off x="4755" y="2530"/>
              <a:ext cx="255" cy="555"/>
              <a:chOff x="3746" y="2111"/>
              <a:chExt cx="319" cy="666"/>
            </a:xfrm>
          </p:grpSpPr>
          <p:sp>
            <p:nvSpPr>
              <p:cNvPr id="96" name="Text Box 96">
                <a:extLst>
                  <a:ext uri="{FF2B5EF4-FFF2-40B4-BE49-F238E27FC236}">
                    <a16:creationId xmlns:a16="http://schemas.microsoft.com/office/drawing/2014/main" id="{20D02227-92E3-4C88-8932-45438161F6CA}"/>
                  </a:ext>
                </a:extLst>
              </p:cNvPr>
              <p:cNvSpPr txBox="1">
                <a:spLocks noChangeArrowheads="1"/>
              </p:cNvSpPr>
              <p:nvPr/>
            </p:nvSpPr>
            <p:spPr bwMode="auto">
              <a:xfrm>
                <a:off x="3746" y="2111"/>
                <a:ext cx="307"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97" name="Text Box 97">
                <a:extLst>
                  <a:ext uri="{FF2B5EF4-FFF2-40B4-BE49-F238E27FC236}">
                    <a16:creationId xmlns:a16="http://schemas.microsoft.com/office/drawing/2014/main" id="{FA3BF282-EF36-4C80-8D71-5BFF8FB5AF70}"/>
                  </a:ext>
                </a:extLst>
              </p:cNvPr>
              <p:cNvSpPr txBox="1">
                <a:spLocks noChangeArrowheads="1"/>
              </p:cNvSpPr>
              <p:nvPr/>
            </p:nvSpPr>
            <p:spPr bwMode="auto">
              <a:xfrm>
                <a:off x="3760" y="2339"/>
                <a:ext cx="305" cy="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88" name="Group 98">
              <a:extLst>
                <a:ext uri="{FF2B5EF4-FFF2-40B4-BE49-F238E27FC236}">
                  <a16:creationId xmlns:a16="http://schemas.microsoft.com/office/drawing/2014/main" id="{DC5C60D1-EBE8-4987-AE48-F66E2E959FD3}"/>
                </a:ext>
              </a:extLst>
            </p:cNvPr>
            <p:cNvGrpSpPr>
              <a:grpSpLocks/>
            </p:cNvGrpSpPr>
            <p:nvPr/>
          </p:nvGrpSpPr>
          <p:grpSpPr bwMode="auto">
            <a:xfrm>
              <a:off x="4753" y="2160"/>
              <a:ext cx="254" cy="554"/>
              <a:chOff x="3747" y="2111"/>
              <a:chExt cx="318" cy="666"/>
            </a:xfrm>
          </p:grpSpPr>
          <p:sp>
            <p:nvSpPr>
              <p:cNvPr id="94" name="Text Box 99">
                <a:extLst>
                  <a:ext uri="{FF2B5EF4-FFF2-40B4-BE49-F238E27FC236}">
                    <a16:creationId xmlns:a16="http://schemas.microsoft.com/office/drawing/2014/main" id="{8848A327-3158-473D-80D1-9E357CBE053A}"/>
                  </a:ext>
                </a:extLst>
              </p:cNvPr>
              <p:cNvSpPr txBox="1">
                <a:spLocks noChangeArrowheads="1"/>
              </p:cNvSpPr>
              <p:nvPr/>
            </p:nvSpPr>
            <p:spPr bwMode="auto">
              <a:xfrm>
                <a:off x="3747" y="2111"/>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95" name="Text Box 100">
                <a:extLst>
                  <a:ext uri="{FF2B5EF4-FFF2-40B4-BE49-F238E27FC236}">
                    <a16:creationId xmlns:a16="http://schemas.microsoft.com/office/drawing/2014/main" id="{CF117B8C-38B2-42E9-8190-C695C333C45E}"/>
                  </a:ext>
                </a:extLst>
              </p:cNvPr>
              <p:cNvSpPr txBox="1">
                <a:spLocks noChangeArrowheads="1"/>
              </p:cNvSpPr>
              <p:nvPr/>
            </p:nvSpPr>
            <p:spPr bwMode="auto">
              <a:xfrm>
                <a:off x="3760" y="2338"/>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grpSp>
          <p:nvGrpSpPr>
            <p:cNvPr id="89" name="Group 101">
              <a:extLst>
                <a:ext uri="{FF2B5EF4-FFF2-40B4-BE49-F238E27FC236}">
                  <a16:creationId xmlns:a16="http://schemas.microsoft.com/office/drawing/2014/main" id="{7201DFC6-D5D9-4B92-AC2F-A95CE233240F}"/>
                </a:ext>
              </a:extLst>
            </p:cNvPr>
            <p:cNvGrpSpPr>
              <a:grpSpLocks/>
            </p:cNvGrpSpPr>
            <p:nvPr/>
          </p:nvGrpSpPr>
          <p:grpSpPr bwMode="auto">
            <a:xfrm>
              <a:off x="4744" y="1791"/>
              <a:ext cx="253" cy="554"/>
              <a:chOff x="3748" y="2111"/>
              <a:chExt cx="316" cy="666"/>
            </a:xfrm>
          </p:grpSpPr>
          <p:sp>
            <p:nvSpPr>
              <p:cNvPr id="92" name="Text Box 102">
                <a:extLst>
                  <a:ext uri="{FF2B5EF4-FFF2-40B4-BE49-F238E27FC236}">
                    <a16:creationId xmlns:a16="http://schemas.microsoft.com/office/drawing/2014/main" id="{DD6A4E04-43DD-485C-AD85-955E99D03BFA}"/>
                  </a:ext>
                </a:extLst>
              </p:cNvPr>
              <p:cNvSpPr txBox="1">
                <a:spLocks noChangeArrowheads="1"/>
              </p:cNvSpPr>
              <p:nvPr/>
            </p:nvSpPr>
            <p:spPr bwMode="auto">
              <a:xfrm>
                <a:off x="3748" y="2111"/>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93" name="Text Box 103">
                <a:extLst>
                  <a:ext uri="{FF2B5EF4-FFF2-40B4-BE49-F238E27FC236}">
                    <a16:creationId xmlns:a16="http://schemas.microsoft.com/office/drawing/2014/main" id="{82CD4517-8281-48BF-B98A-DF5863E18A1B}"/>
                  </a:ext>
                </a:extLst>
              </p:cNvPr>
              <p:cNvSpPr txBox="1">
                <a:spLocks noChangeArrowheads="1"/>
              </p:cNvSpPr>
              <p:nvPr/>
            </p:nvSpPr>
            <p:spPr bwMode="auto">
              <a:xfrm>
                <a:off x="3759" y="2338"/>
                <a:ext cx="305" cy="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grpSp>
        <p:sp>
          <p:nvSpPr>
            <p:cNvPr id="90" name="Text Box 104">
              <a:extLst>
                <a:ext uri="{FF2B5EF4-FFF2-40B4-BE49-F238E27FC236}">
                  <a16:creationId xmlns:a16="http://schemas.microsoft.com/office/drawing/2014/main" id="{20CAC2BF-7DE0-4A63-BFE6-EF5EE9D5B415}"/>
                </a:ext>
              </a:extLst>
            </p:cNvPr>
            <p:cNvSpPr txBox="1">
              <a:spLocks noChangeArrowheads="1"/>
            </p:cNvSpPr>
            <p:nvPr/>
          </p:nvSpPr>
          <p:spPr bwMode="auto">
            <a:xfrm>
              <a:off x="5147" y="3089"/>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91" name="Text Box 105">
              <a:extLst>
                <a:ext uri="{FF2B5EF4-FFF2-40B4-BE49-F238E27FC236}">
                  <a16:creationId xmlns:a16="http://schemas.microsoft.com/office/drawing/2014/main" id="{BE8F4120-C7FD-4F64-A7B2-4D604207AF9F}"/>
                </a:ext>
              </a:extLst>
            </p:cNvPr>
            <p:cNvSpPr txBox="1">
              <a:spLocks noChangeArrowheads="1"/>
            </p:cNvSpPr>
            <p:nvPr/>
          </p:nvSpPr>
          <p:spPr bwMode="auto">
            <a:xfrm>
              <a:off x="4037" y="1229"/>
              <a:ext cx="14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或逻辑真值表</a:t>
              </a:r>
            </a:p>
          </p:txBody>
        </p:sp>
      </p:grpSp>
      <p:sp>
        <p:nvSpPr>
          <p:cNvPr id="106" name="Text Box 106">
            <a:extLst>
              <a:ext uri="{FF2B5EF4-FFF2-40B4-BE49-F238E27FC236}">
                <a16:creationId xmlns:a16="http://schemas.microsoft.com/office/drawing/2014/main" id="{F9B67A80-E6F7-4DF6-A0C6-4C17866E9F7A}"/>
              </a:ext>
            </a:extLst>
          </p:cNvPr>
          <p:cNvSpPr txBox="1">
            <a:spLocks noChangeArrowheads="1"/>
          </p:cNvSpPr>
          <p:nvPr/>
        </p:nvSpPr>
        <p:spPr bwMode="auto">
          <a:xfrm>
            <a:off x="438150" y="3698875"/>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逻辑函数式</a:t>
            </a:r>
          </a:p>
        </p:txBody>
      </p:sp>
      <p:grpSp>
        <p:nvGrpSpPr>
          <p:cNvPr id="107" name="Group 107">
            <a:extLst>
              <a:ext uri="{FF2B5EF4-FFF2-40B4-BE49-F238E27FC236}">
                <a16:creationId xmlns:a16="http://schemas.microsoft.com/office/drawing/2014/main" id="{A2ADB22A-7CFD-47EB-92AE-3FCABD3204A6}"/>
              </a:ext>
            </a:extLst>
          </p:cNvPr>
          <p:cNvGrpSpPr>
            <a:grpSpLocks/>
          </p:cNvGrpSpPr>
          <p:nvPr/>
        </p:nvGrpSpPr>
        <p:grpSpPr bwMode="auto">
          <a:xfrm>
            <a:off x="2916238" y="3630613"/>
            <a:ext cx="2419350" cy="762000"/>
            <a:chOff x="1920" y="3456"/>
            <a:chExt cx="1056" cy="480"/>
          </a:xfrm>
        </p:grpSpPr>
        <p:sp>
          <p:nvSpPr>
            <p:cNvPr id="108" name="Rectangle 108">
              <a:extLst>
                <a:ext uri="{FF2B5EF4-FFF2-40B4-BE49-F238E27FC236}">
                  <a16:creationId xmlns:a16="http://schemas.microsoft.com/office/drawing/2014/main" id="{8723AAE7-F863-4E69-8FAE-3DE214860792}"/>
                </a:ext>
              </a:extLst>
            </p:cNvPr>
            <p:cNvSpPr>
              <a:spLocks noChangeArrowheads="1"/>
            </p:cNvSpPr>
            <p:nvPr/>
          </p:nvSpPr>
          <p:spPr bwMode="auto">
            <a:xfrm>
              <a:off x="1920" y="3456"/>
              <a:ext cx="1056" cy="480"/>
            </a:xfrm>
            <a:prstGeom prst="rect">
              <a:avLst/>
            </a:prstGeom>
            <a:solidFill>
              <a:schemeClr val="bg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9" name="Text Box 109">
              <a:extLst>
                <a:ext uri="{FF2B5EF4-FFF2-40B4-BE49-F238E27FC236}">
                  <a16:creationId xmlns:a16="http://schemas.microsoft.com/office/drawing/2014/main" id="{BF42889A-3497-401F-AD1F-A8948624D524}"/>
                </a:ext>
              </a:extLst>
            </p:cNvPr>
            <p:cNvSpPr txBox="1">
              <a:spLocks noChangeArrowheads="1"/>
            </p:cNvSpPr>
            <p:nvPr/>
          </p:nvSpPr>
          <p:spPr bwMode="auto">
            <a:xfrm>
              <a:off x="2016" y="3552"/>
              <a:ext cx="91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F=A</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+B+C</a:t>
              </a:r>
              <a:endPar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grpSp>
      <p:sp>
        <p:nvSpPr>
          <p:cNvPr id="110" name="Text Box 110">
            <a:extLst>
              <a:ext uri="{FF2B5EF4-FFF2-40B4-BE49-F238E27FC236}">
                <a16:creationId xmlns:a16="http://schemas.microsoft.com/office/drawing/2014/main" id="{E2AA5AC2-C838-4DEE-9166-CE5F3DFB236C}"/>
              </a:ext>
            </a:extLst>
          </p:cNvPr>
          <p:cNvSpPr txBox="1">
            <a:spLocks noChangeArrowheads="1"/>
          </p:cNvSpPr>
          <p:nvPr/>
        </p:nvSpPr>
        <p:spPr bwMode="auto">
          <a:xfrm>
            <a:off x="619125" y="4600575"/>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逻辑符号</a:t>
            </a:r>
          </a:p>
        </p:txBody>
      </p:sp>
      <p:grpSp>
        <p:nvGrpSpPr>
          <p:cNvPr id="111" name="Group 111">
            <a:extLst>
              <a:ext uri="{FF2B5EF4-FFF2-40B4-BE49-F238E27FC236}">
                <a16:creationId xmlns:a16="http://schemas.microsoft.com/office/drawing/2014/main" id="{13D15367-82FD-4298-8D69-1C74CF5F761D}"/>
              </a:ext>
            </a:extLst>
          </p:cNvPr>
          <p:cNvGrpSpPr>
            <a:grpSpLocks/>
          </p:cNvGrpSpPr>
          <p:nvPr/>
        </p:nvGrpSpPr>
        <p:grpSpPr bwMode="auto">
          <a:xfrm>
            <a:off x="736600" y="5284788"/>
            <a:ext cx="2606675" cy="1131887"/>
            <a:chOff x="2235" y="3265"/>
            <a:chExt cx="1642" cy="713"/>
          </a:xfrm>
        </p:grpSpPr>
        <p:sp>
          <p:nvSpPr>
            <p:cNvPr id="112" name="Text Box 112">
              <a:extLst>
                <a:ext uri="{FF2B5EF4-FFF2-40B4-BE49-F238E27FC236}">
                  <a16:creationId xmlns:a16="http://schemas.microsoft.com/office/drawing/2014/main" id="{74B795F2-499B-4891-8159-0FB82BDD2956}"/>
                </a:ext>
              </a:extLst>
            </p:cNvPr>
            <p:cNvSpPr txBox="1">
              <a:spLocks noChangeArrowheads="1"/>
            </p:cNvSpPr>
            <p:nvPr/>
          </p:nvSpPr>
          <p:spPr bwMode="auto">
            <a:xfrm>
              <a:off x="3624" y="3489"/>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13" name="Rectangle 113">
              <a:extLst>
                <a:ext uri="{FF2B5EF4-FFF2-40B4-BE49-F238E27FC236}">
                  <a16:creationId xmlns:a16="http://schemas.microsoft.com/office/drawing/2014/main" id="{23938D2D-7F82-4CFA-927B-7C3921C71272}"/>
                </a:ext>
              </a:extLst>
            </p:cNvPr>
            <p:cNvSpPr>
              <a:spLocks noChangeArrowheads="1"/>
            </p:cNvSpPr>
            <p:nvPr/>
          </p:nvSpPr>
          <p:spPr bwMode="auto">
            <a:xfrm>
              <a:off x="2880" y="3479"/>
              <a:ext cx="367" cy="419"/>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4" name="Line 114">
              <a:extLst>
                <a:ext uri="{FF2B5EF4-FFF2-40B4-BE49-F238E27FC236}">
                  <a16:creationId xmlns:a16="http://schemas.microsoft.com/office/drawing/2014/main" id="{4818E461-FD24-4A57-9C01-98EF7B7B7B9A}"/>
                </a:ext>
              </a:extLst>
            </p:cNvPr>
            <p:cNvSpPr>
              <a:spLocks noChangeShapeType="1"/>
            </p:cNvSpPr>
            <p:nvPr/>
          </p:nvSpPr>
          <p:spPr bwMode="auto">
            <a:xfrm>
              <a:off x="3257" y="3671"/>
              <a:ext cx="389"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5" name="Line 115">
              <a:extLst>
                <a:ext uri="{FF2B5EF4-FFF2-40B4-BE49-F238E27FC236}">
                  <a16:creationId xmlns:a16="http://schemas.microsoft.com/office/drawing/2014/main" id="{93C294A4-B2D6-467A-AEE3-9924552FF3EB}"/>
                </a:ext>
              </a:extLst>
            </p:cNvPr>
            <p:cNvSpPr>
              <a:spLocks noChangeShapeType="1"/>
            </p:cNvSpPr>
            <p:nvPr/>
          </p:nvSpPr>
          <p:spPr bwMode="auto">
            <a:xfrm>
              <a:off x="2512" y="3541"/>
              <a:ext cx="35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6" name="Line 116">
              <a:extLst>
                <a:ext uri="{FF2B5EF4-FFF2-40B4-BE49-F238E27FC236}">
                  <a16:creationId xmlns:a16="http://schemas.microsoft.com/office/drawing/2014/main" id="{AEA29E26-C1D9-4077-AE8F-2F73BD15784B}"/>
                </a:ext>
              </a:extLst>
            </p:cNvPr>
            <p:cNvSpPr>
              <a:spLocks noChangeShapeType="1"/>
            </p:cNvSpPr>
            <p:nvPr/>
          </p:nvSpPr>
          <p:spPr bwMode="auto">
            <a:xfrm>
              <a:off x="2501" y="3660"/>
              <a:ext cx="368"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7" name="Line 117">
              <a:extLst>
                <a:ext uri="{FF2B5EF4-FFF2-40B4-BE49-F238E27FC236}">
                  <a16:creationId xmlns:a16="http://schemas.microsoft.com/office/drawing/2014/main" id="{28BA6581-75A6-4E5B-AFED-F903A4159344}"/>
                </a:ext>
              </a:extLst>
            </p:cNvPr>
            <p:cNvSpPr>
              <a:spLocks noChangeShapeType="1"/>
            </p:cNvSpPr>
            <p:nvPr/>
          </p:nvSpPr>
          <p:spPr bwMode="auto">
            <a:xfrm>
              <a:off x="2502" y="3790"/>
              <a:ext cx="36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8" name="Text Box 118">
              <a:extLst>
                <a:ext uri="{FF2B5EF4-FFF2-40B4-BE49-F238E27FC236}">
                  <a16:creationId xmlns:a16="http://schemas.microsoft.com/office/drawing/2014/main" id="{CE6C47DE-5D73-469F-BEB3-ED7AC0C2AC6C}"/>
                </a:ext>
              </a:extLst>
            </p:cNvPr>
            <p:cNvSpPr txBox="1">
              <a:spLocks noChangeArrowheads="1"/>
            </p:cNvSpPr>
            <p:nvPr/>
          </p:nvSpPr>
          <p:spPr bwMode="auto">
            <a:xfrm>
              <a:off x="2235" y="3298"/>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119" name="Text Box 119">
              <a:extLst>
                <a:ext uri="{FF2B5EF4-FFF2-40B4-BE49-F238E27FC236}">
                  <a16:creationId xmlns:a16="http://schemas.microsoft.com/office/drawing/2014/main" id="{02465DB0-31A0-4775-B9D2-2A8B67F6FE02}"/>
                </a:ext>
              </a:extLst>
            </p:cNvPr>
            <p:cNvSpPr txBox="1">
              <a:spLocks noChangeArrowheads="1"/>
            </p:cNvSpPr>
            <p:nvPr/>
          </p:nvSpPr>
          <p:spPr bwMode="auto">
            <a:xfrm>
              <a:off x="2247" y="3477"/>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0" name="Text Box 120">
              <a:extLst>
                <a:ext uri="{FF2B5EF4-FFF2-40B4-BE49-F238E27FC236}">
                  <a16:creationId xmlns:a16="http://schemas.microsoft.com/office/drawing/2014/main" id="{3573769A-2A9A-40EC-95CA-4348DA2B8082}"/>
                </a:ext>
              </a:extLst>
            </p:cNvPr>
            <p:cNvSpPr txBox="1">
              <a:spLocks noChangeArrowheads="1"/>
            </p:cNvSpPr>
            <p:nvPr/>
          </p:nvSpPr>
          <p:spPr bwMode="auto">
            <a:xfrm>
              <a:off x="2251" y="3651"/>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1" name="Text Box 121">
              <a:extLst>
                <a:ext uri="{FF2B5EF4-FFF2-40B4-BE49-F238E27FC236}">
                  <a16:creationId xmlns:a16="http://schemas.microsoft.com/office/drawing/2014/main" id="{6CC5C0CC-2FBF-489A-88C4-69EF3B32B759}"/>
                </a:ext>
              </a:extLst>
            </p:cNvPr>
            <p:cNvSpPr txBox="1">
              <a:spLocks noChangeArrowheads="1"/>
            </p:cNvSpPr>
            <p:nvPr/>
          </p:nvSpPr>
          <p:spPr bwMode="auto">
            <a:xfrm>
              <a:off x="3039" y="326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122" name="Text Box 122">
              <a:extLst>
                <a:ext uri="{FF2B5EF4-FFF2-40B4-BE49-F238E27FC236}">
                  <a16:creationId xmlns:a16="http://schemas.microsoft.com/office/drawing/2014/main" id="{B73812F1-193E-4618-8E4B-1F6CB2184EE2}"/>
                </a:ext>
              </a:extLst>
            </p:cNvPr>
            <p:cNvSpPr txBox="1">
              <a:spLocks noChangeArrowheads="1"/>
            </p:cNvSpPr>
            <p:nvPr/>
          </p:nvSpPr>
          <p:spPr bwMode="auto">
            <a:xfrm>
              <a:off x="2870" y="347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3300"/>
                  </a:solidFill>
                  <a:effectLst/>
                  <a:uLnTx/>
                  <a:uFillTx/>
                  <a:latin typeface="Times New Roman" panose="02020603050405020304" pitchFamily="18" charset="0"/>
                  <a:ea typeface="幼圆" panose="02010509060101010101" pitchFamily="49" charset="-122"/>
                  <a:cs typeface="+mn-cs"/>
                </a:rPr>
                <a:t>&gt;</a:t>
              </a:r>
            </a:p>
          </p:txBody>
        </p:sp>
        <p:sp>
          <p:nvSpPr>
            <p:cNvPr id="123" name="Line 123">
              <a:extLst>
                <a:ext uri="{FF2B5EF4-FFF2-40B4-BE49-F238E27FC236}">
                  <a16:creationId xmlns:a16="http://schemas.microsoft.com/office/drawing/2014/main" id="{88298CCB-5C04-4D87-9DB0-27AB6CF17DC5}"/>
                </a:ext>
              </a:extLst>
            </p:cNvPr>
            <p:cNvSpPr>
              <a:spLocks noChangeShapeType="1"/>
            </p:cNvSpPr>
            <p:nvPr/>
          </p:nvSpPr>
          <p:spPr bwMode="auto">
            <a:xfrm flipV="1">
              <a:off x="2935" y="3655"/>
              <a:ext cx="104" cy="56"/>
            </a:xfrm>
            <a:prstGeom prst="line">
              <a:avLst/>
            </a:prstGeom>
            <a:noFill/>
            <a:ln w="19050" cap="sq">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4" name="Text Box 124">
              <a:extLst>
                <a:ext uri="{FF2B5EF4-FFF2-40B4-BE49-F238E27FC236}">
                  <a16:creationId xmlns:a16="http://schemas.microsoft.com/office/drawing/2014/main" id="{4CB837F7-C389-4F1D-BB52-506B758589A9}"/>
                </a:ext>
              </a:extLst>
            </p:cNvPr>
            <p:cNvSpPr txBox="1">
              <a:spLocks noChangeArrowheads="1"/>
            </p:cNvSpPr>
            <p:nvPr/>
          </p:nvSpPr>
          <p:spPr bwMode="auto">
            <a:xfrm>
              <a:off x="2999" y="3487"/>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solidFill>
                    <a:srgbClr val="FF3300"/>
                  </a:solidFill>
                  <a:effectLst/>
                  <a:uLnTx/>
                  <a:uFillTx/>
                  <a:latin typeface="Times New Roman" panose="02020603050405020304" pitchFamily="18" charset="0"/>
                  <a:ea typeface="幼圆" panose="02010509060101010101" pitchFamily="49" charset="-122"/>
                  <a:cs typeface="+mn-cs"/>
                </a:rPr>
                <a:t>1</a:t>
              </a:r>
            </a:p>
          </p:txBody>
        </p:sp>
      </p:grpSp>
      <p:grpSp>
        <p:nvGrpSpPr>
          <p:cNvPr id="125" name="Group 125">
            <a:extLst>
              <a:ext uri="{FF2B5EF4-FFF2-40B4-BE49-F238E27FC236}">
                <a16:creationId xmlns:a16="http://schemas.microsoft.com/office/drawing/2014/main" id="{A8BCC953-5681-4CF4-974D-11D5CE1F6C3D}"/>
              </a:ext>
            </a:extLst>
          </p:cNvPr>
          <p:cNvGrpSpPr>
            <a:grpSpLocks/>
          </p:cNvGrpSpPr>
          <p:nvPr/>
        </p:nvGrpSpPr>
        <p:grpSpPr bwMode="auto">
          <a:xfrm>
            <a:off x="3556000" y="5233988"/>
            <a:ext cx="2435225" cy="1131887"/>
            <a:chOff x="366" y="3247"/>
            <a:chExt cx="1534" cy="713"/>
          </a:xfrm>
        </p:grpSpPr>
        <p:sp>
          <p:nvSpPr>
            <p:cNvPr id="126" name="Text Box 126">
              <a:extLst>
                <a:ext uri="{FF2B5EF4-FFF2-40B4-BE49-F238E27FC236}">
                  <a16:creationId xmlns:a16="http://schemas.microsoft.com/office/drawing/2014/main" id="{985C482C-91DD-432B-80B6-FECE2ED1E2E5}"/>
                </a:ext>
              </a:extLst>
            </p:cNvPr>
            <p:cNvSpPr txBox="1">
              <a:spLocks noChangeArrowheads="1"/>
            </p:cNvSpPr>
            <p:nvPr/>
          </p:nvSpPr>
          <p:spPr bwMode="auto">
            <a:xfrm>
              <a:off x="1647" y="3482"/>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7" name="Rectangle 127">
              <a:extLst>
                <a:ext uri="{FF2B5EF4-FFF2-40B4-BE49-F238E27FC236}">
                  <a16:creationId xmlns:a16="http://schemas.microsoft.com/office/drawing/2014/main" id="{E324290A-5FBF-4783-8331-C379CEF6F4E9}"/>
                </a:ext>
              </a:extLst>
            </p:cNvPr>
            <p:cNvSpPr>
              <a:spLocks noChangeArrowheads="1"/>
            </p:cNvSpPr>
            <p:nvPr/>
          </p:nvSpPr>
          <p:spPr bwMode="auto">
            <a:xfrm>
              <a:off x="1011" y="3461"/>
              <a:ext cx="302" cy="41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8" name="Line 128">
              <a:extLst>
                <a:ext uri="{FF2B5EF4-FFF2-40B4-BE49-F238E27FC236}">
                  <a16:creationId xmlns:a16="http://schemas.microsoft.com/office/drawing/2014/main" id="{AEDDA2BA-11B0-4815-BACA-56463B1F998B}"/>
                </a:ext>
              </a:extLst>
            </p:cNvPr>
            <p:cNvSpPr>
              <a:spLocks noChangeShapeType="1"/>
            </p:cNvSpPr>
            <p:nvPr/>
          </p:nvSpPr>
          <p:spPr bwMode="auto">
            <a:xfrm>
              <a:off x="1311" y="3653"/>
              <a:ext cx="3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9" name="Line 129">
              <a:extLst>
                <a:ext uri="{FF2B5EF4-FFF2-40B4-BE49-F238E27FC236}">
                  <a16:creationId xmlns:a16="http://schemas.microsoft.com/office/drawing/2014/main" id="{C94A3684-69E1-4000-AEDE-E1B8E5C7754F}"/>
                </a:ext>
              </a:extLst>
            </p:cNvPr>
            <p:cNvSpPr>
              <a:spLocks noChangeShapeType="1"/>
            </p:cNvSpPr>
            <p:nvPr/>
          </p:nvSpPr>
          <p:spPr bwMode="auto">
            <a:xfrm>
              <a:off x="643" y="3523"/>
              <a:ext cx="3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0" name="Line 130">
              <a:extLst>
                <a:ext uri="{FF2B5EF4-FFF2-40B4-BE49-F238E27FC236}">
                  <a16:creationId xmlns:a16="http://schemas.microsoft.com/office/drawing/2014/main" id="{A9B8A8EA-58B6-420F-BB48-277A8CE1C136}"/>
                </a:ext>
              </a:extLst>
            </p:cNvPr>
            <p:cNvSpPr>
              <a:spLocks noChangeShapeType="1"/>
            </p:cNvSpPr>
            <p:nvPr/>
          </p:nvSpPr>
          <p:spPr bwMode="auto">
            <a:xfrm>
              <a:off x="632" y="3642"/>
              <a:ext cx="3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1" name="Line 131">
              <a:extLst>
                <a:ext uri="{FF2B5EF4-FFF2-40B4-BE49-F238E27FC236}">
                  <a16:creationId xmlns:a16="http://schemas.microsoft.com/office/drawing/2014/main" id="{AAF799A3-DCED-4FC8-9F72-0AD0C6EB27AD}"/>
                </a:ext>
              </a:extLst>
            </p:cNvPr>
            <p:cNvSpPr>
              <a:spLocks noChangeShapeType="1"/>
            </p:cNvSpPr>
            <p:nvPr/>
          </p:nvSpPr>
          <p:spPr bwMode="auto">
            <a:xfrm>
              <a:off x="633" y="3772"/>
              <a:ext cx="36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2" name="Text Box 132">
              <a:extLst>
                <a:ext uri="{FF2B5EF4-FFF2-40B4-BE49-F238E27FC236}">
                  <a16:creationId xmlns:a16="http://schemas.microsoft.com/office/drawing/2014/main" id="{B0AFE933-A99B-45E1-9258-4082741EBADC}"/>
                </a:ext>
              </a:extLst>
            </p:cNvPr>
            <p:cNvSpPr txBox="1">
              <a:spLocks noChangeArrowheads="1"/>
            </p:cNvSpPr>
            <p:nvPr/>
          </p:nvSpPr>
          <p:spPr bwMode="auto">
            <a:xfrm>
              <a:off x="366" y="3280"/>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33" name="Text Box 133">
              <a:extLst>
                <a:ext uri="{FF2B5EF4-FFF2-40B4-BE49-F238E27FC236}">
                  <a16:creationId xmlns:a16="http://schemas.microsoft.com/office/drawing/2014/main" id="{709E81AB-668B-4ACE-BBE5-EEE6537A80FE}"/>
                </a:ext>
              </a:extLst>
            </p:cNvPr>
            <p:cNvSpPr txBox="1">
              <a:spLocks noChangeArrowheads="1"/>
            </p:cNvSpPr>
            <p:nvPr/>
          </p:nvSpPr>
          <p:spPr bwMode="auto">
            <a:xfrm>
              <a:off x="378" y="3459"/>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34" name="Text Box 134">
              <a:extLst>
                <a:ext uri="{FF2B5EF4-FFF2-40B4-BE49-F238E27FC236}">
                  <a16:creationId xmlns:a16="http://schemas.microsoft.com/office/drawing/2014/main" id="{AADC861B-92F3-443B-ACDA-DB7CA4308E86}"/>
                </a:ext>
              </a:extLst>
            </p:cNvPr>
            <p:cNvSpPr txBox="1">
              <a:spLocks noChangeArrowheads="1"/>
            </p:cNvSpPr>
            <p:nvPr/>
          </p:nvSpPr>
          <p:spPr bwMode="auto">
            <a:xfrm>
              <a:off x="382" y="3633"/>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35" name="Text Box 135">
              <a:extLst>
                <a:ext uri="{FF2B5EF4-FFF2-40B4-BE49-F238E27FC236}">
                  <a16:creationId xmlns:a16="http://schemas.microsoft.com/office/drawing/2014/main" id="{E34051C8-23AE-4406-8D79-15494F63A83B}"/>
                </a:ext>
              </a:extLst>
            </p:cNvPr>
            <p:cNvSpPr txBox="1">
              <a:spLocks noChangeArrowheads="1"/>
            </p:cNvSpPr>
            <p:nvPr/>
          </p:nvSpPr>
          <p:spPr bwMode="auto">
            <a:xfrm>
              <a:off x="1170" y="3247"/>
              <a:ext cx="1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136" name="Text Box 136">
              <a:extLst>
                <a:ext uri="{FF2B5EF4-FFF2-40B4-BE49-F238E27FC236}">
                  <a16:creationId xmlns:a16="http://schemas.microsoft.com/office/drawing/2014/main" id="{1E0941FF-A81F-402F-8C8D-BE982FC9D923}"/>
                </a:ext>
              </a:extLst>
            </p:cNvPr>
            <p:cNvSpPr txBox="1">
              <a:spLocks noChangeArrowheads="1"/>
            </p:cNvSpPr>
            <p:nvPr/>
          </p:nvSpPr>
          <p:spPr bwMode="auto">
            <a:xfrm>
              <a:off x="1058" y="3513"/>
              <a:ext cx="225"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t>
              </a:r>
            </a:p>
          </p:txBody>
        </p:sp>
      </p:grpSp>
      <p:grpSp>
        <p:nvGrpSpPr>
          <p:cNvPr id="137" name="Group 137">
            <a:extLst>
              <a:ext uri="{FF2B5EF4-FFF2-40B4-BE49-F238E27FC236}">
                <a16:creationId xmlns:a16="http://schemas.microsoft.com/office/drawing/2014/main" id="{7CDDC46F-20C4-4D2F-9380-A030866094ED}"/>
              </a:ext>
            </a:extLst>
          </p:cNvPr>
          <p:cNvGrpSpPr>
            <a:grpSpLocks/>
          </p:cNvGrpSpPr>
          <p:nvPr/>
        </p:nvGrpSpPr>
        <p:grpSpPr bwMode="auto">
          <a:xfrm>
            <a:off x="6169025" y="5237163"/>
            <a:ext cx="2179638" cy="1128712"/>
            <a:chOff x="3712" y="3332"/>
            <a:chExt cx="1373" cy="711"/>
          </a:xfrm>
        </p:grpSpPr>
        <p:grpSp>
          <p:nvGrpSpPr>
            <p:cNvPr id="138" name="Group 138">
              <a:extLst>
                <a:ext uri="{FF2B5EF4-FFF2-40B4-BE49-F238E27FC236}">
                  <a16:creationId xmlns:a16="http://schemas.microsoft.com/office/drawing/2014/main" id="{52C148A8-80F0-4880-85BC-CF45703EA944}"/>
                </a:ext>
              </a:extLst>
            </p:cNvPr>
            <p:cNvGrpSpPr>
              <a:grpSpLocks/>
            </p:cNvGrpSpPr>
            <p:nvPr/>
          </p:nvGrpSpPr>
          <p:grpSpPr bwMode="auto">
            <a:xfrm>
              <a:off x="3952" y="3505"/>
              <a:ext cx="908" cy="417"/>
              <a:chOff x="2160" y="2880"/>
              <a:chExt cx="1440" cy="570"/>
            </a:xfrm>
          </p:grpSpPr>
          <p:grpSp>
            <p:nvGrpSpPr>
              <p:cNvPr id="143" name="Group 139">
                <a:extLst>
                  <a:ext uri="{FF2B5EF4-FFF2-40B4-BE49-F238E27FC236}">
                    <a16:creationId xmlns:a16="http://schemas.microsoft.com/office/drawing/2014/main" id="{885A4EAF-EC93-40D7-862A-3CB984798439}"/>
                  </a:ext>
                </a:extLst>
              </p:cNvPr>
              <p:cNvGrpSpPr>
                <a:grpSpLocks/>
              </p:cNvGrpSpPr>
              <p:nvPr/>
            </p:nvGrpSpPr>
            <p:grpSpPr bwMode="auto">
              <a:xfrm>
                <a:off x="2400" y="2880"/>
                <a:ext cx="816" cy="570"/>
                <a:chOff x="2352" y="3122"/>
                <a:chExt cx="816" cy="570"/>
              </a:xfrm>
            </p:grpSpPr>
            <p:sp>
              <p:nvSpPr>
                <p:cNvPr id="149" name="Arc 140">
                  <a:extLst>
                    <a:ext uri="{FF2B5EF4-FFF2-40B4-BE49-F238E27FC236}">
                      <a16:creationId xmlns:a16="http://schemas.microsoft.com/office/drawing/2014/main" id="{F18F2C6F-2E88-46FF-871E-4E039D9D37FB}"/>
                    </a:ext>
                  </a:extLst>
                </p:cNvPr>
                <p:cNvSpPr>
                  <a:spLocks/>
                </p:cNvSpPr>
                <p:nvPr/>
              </p:nvSpPr>
              <p:spPr bwMode="auto">
                <a:xfrm>
                  <a:off x="2352" y="3133"/>
                  <a:ext cx="240" cy="556"/>
                </a:xfrm>
                <a:custGeom>
                  <a:avLst/>
                  <a:gdLst>
                    <a:gd name="T0" fmla="*/ 0 w 21600"/>
                    <a:gd name="T1" fmla="*/ 0 h 35664"/>
                    <a:gd name="T2" fmla="*/ 0 w 21600"/>
                    <a:gd name="T3" fmla="*/ 0 h 35664"/>
                    <a:gd name="T4" fmla="*/ 0 w 21600"/>
                    <a:gd name="T5" fmla="*/ 0 h 35664"/>
                    <a:gd name="T6" fmla="*/ 0 60000 65536"/>
                    <a:gd name="T7" fmla="*/ 0 60000 65536"/>
                    <a:gd name="T8" fmla="*/ 0 60000 65536"/>
                  </a:gdLst>
                  <a:ahLst/>
                  <a:cxnLst>
                    <a:cxn ang="T6">
                      <a:pos x="T0" y="T1"/>
                    </a:cxn>
                    <a:cxn ang="T7">
                      <a:pos x="T2" y="T3"/>
                    </a:cxn>
                    <a:cxn ang="T8">
                      <a:pos x="T4" y="T5"/>
                    </a:cxn>
                  </a:cxnLst>
                  <a:rect l="0" t="0" r="r" b="b"/>
                  <a:pathLst>
                    <a:path w="21600" h="35664" fill="none" extrusionOk="0">
                      <a:moveTo>
                        <a:pt x="12190" y="0"/>
                      </a:moveTo>
                      <a:cubicBezTo>
                        <a:pt x="18078" y="4025"/>
                        <a:pt x="21600" y="10698"/>
                        <a:pt x="21600" y="17831"/>
                      </a:cubicBezTo>
                      <a:cubicBezTo>
                        <a:pt x="21600" y="24964"/>
                        <a:pt x="18077" y="31638"/>
                        <a:pt x="12187" y="35663"/>
                      </a:cubicBezTo>
                    </a:path>
                    <a:path w="21600" h="35664" stroke="0" extrusionOk="0">
                      <a:moveTo>
                        <a:pt x="12190" y="0"/>
                      </a:moveTo>
                      <a:cubicBezTo>
                        <a:pt x="18078" y="4025"/>
                        <a:pt x="21600" y="10698"/>
                        <a:pt x="21600" y="17831"/>
                      </a:cubicBezTo>
                      <a:cubicBezTo>
                        <a:pt x="21600" y="24964"/>
                        <a:pt x="18077" y="31638"/>
                        <a:pt x="12187" y="35663"/>
                      </a:cubicBezTo>
                      <a:lnTo>
                        <a:pt x="0" y="17831"/>
                      </a:lnTo>
                      <a:lnTo>
                        <a:pt x="12190" y="0"/>
                      </a:lnTo>
                      <a:close/>
                    </a:path>
                  </a:pathLst>
                </a:cu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0" name="Arc 141">
                  <a:extLst>
                    <a:ext uri="{FF2B5EF4-FFF2-40B4-BE49-F238E27FC236}">
                      <a16:creationId xmlns:a16="http://schemas.microsoft.com/office/drawing/2014/main" id="{82CA2BB1-4012-4C6D-9D18-2EBF50AB071B}"/>
                    </a:ext>
                  </a:extLst>
                </p:cNvPr>
                <p:cNvSpPr>
                  <a:spLocks/>
                </p:cNvSpPr>
                <p:nvPr/>
              </p:nvSpPr>
              <p:spPr bwMode="auto">
                <a:xfrm>
                  <a:off x="2496" y="3122"/>
                  <a:ext cx="672" cy="286"/>
                </a:xfrm>
                <a:custGeom>
                  <a:avLst/>
                  <a:gdLst>
                    <a:gd name="T0" fmla="*/ 0 w 21600"/>
                    <a:gd name="T1" fmla="*/ 0 h 22877"/>
                    <a:gd name="T2" fmla="*/ 0 w 21600"/>
                    <a:gd name="T3" fmla="*/ 0 h 22877"/>
                    <a:gd name="T4" fmla="*/ 0 w 21600"/>
                    <a:gd name="T5" fmla="*/ 0 h 22877"/>
                    <a:gd name="T6" fmla="*/ 0 60000 65536"/>
                    <a:gd name="T7" fmla="*/ 0 60000 65536"/>
                    <a:gd name="T8" fmla="*/ 0 60000 65536"/>
                  </a:gdLst>
                  <a:ahLst/>
                  <a:cxnLst>
                    <a:cxn ang="T6">
                      <a:pos x="T0" y="T1"/>
                    </a:cxn>
                    <a:cxn ang="T7">
                      <a:pos x="T2" y="T3"/>
                    </a:cxn>
                    <a:cxn ang="T8">
                      <a:pos x="T4" y="T5"/>
                    </a:cxn>
                  </a:cxnLst>
                  <a:rect l="0" t="0" r="r" b="b"/>
                  <a:pathLst>
                    <a:path w="21600" h="22877" fill="none" extrusionOk="0">
                      <a:moveTo>
                        <a:pt x="-1" y="0"/>
                      </a:moveTo>
                      <a:cubicBezTo>
                        <a:pt x="11929" y="0"/>
                        <a:pt x="21600" y="9670"/>
                        <a:pt x="21600" y="21600"/>
                      </a:cubicBezTo>
                      <a:cubicBezTo>
                        <a:pt x="21600" y="22025"/>
                        <a:pt x="21587" y="22451"/>
                        <a:pt x="21562" y="22877"/>
                      </a:cubicBezTo>
                    </a:path>
                    <a:path w="21600" h="22877" stroke="0" extrusionOk="0">
                      <a:moveTo>
                        <a:pt x="-1" y="0"/>
                      </a:moveTo>
                      <a:cubicBezTo>
                        <a:pt x="11929" y="0"/>
                        <a:pt x="21600" y="9670"/>
                        <a:pt x="21600" y="21600"/>
                      </a:cubicBezTo>
                      <a:cubicBezTo>
                        <a:pt x="21600" y="22025"/>
                        <a:pt x="21587" y="22451"/>
                        <a:pt x="21562" y="22877"/>
                      </a:cubicBezTo>
                      <a:lnTo>
                        <a:pt x="0" y="21600"/>
                      </a:lnTo>
                      <a:lnTo>
                        <a:pt x="-1" y="0"/>
                      </a:lnTo>
                      <a:close/>
                    </a:path>
                  </a:pathLst>
                </a:cu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1" name="Arc 142">
                  <a:extLst>
                    <a:ext uri="{FF2B5EF4-FFF2-40B4-BE49-F238E27FC236}">
                      <a16:creationId xmlns:a16="http://schemas.microsoft.com/office/drawing/2014/main" id="{9EC01E38-EB97-4C10-9388-7AADC1494C21}"/>
                    </a:ext>
                  </a:extLst>
                </p:cNvPr>
                <p:cNvSpPr>
                  <a:spLocks/>
                </p:cNvSpPr>
                <p:nvPr/>
              </p:nvSpPr>
              <p:spPr bwMode="auto">
                <a:xfrm flipV="1">
                  <a:off x="2496" y="3408"/>
                  <a:ext cx="672" cy="284"/>
                </a:xfrm>
                <a:custGeom>
                  <a:avLst/>
                  <a:gdLst>
                    <a:gd name="T0" fmla="*/ 0 w 21600"/>
                    <a:gd name="T1" fmla="*/ 0 h 23425"/>
                    <a:gd name="T2" fmla="*/ 0 w 21600"/>
                    <a:gd name="T3" fmla="*/ 0 h 23425"/>
                    <a:gd name="T4" fmla="*/ 0 w 21600"/>
                    <a:gd name="T5" fmla="*/ 0 h 23425"/>
                    <a:gd name="T6" fmla="*/ 0 60000 65536"/>
                    <a:gd name="T7" fmla="*/ 0 60000 65536"/>
                    <a:gd name="T8" fmla="*/ 0 60000 65536"/>
                  </a:gdLst>
                  <a:ahLst/>
                  <a:cxnLst>
                    <a:cxn ang="T6">
                      <a:pos x="T0" y="T1"/>
                    </a:cxn>
                    <a:cxn ang="T7">
                      <a:pos x="T2" y="T3"/>
                    </a:cxn>
                    <a:cxn ang="T8">
                      <a:pos x="T4" y="T5"/>
                    </a:cxn>
                  </a:cxnLst>
                  <a:rect l="0" t="0" r="r" b="b"/>
                  <a:pathLst>
                    <a:path w="21600" h="23425" fill="none" extrusionOk="0">
                      <a:moveTo>
                        <a:pt x="-1" y="0"/>
                      </a:moveTo>
                      <a:cubicBezTo>
                        <a:pt x="11929" y="0"/>
                        <a:pt x="21600" y="9670"/>
                        <a:pt x="21600" y="21600"/>
                      </a:cubicBezTo>
                      <a:cubicBezTo>
                        <a:pt x="21600" y="22209"/>
                        <a:pt x="21574" y="22818"/>
                        <a:pt x="21522" y="23424"/>
                      </a:cubicBezTo>
                    </a:path>
                    <a:path w="21600" h="23425" stroke="0" extrusionOk="0">
                      <a:moveTo>
                        <a:pt x="-1" y="0"/>
                      </a:moveTo>
                      <a:cubicBezTo>
                        <a:pt x="11929" y="0"/>
                        <a:pt x="21600" y="9670"/>
                        <a:pt x="21600" y="21600"/>
                      </a:cubicBezTo>
                      <a:cubicBezTo>
                        <a:pt x="21600" y="22209"/>
                        <a:pt x="21574" y="22818"/>
                        <a:pt x="21522" y="23424"/>
                      </a:cubicBezTo>
                      <a:lnTo>
                        <a:pt x="0" y="21600"/>
                      </a:lnTo>
                      <a:lnTo>
                        <a:pt x="-1" y="0"/>
                      </a:lnTo>
                      <a:close/>
                    </a:path>
                  </a:pathLst>
                </a:custGeom>
                <a:noFill/>
                <a:ln w="285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44" name="Line 143">
                <a:extLst>
                  <a:ext uri="{FF2B5EF4-FFF2-40B4-BE49-F238E27FC236}">
                    <a16:creationId xmlns:a16="http://schemas.microsoft.com/office/drawing/2014/main" id="{F7A691D7-15FD-47BC-AF92-63922F680B10}"/>
                  </a:ext>
                </a:extLst>
              </p:cNvPr>
              <p:cNvSpPr>
                <a:spLocks noChangeShapeType="1"/>
              </p:cNvSpPr>
              <p:nvPr/>
            </p:nvSpPr>
            <p:spPr bwMode="auto">
              <a:xfrm>
                <a:off x="2160" y="2976"/>
                <a:ext cx="43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5" name="Line 144">
                <a:extLst>
                  <a:ext uri="{FF2B5EF4-FFF2-40B4-BE49-F238E27FC236}">
                    <a16:creationId xmlns:a16="http://schemas.microsoft.com/office/drawing/2014/main" id="{63996CEA-C6CB-4D0F-B8D5-608C1008C502}"/>
                  </a:ext>
                </a:extLst>
              </p:cNvPr>
              <p:cNvSpPr>
                <a:spLocks noChangeShapeType="1"/>
              </p:cNvSpPr>
              <p:nvPr/>
            </p:nvSpPr>
            <p:spPr bwMode="auto">
              <a:xfrm>
                <a:off x="2160" y="3168"/>
                <a:ext cx="480"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6" name="Line 145">
                <a:extLst>
                  <a:ext uri="{FF2B5EF4-FFF2-40B4-BE49-F238E27FC236}">
                    <a16:creationId xmlns:a16="http://schemas.microsoft.com/office/drawing/2014/main" id="{E8E2F83A-3553-4D16-BA44-CCBB19FE5365}"/>
                  </a:ext>
                </a:extLst>
              </p:cNvPr>
              <p:cNvSpPr>
                <a:spLocks noChangeShapeType="1"/>
              </p:cNvSpPr>
              <p:nvPr/>
            </p:nvSpPr>
            <p:spPr bwMode="auto">
              <a:xfrm>
                <a:off x="2160" y="3360"/>
                <a:ext cx="43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7" name="Line 146">
                <a:extLst>
                  <a:ext uri="{FF2B5EF4-FFF2-40B4-BE49-F238E27FC236}">
                    <a16:creationId xmlns:a16="http://schemas.microsoft.com/office/drawing/2014/main" id="{D0A9C7B0-5D01-472B-B17A-8F2CDAF765A4}"/>
                  </a:ext>
                </a:extLst>
              </p:cNvPr>
              <p:cNvSpPr>
                <a:spLocks noChangeShapeType="1"/>
              </p:cNvSpPr>
              <p:nvPr/>
            </p:nvSpPr>
            <p:spPr bwMode="auto">
              <a:xfrm>
                <a:off x="3216" y="3168"/>
                <a:ext cx="0"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8" name="Line 147">
                <a:extLst>
                  <a:ext uri="{FF2B5EF4-FFF2-40B4-BE49-F238E27FC236}">
                    <a16:creationId xmlns:a16="http://schemas.microsoft.com/office/drawing/2014/main" id="{6507C96D-2874-4BD7-B384-B02A2419EC87}"/>
                  </a:ext>
                </a:extLst>
              </p:cNvPr>
              <p:cNvSpPr>
                <a:spLocks noChangeShapeType="1"/>
              </p:cNvSpPr>
              <p:nvPr/>
            </p:nvSpPr>
            <p:spPr bwMode="auto">
              <a:xfrm>
                <a:off x="3216" y="3168"/>
                <a:ext cx="384"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39" name="Rectangle 148">
              <a:extLst>
                <a:ext uri="{FF2B5EF4-FFF2-40B4-BE49-F238E27FC236}">
                  <a16:creationId xmlns:a16="http://schemas.microsoft.com/office/drawing/2014/main" id="{2C9A1A0A-99CB-46BA-9738-3A4AAEA4952B}"/>
                </a:ext>
              </a:extLst>
            </p:cNvPr>
            <p:cNvSpPr>
              <a:spLocks noChangeArrowheads="1"/>
            </p:cNvSpPr>
            <p:nvPr/>
          </p:nvSpPr>
          <p:spPr bwMode="auto">
            <a:xfrm>
              <a:off x="3712" y="333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a:t>
              </a:r>
            </a:p>
          </p:txBody>
        </p:sp>
        <p:sp>
          <p:nvSpPr>
            <p:cNvPr id="140" name="Rectangle 149">
              <a:extLst>
                <a:ext uri="{FF2B5EF4-FFF2-40B4-BE49-F238E27FC236}">
                  <a16:creationId xmlns:a16="http://schemas.microsoft.com/office/drawing/2014/main" id="{5273959D-0ACC-4A90-8328-9643B72CE2F9}"/>
                </a:ext>
              </a:extLst>
            </p:cNvPr>
            <p:cNvSpPr>
              <a:spLocks noChangeArrowheads="1"/>
            </p:cNvSpPr>
            <p:nvPr/>
          </p:nvSpPr>
          <p:spPr bwMode="auto">
            <a:xfrm>
              <a:off x="3712" y="3524"/>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B</a:t>
              </a:r>
            </a:p>
          </p:txBody>
        </p:sp>
        <p:sp>
          <p:nvSpPr>
            <p:cNvPr id="141" name="Rectangle 150">
              <a:extLst>
                <a:ext uri="{FF2B5EF4-FFF2-40B4-BE49-F238E27FC236}">
                  <a16:creationId xmlns:a16="http://schemas.microsoft.com/office/drawing/2014/main" id="{20E45E62-54D5-4536-B391-6C574FAFEE49}"/>
                </a:ext>
              </a:extLst>
            </p:cNvPr>
            <p:cNvSpPr>
              <a:spLocks noChangeArrowheads="1"/>
            </p:cNvSpPr>
            <p:nvPr/>
          </p:nvSpPr>
          <p:spPr bwMode="auto">
            <a:xfrm>
              <a:off x="3712" y="371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p>
          </p:txBody>
        </p:sp>
        <p:sp>
          <p:nvSpPr>
            <p:cNvPr id="142" name="Rectangle 151">
              <a:extLst>
                <a:ext uri="{FF2B5EF4-FFF2-40B4-BE49-F238E27FC236}">
                  <a16:creationId xmlns:a16="http://schemas.microsoft.com/office/drawing/2014/main" id="{498527DA-1E7D-4980-BCB1-0D30005CFFEF}"/>
                </a:ext>
              </a:extLst>
            </p:cNvPr>
            <p:cNvSpPr>
              <a:spLocks noChangeArrowheads="1"/>
            </p:cNvSpPr>
            <p:nvPr/>
          </p:nvSpPr>
          <p:spPr bwMode="auto">
            <a:xfrm>
              <a:off x="4832" y="3542"/>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grpSp>
    </p:spTree>
    <p:extLst>
      <p:ext uri="{BB962C8B-B14F-4D97-AF65-F5344CB8AC3E}">
        <p14:creationId xmlns:p14="http://schemas.microsoft.com/office/powerpoint/2010/main" val="28003471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left)">
                                      <p:cBhvr>
                                        <p:cTn id="17" dur="500"/>
                                        <p:tgtEl>
                                          <p:spTgt spid="45"/>
                                        </p:tgtEl>
                                      </p:cBhvr>
                                    </p:animEffect>
                                  </p:childTnLst>
                                </p:cTn>
                              </p:par>
                            </p:childTnLst>
                          </p:cTn>
                        </p:par>
                        <p:par>
                          <p:cTn id="18" fill="hold">
                            <p:stCondLst>
                              <p:cond delay="500"/>
                            </p:stCondLst>
                            <p:childTnLst>
                              <p:par>
                                <p:cTn id="19" presetID="22" presetClass="entr" presetSubtype="8" fill="hold" nodeType="afterEffect">
                                  <p:stCondLst>
                                    <p:cond delay="2000"/>
                                  </p:stCondLst>
                                  <p:childTnLst>
                                    <p:set>
                                      <p:cBhvr>
                                        <p:cTn id="20" dur="1" fill="hold">
                                          <p:stCondLst>
                                            <p:cond delay="0"/>
                                          </p:stCondLst>
                                        </p:cTn>
                                        <p:tgtEl>
                                          <p:spTgt spid="50"/>
                                        </p:tgtEl>
                                        <p:attrNameLst>
                                          <p:attrName>style.visibility</p:attrName>
                                        </p:attrNameLst>
                                      </p:cBhvr>
                                      <p:to>
                                        <p:strVal val="visible"/>
                                      </p:to>
                                    </p:set>
                                    <p:animEffect transition="in" filter="wipe(left)">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box(in)">
                                      <p:cBhvr>
                                        <p:cTn id="26" dur="500"/>
                                        <p:tgtEl>
                                          <p:spTgt spid="5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06"/>
                                        </p:tgtEl>
                                        <p:attrNameLst>
                                          <p:attrName>style.visibility</p:attrName>
                                        </p:attrNameLst>
                                      </p:cBhvr>
                                      <p:to>
                                        <p:strVal val="visible"/>
                                      </p:to>
                                    </p:set>
                                    <p:animEffect transition="in" filter="wipe(left)">
                                      <p:cBhvr>
                                        <p:cTn id="31" dur="300"/>
                                        <p:tgtEl>
                                          <p:spTgt spid="10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7"/>
                                        </p:tgtEl>
                                        <p:attrNameLst>
                                          <p:attrName>style.visibility</p:attrName>
                                        </p:attrNameLst>
                                      </p:cBhvr>
                                      <p:to>
                                        <p:strVal val="visible"/>
                                      </p:to>
                                    </p:set>
                                    <p:animEffect transition="in" filter="wipe(left)">
                                      <p:cBhvr>
                                        <p:cTn id="36" dur="500"/>
                                        <p:tgtEl>
                                          <p:spTgt spid="10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10"/>
                                        </p:tgtEl>
                                        <p:attrNameLst>
                                          <p:attrName>style.visibility</p:attrName>
                                        </p:attrNameLst>
                                      </p:cBhvr>
                                      <p:to>
                                        <p:strVal val="visible"/>
                                      </p:to>
                                    </p:set>
                                    <p:anim calcmode="lin" valueType="num">
                                      <p:cBhvr additive="base">
                                        <p:cTn id="41" dur="500" fill="hold"/>
                                        <p:tgtEl>
                                          <p:spTgt spid="110"/>
                                        </p:tgtEl>
                                        <p:attrNameLst>
                                          <p:attrName>ppt_x</p:attrName>
                                        </p:attrNameLst>
                                      </p:cBhvr>
                                      <p:tavLst>
                                        <p:tav tm="0">
                                          <p:val>
                                            <p:strVal val="0-#ppt_w/2"/>
                                          </p:val>
                                        </p:tav>
                                        <p:tav tm="100000">
                                          <p:val>
                                            <p:strVal val="#ppt_x"/>
                                          </p:val>
                                        </p:tav>
                                      </p:tavLst>
                                    </p:anim>
                                    <p:anim calcmode="lin" valueType="num">
                                      <p:cBhvr additive="base">
                                        <p:cTn id="42" dur="500" fill="hold"/>
                                        <p:tgtEl>
                                          <p:spTgt spid="110"/>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1"/>
                                        </p:tgtEl>
                                        <p:attrNameLst>
                                          <p:attrName>style.visibility</p:attrName>
                                        </p:attrNameLst>
                                      </p:cBhvr>
                                      <p:to>
                                        <p:strVal val="visible"/>
                                      </p:to>
                                    </p:set>
                                    <p:animEffect transition="in" filter="wipe(left)">
                                      <p:cBhvr>
                                        <p:cTn id="47" dur="500"/>
                                        <p:tgtEl>
                                          <p:spTgt spid="1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5"/>
                                        </p:tgtEl>
                                        <p:attrNameLst>
                                          <p:attrName>style.visibility</p:attrName>
                                        </p:attrNameLst>
                                      </p:cBhvr>
                                      <p:to>
                                        <p:strVal val="visible"/>
                                      </p:to>
                                    </p:set>
                                    <p:animEffect transition="in" filter="wipe(left)">
                                      <p:cBhvr>
                                        <p:cTn id="52" dur="500"/>
                                        <p:tgtEl>
                                          <p:spTgt spid="1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7"/>
                                        </p:tgtEl>
                                        <p:attrNameLst>
                                          <p:attrName>style.visibility</p:attrName>
                                        </p:attrNameLst>
                                      </p:cBhvr>
                                      <p:to>
                                        <p:strVal val="visible"/>
                                      </p:to>
                                    </p:set>
                                    <p:animEffect transition="in" filter="wipe(left)">
                                      <p:cBhvr>
                                        <p:cTn id="57"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106" grpId="0" autoUpdateAnimBg="0"/>
      <p:bldP spid="11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1C8E037-E4F5-4941-8C8B-6D73596C3B02}"/>
              </a:ext>
            </a:extLst>
          </p:cNvPr>
          <p:cNvSpPr txBox="1">
            <a:spLocks noChangeArrowheads="1"/>
          </p:cNvSpPr>
          <p:nvPr/>
        </p:nvSpPr>
        <p:spPr>
          <a:xfrm>
            <a:off x="273050" y="246063"/>
            <a:ext cx="2897188" cy="487362"/>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2800">
                <a:solidFill>
                  <a:srgbClr val="1F08F8"/>
                </a:solidFill>
              </a:rPr>
              <a:t>3</a:t>
            </a:r>
            <a:r>
              <a:rPr lang="zh-CN" altLang="en-US" sz="2800">
                <a:solidFill>
                  <a:srgbClr val="1F08F8"/>
                </a:solidFill>
              </a:rPr>
              <a:t>、</a:t>
            </a:r>
            <a:r>
              <a:rPr lang="zh-CN" altLang="en-US" sz="2800">
                <a:solidFill>
                  <a:srgbClr val="1F08F8"/>
                </a:solidFill>
                <a:latin typeface="Times New Roman" panose="02020603050405020304" pitchFamily="18" charset="0"/>
              </a:rPr>
              <a:t>“</a:t>
            </a:r>
            <a:r>
              <a:rPr lang="zh-CN" altLang="en-US" sz="2800">
                <a:solidFill>
                  <a:srgbClr val="1F08F8"/>
                </a:solidFill>
              </a:rPr>
              <a:t>非</a:t>
            </a:r>
            <a:r>
              <a:rPr lang="zh-CN" altLang="en-US" sz="2800">
                <a:solidFill>
                  <a:srgbClr val="1F08F8"/>
                </a:solidFill>
                <a:latin typeface="Times New Roman" panose="02020603050405020304" pitchFamily="18" charset="0"/>
              </a:rPr>
              <a:t>”</a:t>
            </a:r>
            <a:r>
              <a:rPr lang="zh-CN" altLang="en-US" sz="2800">
                <a:solidFill>
                  <a:srgbClr val="1F08F8"/>
                </a:solidFill>
              </a:rPr>
              <a:t>运算</a:t>
            </a:r>
          </a:p>
        </p:txBody>
      </p:sp>
      <p:grpSp>
        <p:nvGrpSpPr>
          <p:cNvPr id="3" name="Group 3">
            <a:extLst>
              <a:ext uri="{FF2B5EF4-FFF2-40B4-BE49-F238E27FC236}">
                <a16:creationId xmlns:a16="http://schemas.microsoft.com/office/drawing/2014/main" id="{91798E0E-1357-4494-A6FD-4A61774D7E7A}"/>
              </a:ext>
            </a:extLst>
          </p:cNvPr>
          <p:cNvGrpSpPr>
            <a:grpSpLocks/>
          </p:cNvGrpSpPr>
          <p:nvPr/>
        </p:nvGrpSpPr>
        <p:grpSpPr bwMode="auto">
          <a:xfrm>
            <a:off x="2324100" y="438150"/>
            <a:ext cx="3768725" cy="1498600"/>
            <a:chOff x="1464" y="276"/>
            <a:chExt cx="2374" cy="944"/>
          </a:xfrm>
        </p:grpSpPr>
        <p:sp>
          <p:nvSpPr>
            <p:cNvPr id="4" name="Line 4">
              <a:extLst>
                <a:ext uri="{FF2B5EF4-FFF2-40B4-BE49-F238E27FC236}">
                  <a16:creationId xmlns:a16="http://schemas.microsoft.com/office/drawing/2014/main" id="{3087D3DB-F6D6-4711-890E-FF745DE32038}"/>
                </a:ext>
              </a:extLst>
            </p:cNvPr>
            <p:cNvSpPr>
              <a:spLocks noChangeShapeType="1"/>
            </p:cNvSpPr>
            <p:nvPr/>
          </p:nvSpPr>
          <p:spPr bwMode="auto">
            <a:xfrm rot="5400000">
              <a:off x="2678" y="545"/>
              <a:ext cx="37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 name="Line 5">
              <a:extLst>
                <a:ext uri="{FF2B5EF4-FFF2-40B4-BE49-F238E27FC236}">
                  <a16:creationId xmlns:a16="http://schemas.microsoft.com/office/drawing/2014/main" id="{8B8861AB-938B-40AC-A1FB-276F7DADA4B3}"/>
                </a:ext>
              </a:extLst>
            </p:cNvPr>
            <p:cNvSpPr>
              <a:spLocks noChangeShapeType="1"/>
            </p:cNvSpPr>
            <p:nvPr/>
          </p:nvSpPr>
          <p:spPr bwMode="auto">
            <a:xfrm>
              <a:off x="3369" y="335"/>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 name="Line 6">
              <a:extLst>
                <a:ext uri="{FF2B5EF4-FFF2-40B4-BE49-F238E27FC236}">
                  <a16:creationId xmlns:a16="http://schemas.microsoft.com/office/drawing/2014/main" id="{75D40EBC-55A0-4A6D-A7B7-EC29DB0D9953}"/>
                </a:ext>
              </a:extLst>
            </p:cNvPr>
            <p:cNvSpPr>
              <a:spLocks noChangeShapeType="1"/>
            </p:cNvSpPr>
            <p:nvPr/>
          </p:nvSpPr>
          <p:spPr bwMode="auto">
            <a:xfrm>
              <a:off x="3357" y="959"/>
              <a:ext cx="0" cy="2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 name="Line 7">
              <a:extLst>
                <a:ext uri="{FF2B5EF4-FFF2-40B4-BE49-F238E27FC236}">
                  <a16:creationId xmlns:a16="http://schemas.microsoft.com/office/drawing/2014/main" id="{B02CC57B-11FB-4311-9D86-A5376FA56E76}"/>
                </a:ext>
              </a:extLst>
            </p:cNvPr>
            <p:cNvSpPr>
              <a:spLocks noChangeShapeType="1"/>
            </p:cNvSpPr>
            <p:nvPr/>
          </p:nvSpPr>
          <p:spPr bwMode="auto">
            <a:xfrm flipH="1">
              <a:off x="1833" y="771"/>
              <a:ext cx="3" cy="41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Line 8">
              <a:extLst>
                <a:ext uri="{FF2B5EF4-FFF2-40B4-BE49-F238E27FC236}">
                  <a16:creationId xmlns:a16="http://schemas.microsoft.com/office/drawing/2014/main" id="{0A8AB043-3E00-447F-9019-B1041476E2C8}"/>
                </a:ext>
              </a:extLst>
            </p:cNvPr>
            <p:cNvSpPr>
              <a:spLocks noChangeShapeType="1"/>
            </p:cNvSpPr>
            <p:nvPr/>
          </p:nvSpPr>
          <p:spPr bwMode="auto">
            <a:xfrm>
              <a:off x="1842" y="1190"/>
              <a:ext cx="15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 name="Line 9">
              <a:extLst>
                <a:ext uri="{FF2B5EF4-FFF2-40B4-BE49-F238E27FC236}">
                  <a16:creationId xmlns:a16="http://schemas.microsoft.com/office/drawing/2014/main" id="{8904A2D5-1E20-4B1D-B979-056BB2C95111}"/>
                </a:ext>
              </a:extLst>
            </p:cNvPr>
            <p:cNvSpPr>
              <a:spLocks noChangeShapeType="1"/>
            </p:cNvSpPr>
            <p:nvPr/>
          </p:nvSpPr>
          <p:spPr bwMode="auto">
            <a:xfrm>
              <a:off x="1692" y="675"/>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 name="Line 10">
              <a:extLst>
                <a:ext uri="{FF2B5EF4-FFF2-40B4-BE49-F238E27FC236}">
                  <a16:creationId xmlns:a16="http://schemas.microsoft.com/office/drawing/2014/main" id="{2E762480-75F1-4C99-B52A-D1EF74CF293E}"/>
                </a:ext>
              </a:extLst>
            </p:cNvPr>
            <p:cNvSpPr>
              <a:spLocks noChangeShapeType="1"/>
            </p:cNvSpPr>
            <p:nvPr/>
          </p:nvSpPr>
          <p:spPr bwMode="auto">
            <a:xfrm>
              <a:off x="1788" y="771"/>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Text Box 11">
              <a:extLst>
                <a:ext uri="{FF2B5EF4-FFF2-40B4-BE49-F238E27FC236}">
                  <a16:creationId xmlns:a16="http://schemas.microsoft.com/office/drawing/2014/main" id="{4C1F5763-E2D3-4C2D-9562-73748D59361C}"/>
                </a:ext>
              </a:extLst>
            </p:cNvPr>
            <p:cNvSpPr txBox="1">
              <a:spLocks noChangeArrowheads="1"/>
            </p:cNvSpPr>
            <p:nvPr/>
          </p:nvSpPr>
          <p:spPr bwMode="auto">
            <a:xfrm>
              <a:off x="1464" y="608"/>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rPr>
                <a:t>E</a:t>
              </a:r>
              <a:endParaRPr kumimoji="1"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12" name="Text Box 12">
              <a:extLst>
                <a:ext uri="{FF2B5EF4-FFF2-40B4-BE49-F238E27FC236}">
                  <a16:creationId xmlns:a16="http://schemas.microsoft.com/office/drawing/2014/main" id="{4D904979-2DEA-4663-9CEB-D10084CCC13B}"/>
                </a:ext>
              </a:extLst>
            </p:cNvPr>
            <p:cNvSpPr txBox="1">
              <a:spLocks noChangeArrowheads="1"/>
            </p:cNvSpPr>
            <p:nvPr/>
          </p:nvSpPr>
          <p:spPr bwMode="auto">
            <a:xfrm>
              <a:off x="3483" y="739"/>
              <a:ext cx="35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幼圆" panose="02010509060101010101" pitchFamily="49" charset="-122"/>
                  <a:cs typeface="+mn-cs"/>
                </a:rPr>
                <a:t>F</a:t>
              </a:r>
            </a:p>
          </p:txBody>
        </p:sp>
        <p:sp>
          <p:nvSpPr>
            <p:cNvPr id="13" name="Rectangle 13">
              <a:extLst>
                <a:ext uri="{FF2B5EF4-FFF2-40B4-BE49-F238E27FC236}">
                  <a16:creationId xmlns:a16="http://schemas.microsoft.com/office/drawing/2014/main" id="{D23999F6-CB55-4B50-8817-D2467523A046}"/>
                </a:ext>
              </a:extLst>
            </p:cNvPr>
            <p:cNvSpPr>
              <a:spLocks noChangeArrowheads="1"/>
            </p:cNvSpPr>
            <p:nvPr/>
          </p:nvSpPr>
          <p:spPr bwMode="auto">
            <a:xfrm>
              <a:off x="2188" y="276"/>
              <a:ext cx="432" cy="14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54565655-1336-4971-9F58-8D98002D74C1}"/>
                </a:ext>
              </a:extLst>
            </p:cNvPr>
            <p:cNvSpPr>
              <a:spLocks noChangeShapeType="1"/>
            </p:cNvSpPr>
            <p:nvPr/>
          </p:nvSpPr>
          <p:spPr bwMode="auto">
            <a:xfrm>
              <a:off x="2868" y="915"/>
              <a:ext cx="0" cy="2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6C20AB03-9155-4054-9F1E-77C546365F72}"/>
                </a:ext>
              </a:extLst>
            </p:cNvPr>
            <p:cNvSpPr>
              <a:spLocks noChangeShapeType="1"/>
            </p:cNvSpPr>
            <p:nvPr/>
          </p:nvSpPr>
          <p:spPr bwMode="auto">
            <a:xfrm>
              <a:off x="2857" y="697"/>
              <a:ext cx="186" cy="1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6" name="Text Box 16">
              <a:extLst>
                <a:ext uri="{FF2B5EF4-FFF2-40B4-BE49-F238E27FC236}">
                  <a16:creationId xmlns:a16="http://schemas.microsoft.com/office/drawing/2014/main" id="{8515D254-3E0F-49A6-99C4-605BAF8FCDE5}"/>
                </a:ext>
              </a:extLst>
            </p:cNvPr>
            <p:cNvSpPr txBox="1">
              <a:spLocks noChangeArrowheads="1"/>
            </p:cNvSpPr>
            <p:nvPr/>
          </p:nvSpPr>
          <p:spPr bwMode="auto">
            <a:xfrm>
              <a:off x="2634" y="596"/>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17" name="Text Box 17">
              <a:extLst>
                <a:ext uri="{FF2B5EF4-FFF2-40B4-BE49-F238E27FC236}">
                  <a16:creationId xmlns:a16="http://schemas.microsoft.com/office/drawing/2014/main" id="{3ED6E97A-9CD1-4B53-814B-39F32CE5F39E}"/>
                </a:ext>
              </a:extLst>
            </p:cNvPr>
            <p:cNvSpPr txBox="1">
              <a:spLocks noChangeArrowheads="1"/>
            </p:cNvSpPr>
            <p:nvPr/>
          </p:nvSpPr>
          <p:spPr bwMode="auto">
            <a:xfrm>
              <a:off x="2236" y="431"/>
              <a:ext cx="30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rPr>
                <a:t>R</a:t>
              </a:r>
              <a:endParaRPr kumimoji="1" lang="en-US" altLang="zh-CN" sz="2800" b="1" i="0" u="none" strike="noStrike" kern="1200" cap="none" spc="0" normalizeH="0" baseline="0" noProof="0" dirty="0">
                <a:ln>
                  <a:noFill/>
                </a:ln>
                <a:solidFill>
                  <a:srgbClr val="FFFFFF"/>
                </a:solidFill>
                <a:effectLst/>
                <a:uLnTx/>
                <a:uFillTx/>
                <a:latin typeface="Times New Roman" panose="02020603050405020304" pitchFamily="18" charset="0"/>
                <a:ea typeface="幼圆" panose="02010509060101010101" pitchFamily="49" charset="-122"/>
                <a:cs typeface="+mn-cs"/>
              </a:endParaRPr>
            </a:p>
          </p:txBody>
        </p:sp>
        <p:sp>
          <p:nvSpPr>
            <p:cNvPr id="18" name="Line 18">
              <a:extLst>
                <a:ext uri="{FF2B5EF4-FFF2-40B4-BE49-F238E27FC236}">
                  <a16:creationId xmlns:a16="http://schemas.microsoft.com/office/drawing/2014/main" id="{FDD4FB1C-8D70-4DEC-8DF5-2E3227593A3B}"/>
                </a:ext>
              </a:extLst>
            </p:cNvPr>
            <p:cNvSpPr>
              <a:spLocks noChangeShapeType="1"/>
            </p:cNvSpPr>
            <p:nvPr/>
          </p:nvSpPr>
          <p:spPr bwMode="auto">
            <a:xfrm>
              <a:off x="2617" y="335"/>
              <a:ext cx="76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9" name="Line 19">
              <a:extLst>
                <a:ext uri="{FF2B5EF4-FFF2-40B4-BE49-F238E27FC236}">
                  <a16:creationId xmlns:a16="http://schemas.microsoft.com/office/drawing/2014/main" id="{89021F12-6394-4D5C-8E92-165C19719716}"/>
                </a:ext>
              </a:extLst>
            </p:cNvPr>
            <p:cNvSpPr>
              <a:spLocks noChangeShapeType="1"/>
            </p:cNvSpPr>
            <p:nvPr/>
          </p:nvSpPr>
          <p:spPr bwMode="auto">
            <a:xfrm flipH="1">
              <a:off x="1852" y="335"/>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0" name="Line 20">
              <a:extLst>
                <a:ext uri="{FF2B5EF4-FFF2-40B4-BE49-F238E27FC236}">
                  <a16:creationId xmlns:a16="http://schemas.microsoft.com/office/drawing/2014/main" id="{95E5729D-2E75-42DB-B0DF-AFFF7559E13A}"/>
                </a:ext>
              </a:extLst>
            </p:cNvPr>
            <p:cNvSpPr>
              <a:spLocks noChangeShapeType="1"/>
            </p:cNvSpPr>
            <p:nvPr/>
          </p:nvSpPr>
          <p:spPr bwMode="auto">
            <a:xfrm>
              <a:off x="1848" y="335"/>
              <a:ext cx="0" cy="33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21" name="Group 21">
              <a:extLst>
                <a:ext uri="{FF2B5EF4-FFF2-40B4-BE49-F238E27FC236}">
                  <a16:creationId xmlns:a16="http://schemas.microsoft.com/office/drawing/2014/main" id="{5957CF05-AA65-48E4-90FE-A8D4F73E6620}"/>
                </a:ext>
              </a:extLst>
            </p:cNvPr>
            <p:cNvGrpSpPr>
              <a:grpSpLocks/>
            </p:cNvGrpSpPr>
            <p:nvPr/>
          </p:nvGrpSpPr>
          <p:grpSpPr bwMode="auto">
            <a:xfrm>
              <a:off x="3123" y="584"/>
              <a:ext cx="539" cy="486"/>
              <a:chOff x="3005" y="2691"/>
              <a:chExt cx="691" cy="573"/>
            </a:xfrm>
          </p:grpSpPr>
          <p:grpSp>
            <p:nvGrpSpPr>
              <p:cNvPr id="24" name="Group 22">
                <a:extLst>
                  <a:ext uri="{FF2B5EF4-FFF2-40B4-BE49-F238E27FC236}">
                    <a16:creationId xmlns:a16="http://schemas.microsoft.com/office/drawing/2014/main" id="{6DEA8B16-DF2E-4A4A-A310-9DE9959CCCDF}"/>
                  </a:ext>
                </a:extLst>
              </p:cNvPr>
              <p:cNvGrpSpPr>
                <a:grpSpLocks/>
              </p:cNvGrpSpPr>
              <p:nvPr/>
            </p:nvGrpSpPr>
            <p:grpSpPr bwMode="auto">
              <a:xfrm>
                <a:off x="3134" y="2789"/>
                <a:ext cx="336" cy="336"/>
                <a:chOff x="3888" y="1872"/>
                <a:chExt cx="336" cy="336"/>
              </a:xfrm>
            </p:grpSpPr>
            <p:sp>
              <p:nvSpPr>
                <p:cNvPr id="29" name="Oval 23">
                  <a:extLst>
                    <a:ext uri="{FF2B5EF4-FFF2-40B4-BE49-F238E27FC236}">
                      <a16:creationId xmlns:a16="http://schemas.microsoft.com/office/drawing/2014/main" id="{50C981BE-D401-4537-843A-31F6F5783B78}"/>
                    </a:ext>
                  </a:extLst>
                </p:cNvPr>
                <p:cNvSpPr>
                  <a:spLocks noChangeArrowheads="1"/>
                </p:cNvSpPr>
                <p:nvPr/>
              </p:nvSpPr>
              <p:spPr bwMode="auto">
                <a:xfrm>
                  <a:off x="3888" y="1872"/>
                  <a:ext cx="336" cy="336"/>
                </a:xfrm>
                <a:prstGeom prst="ellipse">
                  <a:avLst/>
                </a:prstGeom>
                <a:solidFill>
                  <a:srgbClr val="FFFF99"/>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 name="Line 24">
                  <a:extLst>
                    <a:ext uri="{FF2B5EF4-FFF2-40B4-BE49-F238E27FC236}">
                      <a16:creationId xmlns:a16="http://schemas.microsoft.com/office/drawing/2014/main" id="{BEEE070E-EF66-4FFE-928D-D59C94684581}"/>
                    </a:ext>
                  </a:extLst>
                </p:cNvPr>
                <p:cNvSpPr>
                  <a:spLocks noChangeShapeType="1"/>
                </p:cNvSpPr>
                <p:nvPr/>
              </p:nvSpPr>
              <p:spPr bwMode="auto">
                <a:xfrm flipH="1">
                  <a:off x="3888" y="1968"/>
                  <a:ext cx="288"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Line 25">
                  <a:extLst>
                    <a:ext uri="{FF2B5EF4-FFF2-40B4-BE49-F238E27FC236}">
                      <a16:creationId xmlns:a16="http://schemas.microsoft.com/office/drawing/2014/main" id="{27F42F2A-64B8-452E-932E-DA8F19BDA30E}"/>
                    </a:ext>
                  </a:extLst>
                </p:cNvPr>
                <p:cNvSpPr>
                  <a:spLocks noChangeShapeType="1"/>
                </p:cNvSpPr>
                <p:nvPr/>
              </p:nvSpPr>
              <p:spPr bwMode="auto">
                <a:xfrm>
                  <a:off x="3984" y="1920"/>
                  <a:ext cx="192"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5" name="Line 26">
                <a:extLst>
                  <a:ext uri="{FF2B5EF4-FFF2-40B4-BE49-F238E27FC236}">
                    <a16:creationId xmlns:a16="http://schemas.microsoft.com/office/drawing/2014/main" id="{F0F6D405-A548-4FEB-835B-F62E5A75F683}"/>
                  </a:ext>
                </a:extLst>
              </p:cNvPr>
              <p:cNvSpPr>
                <a:spLocks noChangeShapeType="1"/>
              </p:cNvSpPr>
              <p:nvPr/>
            </p:nvSpPr>
            <p:spPr bwMode="auto">
              <a:xfrm flipH="1">
                <a:off x="3506" y="2789"/>
                <a:ext cx="190" cy="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6" name="Line 27">
                <a:extLst>
                  <a:ext uri="{FF2B5EF4-FFF2-40B4-BE49-F238E27FC236}">
                    <a16:creationId xmlns:a16="http://schemas.microsoft.com/office/drawing/2014/main" id="{F2D488AC-AFE1-452C-BAD9-8D0614BC3026}"/>
                  </a:ext>
                </a:extLst>
              </p:cNvPr>
              <p:cNvSpPr>
                <a:spLocks noChangeShapeType="1"/>
              </p:cNvSpPr>
              <p:nvPr/>
            </p:nvSpPr>
            <p:spPr bwMode="auto">
              <a:xfrm flipH="1">
                <a:off x="3005" y="3102"/>
                <a:ext cx="129" cy="11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Line 28">
                <a:extLst>
                  <a:ext uri="{FF2B5EF4-FFF2-40B4-BE49-F238E27FC236}">
                    <a16:creationId xmlns:a16="http://schemas.microsoft.com/office/drawing/2014/main" id="{5568DEB9-611E-4CB3-AAA9-75C9B5B5F6CD}"/>
                  </a:ext>
                </a:extLst>
              </p:cNvPr>
              <p:cNvSpPr>
                <a:spLocks noChangeShapeType="1"/>
              </p:cNvSpPr>
              <p:nvPr/>
            </p:nvSpPr>
            <p:spPr bwMode="auto">
              <a:xfrm>
                <a:off x="3005" y="2691"/>
                <a:ext cx="129" cy="1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 name="Line 29">
                <a:extLst>
                  <a:ext uri="{FF2B5EF4-FFF2-40B4-BE49-F238E27FC236}">
                    <a16:creationId xmlns:a16="http://schemas.microsoft.com/office/drawing/2014/main" id="{067E68CF-BC29-4DA9-B48C-1FC0111F6987}"/>
                  </a:ext>
                </a:extLst>
              </p:cNvPr>
              <p:cNvSpPr>
                <a:spLocks noChangeShapeType="1"/>
              </p:cNvSpPr>
              <p:nvPr/>
            </p:nvSpPr>
            <p:spPr bwMode="auto">
              <a:xfrm>
                <a:off x="3422" y="3131"/>
                <a:ext cx="72" cy="1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22" name="Oval 30">
              <a:extLst>
                <a:ext uri="{FF2B5EF4-FFF2-40B4-BE49-F238E27FC236}">
                  <a16:creationId xmlns:a16="http://schemas.microsoft.com/office/drawing/2014/main" id="{4845D43E-A4FF-4F08-B1F7-1F3EFAAB9D38}"/>
                </a:ext>
              </a:extLst>
            </p:cNvPr>
            <p:cNvSpPr>
              <a:spLocks noChangeArrowheads="1"/>
            </p:cNvSpPr>
            <p:nvPr/>
          </p:nvSpPr>
          <p:spPr bwMode="auto">
            <a:xfrm>
              <a:off x="2815" y="295"/>
              <a:ext cx="88" cy="7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Oval 31">
              <a:extLst>
                <a:ext uri="{FF2B5EF4-FFF2-40B4-BE49-F238E27FC236}">
                  <a16:creationId xmlns:a16="http://schemas.microsoft.com/office/drawing/2014/main" id="{A013F646-FC5F-4EB9-97BE-4ABE4A4781CC}"/>
                </a:ext>
              </a:extLst>
            </p:cNvPr>
            <p:cNvSpPr>
              <a:spLocks noChangeArrowheads="1"/>
            </p:cNvSpPr>
            <p:nvPr/>
          </p:nvSpPr>
          <p:spPr bwMode="auto">
            <a:xfrm>
              <a:off x="2815" y="1142"/>
              <a:ext cx="88" cy="78"/>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32" name="Group 32">
            <a:extLst>
              <a:ext uri="{FF2B5EF4-FFF2-40B4-BE49-F238E27FC236}">
                <a16:creationId xmlns:a16="http://schemas.microsoft.com/office/drawing/2014/main" id="{6179D6AD-8AFC-4F0B-B78A-5AB162A6EDFF}"/>
              </a:ext>
            </a:extLst>
          </p:cNvPr>
          <p:cNvGrpSpPr>
            <a:grpSpLocks/>
          </p:cNvGrpSpPr>
          <p:nvPr/>
        </p:nvGrpSpPr>
        <p:grpSpPr bwMode="auto">
          <a:xfrm>
            <a:off x="6272213" y="217488"/>
            <a:ext cx="2327275" cy="2316162"/>
            <a:chOff x="3864" y="1517"/>
            <a:chExt cx="1466" cy="1459"/>
          </a:xfrm>
        </p:grpSpPr>
        <p:sp>
          <p:nvSpPr>
            <p:cNvPr id="33" name="Line 33">
              <a:extLst>
                <a:ext uri="{FF2B5EF4-FFF2-40B4-BE49-F238E27FC236}">
                  <a16:creationId xmlns:a16="http://schemas.microsoft.com/office/drawing/2014/main" id="{03EE766A-8A95-44E5-9A53-7F0988D2CD63}"/>
                </a:ext>
              </a:extLst>
            </p:cNvPr>
            <p:cNvSpPr>
              <a:spLocks noChangeShapeType="1"/>
            </p:cNvSpPr>
            <p:nvPr/>
          </p:nvSpPr>
          <p:spPr bwMode="auto">
            <a:xfrm>
              <a:off x="3960" y="1872"/>
              <a:ext cx="1296"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34">
              <a:extLst>
                <a:ext uri="{FF2B5EF4-FFF2-40B4-BE49-F238E27FC236}">
                  <a16:creationId xmlns:a16="http://schemas.microsoft.com/office/drawing/2014/main" id="{1D3B1192-F8E4-4B8E-A349-67167B4C3E3E}"/>
                </a:ext>
              </a:extLst>
            </p:cNvPr>
            <p:cNvSpPr>
              <a:spLocks noChangeShapeType="1"/>
            </p:cNvSpPr>
            <p:nvPr/>
          </p:nvSpPr>
          <p:spPr bwMode="auto">
            <a:xfrm>
              <a:off x="3960" y="2256"/>
              <a:ext cx="1296"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35">
              <a:extLst>
                <a:ext uri="{FF2B5EF4-FFF2-40B4-BE49-F238E27FC236}">
                  <a16:creationId xmlns:a16="http://schemas.microsoft.com/office/drawing/2014/main" id="{BB8EE199-8790-4170-A8C6-2C2FEA4987F0}"/>
                </a:ext>
              </a:extLst>
            </p:cNvPr>
            <p:cNvSpPr>
              <a:spLocks noChangeShapeType="1"/>
            </p:cNvSpPr>
            <p:nvPr/>
          </p:nvSpPr>
          <p:spPr bwMode="auto">
            <a:xfrm>
              <a:off x="3960" y="2976"/>
              <a:ext cx="1296" cy="0"/>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36">
              <a:extLst>
                <a:ext uri="{FF2B5EF4-FFF2-40B4-BE49-F238E27FC236}">
                  <a16:creationId xmlns:a16="http://schemas.microsoft.com/office/drawing/2014/main" id="{4FCE8641-CB68-4FE0-8DA5-960B89B20391}"/>
                </a:ext>
              </a:extLst>
            </p:cNvPr>
            <p:cNvSpPr>
              <a:spLocks noChangeShapeType="1"/>
            </p:cNvSpPr>
            <p:nvPr/>
          </p:nvSpPr>
          <p:spPr bwMode="auto">
            <a:xfrm>
              <a:off x="4584" y="1872"/>
              <a:ext cx="0" cy="1104"/>
            </a:xfrm>
            <a:prstGeom prst="line">
              <a:avLst/>
            </a:prstGeom>
            <a:noFill/>
            <a:ln w="38100">
              <a:solidFill>
                <a:srgbClr val="FF99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Text Box 37">
              <a:extLst>
                <a:ext uri="{FF2B5EF4-FFF2-40B4-BE49-F238E27FC236}">
                  <a16:creationId xmlns:a16="http://schemas.microsoft.com/office/drawing/2014/main" id="{0D9BCF9D-1B6D-40FB-8D26-F549619C06F8}"/>
                </a:ext>
              </a:extLst>
            </p:cNvPr>
            <p:cNvSpPr txBox="1">
              <a:spLocks noChangeArrowheads="1"/>
            </p:cNvSpPr>
            <p:nvPr/>
          </p:nvSpPr>
          <p:spPr bwMode="auto">
            <a:xfrm>
              <a:off x="4152" y="1872"/>
              <a:ext cx="30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p>
          </p:txBody>
        </p:sp>
        <p:sp>
          <p:nvSpPr>
            <p:cNvPr id="38" name="Text Box 38">
              <a:extLst>
                <a:ext uri="{FF2B5EF4-FFF2-40B4-BE49-F238E27FC236}">
                  <a16:creationId xmlns:a16="http://schemas.microsoft.com/office/drawing/2014/main" id="{C05950B6-ADFD-4483-BFEF-AFBFAF0E74AE}"/>
                </a:ext>
              </a:extLst>
            </p:cNvPr>
            <p:cNvSpPr txBox="1">
              <a:spLocks noChangeArrowheads="1"/>
            </p:cNvSpPr>
            <p:nvPr/>
          </p:nvSpPr>
          <p:spPr bwMode="auto">
            <a:xfrm>
              <a:off x="4736" y="1882"/>
              <a:ext cx="27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sp>
          <p:nvSpPr>
            <p:cNvPr id="39" name="Text Box 39">
              <a:extLst>
                <a:ext uri="{FF2B5EF4-FFF2-40B4-BE49-F238E27FC236}">
                  <a16:creationId xmlns:a16="http://schemas.microsoft.com/office/drawing/2014/main" id="{BE11470E-11BC-416F-B4F0-3587F8133DBE}"/>
                </a:ext>
              </a:extLst>
            </p:cNvPr>
            <p:cNvSpPr txBox="1">
              <a:spLocks noChangeArrowheads="1"/>
            </p:cNvSpPr>
            <p:nvPr/>
          </p:nvSpPr>
          <p:spPr bwMode="auto">
            <a:xfrm>
              <a:off x="4174" y="2218"/>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40" name="Text Box 40">
              <a:extLst>
                <a:ext uri="{FF2B5EF4-FFF2-40B4-BE49-F238E27FC236}">
                  <a16:creationId xmlns:a16="http://schemas.microsoft.com/office/drawing/2014/main" id="{1A97949E-FA3E-4DE1-BD88-D7F892AFA03C}"/>
                </a:ext>
              </a:extLst>
            </p:cNvPr>
            <p:cNvSpPr txBox="1">
              <a:spLocks noChangeArrowheads="1"/>
            </p:cNvSpPr>
            <p:nvPr/>
          </p:nvSpPr>
          <p:spPr bwMode="auto">
            <a:xfrm>
              <a:off x="4728" y="2611"/>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t>
              </a:r>
            </a:p>
          </p:txBody>
        </p:sp>
        <p:sp>
          <p:nvSpPr>
            <p:cNvPr id="41" name="Text Box 41">
              <a:extLst>
                <a:ext uri="{FF2B5EF4-FFF2-40B4-BE49-F238E27FC236}">
                  <a16:creationId xmlns:a16="http://schemas.microsoft.com/office/drawing/2014/main" id="{7AFB0046-DD26-4BD1-A016-FFF2E37D1386}"/>
                </a:ext>
              </a:extLst>
            </p:cNvPr>
            <p:cNvSpPr txBox="1">
              <a:spLocks noChangeArrowheads="1"/>
            </p:cNvSpPr>
            <p:nvPr/>
          </p:nvSpPr>
          <p:spPr bwMode="auto">
            <a:xfrm>
              <a:off x="4750" y="2218"/>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42" name="Text Box 42">
              <a:extLst>
                <a:ext uri="{FF2B5EF4-FFF2-40B4-BE49-F238E27FC236}">
                  <a16:creationId xmlns:a16="http://schemas.microsoft.com/office/drawing/2014/main" id="{B8020E0C-27BC-4E8E-89F0-73520875DB9E}"/>
                </a:ext>
              </a:extLst>
            </p:cNvPr>
            <p:cNvSpPr txBox="1">
              <a:spLocks noChangeArrowheads="1"/>
            </p:cNvSpPr>
            <p:nvPr/>
          </p:nvSpPr>
          <p:spPr bwMode="auto">
            <a:xfrm>
              <a:off x="4200" y="2592"/>
              <a:ext cx="24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p>
          </p:txBody>
        </p:sp>
        <p:sp>
          <p:nvSpPr>
            <p:cNvPr id="43" name="Text Box 43">
              <a:extLst>
                <a:ext uri="{FF2B5EF4-FFF2-40B4-BE49-F238E27FC236}">
                  <a16:creationId xmlns:a16="http://schemas.microsoft.com/office/drawing/2014/main" id="{A7A8F570-0354-4024-9941-90662EE81FF0}"/>
                </a:ext>
              </a:extLst>
            </p:cNvPr>
            <p:cNvSpPr txBox="1">
              <a:spLocks noChangeArrowheads="1"/>
            </p:cNvSpPr>
            <p:nvPr/>
          </p:nvSpPr>
          <p:spPr bwMode="auto">
            <a:xfrm>
              <a:off x="3864" y="1517"/>
              <a:ext cx="14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FF"/>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a:ln>
                    <a:noFill/>
                  </a:ln>
                  <a:effectLst/>
                  <a:uLnTx/>
                  <a:uFillTx/>
                  <a:latin typeface="宋体" panose="02010600030101010101" pitchFamily="2" charset="-122"/>
                  <a:ea typeface="宋体" panose="02010600030101010101" pitchFamily="2" charset="-122"/>
                  <a:cs typeface="+mn-cs"/>
                </a:rPr>
                <a:t>非逻辑真值表</a:t>
              </a:r>
            </a:p>
          </p:txBody>
        </p:sp>
      </p:grpSp>
      <p:sp>
        <p:nvSpPr>
          <p:cNvPr id="44" name="Text Box 44">
            <a:extLst>
              <a:ext uri="{FF2B5EF4-FFF2-40B4-BE49-F238E27FC236}">
                <a16:creationId xmlns:a16="http://schemas.microsoft.com/office/drawing/2014/main" id="{639606F6-3B62-4908-8B9E-94AB5D083FF6}"/>
              </a:ext>
            </a:extLst>
          </p:cNvPr>
          <p:cNvSpPr txBox="1">
            <a:spLocks noChangeArrowheads="1"/>
          </p:cNvSpPr>
          <p:nvPr/>
        </p:nvSpPr>
        <p:spPr bwMode="auto">
          <a:xfrm>
            <a:off x="508000" y="2316163"/>
            <a:ext cx="2133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逻辑函数式</a:t>
            </a:r>
          </a:p>
        </p:txBody>
      </p:sp>
      <p:sp>
        <p:nvSpPr>
          <p:cNvPr id="45" name="Text Box 45">
            <a:extLst>
              <a:ext uri="{FF2B5EF4-FFF2-40B4-BE49-F238E27FC236}">
                <a16:creationId xmlns:a16="http://schemas.microsoft.com/office/drawing/2014/main" id="{4B0F92B8-3C61-405E-BD6E-D5CD2D9A8315}"/>
              </a:ext>
            </a:extLst>
          </p:cNvPr>
          <p:cNvSpPr txBox="1">
            <a:spLocks noChangeArrowheads="1"/>
          </p:cNvSpPr>
          <p:nvPr/>
        </p:nvSpPr>
        <p:spPr bwMode="auto">
          <a:xfrm>
            <a:off x="722313" y="304800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逻辑符号</a:t>
            </a:r>
          </a:p>
        </p:txBody>
      </p:sp>
      <p:grpSp>
        <p:nvGrpSpPr>
          <p:cNvPr id="46" name="Group 46">
            <a:extLst>
              <a:ext uri="{FF2B5EF4-FFF2-40B4-BE49-F238E27FC236}">
                <a16:creationId xmlns:a16="http://schemas.microsoft.com/office/drawing/2014/main" id="{9166F05C-CB2A-4560-80BE-B67D4788190A}"/>
              </a:ext>
            </a:extLst>
          </p:cNvPr>
          <p:cNvGrpSpPr>
            <a:grpSpLocks/>
          </p:cNvGrpSpPr>
          <p:nvPr/>
        </p:nvGrpSpPr>
        <p:grpSpPr bwMode="auto">
          <a:xfrm>
            <a:off x="317500" y="5735638"/>
            <a:ext cx="2727325" cy="685800"/>
            <a:chOff x="1776" y="3264"/>
            <a:chExt cx="1718" cy="432"/>
          </a:xfrm>
        </p:grpSpPr>
        <p:grpSp>
          <p:nvGrpSpPr>
            <p:cNvPr id="47" name="Group 47">
              <a:extLst>
                <a:ext uri="{FF2B5EF4-FFF2-40B4-BE49-F238E27FC236}">
                  <a16:creationId xmlns:a16="http://schemas.microsoft.com/office/drawing/2014/main" id="{50DA1100-7A56-432A-B10C-EDD931743D30}"/>
                </a:ext>
              </a:extLst>
            </p:cNvPr>
            <p:cNvGrpSpPr>
              <a:grpSpLocks/>
            </p:cNvGrpSpPr>
            <p:nvPr/>
          </p:nvGrpSpPr>
          <p:grpSpPr bwMode="auto">
            <a:xfrm>
              <a:off x="2016" y="3264"/>
              <a:ext cx="1248" cy="432"/>
              <a:chOff x="2016" y="3264"/>
              <a:chExt cx="1248" cy="432"/>
            </a:xfrm>
          </p:grpSpPr>
          <p:sp>
            <p:nvSpPr>
              <p:cNvPr id="50" name="Line 48">
                <a:extLst>
                  <a:ext uri="{FF2B5EF4-FFF2-40B4-BE49-F238E27FC236}">
                    <a16:creationId xmlns:a16="http://schemas.microsoft.com/office/drawing/2014/main" id="{089D9ED0-9C80-4E28-B545-58F9F5F0617A}"/>
                  </a:ext>
                </a:extLst>
              </p:cNvPr>
              <p:cNvSpPr>
                <a:spLocks noChangeShapeType="1"/>
              </p:cNvSpPr>
              <p:nvPr/>
            </p:nvSpPr>
            <p:spPr bwMode="auto">
              <a:xfrm>
                <a:off x="2352" y="3264"/>
                <a:ext cx="0" cy="43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49">
                <a:extLst>
                  <a:ext uri="{FF2B5EF4-FFF2-40B4-BE49-F238E27FC236}">
                    <a16:creationId xmlns:a16="http://schemas.microsoft.com/office/drawing/2014/main" id="{E97605E8-A258-4A6B-92BB-261FF02FA140}"/>
                  </a:ext>
                </a:extLst>
              </p:cNvPr>
              <p:cNvSpPr>
                <a:spLocks noChangeShapeType="1"/>
              </p:cNvSpPr>
              <p:nvPr/>
            </p:nvSpPr>
            <p:spPr bwMode="auto">
              <a:xfrm>
                <a:off x="2352" y="3264"/>
                <a:ext cx="432" cy="24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50">
                <a:extLst>
                  <a:ext uri="{FF2B5EF4-FFF2-40B4-BE49-F238E27FC236}">
                    <a16:creationId xmlns:a16="http://schemas.microsoft.com/office/drawing/2014/main" id="{E7BE4587-73BF-4A90-9D35-579D0A883FC8}"/>
                  </a:ext>
                </a:extLst>
              </p:cNvPr>
              <p:cNvSpPr>
                <a:spLocks noChangeShapeType="1"/>
              </p:cNvSpPr>
              <p:nvPr/>
            </p:nvSpPr>
            <p:spPr bwMode="auto">
              <a:xfrm flipV="1">
                <a:off x="2352" y="3504"/>
                <a:ext cx="432" cy="19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51">
                <a:extLst>
                  <a:ext uri="{FF2B5EF4-FFF2-40B4-BE49-F238E27FC236}">
                    <a16:creationId xmlns:a16="http://schemas.microsoft.com/office/drawing/2014/main" id="{07894785-530C-47CF-AB3F-4F39E42D5DC5}"/>
                  </a:ext>
                </a:extLst>
              </p:cNvPr>
              <p:cNvSpPr>
                <a:spLocks noChangeShapeType="1"/>
              </p:cNvSpPr>
              <p:nvPr/>
            </p:nvSpPr>
            <p:spPr bwMode="auto">
              <a:xfrm>
                <a:off x="2016" y="3504"/>
                <a:ext cx="33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52">
                <a:extLst>
                  <a:ext uri="{FF2B5EF4-FFF2-40B4-BE49-F238E27FC236}">
                    <a16:creationId xmlns:a16="http://schemas.microsoft.com/office/drawing/2014/main" id="{35CBC9FD-21D4-4302-B2E4-EFDDBD259013}"/>
                  </a:ext>
                </a:extLst>
              </p:cNvPr>
              <p:cNvSpPr>
                <a:spLocks noChangeShapeType="1"/>
              </p:cNvSpPr>
              <p:nvPr/>
            </p:nvSpPr>
            <p:spPr bwMode="auto">
              <a:xfrm>
                <a:off x="2880" y="3504"/>
                <a:ext cx="384"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Oval 53">
                <a:extLst>
                  <a:ext uri="{FF2B5EF4-FFF2-40B4-BE49-F238E27FC236}">
                    <a16:creationId xmlns:a16="http://schemas.microsoft.com/office/drawing/2014/main" id="{DB834980-A9A9-4A4C-B18E-780B71D0A147}"/>
                  </a:ext>
                </a:extLst>
              </p:cNvPr>
              <p:cNvSpPr>
                <a:spLocks noChangeArrowheads="1"/>
              </p:cNvSpPr>
              <p:nvPr/>
            </p:nvSpPr>
            <p:spPr bwMode="auto">
              <a:xfrm>
                <a:off x="2784" y="3456"/>
                <a:ext cx="96" cy="96"/>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48" name="Rectangle 54">
              <a:extLst>
                <a:ext uri="{FF2B5EF4-FFF2-40B4-BE49-F238E27FC236}">
                  <a16:creationId xmlns:a16="http://schemas.microsoft.com/office/drawing/2014/main" id="{6688051C-9CB8-4E47-A11C-35D4D8B1F7D4}"/>
                </a:ext>
              </a:extLst>
            </p:cNvPr>
            <p:cNvSpPr>
              <a:spLocks noChangeArrowheads="1"/>
            </p:cNvSpPr>
            <p:nvPr/>
          </p:nvSpPr>
          <p:spPr bwMode="auto">
            <a:xfrm>
              <a:off x="1776" y="3264"/>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p>
          </p:txBody>
        </p:sp>
        <p:sp>
          <p:nvSpPr>
            <p:cNvPr id="49" name="Rectangle 55">
              <a:extLst>
                <a:ext uri="{FF2B5EF4-FFF2-40B4-BE49-F238E27FC236}">
                  <a16:creationId xmlns:a16="http://schemas.microsoft.com/office/drawing/2014/main" id="{7C22BAC6-0AE8-45B7-A0AC-5CE43BA84625}"/>
                </a:ext>
              </a:extLst>
            </p:cNvPr>
            <p:cNvSpPr>
              <a:spLocks noChangeArrowheads="1"/>
            </p:cNvSpPr>
            <p:nvPr/>
          </p:nvSpPr>
          <p:spPr bwMode="auto">
            <a:xfrm>
              <a:off x="3241" y="3348"/>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grpSp>
      <p:grpSp>
        <p:nvGrpSpPr>
          <p:cNvPr id="56" name="Group 56">
            <a:extLst>
              <a:ext uri="{FF2B5EF4-FFF2-40B4-BE49-F238E27FC236}">
                <a16:creationId xmlns:a16="http://schemas.microsoft.com/office/drawing/2014/main" id="{5ACD5E0C-4C51-4AEE-8B21-FA2A99E50176}"/>
              </a:ext>
            </a:extLst>
          </p:cNvPr>
          <p:cNvGrpSpPr>
            <a:grpSpLocks/>
          </p:cNvGrpSpPr>
          <p:nvPr/>
        </p:nvGrpSpPr>
        <p:grpSpPr bwMode="auto">
          <a:xfrm>
            <a:off x="307975" y="4725988"/>
            <a:ext cx="2530475" cy="695325"/>
            <a:chOff x="618" y="2607"/>
            <a:chExt cx="1594" cy="438"/>
          </a:xfrm>
        </p:grpSpPr>
        <p:sp>
          <p:nvSpPr>
            <p:cNvPr id="57" name="Text Box 57">
              <a:extLst>
                <a:ext uri="{FF2B5EF4-FFF2-40B4-BE49-F238E27FC236}">
                  <a16:creationId xmlns:a16="http://schemas.microsoft.com/office/drawing/2014/main" id="{5380A68E-5191-44A6-92B0-5A269B3B3A64}"/>
                </a:ext>
              </a:extLst>
            </p:cNvPr>
            <p:cNvSpPr txBox="1">
              <a:spLocks noChangeArrowheads="1"/>
            </p:cNvSpPr>
            <p:nvPr/>
          </p:nvSpPr>
          <p:spPr bwMode="auto">
            <a:xfrm>
              <a:off x="618" y="2607"/>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58" name="Rectangle 58">
              <a:extLst>
                <a:ext uri="{FF2B5EF4-FFF2-40B4-BE49-F238E27FC236}">
                  <a16:creationId xmlns:a16="http://schemas.microsoft.com/office/drawing/2014/main" id="{F73E5FDF-0660-45E9-A042-12E8EF349258}"/>
                </a:ext>
              </a:extLst>
            </p:cNvPr>
            <p:cNvSpPr>
              <a:spLocks noChangeArrowheads="1"/>
            </p:cNvSpPr>
            <p:nvPr/>
          </p:nvSpPr>
          <p:spPr bwMode="auto">
            <a:xfrm>
              <a:off x="1260" y="2628"/>
              <a:ext cx="293" cy="41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9" name="Line 59">
              <a:extLst>
                <a:ext uri="{FF2B5EF4-FFF2-40B4-BE49-F238E27FC236}">
                  <a16:creationId xmlns:a16="http://schemas.microsoft.com/office/drawing/2014/main" id="{CF32E2EB-1EA7-4A2D-BE8B-D87B8E0A0ABA}"/>
                </a:ext>
              </a:extLst>
            </p:cNvPr>
            <p:cNvSpPr>
              <a:spLocks noChangeShapeType="1"/>
            </p:cNvSpPr>
            <p:nvPr/>
          </p:nvSpPr>
          <p:spPr bwMode="auto">
            <a:xfrm>
              <a:off x="881" y="2822"/>
              <a:ext cx="3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Oval 60">
              <a:extLst>
                <a:ext uri="{FF2B5EF4-FFF2-40B4-BE49-F238E27FC236}">
                  <a16:creationId xmlns:a16="http://schemas.microsoft.com/office/drawing/2014/main" id="{E0220111-842E-408A-BA0D-99EBAFF92B61}"/>
                </a:ext>
              </a:extLst>
            </p:cNvPr>
            <p:cNvSpPr>
              <a:spLocks noChangeArrowheads="1"/>
            </p:cNvSpPr>
            <p:nvPr/>
          </p:nvSpPr>
          <p:spPr bwMode="auto">
            <a:xfrm>
              <a:off x="1553" y="2796"/>
              <a:ext cx="82" cy="82"/>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1" name="Line 61">
              <a:extLst>
                <a:ext uri="{FF2B5EF4-FFF2-40B4-BE49-F238E27FC236}">
                  <a16:creationId xmlns:a16="http://schemas.microsoft.com/office/drawing/2014/main" id="{19D7D9D0-8B0B-4BD3-A00C-B0DA679DDB2F}"/>
                </a:ext>
              </a:extLst>
            </p:cNvPr>
            <p:cNvSpPr>
              <a:spLocks noChangeShapeType="1"/>
            </p:cNvSpPr>
            <p:nvPr/>
          </p:nvSpPr>
          <p:spPr bwMode="auto">
            <a:xfrm>
              <a:off x="1638" y="2833"/>
              <a:ext cx="36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Text Box 62">
              <a:extLst>
                <a:ext uri="{FF2B5EF4-FFF2-40B4-BE49-F238E27FC236}">
                  <a16:creationId xmlns:a16="http://schemas.microsoft.com/office/drawing/2014/main" id="{35F4018A-3B24-4785-B352-18A59A7861E7}"/>
                </a:ext>
              </a:extLst>
            </p:cNvPr>
            <p:cNvSpPr txBox="1">
              <a:spLocks noChangeArrowheads="1"/>
            </p:cNvSpPr>
            <p:nvPr/>
          </p:nvSpPr>
          <p:spPr bwMode="auto">
            <a:xfrm>
              <a:off x="1959" y="2692"/>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grpSp>
      <p:grpSp>
        <p:nvGrpSpPr>
          <p:cNvPr id="63" name="Group 63">
            <a:extLst>
              <a:ext uri="{FF2B5EF4-FFF2-40B4-BE49-F238E27FC236}">
                <a16:creationId xmlns:a16="http://schemas.microsoft.com/office/drawing/2014/main" id="{D19F8BAA-E776-4D79-AEE0-A45ADB45D593}"/>
              </a:ext>
            </a:extLst>
          </p:cNvPr>
          <p:cNvGrpSpPr>
            <a:grpSpLocks/>
          </p:cNvGrpSpPr>
          <p:nvPr/>
        </p:nvGrpSpPr>
        <p:grpSpPr bwMode="auto">
          <a:xfrm>
            <a:off x="292100" y="3724275"/>
            <a:ext cx="2530475" cy="715963"/>
            <a:chOff x="184" y="2975"/>
            <a:chExt cx="1594" cy="451"/>
          </a:xfrm>
        </p:grpSpPr>
        <p:sp>
          <p:nvSpPr>
            <p:cNvPr id="64" name="Text Box 64">
              <a:extLst>
                <a:ext uri="{FF2B5EF4-FFF2-40B4-BE49-F238E27FC236}">
                  <a16:creationId xmlns:a16="http://schemas.microsoft.com/office/drawing/2014/main" id="{C7EE9853-DA2C-43EC-9EF8-073E143FDF39}"/>
                </a:ext>
              </a:extLst>
            </p:cNvPr>
            <p:cNvSpPr txBox="1">
              <a:spLocks noChangeArrowheads="1"/>
            </p:cNvSpPr>
            <p:nvPr/>
          </p:nvSpPr>
          <p:spPr bwMode="auto">
            <a:xfrm>
              <a:off x="184" y="2988"/>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65" name="Rectangle 65">
              <a:extLst>
                <a:ext uri="{FF2B5EF4-FFF2-40B4-BE49-F238E27FC236}">
                  <a16:creationId xmlns:a16="http://schemas.microsoft.com/office/drawing/2014/main" id="{DBD4FB87-C5D2-481F-970A-77BAF7B5A89F}"/>
                </a:ext>
              </a:extLst>
            </p:cNvPr>
            <p:cNvSpPr>
              <a:spLocks noChangeArrowheads="1"/>
            </p:cNvSpPr>
            <p:nvPr/>
          </p:nvSpPr>
          <p:spPr bwMode="auto">
            <a:xfrm>
              <a:off x="826" y="3009"/>
              <a:ext cx="293" cy="417"/>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6" name="Text Box 66">
              <a:extLst>
                <a:ext uri="{FF2B5EF4-FFF2-40B4-BE49-F238E27FC236}">
                  <a16:creationId xmlns:a16="http://schemas.microsoft.com/office/drawing/2014/main" id="{02567162-0B33-4C4F-85A0-3958872CC75E}"/>
                </a:ext>
              </a:extLst>
            </p:cNvPr>
            <p:cNvSpPr txBox="1">
              <a:spLocks noChangeArrowheads="1"/>
            </p:cNvSpPr>
            <p:nvPr/>
          </p:nvSpPr>
          <p:spPr bwMode="auto">
            <a:xfrm>
              <a:off x="817" y="297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1</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67" name="Line 67">
              <a:extLst>
                <a:ext uri="{FF2B5EF4-FFF2-40B4-BE49-F238E27FC236}">
                  <a16:creationId xmlns:a16="http://schemas.microsoft.com/office/drawing/2014/main" id="{9862C395-7A27-4DE5-8245-592719707F5B}"/>
                </a:ext>
              </a:extLst>
            </p:cNvPr>
            <p:cNvSpPr>
              <a:spLocks noChangeShapeType="1"/>
            </p:cNvSpPr>
            <p:nvPr/>
          </p:nvSpPr>
          <p:spPr bwMode="auto">
            <a:xfrm>
              <a:off x="447" y="3203"/>
              <a:ext cx="38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Oval 68">
              <a:extLst>
                <a:ext uri="{FF2B5EF4-FFF2-40B4-BE49-F238E27FC236}">
                  <a16:creationId xmlns:a16="http://schemas.microsoft.com/office/drawing/2014/main" id="{E490F4FB-53ED-49B4-A684-469A8A048FF8}"/>
                </a:ext>
              </a:extLst>
            </p:cNvPr>
            <p:cNvSpPr>
              <a:spLocks noChangeArrowheads="1"/>
            </p:cNvSpPr>
            <p:nvPr/>
          </p:nvSpPr>
          <p:spPr bwMode="auto">
            <a:xfrm>
              <a:off x="1119" y="3177"/>
              <a:ext cx="82" cy="82"/>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9" name="Line 69">
              <a:extLst>
                <a:ext uri="{FF2B5EF4-FFF2-40B4-BE49-F238E27FC236}">
                  <a16:creationId xmlns:a16="http://schemas.microsoft.com/office/drawing/2014/main" id="{703D8611-AA34-4E2F-B453-4AD08C5326B7}"/>
                </a:ext>
              </a:extLst>
            </p:cNvPr>
            <p:cNvSpPr>
              <a:spLocks noChangeShapeType="1"/>
            </p:cNvSpPr>
            <p:nvPr/>
          </p:nvSpPr>
          <p:spPr bwMode="auto">
            <a:xfrm>
              <a:off x="1204" y="3214"/>
              <a:ext cx="36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Text Box 70">
              <a:extLst>
                <a:ext uri="{FF2B5EF4-FFF2-40B4-BE49-F238E27FC236}">
                  <a16:creationId xmlns:a16="http://schemas.microsoft.com/office/drawing/2014/main" id="{1C88298A-B6B1-4EE4-B8E3-90C2F6010147}"/>
                </a:ext>
              </a:extLst>
            </p:cNvPr>
            <p:cNvSpPr txBox="1">
              <a:spLocks noChangeArrowheads="1"/>
            </p:cNvSpPr>
            <p:nvPr/>
          </p:nvSpPr>
          <p:spPr bwMode="auto">
            <a:xfrm>
              <a:off x="1525" y="3073"/>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grpSp>
      <p:sp>
        <p:nvSpPr>
          <p:cNvPr id="71" name="Freeform 71">
            <a:extLst>
              <a:ext uri="{FF2B5EF4-FFF2-40B4-BE49-F238E27FC236}">
                <a16:creationId xmlns:a16="http://schemas.microsoft.com/office/drawing/2014/main" id="{2FF0328A-D633-4BD8-86A5-1FB5AF27B768}"/>
              </a:ext>
            </a:extLst>
          </p:cNvPr>
          <p:cNvSpPr>
            <a:spLocks/>
          </p:cNvSpPr>
          <p:nvPr/>
        </p:nvSpPr>
        <p:spPr bwMode="auto">
          <a:xfrm>
            <a:off x="4986338" y="3278188"/>
            <a:ext cx="3433762" cy="396875"/>
          </a:xfrm>
          <a:custGeom>
            <a:avLst/>
            <a:gdLst>
              <a:gd name="T0" fmla="*/ 0 w 2163"/>
              <a:gd name="T1" fmla="*/ 2147483646 h 250"/>
              <a:gd name="T2" fmla="*/ 2147483646 w 2163"/>
              <a:gd name="T3" fmla="*/ 2147483646 h 250"/>
              <a:gd name="T4" fmla="*/ 2147483646 w 2163"/>
              <a:gd name="T5" fmla="*/ 0 h 250"/>
              <a:gd name="T6" fmla="*/ 2147483646 w 2163"/>
              <a:gd name="T7" fmla="*/ 0 h 250"/>
              <a:gd name="T8" fmla="*/ 2147483646 w 2163"/>
              <a:gd name="T9" fmla="*/ 2147483646 h 250"/>
              <a:gd name="T10" fmla="*/ 2147483646 w 2163"/>
              <a:gd name="T11" fmla="*/ 2147483646 h 250"/>
              <a:gd name="T12" fmla="*/ 2147483646 w 2163"/>
              <a:gd name="T13" fmla="*/ 0 h 250"/>
              <a:gd name="T14" fmla="*/ 2147483646 w 2163"/>
              <a:gd name="T15" fmla="*/ 0 h 250"/>
              <a:gd name="T16" fmla="*/ 2147483646 w 2163"/>
              <a:gd name="T17" fmla="*/ 2147483646 h 250"/>
              <a:gd name="T18" fmla="*/ 2147483646 w 2163"/>
              <a:gd name="T19" fmla="*/ 2147483646 h 2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3" h="250">
                <a:moveTo>
                  <a:pt x="0" y="250"/>
                </a:moveTo>
                <a:lnTo>
                  <a:pt x="348" y="250"/>
                </a:lnTo>
                <a:lnTo>
                  <a:pt x="348" y="0"/>
                </a:lnTo>
                <a:lnTo>
                  <a:pt x="750" y="0"/>
                </a:lnTo>
                <a:lnTo>
                  <a:pt x="750" y="250"/>
                </a:lnTo>
                <a:lnTo>
                  <a:pt x="1163" y="250"/>
                </a:lnTo>
                <a:lnTo>
                  <a:pt x="1163" y="0"/>
                </a:lnTo>
                <a:lnTo>
                  <a:pt x="1695" y="0"/>
                </a:lnTo>
                <a:lnTo>
                  <a:pt x="1695" y="250"/>
                </a:lnTo>
                <a:lnTo>
                  <a:pt x="2163" y="25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Freeform 72">
            <a:extLst>
              <a:ext uri="{FF2B5EF4-FFF2-40B4-BE49-F238E27FC236}">
                <a16:creationId xmlns:a16="http://schemas.microsoft.com/office/drawing/2014/main" id="{370A3FEC-946D-4B79-BF90-51B7D970BB08}"/>
              </a:ext>
            </a:extLst>
          </p:cNvPr>
          <p:cNvSpPr>
            <a:spLocks/>
          </p:cNvSpPr>
          <p:nvPr/>
        </p:nvSpPr>
        <p:spPr bwMode="auto">
          <a:xfrm>
            <a:off x="5037138" y="3883025"/>
            <a:ext cx="3398837" cy="396875"/>
          </a:xfrm>
          <a:custGeom>
            <a:avLst/>
            <a:gdLst>
              <a:gd name="T0" fmla="*/ 0 w 2141"/>
              <a:gd name="T1" fmla="*/ 2147483646 h 250"/>
              <a:gd name="T2" fmla="*/ 2147483646 w 2141"/>
              <a:gd name="T3" fmla="*/ 2147483646 h 250"/>
              <a:gd name="T4" fmla="*/ 2147483646 w 2141"/>
              <a:gd name="T5" fmla="*/ 0 h 250"/>
              <a:gd name="T6" fmla="*/ 2147483646 w 2141"/>
              <a:gd name="T7" fmla="*/ 0 h 250"/>
              <a:gd name="T8" fmla="*/ 2147483646 w 2141"/>
              <a:gd name="T9" fmla="*/ 2147483646 h 250"/>
              <a:gd name="T10" fmla="*/ 2147483646 w 2141"/>
              <a:gd name="T11" fmla="*/ 2147483646 h 250"/>
              <a:gd name="T12" fmla="*/ 2147483646 w 2141"/>
              <a:gd name="T13" fmla="*/ 0 h 250"/>
              <a:gd name="T14" fmla="*/ 2147483646 w 2141"/>
              <a:gd name="T15" fmla="*/ 0 h 250"/>
              <a:gd name="T16" fmla="*/ 2147483646 w 2141"/>
              <a:gd name="T17" fmla="*/ 2147483646 h 250"/>
              <a:gd name="T18" fmla="*/ 2147483646 w 2141"/>
              <a:gd name="T19" fmla="*/ 2147483646 h 250"/>
              <a:gd name="T20" fmla="*/ 2147483646 w 2141"/>
              <a:gd name="T21" fmla="*/ 0 h 250"/>
              <a:gd name="T22" fmla="*/ 2147483646 w 2141"/>
              <a:gd name="T23" fmla="*/ 0 h 2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41" h="250">
                <a:moveTo>
                  <a:pt x="0" y="250"/>
                </a:moveTo>
                <a:lnTo>
                  <a:pt x="435" y="250"/>
                </a:lnTo>
                <a:lnTo>
                  <a:pt x="435" y="0"/>
                </a:lnTo>
                <a:lnTo>
                  <a:pt x="870" y="0"/>
                </a:lnTo>
                <a:lnTo>
                  <a:pt x="870" y="239"/>
                </a:lnTo>
                <a:lnTo>
                  <a:pt x="1326" y="239"/>
                </a:lnTo>
                <a:lnTo>
                  <a:pt x="1326" y="0"/>
                </a:lnTo>
                <a:lnTo>
                  <a:pt x="1533" y="0"/>
                </a:lnTo>
                <a:lnTo>
                  <a:pt x="1533" y="250"/>
                </a:lnTo>
                <a:lnTo>
                  <a:pt x="1913" y="250"/>
                </a:lnTo>
                <a:lnTo>
                  <a:pt x="1913" y="0"/>
                </a:lnTo>
                <a:lnTo>
                  <a:pt x="2141" y="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Text Box 73">
            <a:extLst>
              <a:ext uri="{FF2B5EF4-FFF2-40B4-BE49-F238E27FC236}">
                <a16:creationId xmlns:a16="http://schemas.microsoft.com/office/drawing/2014/main" id="{5E2661B8-1D84-4FA4-B8DC-B91417750C9D}"/>
              </a:ext>
            </a:extLst>
          </p:cNvPr>
          <p:cNvSpPr txBox="1">
            <a:spLocks noChangeArrowheads="1"/>
          </p:cNvSpPr>
          <p:nvPr/>
        </p:nvSpPr>
        <p:spPr bwMode="auto">
          <a:xfrm>
            <a:off x="4537075" y="3363913"/>
            <a:ext cx="638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p>
        </p:txBody>
      </p:sp>
      <p:sp>
        <p:nvSpPr>
          <p:cNvPr id="74" name="Text Box 74">
            <a:extLst>
              <a:ext uri="{FF2B5EF4-FFF2-40B4-BE49-F238E27FC236}">
                <a16:creationId xmlns:a16="http://schemas.microsoft.com/office/drawing/2014/main" id="{7EAF358D-813B-4EFF-BBC0-A03D3941BA62}"/>
              </a:ext>
            </a:extLst>
          </p:cNvPr>
          <p:cNvSpPr txBox="1">
            <a:spLocks noChangeArrowheads="1"/>
          </p:cNvSpPr>
          <p:nvPr/>
        </p:nvSpPr>
        <p:spPr bwMode="auto">
          <a:xfrm>
            <a:off x="4556125" y="4002088"/>
            <a:ext cx="638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B</a:t>
            </a:r>
          </a:p>
        </p:txBody>
      </p:sp>
      <p:sp>
        <p:nvSpPr>
          <p:cNvPr id="75" name="Text Box 75">
            <a:extLst>
              <a:ext uri="{FF2B5EF4-FFF2-40B4-BE49-F238E27FC236}">
                <a16:creationId xmlns:a16="http://schemas.microsoft.com/office/drawing/2014/main" id="{555601F7-9427-4D3C-B2B7-486E8CCE5206}"/>
              </a:ext>
            </a:extLst>
          </p:cNvPr>
          <p:cNvSpPr txBox="1">
            <a:spLocks noChangeArrowheads="1"/>
          </p:cNvSpPr>
          <p:nvPr/>
        </p:nvSpPr>
        <p:spPr bwMode="auto">
          <a:xfrm>
            <a:off x="3917950" y="4657725"/>
            <a:ext cx="1311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a:t>
            </a:r>
          </a:p>
        </p:txBody>
      </p:sp>
      <p:sp>
        <p:nvSpPr>
          <p:cNvPr id="76" name="Freeform 76">
            <a:extLst>
              <a:ext uri="{FF2B5EF4-FFF2-40B4-BE49-F238E27FC236}">
                <a16:creationId xmlns:a16="http://schemas.microsoft.com/office/drawing/2014/main" id="{6E699880-6B11-4E10-8F52-4314E7F358AA}"/>
              </a:ext>
            </a:extLst>
          </p:cNvPr>
          <p:cNvSpPr>
            <a:spLocks/>
          </p:cNvSpPr>
          <p:nvPr/>
        </p:nvSpPr>
        <p:spPr bwMode="auto">
          <a:xfrm>
            <a:off x="4986338" y="4521200"/>
            <a:ext cx="3467100" cy="396875"/>
          </a:xfrm>
          <a:custGeom>
            <a:avLst/>
            <a:gdLst>
              <a:gd name="T0" fmla="*/ 0 w 2173"/>
              <a:gd name="T1" fmla="*/ 2147483646 h 250"/>
              <a:gd name="T2" fmla="*/ 2147483646 w 2173"/>
              <a:gd name="T3" fmla="*/ 2147483646 h 250"/>
              <a:gd name="T4" fmla="*/ 2147483646 w 2173"/>
              <a:gd name="T5" fmla="*/ 2147483646 h 250"/>
              <a:gd name="T6" fmla="*/ 2147483646 w 2173"/>
              <a:gd name="T7" fmla="*/ 2147483646 h 250"/>
              <a:gd name="T8" fmla="*/ 2147483646 w 2173"/>
              <a:gd name="T9" fmla="*/ 2147483646 h 250"/>
              <a:gd name="T10" fmla="*/ 2147483646 w 2173"/>
              <a:gd name="T11" fmla="*/ 2147483646 h 250"/>
              <a:gd name="T12" fmla="*/ 2147483646 w 2173"/>
              <a:gd name="T13" fmla="*/ 0 h 250"/>
              <a:gd name="T14" fmla="*/ 2147483646 w 2173"/>
              <a:gd name="T15" fmla="*/ 0 h 250"/>
              <a:gd name="T16" fmla="*/ 2147483646 w 2173"/>
              <a:gd name="T17" fmla="*/ 2147483646 h 250"/>
              <a:gd name="T18" fmla="*/ 2147483646 w 2173"/>
              <a:gd name="T19" fmla="*/ 2147483646 h 2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73" h="250">
                <a:moveTo>
                  <a:pt x="0" y="250"/>
                </a:moveTo>
                <a:lnTo>
                  <a:pt x="467" y="250"/>
                </a:lnTo>
                <a:lnTo>
                  <a:pt x="467" y="11"/>
                </a:lnTo>
                <a:lnTo>
                  <a:pt x="750" y="11"/>
                </a:lnTo>
                <a:lnTo>
                  <a:pt x="750" y="250"/>
                </a:lnTo>
                <a:lnTo>
                  <a:pt x="1347" y="250"/>
                </a:lnTo>
                <a:lnTo>
                  <a:pt x="1347" y="0"/>
                </a:lnTo>
                <a:lnTo>
                  <a:pt x="1554" y="0"/>
                </a:lnTo>
                <a:lnTo>
                  <a:pt x="1554" y="250"/>
                </a:lnTo>
                <a:lnTo>
                  <a:pt x="2173" y="25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77" name="Group 77">
            <a:extLst>
              <a:ext uri="{FF2B5EF4-FFF2-40B4-BE49-F238E27FC236}">
                <a16:creationId xmlns:a16="http://schemas.microsoft.com/office/drawing/2014/main" id="{A745AD16-8DFE-46A0-BE54-156368957081}"/>
              </a:ext>
            </a:extLst>
          </p:cNvPr>
          <p:cNvGrpSpPr>
            <a:grpSpLocks/>
          </p:cNvGrpSpPr>
          <p:nvPr/>
        </p:nvGrpSpPr>
        <p:grpSpPr bwMode="auto">
          <a:xfrm>
            <a:off x="5538788" y="3276600"/>
            <a:ext cx="2535237" cy="2987675"/>
            <a:chOff x="3489" y="2064"/>
            <a:chExt cx="1597" cy="1882"/>
          </a:xfrm>
        </p:grpSpPr>
        <p:sp>
          <p:nvSpPr>
            <p:cNvPr id="78" name="Line 78">
              <a:extLst>
                <a:ext uri="{FF2B5EF4-FFF2-40B4-BE49-F238E27FC236}">
                  <a16:creationId xmlns:a16="http://schemas.microsoft.com/office/drawing/2014/main" id="{A676A82C-7E39-4AD8-8757-24D15C514A6B}"/>
                </a:ext>
              </a:extLst>
            </p:cNvPr>
            <p:cNvSpPr>
              <a:spLocks noChangeShapeType="1"/>
            </p:cNvSpPr>
            <p:nvPr/>
          </p:nvSpPr>
          <p:spPr bwMode="auto">
            <a:xfrm>
              <a:off x="3608" y="2075"/>
              <a:ext cx="0" cy="1055"/>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79">
              <a:extLst>
                <a:ext uri="{FF2B5EF4-FFF2-40B4-BE49-F238E27FC236}">
                  <a16:creationId xmlns:a16="http://schemas.microsoft.com/office/drawing/2014/main" id="{F9858995-9D39-4DD5-AFB1-A8D4B0B5A9AF}"/>
                </a:ext>
              </a:extLst>
            </p:cNvPr>
            <p:cNvSpPr>
              <a:spLocks noChangeShapeType="1"/>
            </p:cNvSpPr>
            <p:nvPr/>
          </p:nvSpPr>
          <p:spPr bwMode="auto">
            <a:xfrm>
              <a:off x="3891" y="2359"/>
              <a:ext cx="0" cy="1587"/>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0" name="Line 80">
              <a:extLst>
                <a:ext uri="{FF2B5EF4-FFF2-40B4-BE49-F238E27FC236}">
                  <a16:creationId xmlns:a16="http://schemas.microsoft.com/office/drawing/2014/main" id="{B2A36015-23B6-4BB5-8563-60F9813853F9}"/>
                </a:ext>
              </a:extLst>
            </p:cNvPr>
            <p:cNvSpPr>
              <a:spLocks noChangeShapeType="1"/>
            </p:cNvSpPr>
            <p:nvPr/>
          </p:nvSpPr>
          <p:spPr bwMode="auto">
            <a:xfrm>
              <a:off x="4500" y="2064"/>
              <a:ext cx="0" cy="1055"/>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Line 81">
              <a:extLst>
                <a:ext uri="{FF2B5EF4-FFF2-40B4-BE49-F238E27FC236}">
                  <a16:creationId xmlns:a16="http://schemas.microsoft.com/office/drawing/2014/main" id="{306148FE-9627-452E-8A1F-9ED71D89C201}"/>
                </a:ext>
              </a:extLst>
            </p:cNvPr>
            <p:cNvSpPr>
              <a:spLocks noChangeShapeType="1"/>
            </p:cNvSpPr>
            <p:nvPr/>
          </p:nvSpPr>
          <p:spPr bwMode="auto">
            <a:xfrm>
              <a:off x="4707" y="2075"/>
              <a:ext cx="0" cy="1055"/>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Line 82">
              <a:extLst>
                <a:ext uri="{FF2B5EF4-FFF2-40B4-BE49-F238E27FC236}">
                  <a16:creationId xmlns:a16="http://schemas.microsoft.com/office/drawing/2014/main" id="{F426DCEB-FEFE-4F84-A10A-7FC6718A65AD}"/>
                </a:ext>
              </a:extLst>
            </p:cNvPr>
            <p:cNvSpPr>
              <a:spLocks noChangeShapeType="1"/>
            </p:cNvSpPr>
            <p:nvPr/>
          </p:nvSpPr>
          <p:spPr bwMode="auto">
            <a:xfrm>
              <a:off x="3489" y="2315"/>
              <a:ext cx="0" cy="159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3" name="Line 83">
              <a:extLst>
                <a:ext uri="{FF2B5EF4-FFF2-40B4-BE49-F238E27FC236}">
                  <a16:creationId xmlns:a16="http://schemas.microsoft.com/office/drawing/2014/main" id="{15C781B3-CCF1-4C0B-B3FC-C17B32B75402}"/>
                </a:ext>
              </a:extLst>
            </p:cNvPr>
            <p:cNvSpPr>
              <a:spLocks noChangeShapeType="1"/>
            </p:cNvSpPr>
            <p:nvPr/>
          </p:nvSpPr>
          <p:spPr bwMode="auto">
            <a:xfrm>
              <a:off x="4043" y="2337"/>
              <a:ext cx="0" cy="1196"/>
            </a:xfrm>
            <a:prstGeom prst="line">
              <a:avLst/>
            </a:prstGeom>
            <a:noFill/>
            <a:ln w="38100">
              <a:solidFill>
                <a:srgbClr val="1F08F8"/>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4" name="Line 84">
              <a:extLst>
                <a:ext uri="{FF2B5EF4-FFF2-40B4-BE49-F238E27FC236}">
                  <a16:creationId xmlns:a16="http://schemas.microsoft.com/office/drawing/2014/main" id="{305F0AE3-37B1-4EB0-948A-0D11EA17022A}"/>
                </a:ext>
              </a:extLst>
            </p:cNvPr>
            <p:cNvSpPr>
              <a:spLocks noChangeShapeType="1"/>
            </p:cNvSpPr>
            <p:nvPr/>
          </p:nvSpPr>
          <p:spPr bwMode="auto">
            <a:xfrm>
              <a:off x="4304" y="2326"/>
              <a:ext cx="0" cy="1620"/>
            </a:xfrm>
            <a:prstGeom prst="line">
              <a:avLst/>
            </a:prstGeom>
            <a:noFill/>
            <a:ln w="38100">
              <a:solidFill>
                <a:srgbClr val="1F08F8"/>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5" name="Line 85">
              <a:extLst>
                <a:ext uri="{FF2B5EF4-FFF2-40B4-BE49-F238E27FC236}">
                  <a16:creationId xmlns:a16="http://schemas.microsoft.com/office/drawing/2014/main" id="{8775F6BD-469C-44A3-BEAE-79778D9B4961}"/>
                </a:ext>
              </a:extLst>
            </p:cNvPr>
            <p:cNvSpPr>
              <a:spLocks noChangeShapeType="1"/>
            </p:cNvSpPr>
            <p:nvPr/>
          </p:nvSpPr>
          <p:spPr bwMode="auto">
            <a:xfrm>
              <a:off x="4836" y="2304"/>
              <a:ext cx="0" cy="162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 name="Line 86">
              <a:extLst>
                <a:ext uri="{FF2B5EF4-FFF2-40B4-BE49-F238E27FC236}">
                  <a16:creationId xmlns:a16="http://schemas.microsoft.com/office/drawing/2014/main" id="{302AC4F4-9BE8-4701-8030-D2BCE754533F}"/>
                </a:ext>
              </a:extLst>
            </p:cNvPr>
            <p:cNvSpPr>
              <a:spLocks noChangeShapeType="1"/>
            </p:cNvSpPr>
            <p:nvPr/>
          </p:nvSpPr>
          <p:spPr bwMode="auto">
            <a:xfrm>
              <a:off x="5086" y="2326"/>
              <a:ext cx="0" cy="119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7" name="Text Box 87">
            <a:extLst>
              <a:ext uri="{FF2B5EF4-FFF2-40B4-BE49-F238E27FC236}">
                <a16:creationId xmlns:a16="http://schemas.microsoft.com/office/drawing/2014/main" id="{B191D33B-2252-4843-BB59-32605FF1062A}"/>
              </a:ext>
            </a:extLst>
          </p:cNvPr>
          <p:cNvSpPr txBox="1">
            <a:spLocks noChangeArrowheads="1"/>
          </p:cNvSpPr>
          <p:nvPr/>
        </p:nvSpPr>
        <p:spPr bwMode="auto">
          <a:xfrm>
            <a:off x="3711575" y="5313363"/>
            <a:ext cx="1311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a:t>
            </a:r>
          </a:p>
        </p:txBody>
      </p:sp>
      <p:sp>
        <p:nvSpPr>
          <p:cNvPr id="88" name="Freeform 88">
            <a:extLst>
              <a:ext uri="{FF2B5EF4-FFF2-40B4-BE49-F238E27FC236}">
                <a16:creationId xmlns:a16="http://schemas.microsoft.com/office/drawing/2014/main" id="{ADF9E1AA-B7E4-4BD1-8D02-32BC8B7995A8}"/>
              </a:ext>
            </a:extLst>
          </p:cNvPr>
          <p:cNvSpPr>
            <a:spLocks/>
          </p:cNvSpPr>
          <p:nvPr/>
        </p:nvSpPr>
        <p:spPr bwMode="auto">
          <a:xfrm flipV="1">
            <a:off x="4984750" y="5848350"/>
            <a:ext cx="3433763" cy="396875"/>
          </a:xfrm>
          <a:custGeom>
            <a:avLst/>
            <a:gdLst>
              <a:gd name="T0" fmla="*/ 0 w 2163"/>
              <a:gd name="T1" fmla="*/ 2147483646 h 250"/>
              <a:gd name="T2" fmla="*/ 2147483646 w 2163"/>
              <a:gd name="T3" fmla="*/ 2147483646 h 250"/>
              <a:gd name="T4" fmla="*/ 2147483646 w 2163"/>
              <a:gd name="T5" fmla="*/ 0 h 250"/>
              <a:gd name="T6" fmla="*/ 2147483646 w 2163"/>
              <a:gd name="T7" fmla="*/ 0 h 250"/>
              <a:gd name="T8" fmla="*/ 2147483646 w 2163"/>
              <a:gd name="T9" fmla="*/ 2147483646 h 250"/>
              <a:gd name="T10" fmla="*/ 2147483646 w 2163"/>
              <a:gd name="T11" fmla="*/ 2147483646 h 250"/>
              <a:gd name="T12" fmla="*/ 2147483646 w 2163"/>
              <a:gd name="T13" fmla="*/ 0 h 250"/>
              <a:gd name="T14" fmla="*/ 2147483646 w 2163"/>
              <a:gd name="T15" fmla="*/ 0 h 250"/>
              <a:gd name="T16" fmla="*/ 2147483646 w 2163"/>
              <a:gd name="T17" fmla="*/ 2147483646 h 250"/>
              <a:gd name="T18" fmla="*/ 2147483646 w 2163"/>
              <a:gd name="T19" fmla="*/ 2147483646 h 2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3" h="250">
                <a:moveTo>
                  <a:pt x="0" y="250"/>
                </a:moveTo>
                <a:lnTo>
                  <a:pt x="348" y="250"/>
                </a:lnTo>
                <a:lnTo>
                  <a:pt x="348" y="0"/>
                </a:lnTo>
                <a:lnTo>
                  <a:pt x="750" y="0"/>
                </a:lnTo>
                <a:lnTo>
                  <a:pt x="750" y="250"/>
                </a:lnTo>
                <a:lnTo>
                  <a:pt x="1163" y="250"/>
                </a:lnTo>
                <a:lnTo>
                  <a:pt x="1163" y="0"/>
                </a:lnTo>
                <a:lnTo>
                  <a:pt x="1695" y="0"/>
                </a:lnTo>
                <a:lnTo>
                  <a:pt x="1695" y="250"/>
                </a:lnTo>
                <a:lnTo>
                  <a:pt x="2163" y="250"/>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89" name="Group 100">
            <a:extLst>
              <a:ext uri="{FF2B5EF4-FFF2-40B4-BE49-F238E27FC236}">
                <a16:creationId xmlns:a16="http://schemas.microsoft.com/office/drawing/2014/main" id="{4D603310-C3AA-462D-886B-B913E09BA180}"/>
              </a:ext>
            </a:extLst>
          </p:cNvPr>
          <p:cNvGrpSpPr>
            <a:grpSpLocks/>
          </p:cNvGrpSpPr>
          <p:nvPr/>
        </p:nvGrpSpPr>
        <p:grpSpPr bwMode="auto">
          <a:xfrm>
            <a:off x="3367088" y="2232025"/>
            <a:ext cx="1314450" cy="762000"/>
            <a:chOff x="2121" y="1406"/>
            <a:chExt cx="828" cy="480"/>
          </a:xfrm>
        </p:grpSpPr>
        <p:grpSp>
          <p:nvGrpSpPr>
            <p:cNvPr id="90" name="Group 90">
              <a:extLst>
                <a:ext uri="{FF2B5EF4-FFF2-40B4-BE49-F238E27FC236}">
                  <a16:creationId xmlns:a16="http://schemas.microsoft.com/office/drawing/2014/main" id="{1E2FA615-9CD5-446D-90B7-A433D131D9BF}"/>
                </a:ext>
              </a:extLst>
            </p:cNvPr>
            <p:cNvGrpSpPr>
              <a:grpSpLocks/>
            </p:cNvGrpSpPr>
            <p:nvPr/>
          </p:nvGrpSpPr>
          <p:grpSpPr bwMode="auto">
            <a:xfrm>
              <a:off x="2121" y="1406"/>
              <a:ext cx="828" cy="480"/>
              <a:chOff x="1784" y="2167"/>
              <a:chExt cx="828" cy="480"/>
            </a:xfrm>
          </p:grpSpPr>
          <p:sp>
            <p:nvSpPr>
              <p:cNvPr id="92" name="Rectangle 91">
                <a:extLst>
                  <a:ext uri="{FF2B5EF4-FFF2-40B4-BE49-F238E27FC236}">
                    <a16:creationId xmlns:a16="http://schemas.microsoft.com/office/drawing/2014/main" id="{3B48FFAC-9FEF-4D48-9D93-0C1DE5FB830A}"/>
                  </a:ext>
                </a:extLst>
              </p:cNvPr>
              <p:cNvSpPr>
                <a:spLocks noChangeArrowheads="1"/>
              </p:cNvSpPr>
              <p:nvPr/>
            </p:nvSpPr>
            <p:spPr bwMode="auto">
              <a:xfrm>
                <a:off x="1784" y="2167"/>
                <a:ext cx="828" cy="480"/>
              </a:xfrm>
              <a:prstGeom prst="rect">
                <a:avLst/>
              </a:prstGeom>
              <a:solidFill>
                <a:schemeClr val="bg1"/>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93" name="Text Box 92">
                <a:extLst>
                  <a:ext uri="{FF2B5EF4-FFF2-40B4-BE49-F238E27FC236}">
                    <a16:creationId xmlns:a16="http://schemas.microsoft.com/office/drawing/2014/main" id="{89F18D85-317F-4E0E-B88A-6F1194538E14}"/>
                  </a:ext>
                </a:extLst>
              </p:cNvPr>
              <p:cNvSpPr txBox="1">
                <a:spLocks noChangeArrowheads="1"/>
              </p:cNvSpPr>
              <p:nvPr/>
            </p:nvSpPr>
            <p:spPr bwMode="auto">
              <a:xfrm>
                <a:off x="1901" y="2252"/>
                <a:ext cx="63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F=A</a:t>
                </a:r>
              </a:p>
            </p:txBody>
          </p:sp>
        </p:grpSp>
        <p:sp>
          <p:nvSpPr>
            <p:cNvPr id="91" name="Line 93">
              <a:extLst>
                <a:ext uri="{FF2B5EF4-FFF2-40B4-BE49-F238E27FC236}">
                  <a16:creationId xmlns:a16="http://schemas.microsoft.com/office/drawing/2014/main" id="{EE8197A8-F550-489F-A8AF-5B4705436620}"/>
                </a:ext>
              </a:extLst>
            </p:cNvPr>
            <p:cNvSpPr>
              <a:spLocks noChangeShapeType="1"/>
            </p:cNvSpPr>
            <p:nvPr/>
          </p:nvSpPr>
          <p:spPr bwMode="auto">
            <a:xfrm>
              <a:off x="2565" y="1532"/>
              <a:ext cx="178" cy="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94" name="Group 94">
            <a:extLst>
              <a:ext uri="{FF2B5EF4-FFF2-40B4-BE49-F238E27FC236}">
                <a16:creationId xmlns:a16="http://schemas.microsoft.com/office/drawing/2014/main" id="{16BCD59E-9550-4AE0-8899-A897F512A977}"/>
              </a:ext>
            </a:extLst>
          </p:cNvPr>
          <p:cNvGrpSpPr>
            <a:grpSpLocks/>
          </p:cNvGrpSpPr>
          <p:nvPr/>
        </p:nvGrpSpPr>
        <p:grpSpPr bwMode="auto">
          <a:xfrm>
            <a:off x="3968750" y="5815013"/>
            <a:ext cx="949325" cy="519112"/>
            <a:chOff x="1924" y="3717"/>
            <a:chExt cx="598" cy="327"/>
          </a:xfrm>
        </p:grpSpPr>
        <p:sp>
          <p:nvSpPr>
            <p:cNvPr id="95" name="Text Box 95">
              <a:extLst>
                <a:ext uri="{FF2B5EF4-FFF2-40B4-BE49-F238E27FC236}">
                  <a16:creationId xmlns:a16="http://schemas.microsoft.com/office/drawing/2014/main" id="{D07A377E-D8EA-42B3-A418-4CDF2CF2326F}"/>
                </a:ext>
              </a:extLst>
            </p:cNvPr>
            <p:cNvSpPr txBox="1">
              <a:spLocks noChangeArrowheads="1"/>
            </p:cNvSpPr>
            <p:nvPr/>
          </p:nvSpPr>
          <p:spPr bwMode="auto">
            <a:xfrm>
              <a:off x="1924" y="3717"/>
              <a:ext cx="5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a:t>
              </a:r>
            </a:p>
          </p:txBody>
        </p:sp>
        <p:sp>
          <p:nvSpPr>
            <p:cNvPr id="96" name="Line 96">
              <a:extLst>
                <a:ext uri="{FF2B5EF4-FFF2-40B4-BE49-F238E27FC236}">
                  <a16:creationId xmlns:a16="http://schemas.microsoft.com/office/drawing/2014/main" id="{E65A0AA7-BFA9-423D-9CAA-9431DE8275E6}"/>
                </a:ext>
              </a:extLst>
            </p:cNvPr>
            <p:cNvSpPr>
              <a:spLocks noChangeShapeType="1"/>
            </p:cNvSpPr>
            <p:nvPr/>
          </p:nvSpPr>
          <p:spPr bwMode="auto">
            <a:xfrm>
              <a:off x="2250" y="3750"/>
              <a:ext cx="17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97" name="Freeform 97">
            <a:extLst>
              <a:ext uri="{FF2B5EF4-FFF2-40B4-BE49-F238E27FC236}">
                <a16:creationId xmlns:a16="http://schemas.microsoft.com/office/drawing/2014/main" id="{51441E37-05BA-42D8-B95D-65B692DB187A}"/>
              </a:ext>
            </a:extLst>
          </p:cNvPr>
          <p:cNvSpPr>
            <a:spLocks/>
          </p:cNvSpPr>
          <p:nvPr/>
        </p:nvSpPr>
        <p:spPr bwMode="auto">
          <a:xfrm>
            <a:off x="4981575" y="5162550"/>
            <a:ext cx="3448050" cy="409575"/>
          </a:xfrm>
          <a:custGeom>
            <a:avLst/>
            <a:gdLst>
              <a:gd name="T0" fmla="*/ 0 w 2172"/>
              <a:gd name="T1" fmla="*/ 2147483646 h 258"/>
              <a:gd name="T2" fmla="*/ 2147483646 w 2172"/>
              <a:gd name="T3" fmla="*/ 2147483646 h 258"/>
              <a:gd name="T4" fmla="*/ 2147483646 w 2172"/>
              <a:gd name="T5" fmla="*/ 0 h 258"/>
              <a:gd name="T6" fmla="*/ 2147483646 w 2172"/>
              <a:gd name="T7" fmla="*/ 0 h 258"/>
              <a:gd name="T8" fmla="*/ 2147483646 w 2172"/>
              <a:gd name="T9" fmla="*/ 2147483646 h 258"/>
              <a:gd name="T10" fmla="*/ 2147483646 w 2172"/>
              <a:gd name="T11" fmla="*/ 2147483646 h 258"/>
              <a:gd name="T12" fmla="*/ 2147483646 w 2172"/>
              <a:gd name="T13" fmla="*/ 2147483646 h 258"/>
              <a:gd name="T14" fmla="*/ 2147483646 w 2172"/>
              <a:gd name="T15" fmla="*/ 2147483646 h 258"/>
              <a:gd name="T16" fmla="*/ 2147483646 w 2172"/>
              <a:gd name="T17" fmla="*/ 2147483646 h 258"/>
              <a:gd name="T18" fmla="*/ 2147483646 w 2172"/>
              <a:gd name="T19" fmla="*/ 2147483646 h 258"/>
              <a:gd name="T20" fmla="*/ 2147483646 w 2172"/>
              <a:gd name="T21" fmla="*/ 2147483646 h 258"/>
              <a:gd name="T22" fmla="*/ 2147483646 w 2172"/>
              <a:gd name="T23" fmla="*/ 2147483646 h 2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72" h="258">
                <a:moveTo>
                  <a:pt x="0" y="258"/>
                </a:moveTo>
                <a:lnTo>
                  <a:pt x="348" y="258"/>
                </a:lnTo>
                <a:lnTo>
                  <a:pt x="348" y="0"/>
                </a:lnTo>
                <a:lnTo>
                  <a:pt x="906" y="0"/>
                </a:lnTo>
                <a:lnTo>
                  <a:pt x="906" y="258"/>
                </a:lnTo>
                <a:lnTo>
                  <a:pt x="1164" y="258"/>
                </a:lnTo>
                <a:lnTo>
                  <a:pt x="1164" y="6"/>
                </a:lnTo>
                <a:lnTo>
                  <a:pt x="1698" y="6"/>
                </a:lnTo>
                <a:lnTo>
                  <a:pt x="1698" y="258"/>
                </a:lnTo>
                <a:lnTo>
                  <a:pt x="1950" y="258"/>
                </a:lnTo>
                <a:lnTo>
                  <a:pt x="1950" y="6"/>
                </a:lnTo>
                <a:lnTo>
                  <a:pt x="2172" y="6"/>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3258814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up)">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left)">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box(in)">
                                      <p:cBhvr>
                                        <p:cTn id="27" dur="2000"/>
                                        <p:tgtEl>
                                          <p:spTgt spid="8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45"/>
                                        </p:tgtEl>
                                        <p:attrNameLst>
                                          <p:attrName>style.visibility</p:attrName>
                                        </p:attrNameLst>
                                      </p:cBhvr>
                                      <p:to>
                                        <p:strVal val="visible"/>
                                      </p:to>
                                    </p:set>
                                    <p:anim calcmode="lin" valueType="num">
                                      <p:cBhvr additive="base">
                                        <p:cTn id="32" dur="500" fill="hold"/>
                                        <p:tgtEl>
                                          <p:spTgt spid="45"/>
                                        </p:tgtEl>
                                        <p:attrNameLst>
                                          <p:attrName>ppt_x</p:attrName>
                                        </p:attrNameLst>
                                      </p:cBhvr>
                                      <p:tavLst>
                                        <p:tav tm="0">
                                          <p:val>
                                            <p:strVal val="0-#ppt_w/2"/>
                                          </p:val>
                                        </p:tav>
                                        <p:tav tm="100000">
                                          <p:val>
                                            <p:strVal val="#ppt_x"/>
                                          </p:val>
                                        </p:tav>
                                      </p:tavLst>
                                    </p:anim>
                                    <p:anim calcmode="lin" valueType="num">
                                      <p:cBhvr additive="base">
                                        <p:cTn id="33"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wipe(left)">
                                      <p:cBhvr>
                                        <p:cTn id="38" dur="500"/>
                                        <p:tgtEl>
                                          <p:spTgt spid="6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wipe(left)">
                                      <p:cBhvr>
                                        <p:cTn id="43" dur="500"/>
                                        <p:tgtEl>
                                          <p:spTgt spid="5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left)">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grpId="0" nodeType="click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slide(fromLeft)">
                                      <p:cBhvr>
                                        <p:cTn id="53" dur="500"/>
                                        <p:tgtEl>
                                          <p:spTgt spid="73"/>
                                        </p:tgtEl>
                                      </p:cBhvr>
                                    </p:animEffect>
                                  </p:childTnLst>
                                </p:cTn>
                              </p:par>
                            </p:childTnLst>
                          </p:cTn>
                        </p:par>
                        <p:par>
                          <p:cTn id="54" fill="hold">
                            <p:stCondLst>
                              <p:cond delay="500"/>
                            </p:stCondLst>
                            <p:childTnLst>
                              <p:par>
                                <p:cTn id="55" presetID="22" presetClass="entr" presetSubtype="8" fill="hold" nodeType="afterEffect">
                                  <p:stCondLst>
                                    <p:cond delay="2000"/>
                                  </p:stCondLst>
                                  <p:childTnLst>
                                    <p:set>
                                      <p:cBhvr>
                                        <p:cTn id="56" dur="1" fill="hold">
                                          <p:stCondLst>
                                            <p:cond delay="0"/>
                                          </p:stCondLst>
                                        </p:cTn>
                                        <p:tgtEl>
                                          <p:spTgt spid="71"/>
                                        </p:tgtEl>
                                        <p:attrNameLst>
                                          <p:attrName>style.visibility</p:attrName>
                                        </p:attrNameLst>
                                      </p:cBhvr>
                                      <p:to>
                                        <p:strVal val="visible"/>
                                      </p:to>
                                    </p:set>
                                    <p:animEffect transition="in" filter="wipe(left)">
                                      <p:cBhvr>
                                        <p:cTn id="57" dur="500"/>
                                        <p:tgtEl>
                                          <p:spTgt spid="71"/>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74"/>
                                        </p:tgtEl>
                                        <p:attrNameLst>
                                          <p:attrName>style.visibility</p:attrName>
                                        </p:attrNameLst>
                                      </p:cBhvr>
                                      <p:to>
                                        <p:strVal val="visible"/>
                                      </p:to>
                                    </p:set>
                                    <p:animEffect transition="in" filter="slide(fromLeft)">
                                      <p:cBhvr>
                                        <p:cTn id="62" dur="500"/>
                                        <p:tgtEl>
                                          <p:spTgt spid="74"/>
                                        </p:tgtEl>
                                      </p:cBhvr>
                                    </p:animEffect>
                                  </p:childTnLst>
                                </p:cTn>
                              </p:par>
                            </p:childTnLst>
                          </p:cTn>
                        </p:par>
                        <p:par>
                          <p:cTn id="63" fill="hold">
                            <p:stCondLst>
                              <p:cond delay="500"/>
                            </p:stCondLst>
                            <p:childTnLst>
                              <p:par>
                                <p:cTn id="64" presetID="22" presetClass="entr" presetSubtype="8" fill="hold" nodeType="afterEffect">
                                  <p:stCondLst>
                                    <p:cond delay="2000"/>
                                  </p:stCondLst>
                                  <p:childTnLst>
                                    <p:set>
                                      <p:cBhvr>
                                        <p:cTn id="65" dur="1" fill="hold">
                                          <p:stCondLst>
                                            <p:cond delay="0"/>
                                          </p:stCondLst>
                                        </p:cTn>
                                        <p:tgtEl>
                                          <p:spTgt spid="72"/>
                                        </p:tgtEl>
                                        <p:attrNameLst>
                                          <p:attrName>style.visibility</p:attrName>
                                        </p:attrNameLst>
                                      </p:cBhvr>
                                      <p:to>
                                        <p:strVal val="visible"/>
                                      </p:to>
                                    </p:set>
                                    <p:animEffect transition="in" filter="wipe(left)">
                                      <p:cBhvr>
                                        <p:cTn id="66" dur="500"/>
                                        <p:tgtEl>
                                          <p:spTgt spid="7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wipe(up)">
                                      <p:cBhvr>
                                        <p:cTn id="71" dur="500"/>
                                        <p:tgtEl>
                                          <p:spTgt spid="77"/>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8" fill="hold" grpId="0" nodeType="clickEffect">
                                  <p:stCondLst>
                                    <p:cond delay="0"/>
                                  </p:stCondLst>
                                  <p:childTnLst>
                                    <p:set>
                                      <p:cBhvr>
                                        <p:cTn id="75" dur="1" fill="hold">
                                          <p:stCondLst>
                                            <p:cond delay="0"/>
                                          </p:stCondLst>
                                        </p:cTn>
                                        <p:tgtEl>
                                          <p:spTgt spid="75"/>
                                        </p:tgtEl>
                                        <p:attrNameLst>
                                          <p:attrName>style.visibility</p:attrName>
                                        </p:attrNameLst>
                                      </p:cBhvr>
                                      <p:to>
                                        <p:strVal val="visible"/>
                                      </p:to>
                                    </p:set>
                                    <p:animEffect transition="in" filter="slide(fromLeft)">
                                      <p:cBhvr>
                                        <p:cTn id="76" dur="500"/>
                                        <p:tgtEl>
                                          <p:spTgt spid="7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76"/>
                                        </p:tgtEl>
                                        <p:attrNameLst>
                                          <p:attrName>style.visibility</p:attrName>
                                        </p:attrNameLst>
                                      </p:cBhvr>
                                      <p:to>
                                        <p:strVal val="visible"/>
                                      </p:to>
                                    </p:set>
                                    <p:animEffect transition="in" filter="wipe(left)">
                                      <p:cBhvr>
                                        <p:cTn id="81" dur="500"/>
                                        <p:tgtEl>
                                          <p:spTgt spid="76"/>
                                        </p:tgtEl>
                                      </p:cBhvr>
                                    </p:animEffect>
                                  </p:childTnLst>
                                </p:cTn>
                              </p:par>
                            </p:childTnLst>
                          </p:cTn>
                        </p:par>
                      </p:childTnLst>
                    </p:cTn>
                  </p:par>
                  <p:par>
                    <p:cTn id="82" fill="hold">
                      <p:stCondLst>
                        <p:cond delay="indefinite"/>
                      </p:stCondLst>
                      <p:childTnLst>
                        <p:par>
                          <p:cTn id="83" fill="hold">
                            <p:stCondLst>
                              <p:cond delay="0"/>
                            </p:stCondLst>
                            <p:childTnLst>
                              <p:par>
                                <p:cTn id="84" presetID="12" presetClass="entr" presetSubtype="8" fill="hold" grpId="0" nodeType="clickEffect">
                                  <p:stCondLst>
                                    <p:cond delay="0"/>
                                  </p:stCondLst>
                                  <p:childTnLst>
                                    <p:set>
                                      <p:cBhvr>
                                        <p:cTn id="85" dur="1" fill="hold">
                                          <p:stCondLst>
                                            <p:cond delay="0"/>
                                          </p:stCondLst>
                                        </p:cTn>
                                        <p:tgtEl>
                                          <p:spTgt spid="87"/>
                                        </p:tgtEl>
                                        <p:attrNameLst>
                                          <p:attrName>style.visibility</p:attrName>
                                        </p:attrNameLst>
                                      </p:cBhvr>
                                      <p:to>
                                        <p:strVal val="visible"/>
                                      </p:to>
                                    </p:set>
                                    <p:animEffect transition="in" filter="slide(fromLeft)">
                                      <p:cBhvr>
                                        <p:cTn id="86" dur="500"/>
                                        <p:tgtEl>
                                          <p:spTgt spid="87"/>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97"/>
                                        </p:tgtEl>
                                        <p:attrNameLst>
                                          <p:attrName>style.visibility</p:attrName>
                                        </p:attrNameLst>
                                      </p:cBhvr>
                                      <p:to>
                                        <p:strVal val="visible"/>
                                      </p:to>
                                    </p:set>
                                    <p:animEffect transition="in" filter="wipe(left)">
                                      <p:cBhvr>
                                        <p:cTn id="91" dur="500"/>
                                        <p:tgtEl>
                                          <p:spTgt spid="97"/>
                                        </p:tgtEl>
                                      </p:cBhvr>
                                    </p:animEffect>
                                  </p:childTnLst>
                                </p:cTn>
                              </p:par>
                            </p:childTnLst>
                          </p:cTn>
                        </p:par>
                      </p:childTnLst>
                    </p:cTn>
                  </p:par>
                  <p:par>
                    <p:cTn id="92" fill="hold">
                      <p:stCondLst>
                        <p:cond delay="indefinite"/>
                      </p:stCondLst>
                      <p:childTnLst>
                        <p:par>
                          <p:cTn id="93" fill="hold">
                            <p:stCondLst>
                              <p:cond delay="0"/>
                            </p:stCondLst>
                            <p:childTnLst>
                              <p:par>
                                <p:cTn id="94" presetID="12" presetClass="entr" presetSubtype="8" fill="hold" nodeType="clickEffect">
                                  <p:stCondLst>
                                    <p:cond delay="0"/>
                                  </p:stCondLst>
                                  <p:childTnLst>
                                    <p:set>
                                      <p:cBhvr>
                                        <p:cTn id="95" dur="1" fill="hold">
                                          <p:stCondLst>
                                            <p:cond delay="0"/>
                                          </p:stCondLst>
                                        </p:cTn>
                                        <p:tgtEl>
                                          <p:spTgt spid="94"/>
                                        </p:tgtEl>
                                        <p:attrNameLst>
                                          <p:attrName>style.visibility</p:attrName>
                                        </p:attrNameLst>
                                      </p:cBhvr>
                                      <p:to>
                                        <p:strVal val="visible"/>
                                      </p:to>
                                    </p:set>
                                    <p:animEffect transition="in" filter="slide(fromLeft)">
                                      <p:cBhvr>
                                        <p:cTn id="96" dur="500"/>
                                        <p:tgtEl>
                                          <p:spTgt spid="9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88"/>
                                        </p:tgtEl>
                                        <p:attrNameLst>
                                          <p:attrName>style.visibility</p:attrName>
                                        </p:attrNameLst>
                                      </p:cBhvr>
                                      <p:to>
                                        <p:strVal val="visible"/>
                                      </p:to>
                                    </p:set>
                                    <p:animEffect transition="in" filter="wipe(left)">
                                      <p:cBhvr>
                                        <p:cTn id="10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4" grpId="0" autoUpdateAnimBg="0"/>
      <p:bldP spid="45" grpId="0" autoUpdateAnimBg="0"/>
      <p:bldP spid="73" grpId="0" autoUpdateAnimBg="0"/>
      <p:bldP spid="74" grpId="0" autoUpdateAnimBg="0"/>
      <p:bldP spid="75" grpId="0" autoUpdateAnimBg="0"/>
      <p:bldP spid="87"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050E449-5177-4634-93FD-893E63875CC9}"/>
              </a:ext>
            </a:extLst>
          </p:cNvPr>
          <p:cNvSpPr txBox="1">
            <a:spLocks noChangeArrowheads="1"/>
          </p:cNvSpPr>
          <p:nvPr/>
        </p:nvSpPr>
        <p:spPr>
          <a:xfrm>
            <a:off x="185738" y="144463"/>
            <a:ext cx="3200400" cy="527050"/>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2800">
                <a:solidFill>
                  <a:srgbClr val="1F08F8"/>
                </a:solidFill>
              </a:rPr>
              <a:t>二、组合逻辑运算</a:t>
            </a:r>
          </a:p>
        </p:txBody>
      </p:sp>
      <p:sp>
        <p:nvSpPr>
          <p:cNvPr id="3" name="Text Box 3">
            <a:extLst>
              <a:ext uri="{FF2B5EF4-FFF2-40B4-BE49-F238E27FC236}">
                <a16:creationId xmlns:a16="http://schemas.microsoft.com/office/drawing/2014/main" id="{A53CF4AB-FC32-405E-95C4-F4DC70B81A19}"/>
              </a:ext>
            </a:extLst>
          </p:cNvPr>
          <p:cNvSpPr txBox="1">
            <a:spLocks noChangeArrowheads="1"/>
          </p:cNvSpPr>
          <p:nvPr/>
        </p:nvSpPr>
        <p:spPr bwMode="auto">
          <a:xfrm>
            <a:off x="630238" y="715963"/>
            <a:ext cx="2011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、“与非”</a:t>
            </a:r>
          </a:p>
        </p:txBody>
      </p:sp>
      <p:grpSp>
        <p:nvGrpSpPr>
          <p:cNvPr id="4" name="Group 4">
            <a:extLst>
              <a:ext uri="{FF2B5EF4-FFF2-40B4-BE49-F238E27FC236}">
                <a16:creationId xmlns:a16="http://schemas.microsoft.com/office/drawing/2014/main" id="{29DEC146-2852-4E69-AA18-6DCA0E426468}"/>
              </a:ext>
            </a:extLst>
          </p:cNvPr>
          <p:cNvGrpSpPr>
            <a:grpSpLocks/>
          </p:cNvGrpSpPr>
          <p:nvPr/>
        </p:nvGrpSpPr>
        <p:grpSpPr bwMode="auto">
          <a:xfrm>
            <a:off x="1052513" y="1493838"/>
            <a:ext cx="1447800" cy="519112"/>
            <a:chOff x="1123" y="1422"/>
            <a:chExt cx="912" cy="337"/>
          </a:xfrm>
        </p:grpSpPr>
        <p:sp>
          <p:nvSpPr>
            <p:cNvPr id="5" name="Text Box 5">
              <a:extLst>
                <a:ext uri="{FF2B5EF4-FFF2-40B4-BE49-F238E27FC236}">
                  <a16:creationId xmlns:a16="http://schemas.microsoft.com/office/drawing/2014/main" id="{3C5DCFB2-970A-4046-A2CF-E7D94A7577FA}"/>
                </a:ext>
              </a:extLst>
            </p:cNvPr>
            <p:cNvSpPr txBox="1">
              <a:spLocks noChangeArrowheads="1"/>
            </p:cNvSpPr>
            <p:nvPr/>
          </p:nvSpPr>
          <p:spPr bwMode="auto">
            <a:xfrm>
              <a:off x="1123" y="1422"/>
              <a:ext cx="91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82CE4F92-9B83-4C2E-90D0-E40796D2956C}"/>
                </a:ext>
              </a:extLst>
            </p:cNvPr>
            <p:cNvSpPr>
              <a:spLocks noChangeShapeType="1"/>
            </p:cNvSpPr>
            <p:nvPr/>
          </p:nvSpPr>
          <p:spPr bwMode="auto">
            <a:xfrm>
              <a:off x="1466" y="1444"/>
              <a:ext cx="356"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 name="Group 7">
            <a:extLst>
              <a:ext uri="{FF2B5EF4-FFF2-40B4-BE49-F238E27FC236}">
                <a16:creationId xmlns:a16="http://schemas.microsoft.com/office/drawing/2014/main" id="{C12954B7-8DF9-4EF4-BAFA-B3B8805D2C6F}"/>
              </a:ext>
            </a:extLst>
          </p:cNvPr>
          <p:cNvGrpSpPr>
            <a:grpSpLocks/>
          </p:cNvGrpSpPr>
          <p:nvPr/>
        </p:nvGrpSpPr>
        <p:grpSpPr bwMode="auto">
          <a:xfrm>
            <a:off x="6408738" y="858838"/>
            <a:ext cx="2398712" cy="876300"/>
            <a:chOff x="2203" y="595"/>
            <a:chExt cx="1511" cy="552"/>
          </a:xfrm>
        </p:grpSpPr>
        <p:sp>
          <p:nvSpPr>
            <p:cNvPr id="8" name="Rectangle 8">
              <a:extLst>
                <a:ext uri="{FF2B5EF4-FFF2-40B4-BE49-F238E27FC236}">
                  <a16:creationId xmlns:a16="http://schemas.microsoft.com/office/drawing/2014/main" id="{BE96490E-1211-472A-B48E-B94DAF39D051}"/>
                </a:ext>
              </a:extLst>
            </p:cNvPr>
            <p:cNvSpPr>
              <a:spLocks noChangeArrowheads="1"/>
            </p:cNvSpPr>
            <p:nvPr/>
          </p:nvSpPr>
          <p:spPr bwMode="auto">
            <a:xfrm>
              <a:off x="2844" y="645"/>
              <a:ext cx="319" cy="46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9" name="Group 9">
              <a:extLst>
                <a:ext uri="{FF2B5EF4-FFF2-40B4-BE49-F238E27FC236}">
                  <a16:creationId xmlns:a16="http://schemas.microsoft.com/office/drawing/2014/main" id="{B6731F02-2F9D-4AAC-94C2-21EDFDB4A2CF}"/>
                </a:ext>
              </a:extLst>
            </p:cNvPr>
            <p:cNvGrpSpPr>
              <a:grpSpLocks/>
            </p:cNvGrpSpPr>
            <p:nvPr/>
          </p:nvGrpSpPr>
          <p:grpSpPr bwMode="auto">
            <a:xfrm>
              <a:off x="2443" y="772"/>
              <a:ext cx="415" cy="199"/>
              <a:chOff x="2443" y="772"/>
              <a:chExt cx="415" cy="199"/>
            </a:xfrm>
          </p:grpSpPr>
          <p:sp>
            <p:nvSpPr>
              <p:cNvPr id="15" name="Line 10">
                <a:extLst>
                  <a:ext uri="{FF2B5EF4-FFF2-40B4-BE49-F238E27FC236}">
                    <a16:creationId xmlns:a16="http://schemas.microsoft.com/office/drawing/2014/main" id="{88B11BCD-29EC-4524-9E2E-5100413D8928}"/>
                  </a:ext>
                </a:extLst>
              </p:cNvPr>
              <p:cNvSpPr>
                <a:spLocks noChangeShapeType="1"/>
              </p:cNvSpPr>
              <p:nvPr/>
            </p:nvSpPr>
            <p:spPr bwMode="auto">
              <a:xfrm>
                <a:off x="2443" y="772"/>
                <a:ext cx="41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11">
                <a:extLst>
                  <a:ext uri="{FF2B5EF4-FFF2-40B4-BE49-F238E27FC236}">
                    <a16:creationId xmlns:a16="http://schemas.microsoft.com/office/drawing/2014/main" id="{2418133F-3560-4401-BDA9-277ECDCD2FC5}"/>
                  </a:ext>
                </a:extLst>
              </p:cNvPr>
              <p:cNvSpPr>
                <a:spLocks noChangeShapeType="1"/>
              </p:cNvSpPr>
              <p:nvPr/>
            </p:nvSpPr>
            <p:spPr bwMode="auto">
              <a:xfrm>
                <a:off x="2443" y="971"/>
                <a:ext cx="41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 name="Text Box 12">
              <a:extLst>
                <a:ext uri="{FF2B5EF4-FFF2-40B4-BE49-F238E27FC236}">
                  <a16:creationId xmlns:a16="http://schemas.microsoft.com/office/drawing/2014/main" id="{41EDE9D8-4651-45D2-847B-6E51EF4A169E}"/>
                </a:ext>
              </a:extLst>
            </p:cNvPr>
            <p:cNvSpPr txBox="1">
              <a:spLocks noChangeArrowheads="1"/>
            </p:cNvSpPr>
            <p:nvPr/>
          </p:nvSpPr>
          <p:spPr bwMode="auto">
            <a:xfrm>
              <a:off x="2203" y="595"/>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1" name="Text Box 13">
              <a:extLst>
                <a:ext uri="{FF2B5EF4-FFF2-40B4-BE49-F238E27FC236}">
                  <a16:creationId xmlns:a16="http://schemas.microsoft.com/office/drawing/2014/main" id="{566E7DC9-F5B5-404D-BED3-9B3DCCE28EFC}"/>
                </a:ext>
              </a:extLst>
            </p:cNvPr>
            <p:cNvSpPr txBox="1">
              <a:spLocks noChangeArrowheads="1"/>
            </p:cNvSpPr>
            <p:nvPr/>
          </p:nvSpPr>
          <p:spPr bwMode="auto">
            <a:xfrm>
              <a:off x="2213" y="820"/>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2" name="Text Box 14">
              <a:extLst>
                <a:ext uri="{FF2B5EF4-FFF2-40B4-BE49-F238E27FC236}">
                  <a16:creationId xmlns:a16="http://schemas.microsoft.com/office/drawing/2014/main" id="{5D844F1C-B5C3-4047-BD6B-A2C2F4EFB7B8}"/>
                </a:ext>
              </a:extLst>
            </p:cNvPr>
            <p:cNvSpPr txBox="1">
              <a:spLocks noChangeArrowheads="1"/>
            </p:cNvSpPr>
            <p:nvPr/>
          </p:nvSpPr>
          <p:spPr bwMode="auto">
            <a:xfrm>
              <a:off x="3461" y="694"/>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p>
          </p:txBody>
        </p:sp>
        <p:sp>
          <p:nvSpPr>
            <p:cNvPr id="13" name="Line 15">
              <a:extLst>
                <a:ext uri="{FF2B5EF4-FFF2-40B4-BE49-F238E27FC236}">
                  <a16:creationId xmlns:a16="http://schemas.microsoft.com/office/drawing/2014/main" id="{AAD2F056-72C0-47D9-A975-C88FB87BBC62}"/>
                </a:ext>
              </a:extLst>
            </p:cNvPr>
            <p:cNvSpPr>
              <a:spLocks noChangeShapeType="1"/>
            </p:cNvSpPr>
            <p:nvPr/>
          </p:nvSpPr>
          <p:spPr bwMode="auto">
            <a:xfrm>
              <a:off x="3255" y="866"/>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Oval 16">
              <a:extLst>
                <a:ext uri="{FF2B5EF4-FFF2-40B4-BE49-F238E27FC236}">
                  <a16:creationId xmlns:a16="http://schemas.microsoft.com/office/drawing/2014/main" id="{6068D340-E264-4B2E-967D-62A4C35EA99D}"/>
                </a:ext>
              </a:extLst>
            </p:cNvPr>
            <p:cNvSpPr>
              <a:spLocks noChangeArrowheads="1"/>
            </p:cNvSpPr>
            <p:nvPr/>
          </p:nvSpPr>
          <p:spPr bwMode="auto">
            <a:xfrm>
              <a:off x="3173" y="825"/>
              <a:ext cx="84" cy="8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17" name="Group 17">
            <a:extLst>
              <a:ext uri="{FF2B5EF4-FFF2-40B4-BE49-F238E27FC236}">
                <a16:creationId xmlns:a16="http://schemas.microsoft.com/office/drawing/2014/main" id="{2B2A9360-1243-40CF-992D-AA651C28CBDA}"/>
              </a:ext>
            </a:extLst>
          </p:cNvPr>
          <p:cNvGrpSpPr>
            <a:grpSpLocks/>
          </p:cNvGrpSpPr>
          <p:nvPr/>
        </p:nvGrpSpPr>
        <p:grpSpPr bwMode="auto">
          <a:xfrm>
            <a:off x="3633788" y="898525"/>
            <a:ext cx="2397125" cy="942975"/>
            <a:chOff x="4006" y="587"/>
            <a:chExt cx="1510" cy="594"/>
          </a:xfrm>
        </p:grpSpPr>
        <p:sp>
          <p:nvSpPr>
            <p:cNvPr id="18" name="Rectangle 18">
              <a:extLst>
                <a:ext uri="{FF2B5EF4-FFF2-40B4-BE49-F238E27FC236}">
                  <a16:creationId xmlns:a16="http://schemas.microsoft.com/office/drawing/2014/main" id="{2E0CEB4C-B148-4991-89D2-BACBAE776718}"/>
                </a:ext>
              </a:extLst>
            </p:cNvPr>
            <p:cNvSpPr>
              <a:spLocks noChangeArrowheads="1"/>
            </p:cNvSpPr>
            <p:nvPr/>
          </p:nvSpPr>
          <p:spPr bwMode="auto">
            <a:xfrm>
              <a:off x="4657" y="657"/>
              <a:ext cx="319" cy="461"/>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19" name="Group 19">
              <a:extLst>
                <a:ext uri="{FF2B5EF4-FFF2-40B4-BE49-F238E27FC236}">
                  <a16:creationId xmlns:a16="http://schemas.microsoft.com/office/drawing/2014/main" id="{1253E887-FDE6-495F-93B6-26CA138BD50D}"/>
                </a:ext>
              </a:extLst>
            </p:cNvPr>
            <p:cNvGrpSpPr>
              <a:grpSpLocks/>
            </p:cNvGrpSpPr>
            <p:nvPr/>
          </p:nvGrpSpPr>
          <p:grpSpPr bwMode="auto">
            <a:xfrm>
              <a:off x="4256" y="774"/>
              <a:ext cx="415" cy="229"/>
              <a:chOff x="4256" y="774"/>
              <a:chExt cx="415" cy="229"/>
            </a:xfrm>
          </p:grpSpPr>
          <p:sp>
            <p:nvSpPr>
              <p:cNvPr id="26" name="Line 20">
                <a:extLst>
                  <a:ext uri="{FF2B5EF4-FFF2-40B4-BE49-F238E27FC236}">
                    <a16:creationId xmlns:a16="http://schemas.microsoft.com/office/drawing/2014/main" id="{6B46AE60-B066-4736-87D6-FE4737E664D8}"/>
                  </a:ext>
                </a:extLst>
              </p:cNvPr>
              <p:cNvSpPr>
                <a:spLocks noChangeShapeType="1"/>
              </p:cNvSpPr>
              <p:nvPr/>
            </p:nvSpPr>
            <p:spPr bwMode="auto">
              <a:xfrm>
                <a:off x="4256" y="774"/>
                <a:ext cx="41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Line 21">
                <a:extLst>
                  <a:ext uri="{FF2B5EF4-FFF2-40B4-BE49-F238E27FC236}">
                    <a16:creationId xmlns:a16="http://schemas.microsoft.com/office/drawing/2014/main" id="{B006FE0D-2ECD-434F-B157-141DEAD0C967}"/>
                  </a:ext>
                </a:extLst>
              </p:cNvPr>
              <p:cNvSpPr>
                <a:spLocks noChangeShapeType="1"/>
              </p:cNvSpPr>
              <p:nvPr/>
            </p:nvSpPr>
            <p:spPr bwMode="auto">
              <a:xfrm>
                <a:off x="4256" y="1003"/>
                <a:ext cx="41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0" name="Text Box 22">
              <a:extLst>
                <a:ext uri="{FF2B5EF4-FFF2-40B4-BE49-F238E27FC236}">
                  <a16:creationId xmlns:a16="http://schemas.microsoft.com/office/drawing/2014/main" id="{73AE38F6-2926-4AFC-B30D-2CBE0664AF62}"/>
                </a:ext>
              </a:extLst>
            </p:cNvPr>
            <p:cNvSpPr txBox="1">
              <a:spLocks noChangeArrowheads="1"/>
            </p:cNvSpPr>
            <p:nvPr/>
          </p:nvSpPr>
          <p:spPr bwMode="auto">
            <a:xfrm>
              <a:off x="4006" y="587"/>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1" name="Text Box 23">
              <a:extLst>
                <a:ext uri="{FF2B5EF4-FFF2-40B4-BE49-F238E27FC236}">
                  <a16:creationId xmlns:a16="http://schemas.microsoft.com/office/drawing/2014/main" id="{F297A122-A134-41FA-BB85-5ACAD1FCBF79}"/>
                </a:ext>
              </a:extLst>
            </p:cNvPr>
            <p:cNvSpPr txBox="1">
              <a:spLocks noChangeArrowheads="1"/>
            </p:cNvSpPr>
            <p:nvPr/>
          </p:nvSpPr>
          <p:spPr bwMode="auto">
            <a:xfrm>
              <a:off x="4016" y="854"/>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2" name="Text Box 24">
              <a:extLst>
                <a:ext uri="{FF2B5EF4-FFF2-40B4-BE49-F238E27FC236}">
                  <a16:creationId xmlns:a16="http://schemas.microsoft.com/office/drawing/2014/main" id="{A84FE845-5CA1-4086-BC43-736254E0C783}"/>
                </a:ext>
              </a:extLst>
            </p:cNvPr>
            <p:cNvSpPr txBox="1">
              <a:spLocks noChangeArrowheads="1"/>
            </p:cNvSpPr>
            <p:nvPr/>
          </p:nvSpPr>
          <p:spPr bwMode="auto">
            <a:xfrm>
              <a:off x="5263" y="685"/>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p>
          </p:txBody>
        </p:sp>
        <p:sp>
          <p:nvSpPr>
            <p:cNvPr id="23" name="Text Box 25">
              <a:extLst>
                <a:ext uri="{FF2B5EF4-FFF2-40B4-BE49-F238E27FC236}">
                  <a16:creationId xmlns:a16="http://schemas.microsoft.com/office/drawing/2014/main" id="{38E3A202-5A7D-42ED-A82F-4471C9515CF4}"/>
                </a:ext>
              </a:extLst>
            </p:cNvPr>
            <p:cNvSpPr txBox="1">
              <a:spLocks noChangeArrowheads="1"/>
            </p:cNvSpPr>
            <p:nvPr/>
          </p:nvSpPr>
          <p:spPr bwMode="auto">
            <a:xfrm>
              <a:off x="4640" y="638"/>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&amp;</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4" name="Line 26">
              <a:extLst>
                <a:ext uri="{FF2B5EF4-FFF2-40B4-BE49-F238E27FC236}">
                  <a16:creationId xmlns:a16="http://schemas.microsoft.com/office/drawing/2014/main" id="{C650D8E9-23EF-495C-ABEE-24BE5BEE548F}"/>
                </a:ext>
              </a:extLst>
            </p:cNvPr>
            <p:cNvSpPr>
              <a:spLocks noChangeShapeType="1"/>
            </p:cNvSpPr>
            <p:nvPr/>
          </p:nvSpPr>
          <p:spPr bwMode="auto">
            <a:xfrm>
              <a:off x="5066" y="878"/>
              <a:ext cx="240"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Oval 27">
              <a:extLst>
                <a:ext uri="{FF2B5EF4-FFF2-40B4-BE49-F238E27FC236}">
                  <a16:creationId xmlns:a16="http://schemas.microsoft.com/office/drawing/2014/main" id="{D9A1BC50-7589-47FC-8C31-E4FBECA3F0E8}"/>
                </a:ext>
              </a:extLst>
            </p:cNvPr>
            <p:cNvSpPr>
              <a:spLocks noChangeArrowheads="1"/>
            </p:cNvSpPr>
            <p:nvPr/>
          </p:nvSpPr>
          <p:spPr bwMode="auto">
            <a:xfrm>
              <a:off x="4975" y="826"/>
              <a:ext cx="94" cy="94"/>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28" name="Group 28">
            <a:extLst>
              <a:ext uri="{FF2B5EF4-FFF2-40B4-BE49-F238E27FC236}">
                <a16:creationId xmlns:a16="http://schemas.microsoft.com/office/drawing/2014/main" id="{A9227DFE-C484-4FDF-B638-621BCCF10606}"/>
              </a:ext>
            </a:extLst>
          </p:cNvPr>
          <p:cNvGrpSpPr>
            <a:grpSpLocks/>
          </p:cNvGrpSpPr>
          <p:nvPr/>
        </p:nvGrpSpPr>
        <p:grpSpPr bwMode="auto">
          <a:xfrm>
            <a:off x="1046163" y="2308225"/>
            <a:ext cx="3192462" cy="604838"/>
            <a:chOff x="649" y="2009"/>
            <a:chExt cx="2011" cy="381"/>
          </a:xfrm>
        </p:grpSpPr>
        <p:sp>
          <p:nvSpPr>
            <p:cNvPr id="29" name="Text Box 29">
              <a:extLst>
                <a:ext uri="{FF2B5EF4-FFF2-40B4-BE49-F238E27FC236}">
                  <a16:creationId xmlns:a16="http://schemas.microsoft.com/office/drawing/2014/main" id="{26E97E88-8A65-42BB-8244-E3D3519259DF}"/>
                </a:ext>
              </a:extLst>
            </p:cNvPr>
            <p:cNvSpPr txBox="1">
              <a:spLocks noChangeArrowheads="1"/>
            </p:cNvSpPr>
            <p:nvPr/>
          </p:nvSpPr>
          <p:spPr bwMode="auto">
            <a:xfrm>
              <a:off x="649" y="2063"/>
              <a:ext cx="201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 AC ACD BD</a:t>
              </a:r>
            </a:p>
          </p:txBody>
        </p:sp>
        <p:sp>
          <p:nvSpPr>
            <p:cNvPr id="30" name="Line 30">
              <a:extLst>
                <a:ext uri="{FF2B5EF4-FFF2-40B4-BE49-F238E27FC236}">
                  <a16:creationId xmlns:a16="http://schemas.microsoft.com/office/drawing/2014/main" id="{FE696308-87DC-4CF1-AC83-16E429B08C1A}"/>
                </a:ext>
              </a:extLst>
            </p:cNvPr>
            <p:cNvSpPr>
              <a:spLocks noChangeShapeType="1"/>
            </p:cNvSpPr>
            <p:nvPr/>
          </p:nvSpPr>
          <p:spPr bwMode="auto">
            <a:xfrm>
              <a:off x="1131" y="2115"/>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Line 31">
              <a:extLst>
                <a:ext uri="{FF2B5EF4-FFF2-40B4-BE49-F238E27FC236}">
                  <a16:creationId xmlns:a16="http://schemas.microsoft.com/office/drawing/2014/main" id="{63795D94-57AE-48BB-8425-7D1F1DC913FE}"/>
                </a:ext>
              </a:extLst>
            </p:cNvPr>
            <p:cNvSpPr>
              <a:spLocks noChangeShapeType="1"/>
            </p:cNvSpPr>
            <p:nvPr/>
          </p:nvSpPr>
          <p:spPr bwMode="auto">
            <a:xfrm>
              <a:off x="1875" y="2115"/>
              <a:ext cx="14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Line 32">
              <a:extLst>
                <a:ext uri="{FF2B5EF4-FFF2-40B4-BE49-F238E27FC236}">
                  <a16:creationId xmlns:a16="http://schemas.microsoft.com/office/drawing/2014/main" id="{A65B12A2-E5B8-4A6C-8726-E5532B3FB25C}"/>
                </a:ext>
              </a:extLst>
            </p:cNvPr>
            <p:cNvSpPr>
              <a:spLocks noChangeShapeType="1"/>
            </p:cNvSpPr>
            <p:nvPr/>
          </p:nvSpPr>
          <p:spPr bwMode="auto">
            <a:xfrm>
              <a:off x="995" y="2062"/>
              <a:ext cx="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Line 33">
              <a:extLst>
                <a:ext uri="{FF2B5EF4-FFF2-40B4-BE49-F238E27FC236}">
                  <a16:creationId xmlns:a16="http://schemas.microsoft.com/office/drawing/2014/main" id="{C7DCDC0F-1656-44AD-BAA4-337E90809E3C}"/>
                </a:ext>
              </a:extLst>
            </p:cNvPr>
            <p:cNvSpPr>
              <a:spLocks noChangeShapeType="1"/>
            </p:cNvSpPr>
            <p:nvPr/>
          </p:nvSpPr>
          <p:spPr bwMode="auto">
            <a:xfrm>
              <a:off x="1403" y="2061"/>
              <a:ext cx="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Line 34">
              <a:extLst>
                <a:ext uri="{FF2B5EF4-FFF2-40B4-BE49-F238E27FC236}">
                  <a16:creationId xmlns:a16="http://schemas.microsoft.com/office/drawing/2014/main" id="{4BE45CB0-D819-43E4-84A6-D78CE4F643AF}"/>
                </a:ext>
              </a:extLst>
            </p:cNvPr>
            <p:cNvSpPr>
              <a:spLocks noChangeShapeType="1"/>
            </p:cNvSpPr>
            <p:nvPr/>
          </p:nvSpPr>
          <p:spPr bwMode="auto">
            <a:xfrm>
              <a:off x="2262" y="2072"/>
              <a:ext cx="3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Line 35">
              <a:extLst>
                <a:ext uri="{FF2B5EF4-FFF2-40B4-BE49-F238E27FC236}">
                  <a16:creationId xmlns:a16="http://schemas.microsoft.com/office/drawing/2014/main" id="{C6B7AEB2-14D0-4C4E-8F77-4890FCBD14E7}"/>
                </a:ext>
              </a:extLst>
            </p:cNvPr>
            <p:cNvSpPr>
              <a:spLocks noChangeShapeType="1"/>
            </p:cNvSpPr>
            <p:nvPr/>
          </p:nvSpPr>
          <p:spPr bwMode="auto">
            <a:xfrm>
              <a:off x="1770" y="2062"/>
              <a:ext cx="39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36">
              <a:extLst>
                <a:ext uri="{FF2B5EF4-FFF2-40B4-BE49-F238E27FC236}">
                  <a16:creationId xmlns:a16="http://schemas.microsoft.com/office/drawing/2014/main" id="{7754F8A1-04D2-4DD9-AAAB-634D14E2B219}"/>
                </a:ext>
              </a:extLst>
            </p:cNvPr>
            <p:cNvSpPr>
              <a:spLocks noChangeShapeType="1"/>
            </p:cNvSpPr>
            <p:nvPr/>
          </p:nvSpPr>
          <p:spPr bwMode="auto">
            <a:xfrm>
              <a:off x="984" y="2009"/>
              <a:ext cx="158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37" name="Text Box 37">
            <a:extLst>
              <a:ext uri="{FF2B5EF4-FFF2-40B4-BE49-F238E27FC236}">
                <a16:creationId xmlns:a16="http://schemas.microsoft.com/office/drawing/2014/main" id="{3605B5EC-0A4A-439A-996E-5802B58C2FFB}"/>
              </a:ext>
            </a:extLst>
          </p:cNvPr>
          <p:cNvSpPr txBox="1">
            <a:spLocks noChangeArrowheads="1"/>
          </p:cNvSpPr>
          <p:nvPr/>
        </p:nvSpPr>
        <p:spPr bwMode="auto">
          <a:xfrm>
            <a:off x="4703762" y="2293938"/>
            <a:ext cx="319245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与非”表达式</a:t>
            </a:r>
          </a:p>
        </p:txBody>
      </p:sp>
      <p:grpSp>
        <p:nvGrpSpPr>
          <p:cNvPr id="38" name="Group 38">
            <a:extLst>
              <a:ext uri="{FF2B5EF4-FFF2-40B4-BE49-F238E27FC236}">
                <a16:creationId xmlns:a16="http://schemas.microsoft.com/office/drawing/2014/main" id="{EF1D431D-8681-41B7-8588-452EE9E9E54E}"/>
              </a:ext>
            </a:extLst>
          </p:cNvPr>
          <p:cNvGrpSpPr>
            <a:grpSpLocks/>
          </p:cNvGrpSpPr>
          <p:nvPr/>
        </p:nvGrpSpPr>
        <p:grpSpPr bwMode="auto">
          <a:xfrm>
            <a:off x="2363788" y="3144838"/>
            <a:ext cx="1304925" cy="3092450"/>
            <a:chOff x="1489" y="1981"/>
            <a:chExt cx="822" cy="1948"/>
          </a:xfrm>
        </p:grpSpPr>
        <p:sp>
          <p:nvSpPr>
            <p:cNvPr id="39" name="Line 39">
              <a:extLst>
                <a:ext uri="{FF2B5EF4-FFF2-40B4-BE49-F238E27FC236}">
                  <a16:creationId xmlns:a16="http://schemas.microsoft.com/office/drawing/2014/main" id="{38942C56-586C-44F3-B01F-0948B2977090}"/>
                </a:ext>
              </a:extLst>
            </p:cNvPr>
            <p:cNvSpPr>
              <a:spLocks noChangeShapeType="1"/>
            </p:cNvSpPr>
            <p:nvPr/>
          </p:nvSpPr>
          <p:spPr bwMode="auto">
            <a:xfrm>
              <a:off x="1757" y="2264"/>
              <a:ext cx="517"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Text Box 40">
              <a:extLst>
                <a:ext uri="{FF2B5EF4-FFF2-40B4-BE49-F238E27FC236}">
                  <a16:creationId xmlns:a16="http://schemas.microsoft.com/office/drawing/2014/main" id="{0EB9290E-F1CF-485B-BA67-388B14CB3100}"/>
                </a:ext>
              </a:extLst>
            </p:cNvPr>
            <p:cNvSpPr txBox="1">
              <a:spLocks noChangeArrowheads="1"/>
            </p:cNvSpPr>
            <p:nvPr/>
          </p:nvSpPr>
          <p:spPr bwMode="auto">
            <a:xfrm>
              <a:off x="1489" y="2096"/>
              <a:ext cx="42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p>
          </p:txBody>
        </p:sp>
        <p:sp>
          <p:nvSpPr>
            <p:cNvPr id="41" name="Line 41">
              <a:extLst>
                <a:ext uri="{FF2B5EF4-FFF2-40B4-BE49-F238E27FC236}">
                  <a16:creationId xmlns:a16="http://schemas.microsoft.com/office/drawing/2014/main" id="{F08C509A-D7D7-4537-AE7D-3B1C63D9DA18}"/>
                </a:ext>
              </a:extLst>
            </p:cNvPr>
            <p:cNvSpPr>
              <a:spLocks noChangeShapeType="1"/>
            </p:cNvSpPr>
            <p:nvPr/>
          </p:nvSpPr>
          <p:spPr bwMode="auto">
            <a:xfrm flipH="1">
              <a:off x="2284" y="1981"/>
              <a:ext cx="0" cy="1948"/>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Oval 42">
              <a:extLst>
                <a:ext uri="{FF2B5EF4-FFF2-40B4-BE49-F238E27FC236}">
                  <a16:creationId xmlns:a16="http://schemas.microsoft.com/office/drawing/2014/main" id="{08362EFA-28E5-4A65-966A-21B77F4AFD3B}"/>
                </a:ext>
              </a:extLst>
            </p:cNvPr>
            <p:cNvSpPr>
              <a:spLocks noChangeArrowheads="1"/>
            </p:cNvSpPr>
            <p:nvPr/>
          </p:nvSpPr>
          <p:spPr bwMode="auto">
            <a:xfrm>
              <a:off x="2256" y="2229"/>
              <a:ext cx="55"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43" name="Group 43">
            <a:extLst>
              <a:ext uri="{FF2B5EF4-FFF2-40B4-BE49-F238E27FC236}">
                <a16:creationId xmlns:a16="http://schemas.microsoft.com/office/drawing/2014/main" id="{8E185AD0-8A90-4FEB-B5E9-D18075D8FB02}"/>
              </a:ext>
            </a:extLst>
          </p:cNvPr>
          <p:cNvGrpSpPr>
            <a:grpSpLocks/>
          </p:cNvGrpSpPr>
          <p:nvPr/>
        </p:nvGrpSpPr>
        <p:grpSpPr bwMode="auto">
          <a:xfrm>
            <a:off x="2346325" y="3135313"/>
            <a:ext cx="1577975" cy="3098800"/>
            <a:chOff x="576" y="1909"/>
            <a:chExt cx="994" cy="1952"/>
          </a:xfrm>
        </p:grpSpPr>
        <p:sp>
          <p:nvSpPr>
            <p:cNvPr id="44" name="Line 44">
              <a:extLst>
                <a:ext uri="{FF2B5EF4-FFF2-40B4-BE49-F238E27FC236}">
                  <a16:creationId xmlns:a16="http://schemas.microsoft.com/office/drawing/2014/main" id="{0DDC5C60-DE9F-4783-84C8-6DB89355984F}"/>
                </a:ext>
              </a:extLst>
            </p:cNvPr>
            <p:cNvSpPr>
              <a:spLocks noChangeShapeType="1"/>
            </p:cNvSpPr>
            <p:nvPr/>
          </p:nvSpPr>
          <p:spPr bwMode="auto">
            <a:xfrm>
              <a:off x="800" y="2453"/>
              <a:ext cx="736"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Line 45">
              <a:extLst>
                <a:ext uri="{FF2B5EF4-FFF2-40B4-BE49-F238E27FC236}">
                  <a16:creationId xmlns:a16="http://schemas.microsoft.com/office/drawing/2014/main" id="{C3AE411E-F205-4DEF-83B2-04BCA7FD612B}"/>
                </a:ext>
              </a:extLst>
            </p:cNvPr>
            <p:cNvSpPr>
              <a:spLocks noChangeShapeType="1"/>
            </p:cNvSpPr>
            <p:nvPr/>
          </p:nvSpPr>
          <p:spPr bwMode="auto">
            <a:xfrm>
              <a:off x="1546" y="1909"/>
              <a:ext cx="0" cy="1952"/>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Oval 46">
              <a:extLst>
                <a:ext uri="{FF2B5EF4-FFF2-40B4-BE49-F238E27FC236}">
                  <a16:creationId xmlns:a16="http://schemas.microsoft.com/office/drawing/2014/main" id="{D88CB3F8-C4BE-4622-BC35-FF3DE3784B62}"/>
                </a:ext>
              </a:extLst>
            </p:cNvPr>
            <p:cNvSpPr>
              <a:spLocks noChangeArrowheads="1"/>
            </p:cNvSpPr>
            <p:nvPr/>
          </p:nvSpPr>
          <p:spPr bwMode="auto">
            <a:xfrm>
              <a:off x="1514" y="2421"/>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7" name="Text Box 47">
              <a:extLst>
                <a:ext uri="{FF2B5EF4-FFF2-40B4-BE49-F238E27FC236}">
                  <a16:creationId xmlns:a16="http://schemas.microsoft.com/office/drawing/2014/main" id="{81C9F911-A211-46E1-9189-102A0A7574A2}"/>
                </a:ext>
              </a:extLst>
            </p:cNvPr>
            <p:cNvSpPr txBox="1">
              <a:spLocks noChangeArrowheads="1"/>
            </p:cNvSpPr>
            <p:nvPr/>
          </p:nvSpPr>
          <p:spPr bwMode="auto">
            <a:xfrm>
              <a:off x="576" y="2272"/>
              <a:ext cx="32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B</a:t>
              </a:r>
            </a:p>
          </p:txBody>
        </p:sp>
      </p:grpSp>
      <p:grpSp>
        <p:nvGrpSpPr>
          <p:cNvPr id="48" name="Group 68">
            <a:extLst>
              <a:ext uri="{FF2B5EF4-FFF2-40B4-BE49-F238E27FC236}">
                <a16:creationId xmlns:a16="http://schemas.microsoft.com/office/drawing/2014/main" id="{67D3922D-7EAE-4C76-9221-5CA0DCF78CA1}"/>
              </a:ext>
            </a:extLst>
          </p:cNvPr>
          <p:cNvGrpSpPr>
            <a:grpSpLocks/>
          </p:cNvGrpSpPr>
          <p:nvPr/>
        </p:nvGrpSpPr>
        <p:grpSpPr bwMode="auto">
          <a:xfrm>
            <a:off x="2293938" y="3101975"/>
            <a:ext cx="2611437" cy="3182938"/>
            <a:chOff x="576" y="1888"/>
            <a:chExt cx="1645" cy="2005"/>
          </a:xfrm>
        </p:grpSpPr>
        <p:sp>
          <p:nvSpPr>
            <p:cNvPr id="49" name="Line 69">
              <a:extLst>
                <a:ext uri="{FF2B5EF4-FFF2-40B4-BE49-F238E27FC236}">
                  <a16:creationId xmlns:a16="http://schemas.microsoft.com/office/drawing/2014/main" id="{9DA7E8E5-3099-4DAA-8567-5996D726F040}"/>
                </a:ext>
              </a:extLst>
            </p:cNvPr>
            <p:cNvSpPr>
              <a:spLocks noChangeShapeType="1"/>
            </p:cNvSpPr>
            <p:nvPr/>
          </p:nvSpPr>
          <p:spPr bwMode="auto">
            <a:xfrm>
              <a:off x="811" y="3552"/>
              <a:ext cx="1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0" name="Text Box 70">
              <a:extLst>
                <a:ext uri="{FF2B5EF4-FFF2-40B4-BE49-F238E27FC236}">
                  <a16:creationId xmlns:a16="http://schemas.microsoft.com/office/drawing/2014/main" id="{E111965B-BBD7-458C-B390-30EC28D42E98}"/>
                </a:ext>
              </a:extLst>
            </p:cNvPr>
            <p:cNvSpPr txBox="1">
              <a:spLocks noChangeArrowheads="1"/>
            </p:cNvSpPr>
            <p:nvPr/>
          </p:nvSpPr>
          <p:spPr bwMode="auto">
            <a:xfrm>
              <a:off x="576" y="3360"/>
              <a:ext cx="28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D</a:t>
              </a:r>
            </a:p>
          </p:txBody>
        </p:sp>
        <p:sp>
          <p:nvSpPr>
            <p:cNvPr id="51" name="Line 71">
              <a:extLst>
                <a:ext uri="{FF2B5EF4-FFF2-40B4-BE49-F238E27FC236}">
                  <a16:creationId xmlns:a16="http://schemas.microsoft.com/office/drawing/2014/main" id="{555001BA-B006-49A1-8149-A01872FF5B76}"/>
                </a:ext>
              </a:extLst>
            </p:cNvPr>
            <p:cNvSpPr>
              <a:spLocks noChangeShapeType="1"/>
            </p:cNvSpPr>
            <p:nvPr/>
          </p:nvSpPr>
          <p:spPr bwMode="auto">
            <a:xfrm>
              <a:off x="2197" y="1888"/>
              <a:ext cx="0" cy="2005"/>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2" name="Oval 72">
              <a:extLst>
                <a:ext uri="{FF2B5EF4-FFF2-40B4-BE49-F238E27FC236}">
                  <a16:creationId xmlns:a16="http://schemas.microsoft.com/office/drawing/2014/main" id="{0B2B08BC-4504-4CBB-87B5-9086002D2E27}"/>
                </a:ext>
              </a:extLst>
            </p:cNvPr>
            <p:cNvSpPr>
              <a:spLocks noChangeArrowheads="1"/>
            </p:cNvSpPr>
            <p:nvPr/>
          </p:nvSpPr>
          <p:spPr bwMode="auto">
            <a:xfrm>
              <a:off x="2165" y="3520"/>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53" name="Group 129">
            <a:extLst>
              <a:ext uri="{FF2B5EF4-FFF2-40B4-BE49-F238E27FC236}">
                <a16:creationId xmlns:a16="http://schemas.microsoft.com/office/drawing/2014/main" id="{0BF258AF-0C64-4CF1-BBBF-5CAFE832B549}"/>
              </a:ext>
            </a:extLst>
          </p:cNvPr>
          <p:cNvGrpSpPr>
            <a:grpSpLocks/>
          </p:cNvGrpSpPr>
          <p:nvPr/>
        </p:nvGrpSpPr>
        <p:grpSpPr bwMode="auto">
          <a:xfrm>
            <a:off x="2835275" y="3116263"/>
            <a:ext cx="1325563" cy="3098800"/>
            <a:chOff x="262" y="1987"/>
            <a:chExt cx="835" cy="1952"/>
          </a:xfrm>
        </p:grpSpPr>
        <p:grpSp>
          <p:nvGrpSpPr>
            <p:cNvPr id="54" name="Group 48">
              <a:extLst>
                <a:ext uri="{FF2B5EF4-FFF2-40B4-BE49-F238E27FC236}">
                  <a16:creationId xmlns:a16="http://schemas.microsoft.com/office/drawing/2014/main" id="{D49549B1-360C-4654-B952-CA0A38B68BCC}"/>
                </a:ext>
              </a:extLst>
            </p:cNvPr>
            <p:cNvGrpSpPr>
              <a:grpSpLocks/>
            </p:cNvGrpSpPr>
            <p:nvPr/>
          </p:nvGrpSpPr>
          <p:grpSpPr bwMode="auto">
            <a:xfrm>
              <a:off x="262" y="1987"/>
              <a:ext cx="835" cy="1952"/>
              <a:chOff x="917" y="1909"/>
              <a:chExt cx="835" cy="1952"/>
            </a:xfrm>
          </p:grpSpPr>
          <p:sp>
            <p:nvSpPr>
              <p:cNvPr id="56" name="Freeform 49">
                <a:extLst>
                  <a:ext uri="{FF2B5EF4-FFF2-40B4-BE49-F238E27FC236}">
                    <a16:creationId xmlns:a16="http://schemas.microsoft.com/office/drawing/2014/main" id="{1F4F952E-8EA2-4972-A70D-940F06EF32FB}"/>
                  </a:ext>
                </a:extLst>
              </p:cNvPr>
              <p:cNvSpPr>
                <a:spLocks/>
              </p:cNvSpPr>
              <p:nvPr/>
            </p:nvSpPr>
            <p:spPr bwMode="auto">
              <a:xfrm>
                <a:off x="960" y="2453"/>
                <a:ext cx="139" cy="267"/>
              </a:xfrm>
              <a:custGeom>
                <a:avLst/>
                <a:gdLst>
                  <a:gd name="T0" fmla="*/ 0 w 139"/>
                  <a:gd name="T1" fmla="*/ 0 h 267"/>
                  <a:gd name="T2" fmla="*/ 0 w 139"/>
                  <a:gd name="T3" fmla="*/ 267 h 267"/>
                  <a:gd name="T4" fmla="*/ 139 w 139"/>
                  <a:gd name="T5" fmla="*/ 267 h 267"/>
                  <a:gd name="T6" fmla="*/ 0 60000 65536"/>
                  <a:gd name="T7" fmla="*/ 0 60000 65536"/>
                  <a:gd name="T8" fmla="*/ 0 60000 65536"/>
                </a:gdLst>
                <a:ahLst/>
                <a:cxnLst>
                  <a:cxn ang="T6">
                    <a:pos x="T0" y="T1"/>
                  </a:cxn>
                  <a:cxn ang="T7">
                    <a:pos x="T2" y="T3"/>
                  </a:cxn>
                  <a:cxn ang="T8">
                    <a:pos x="T4" y="T5"/>
                  </a:cxn>
                </a:cxnLst>
                <a:rect l="0" t="0" r="r" b="b"/>
                <a:pathLst>
                  <a:path w="139" h="267">
                    <a:moveTo>
                      <a:pt x="0" y="0"/>
                    </a:moveTo>
                    <a:lnTo>
                      <a:pt x="0" y="267"/>
                    </a:lnTo>
                    <a:lnTo>
                      <a:pt x="139" y="267"/>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7" name="Rectangle 50">
                <a:extLst>
                  <a:ext uri="{FF2B5EF4-FFF2-40B4-BE49-F238E27FC236}">
                    <a16:creationId xmlns:a16="http://schemas.microsoft.com/office/drawing/2014/main" id="{0788F3D8-D9CE-405F-9881-771C3BD0F0E6}"/>
                  </a:ext>
                </a:extLst>
              </p:cNvPr>
              <p:cNvSpPr>
                <a:spLocks noChangeArrowheads="1"/>
              </p:cNvSpPr>
              <p:nvPr/>
            </p:nvSpPr>
            <p:spPr bwMode="auto">
              <a:xfrm>
                <a:off x="1088" y="2602"/>
                <a:ext cx="139" cy="23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8" name="Oval 51">
                <a:extLst>
                  <a:ext uri="{FF2B5EF4-FFF2-40B4-BE49-F238E27FC236}">
                    <a16:creationId xmlns:a16="http://schemas.microsoft.com/office/drawing/2014/main" id="{A7261EF2-9DC4-401B-B38D-26897C23C87A}"/>
                  </a:ext>
                </a:extLst>
              </p:cNvPr>
              <p:cNvSpPr>
                <a:spLocks noChangeArrowheads="1"/>
              </p:cNvSpPr>
              <p:nvPr/>
            </p:nvSpPr>
            <p:spPr bwMode="auto">
              <a:xfrm>
                <a:off x="1238" y="2678"/>
                <a:ext cx="64" cy="6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9" name="Line 52">
                <a:extLst>
                  <a:ext uri="{FF2B5EF4-FFF2-40B4-BE49-F238E27FC236}">
                    <a16:creationId xmlns:a16="http://schemas.microsoft.com/office/drawing/2014/main" id="{5F29D960-81F6-4D59-AA4E-522A8C581897}"/>
                  </a:ext>
                </a:extLst>
              </p:cNvPr>
              <p:cNvSpPr>
                <a:spLocks noChangeShapeType="1"/>
              </p:cNvSpPr>
              <p:nvPr/>
            </p:nvSpPr>
            <p:spPr bwMode="auto">
              <a:xfrm>
                <a:off x="1312" y="2720"/>
                <a:ext cx="405" cy="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0" name="Line 53">
                <a:extLst>
                  <a:ext uri="{FF2B5EF4-FFF2-40B4-BE49-F238E27FC236}">
                    <a16:creationId xmlns:a16="http://schemas.microsoft.com/office/drawing/2014/main" id="{F04631B7-90CB-4D13-B2BF-386850C62D98}"/>
                  </a:ext>
                </a:extLst>
              </p:cNvPr>
              <p:cNvSpPr>
                <a:spLocks noChangeShapeType="1"/>
              </p:cNvSpPr>
              <p:nvPr/>
            </p:nvSpPr>
            <p:spPr bwMode="auto">
              <a:xfrm>
                <a:off x="1728" y="1909"/>
                <a:ext cx="0" cy="1952"/>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1" name="Oval 54">
                <a:extLst>
                  <a:ext uri="{FF2B5EF4-FFF2-40B4-BE49-F238E27FC236}">
                    <a16:creationId xmlns:a16="http://schemas.microsoft.com/office/drawing/2014/main" id="{4C5777E4-2206-44D3-B689-0ABC7BEF4581}"/>
                  </a:ext>
                </a:extLst>
              </p:cNvPr>
              <p:cNvSpPr>
                <a:spLocks noChangeArrowheads="1"/>
              </p:cNvSpPr>
              <p:nvPr/>
            </p:nvSpPr>
            <p:spPr bwMode="auto">
              <a:xfrm>
                <a:off x="1696" y="2688"/>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2" name="Oval 55">
                <a:extLst>
                  <a:ext uri="{FF2B5EF4-FFF2-40B4-BE49-F238E27FC236}">
                    <a16:creationId xmlns:a16="http://schemas.microsoft.com/office/drawing/2014/main" id="{21CE2529-A673-4563-8E5C-22A0D9F06A28}"/>
                  </a:ext>
                </a:extLst>
              </p:cNvPr>
              <p:cNvSpPr>
                <a:spLocks noChangeArrowheads="1"/>
              </p:cNvSpPr>
              <p:nvPr/>
            </p:nvSpPr>
            <p:spPr bwMode="auto">
              <a:xfrm>
                <a:off x="917" y="2432"/>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55" name="Text Box 115">
              <a:extLst>
                <a:ext uri="{FF2B5EF4-FFF2-40B4-BE49-F238E27FC236}">
                  <a16:creationId xmlns:a16="http://schemas.microsoft.com/office/drawing/2014/main" id="{0C81A851-FF61-4E56-983C-7C2B62E18FBA}"/>
                </a:ext>
              </a:extLst>
            </p:cNvPr>
            <p:cNvSpPr txBox="1">
              <a:spLocks noChangeArrowheads="1"/>
            </p:cNvSpPr>
            <p:nvPr/>
          </p:nvSpPr>
          <p:spPr bwMode="auto">
            <a:xfrm>
              <a:off x="393" y="2693"/>
              <a:ext cx="256"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grpSp>
      <p:grpSp>
        <p:nvGrpSpPr>
          <p:cNvPr id="63" name="Group 130">
            <a:extLst>
              <a:ext uri="{FF2B5EF4-FFF2-40B4-BE49-F238E27FC236}">
                <a16:creationId xmlns:a16="http://schemas.microsoft.com/office/drawing/2014/main" id="{1F85F9FE-3B01-4B6C-A2E6-3FA71067AC1D}"/>
              </a:ext>
            </a:extLst>
          </p:cNvPr>
          <p:cNvGrpSpPr>
            <a:grpSpLocks/>
          </p:cNvGrpSpPr>
          <p:nvPr/>
        </p:nvGrpSpPr>
        <p:grpSpPr bwMode="auto">
          <a:xfrm>
            <a:off x="2247900" y="3117851"/>
            <a:ext cx="2386013" cy="3167062"/>
            <a:chOff x="0" y="2048"/>
            <a:chExt cx="1503" cy="1995"/>
          </a:xfrm>
        </p:grpSpPr>
        <p:grpSp>
          <p:nvGrpSpPr>
            <p:cNvPr id="64" name="Group 56">
              <a:extLst>
                <a:ext uri="{FF2B5EF4-FFF2-40B4-BE49-F238E27FC236}">
                  <a16:creationId xmlns:a16="http://schemas.microsoft.com/office/drawing/2014/main" id="{D2F75E42-9378-4B0B-81CC-FA4426CEB0BC}"/>
                </a:ext>
              </a:extLst>
            </p:cNvPr>
            <p:cNvGrpSpPr>
              <a:grpSpLocks/>
            </p:cNvGrpSpPr>
            <p:nvPr/>
          </p:nvGrpSpPr>
          <p:grpSpPr bwMode="auto">
            <a:xfrm>
              <a:off x="0" y="2048"/>
              <a:ext cx="1503" cy="1995"/>
              <a:chOff x="566" y="1877"/>
              <a:chExt cx="1503" cy="1995"/>
            </a:xfrm>
          </p:grpSpPr>
          <p:sp>
            <p:nvSpPr>
              <p:cNvPr id="66" name="Line 57">
                <a:extLst>
                  <a:ext uri="{FF2B5EF4-FFF2-40B4-BE49-F238E27FC236}">
                    <a16:creationId xmlns:a16="http://schemas.microsoft.com/office/drawing/2014/main" id="{C135C21A-EE9E-458A-ACA1-B6CF824C231C}"/>
                  </a:ext>
                </a:extLst>
              </p:cNvPr>
              <p:cNvSpPr>
                <a:spLocks noChangeShapeType="1"/>
              </p:cNvSpPr>
              <p:nvPr/>
            </p:nvSpPr>
            <p:spPr bwMode="auto">
              <a:xfrm>
                <a:off x="789" y="3029"/>
                <a:ext cx="1099"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7" name="Line 58">
                <a:extLst>
                  <a:ext uri="{FF2B5EF4-FFF2-40B4-BE49-F238E27FC236}">
                    <a16:creationId xmlns:a16="http://schemas.microsoft.com/office/drawing/2014/main" id="{2472BFBF-6A68-46EE-B380-001BD0E94428}"/>
                  </a:ext>
                </a:extLst>
              </p:cNvPr>
              <p:cNvSpPr>
                <a:spLocks noChangeShapeType="1"/>
              </p:cNvSpPr>
              <p:nvPr/>
            </p:nvSpPr>
            <p:spPr bwMode="auto">
              <a:xfrm>
                <a:off x="1899" y="1899"/>
                <a:ext cx="0" cy="1973"/>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8" name="Oval 59">
                <a:extLst>
                  <a:ext uri="{FF2B5EF4-FFF2-40B4-BE49-F238E27FC236}">
                    <a16:creationId xmlns:a16="http://schemas.microsoft.com/office/drawing/2014/main" id="{99E5A82E-5186-4096-ADFA-B3EB4308E63A}"/>
                  </a:ext>
                </a:extLst>
              </p:cNvPr>
              <p:cNvSpPr>
                <a:spLocks noChangeArrowheads="1"/>
              </p:cNvSpPr>
              <p:nvPr/>
            </p:nvSpPr>
            <p:spPr bwMode="auto">
              <a:xfrm>
                <a:off x="1866" y="2996"/>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9" name="Text Box 60">
                <a:extLst>
                  <a:ext uri="{FF2B5EF4-FFF2-40B4-BE49-F238E27FC236}">
                    <a16:creationId xmlns:a16="http://schemas.microsoft.com/office/drawing/2014/main" id="{8BEFA4D4-3DAB-4632-9E02-A18B4A34FEBC}"/>
                  </a:ext>
                </a:extLst>
              </p:cNvPr>
              <p:cNvSpPr txBox="1">
                <a:spLocks noChangeArrowheads="1"/>
              </p:cNvSpPr>
              <p:nvPr/>
            </p:nvSpPr>
            <p:spPr bwMode="auto">
              <a:xfrm>
                <a:off x="566" y="2848"/>
                <a:ext cx="38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C</a:t>
                </a:r>
              </a:p>
            </p:txBody>
          </p:sp>
          <p:sp>
            <p:nvSpPr>
              <p:cNvPr id="70" name="Freeform 61">
                <a:extLst>
                  <a:ext uri="{FF2B5EF4-FFF2-40B4-BE49-F238E27FC236}">
                    <a16:creationId xmlns:a16="http://schemas.microsoft.com/office/drawing/2014/main" id="{F9E5298C-A9C8-4C36-B5CE-C2C63B5EEC32}"/>
                  </a:ext>
                </a:extLst>
              </p:cNvPr>
              <p:cNvSpPr>
                <a:spLocks/>
              </p:cNvSpPr>
              <p:nvPr/>
            </p:nvSpPr>
            <p:spPr bwMode="auto">
              <a:xfrm>
                <a:off x="969" y="3018"/>
                <a:ext cx="139" cy="267"/>
              </a:xfrm>
              <a:custGeom>
                <a:avLst/>
                <a:gdLst>
                  <a:gd name="T0" fmla="*/ 0 w 139"/>
                  <a:gd name="T1" fmla="*/ 0 h 267"/>
                  <a:gd name="T2" fmla="*/ 0 w 139"/>
                  <a:gd name="T3" fmla="*/ 267 h 267"/>
                  <a:gd name="T4" fmla="*/ 139 w 139"/>
                  <a:gd name="T5" fmla="*/ 267 h 267"/>
                  <a:gd name="T6" fmla="*/ 0 60000 65536"/>
                  <a:gd name="T7" fmla="*/ 0 60000 65536"/>
                  <a:gd name="T8" fmla="*/ 0 60000 65536"/>
                </a:gdLst>
                <a:ahLst/>
                <a:cxnLst>
                  <a:cxn ang="T6">
                    <a:pos x="T0" y="T1"/>
                  </a:cxn>
                  <a:cxn ang="T7">
                    <a:pos x="T2" y="T3"/>
                  </a:cxn>
                  <a:cxn ang="T8">
                    <a:pos x="T4" y="T5"/>
                  </a:cxn>
                </a:cxnLst>
                <a:rect l="0" t="0" r="r" b="b"/>
                <a:pathLst>
                  <a:path w="139" h="267">
                    <a:moveTo>
                      <a:pt x="0" y="0"/>
                    </a:moveTo>
                    <a:lnTo>
                      <a:pt x="0" y="267"/>
                    </a:lnTo>
                    <a:lnTo>
                      <a:pt x="139" y="267"/>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Rectangle 62">
                <a:extLst>
                  <a:ext uri="{FF2B5EF4-FFF2-40B4-BE49-F238E27FC236}">
                    <a16:creationId xmlns:a16="http://schemas.microsoft.com/office/drawing/2014/main" id="{2681F82D-5FCF-4C31-9269-D090B30B36CE}"/>
                  </a:ext>
                </a:extLst>
              </p:cNvPr>
              <p:cNvSpPr>
                <a:spLocks noChangeArrowheads="1"/>
              </p:cNvSpPr>
              <p:nvPr/>
            </p:nvSpPr>
            <p:spPr bwMode="auto">
              <a:xfrm>
                <a:off x="1097" y="3167"/>
                <a:ext cx="139" cy="23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2" name="Oval 63">
                <a:extLst>
                  <a:ext uri="{FF2B5EF4-FFF2-40B4-BE49-F238E27FC236}">
                    <a16:creationId xmlns:a16="http://schemas.microsoft.com/office/drawing/2014/main" id="{CA232D71-E2BF-4CA2-8EE9-D226C5867F22}"/>
                  </a:ext>
                </a:extLst>
              </p:cNvPr>
              <p:cNvSpPr>
                <a:spLocks noChangeArrowheads="1"/>
              </p:cNvSpPr>
              <p:nvPr/>
            </p:nvSpPr>
            <p:spPr bwMode="auto">
              <a:xfrm>
                <a:off x="1247" y="3243"/>
                <a:ext cx="64" cy="6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 name="Line 64">
                <a:extLst>
                  <a:ext uri="{FF2B5EF4-FFF2-40B4-BE49-F238E27FC236}">
                    <a16:creationId xmlns:a16="http://schemas.microsoft.com/office/drawing/2014/main" id="{200192C5-A79C-475E-9DCE-2D04DBCD1251}"/>
                  </a:ext>
                </a:extLst>
              </p:cNvPr>
              <p:cNvSpPr>
                <a:spLocks noChangeShapeType="1"/>
              </p:cNvSpPr>
              <p:nvPr/>
            </p:nvSpPr>
            <p:spPr bwMode="auto">
              <a:xfrm>
                <a:off x="1321" y="3285"/>
                <a:ext cx="736" cy="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4" name="Oval 65">
                <a:extLst>
                  <a:ext uri="{FF2B5EF4-FFF2-40B4-BE49-F238E27FC236}">
                    <a16:creationId xmlns:a16="http://schemas.microsoft.com/office/drawing/2014/main" id="{9DAC2109-35CB-401E-9B51-E6FB30573D4D}"/>
                  </a:ext>
                </a:extLst>
              </p:cNvPr>
              <p:cNvSpPr>
                <a:spLocks noChangeArrowheads="1"/>
              </p:cNvSpPr>
              <p:nvPr/>
            </p:nvSpPr>
            <p:spPr bwMode="auto">
              <a:xfrm>
                <a:off x="2013" y="3253"/>
                <a:ext cx="56" cy="56"/>
              </a:xfrm>
              <a:prstGeom prst="ellipse">
                <a:avLst/>
              </a:prstGeom>
              <a:solidFill>
                <a:schemeClr val="bg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5" name="Oval 66">
                <a:extLst>
                  <a:ext uri="{FF2B5EF4-FFF2-40B4-BE49-F238E27FC236}">
                    <a16:creationId xmlns:a16="http://schemas.microsoft.com/office/drawing/2014/main" id="{84F02903-4B1D-4BD6-AA20-9887562CBEE2}"/>
                  </a:ext>
                </a:extLst>
              </p:cNvPr>
              <p:cNvSpPr>
                <a:spLocks noChangeArrowheads="1"/>
              </p:cNvSpPr>
              <p:nvPr/>
            </p:nvSpPr>
            <p:spPr bwMode="auto">
              <a:xfrm>
                <a:off x="926" y="2997"/>
                <a:ext cx="56" cy="56"/>
              </a:xfrm>
              <a:prstGeom prst="ellipse">
                <a:avLst/>
              </a:prstGeom>
              <a:solidFill>
                <a:schemeClr val="bg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6" name="Line 67">
                <a:extLst>
                  <a:ext uri="{FF2B5EF4-FFF2-40B4-BE49-F238E27FC236}">
                    <a16:creationId xmlns:a16="http://schemas.microsoft.com/office/drawing/2014/main" id="{1F88EC57-1680-4952-BC1A-88E7D5BC21E8}"/>
                  </a:ext>
                </a:extLst>
              </p:cNvPr>
              <p:cNvSpPr>
                <a:spLocks noChangeShapeType="1"/>
              </p:cNvSpPr>
              <p:nvPr/>
            </p:nvSpPr>
            <p:spPr bwMode="auto">
              <a:xfrm>
                <a:off x="2043" y="1877"/>
                <a:ext cx="0" cy="1995"/>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65" name="Text Box 117">
              <a:extLst>
                <a:ext uri="{FF2B5EF4-FFF2-40B4-BE49-F238E27FC236}">
                  <a16:creationId xmlns:a16="http://schemas.microsoft.com/office/drawing/2014/main" id="{055E9637-2849-45F8-8180-0BD30E4B2876}"/>
                </a:ext>
              </a:extLst>
            </p:cNvPr>
            <p:cNvSpPr txBox="1">
              <a:spLocks noChangeArrowheads="1"/>
            </p:cNvSpPr>
            <p:nvPr/>
          </p:nvSpPr>
          <p:spPr bwMode="auto">
            <a:xfrm>
              <a:off x="490" y="3329"/>
              <a:ext cx="256" cy="21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6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p>
          </p:txBody>
        </p:sp>
      </p:grpSp>
      <p:grpSp>
        <p:nvGrpSpPr>
          <p:cNvPr id="77" name="Group 128">
            <a:extLst>
              <a:ext uri="{FF2B5EF4-FFF2-40B4-BE49-F238E27FC236}">
                <a16:creationId xmlns:a16="http://schemas.microsoft.com/office/drawing/2014/main" id="{3062A458-76DD-47E3-9E94-CCB8271524D2}"/>
              </a:ext>
            </a:extLst>
          </p:cNvPr>
          <p:cNvGrpSpPr>
            <a:grpSpLocks/>
          </p:cNvGrpSpPr>
          <p:nvPr/>
        </p:nvGrpSpPr>
        <p:grpSpPr bwMode="auto">
          <a:xfrm>
            <a:off x="3579813" y="3690938"/>
            <a:ext cx="2235200" cy="541337"/>
            <a:chOff x="2255" y="2325"/>
            <a:chExt cx="1408" cy="341"/>
          </a:xfrm>
        </p:grpSpPr>
        <p:grpSp>
          <p:nvGrpSpPr>
            <p:cNvPr id="78" name="Group 73">
              <a:extLst>
                <a:ext uri="{FF2B5EF4-FFF2-40B4-BE49-F238E27FC236}">
                  <a16:creationId xmlns:a16="http://schemas.microsoft.com/office/drawing/2014/main" id="{8F75F397-8546-46FD-9363-D2C5DC81B8FE}"/>
                </a:ext>
              </a:extLst>
            </p:cNvPr>
            <p:cNvGrpSpPr>
              <a:grpSpLocks/>
            </p:cNvGrpSpPr>
            <p:nvPr/>
          </p:nvGrpSpPr>
          <p:grpSpPr bwMode="auto">
            <a:xfrm>
              <a:off x="2255" y="2325"/>
              <a:ext cx="1408" cy="341"/>
              <a:chOff x="1386" y="1984"/>
              <a:chExt cx="1408" cy="341"/>
            </a:xfrm>
          </p:grpSpPr>
          <p:sp>
            <p:nvSpPr>
              <p:cNvPr id="80" name="Rectangle 74">
                <a:extLst>
                  <a:ext uri="{FF2B5EF4-FFF2-40B4-BE49-F238E27FC236}">
                    <a16:creationId xmlns:a16="http://schemas.microsoft.com/office/drawing/2014/main" id="{CC34236D-7855-48F7-83E6-8110DDB3B28F}"/>
                  </a:ext>
                </a:extLst>
              </p:cNvPr>
              <p:cNvSpPr>
                <a:spLocks noChangeArrowheads="1"/>
              </p:cNvSpPr>
              <p:nvPr/>
            </p:nvSpPr>
            <p:spPr bwMode="auto">
              <a:xfrm>
                <a:off x="2528" y="1984"/>
                <a:ext cx="181" cy="341"/>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Oval 75">
                <a:extLst>
                  <a:ext uri="{FF2B5EF4-FFF2-40B4-BE49-F238E27FC236}">
                    <a16:creationId xmlns:a16="http://schemas.microsoft.com/office/drawing/2014/main" id="{3536A9B8-AA6F-4B81-B783-BAEA17343A6A}"/>
                  </a:ext>
                </a:extLst>
              </p:cNvPr>
              <p:cNvSpPr>
                <a:spLocks noChangeArrowheads="1"/>
              </p:cNvSpPr>
              <p:nvPr/>
            </p:nvSpPr>
            <p:spPr bwMode="auto">
              <a:xfrm>
                <a:off x="2720" y="2091"/>
                <a:ext cx="74" cy="7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Line 76">
                <a:extLst>
                  <a:ext uri="{FF2B5EF4-FFF2-40B4-BE49-F238E27FC236}">
                    <a16:creationId xmlns:a16="http://schemas.microsoft.com/office/drawing/2014/main" id="{15B399E2-6FE4-4A23-8572-0A38BBEB8625}"/>
                  </a:ext>
                </a:extLst>
              </p:cNvPr>
              <p:cNvSpPr>
                <a:spLocks noChangeShapeType="1"/>
              </p:cNvSpPr>
              <p:nvPr/>
            </p:nvSpPr>
            <p:spPr bwMode="auto">
              <a:xfrm>
                <a:off x="1419" y="2059"/>
                <a:ext cx="1109"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3" name="Line 77">
                <a:extLst>
                  <a:ext uri="{FF2B5EF4-FFF2-40B4-BE49-F238E27FC236}">
                    <a16:creationId xmlns:a16="http://schemas.microsoft.com/office/drawing/2014/main" id="{E08F700D-AD62-455F-8AA8-945CAE892255}"/>
                  </a:ext>
                </a:extLst>
              </p:cNvPr>
              <p:cNvSpPr>
                <a:spLocks noChangeShapeType="1"/>
              </p:cNvSpPr>
              <p:nvPr/>
            </p:nvSpPr>
            <p:spPr bwMode="auto">
              <a:xfrm>
                <a:off x="1728" y="2187"/>
                <a:ext cx="80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4" name="Oval 78">
                <a:extLst>
                  <a:ext uri="{FF2B5EF4-FFF2-40B4-BE49-F238E27FC236}">
                    <a16:creationId xmlns:a16="http://schemas.microsoft.com/office/drawing/2014/main" id="{048C09CA-3792-422B-8552-521446B19291}"/>
                  </a:ext>
                </a:extLst>
              </p:cNvPr>
              <p:cNvSpPr>
                <a:spLocks noChangeArrowheads="1"/>
              </p:cNvSpPr>
              <p:nvPr/>
            </p:nvSpPr>
            <p:spPr bwMode="auto">
              <a:xfrm>
                <a:off x="1386" y="2026"/>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5" name="Oval 79">
                <a:extLst>
                  <a:ext uri="{FF2B5EF4-FFF2-40B4-BE49-F238E27FC236}">
                    <a16:creationId xmlns:a16="http://schemas.microsoft.com/office/drawing/2014/main" id="{5FBC036C-405A-48A1-9292-F45503D54FF2}"/>
                  </a:ext>
                </a:extLst>
              </p:cNvPr>
              <p:cNvSpPr>
                <a:spLocks noChangeArrowheads="1"/>
              </p:cNvSpPr>
              <p:nvPr/>
            </p:nvSpPr>
            <p:spPr bwMode="auto">
              <a:xfrm>
                <a:off x="1706" y="2154"/>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79" name="Text Box 118">
              <a:extLst>
                <a:ext uri="{FF2B5EF4-FFF2-40B4-BE49-F238E27FC236}">
                  <a16:creationId xmlns:a16="http://schemas.microsoft.com/office/drawing/2014/main" id="{B435D99C-78EF-410D-8813-79451480172B}"/>
                </a:ext>
              </a:extLst>
            </p:cNvPr>
            <p:cNvSpPr txBox="1">
              <a:spLocks noChangeArrowheads="1"/>
            </p:cNvSpPr>
            <p:nvPr/>
          </p:nvSpPr>
          <p:spPr bwMode="auto">
            <a:xfrm>
              <a:off x="3391" y="2325"/>
              <a:ext cx="25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&amp;</a:t>
              </a:r>
            </a:p>
          </p:txBody>
        </p:sp>
      </p:grpSp>
      <p:grpSp>
        <p:nvGrpSpPr>
          <p:cNvPr id="86" name="Group 127">
            <a:extLst>
              <a:ext uri="{FF2B5EF4-FFF2-40B4-BE49-F238E27FC236}">
                <a16:creationId xmlns:a16="http://schemas.microsoft.com/office/drawing/2014/main" id="{2BD003AF-03C0-4EA2-8B10-AFDED962BA88}"/>
              </a:ext>
            </a:extLst>
          </p:cNvPr>
          <p:cNvGrpSpPr>
            <a:grpSpLocks/>
          </p:cNvGrpSpPr>
          <p:nvPr/>
        </p:nvGrpSpPr>
        <p:grpSpPr bwMode="auto">
          <a:xfrm>
            <a:off x="3602102" y="4424745"/>
            <a:ext cx="2192338" cy="560387"/>
            <a:chOff x="2266" y="2773"/>
            <a:chExt cx="1381" cy="353"/>
          </a:xfrm>
        </p:grpSpPr>
        <p:grpSp>
          <p:nvGrpSpPr>
            <p:cNvPr id="87" name="Group 80">
              <a:extLst>
                <a:ext uri="{FF2B5EF4-FFF2-40B4-BE49-F238E27FC236}">
                  <a16:creationId xmlns:a16="http://schemas.microsoft.com/office/drawing/2014/main" id="{084F5C65-091C-4569-B5A7-C22792624705}"/>
                </a:ext>
              </a:extLst>
            </p:cNvPr>
            <p:cNvGrpSpPr>
              <a:grpSpLocks/>
            </p:cNvGrpSpPr>
            <p:nvPr/>
          </p:nvGrpSpPr>
          <p:grpSpPr bwMode="auto">
            <a:xfrm>
              <a:off x="2266" y="2785"/>
              <a:ext cx="1375" cy="341"/>
              <a:chOff x="1397" y="2345"/>
              <a:chExt cx="1375" cy="341"/>
            </a:xfrm>
          </p:grpSpPr>
          <p:sp>
            <p:nvSpPr>
              <p:cNvPr id="89" name="Rectangle 81">
                <a:extLst>
                  <a:ext uri="{FF2B5EF4-FFF2-40B4-BE49-F238E27FC236}">
                    <a16:creationId xmlns:a16="http://schemas.microsoft.com/office/drawing/2014/main" id="{C3279EAA-DBEB-4F81-9B5C-CBB05BECBE2B}"/>
                  </a:ext>
                </a:extLst>
              </p:cNvPr>
              <p:cNvSpPr>
                <a:spLocks noChangeArrowheads="1"/>
              </p:cNvSpPr>
              <p:nvPr/>
            </p:nvSpPr>
            <p:spPr bwMode="auto">
              <a:xfrm>
                <a:off x="2529" y="2345"/>
                <a:ext cx="181" cy="341"/>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0" name="Oval 82">
                <a:extLst>
                  <a:ext uri="{FF2B5EF4-FFF2-40B4-BE49-F238E27FC236}">
                    <a16:creationId xmlns:a16="http://schemas.microsoft.com/office/drawing/2014/main" id="{E70703FA-E315-4E75-B714-E820ADD2018C}"/>
                  </a:ext>
                </a:extLst>
              </p:cNvPr>
              <p:cNvSpPr>
                <a:spLocks noChangeArrowheads="1"/>
              </p:cNvSpPr>
              <p:nvPr/>
            </p:nvSpPr>
            <p:spPr bwMode="auto">
              <a:xfrm>
                <a:off x="2698" y="2474"/>
                <a:ext cx="74" cy="7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1" name="Line 83">
                <a:extLst>
                  <a:ext uri="{FF2B5EF4-FFF2-40B4-BE49-F238E27FC236}">
                    <a16:creationId xmlns:a16="http://schemas.microsoft.com/office/drawing/2014/main" id="{F4797C1D-40B0-43D4-B890-5E852B6CA7E9}"/>
                  </a:ext>
                </a:extLst>
              </p:cNvPr>
              <p:cNvSpPr>
                <a:spLocks noChangeShapeType="1"/>
              </p:cNvSpPr>
              <p:nvPr/>
            </p:nvSpPr>
            <p:spPr bwMode="auto">
              <a:xfrm>
                <a:off x="1408" y="2411"/>
                <a:ext cx="1109"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2" name="Line 84">
                <a:extLst>
                  <a:ext uri="{FF2B5EF4-FFF2-40B4-BE49-F238E27FC236}">
                    <a16:creationId xmlns:a16="http://schemas.microsoft.com/office/drawing/2014/main" id="{D0D942B4-4977-4F50-A9FB-E213C736CC86}"/>
                  </a:ext>
                </a:extLst>
              </p:cNvPr>
              <p:cNvSpPr>
                <a:spLocks noChangeShapeType="1"/>
              </p:cNvSpPr>
              <p:nvPr/>
            </p:nvSpPr>
            <p:spPr bwMode="auto">
              <a:xfrm>
                <a:off x="1888" y="2549"/>
                <a:ext cx="64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3" name="Oval 85">
                <a:extLst>
                  <a:ext uri="{FF2B5EF4-FFF2-40B4-BE49-F238E27FC236}">
                    <a16:creationId xmlns:a16="http://schemas.microsoft.com/office/drawing/2014/main" id="{CD436876-DE73-40B5-9C94-19445FE0EE62}"/>
                  </a:ext>
                </a:extLst>
              </p:cNvPr>
              <p:cNvSpPr>
                <a:spLocks noChangeArrowheads="1"/>
              </p:cNvSpPr>
              <p:nvPr/>
            </p:nvSpPr>
            <p:spPr bwMode="auto">
              <a:xfrm>
                <a:off x="1397" y="2378"/>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4" name="Oval 86">
                <a:extLst>
                  <a:ext uri="{FF2B5EF4-FFF2-40B4-BE49-F238E27FC236}">
                    <a16:creationId xmlns:a16="http://schemas.microsoft.com/office/drawing/2014/main" id="{87E5B4D6-EDAB-4E17-9C1F-F25781CBC388}"/>
                  </a:ext>
                </a:extLst>
              </p:cNvPr>
              <p:cNvSpPr>
                <a:spLocks noChangeArrowheads="1"/>
              </p:cNvSpPr>
              <p:nvPr/>
            </p:nvSpPr>
            <p:spPr bwMode="auto">
              <a:xfrm>
                <a:off x="1877" y="2516"/>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88" name="Text Box 119">
              <a:extLst>
                <a:ext uri="{FF2B5EF4-FFF2-40B4-BE49-F238E27FC236}">
                  <a16:creationId xmlns:a16="http://schemas.microsoft.com/office/drawing/2014/main" id="{4D5F2F9C-AD22-4D1A-B7E9-DF52E16A56BA}"/>
                </a:ext>
              </a:extLst>
            </p:cNvPr>
            <p:cNvSpPr txBox="1">
              <a:spLocks noChangeArrowheads="1"/>
            </p:cNvSpPr>
            <p:nvPr/>
          </p:nvSpPr>
          <p:spPr bwMode="auto">
            <a:xfrm>
              <a:off x="3391" y="2773"/>
              <a:ext cx="25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&amp;</a:t>
              </a:r>
            </a:p>
          </p:txBody>
        </p:sp>
      </p:grpSp>
      <p:grpSp>
        <p:nvGrpSpPr>
          <p:cNvPr id="95" name="Group 126">
            <a:extLst>
              <a:ext uri="{FF2B5EF4-FFF2-40B4-BE49-F238E27FC236}">
                <a16:creationId xmlns:a16="http://schemas.microsoft.com/office/drawing/2014/main" id="{4469DD66-A7F3-41A9-96FE-CC1B637F269F}"/>
              </a:ext>
            </a:extLst>
          </p:cNvPr>
          <p:cNvGrpSpPr>
            <a:grpSpLocks/>
          </p:cNvGrpSpPr>
          <p:nvPr/>
        </p:nvGrpSpPr>
        <p:grpSpPr bwMode="auto">
          <a:xfrm>
            <a:off x="3597275" y="5078413"/>
            <a:ext cx="2200275" cy="579437"/>
            <a:chOff x="2266" y="3199"/>
            <a:chExt cx="1386" cy="365"/>
          </a:xfrm>
        </p:grpSpPr>
        <p:grpSp>
          <p:nvGrpSpPr>
            <p:cNvPr id="96" name="Group 87">
              <a:extLst>
                <a:ext uri="{FF2B5EF4-FFF2-40B4-BE49-F238E27FC236}">
                  <a16:creationId xmlns:a16="http://schemas.microsoft.com/office/drawing/2014/main" id="{1D50AEB4-1C1C-4075-9B0C-EFFA58331CA5}"/>
                </a:ext>
              </a:extLst>
            </p:cNvPr>
            <p:cNvGrpSpPr>
              <a:grpSpLocks/>
            </p:cNvGrpSpPr>
            <p:nvPr/>
          </p:nvGrpSpPr>
          <p:grpSpPr bwMode="auto">
            <a:xfrm>
              <a:off x="2266" y="3223"/>
              <a:ext cx="1386" cy="341"/>
              <a:chOff x="1397" y="3190"/>
              <a:chExt cx="1386" cy="341"/>
            </a:xfrm>
          </p:grpSpPr>
          <p:sp>
            <p:nvSpPr>
              <p:cNvPr id="98" name="Rectangle 88">
                <a:extLst>
                  <a:ext uri="{FF2B5EF4-FFF2-40B4-BE49-F238E27FC236}">
                    <a16:creationId xmlns:a16="http://schemas.microsoft.com/office/drawing/2014/main" id="{EFD6D30E-78B2-4C78-9B19-082B51080779}"/>
                  </a:ext>
                </a:extLst>
              </p:cNvPr>
              <p:cNvSpPr>
                <a:spLocks noChangeArrowheads="1"/>
              </p:cNvSpPr>
              <p:nvPr/>
            </p:nvSpPr>
            <p:spPr bwMode="auto">
              <a:xfrm>
                <a:off x="2529" y="3190"/>
                <a:ext cx="181" cy="341"/>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99" name="Oval 89">
                <a:extLst>
                  <a:ext uri="{FF2B5EF4-FFF2-40B4-BE49-F238E27FC236}">
                    <a16:creationId xmlns:a16="http://schemas.microsoft.com/office/drawing/2014/main" id="{787843C9-202F-4843-9602-9E6B5E81C372}"/>
                  </a:ext>
                </a:extLst>
              </p:cNvPr>
              <p:cNvSpPr>
                <a:spLocks noChangeArrowheads="1"/>
              </p:cNvSpPr>
              <p:nvPr/>
            </p:nvSpPr>
            <p:spPr bwMode="auto">
              <a:xfrm>
                <a:off x="2709" y="3308"/>
                <a:ext cx="74" cy="7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0" name="Line 90">
                <a:extLst>
                  <a:ext uri="{FF2B5EF4-FFF2-40B4-BE49-F238E27FC236}">
                    <a16:creationId xmlns:a16="http://schemas.microsoft.com/office/drawing/2014/main" id="{F75911DA-A33B-44FA-A268-68AC9C2A2037}"/>
                  </a:ext>
                </a:extLst>
              </p:cNvPr>
              <p:cNvSpPr>
                <a:spLocks noChangeShapeType="1"/>
              </p:cNvSpPr>
              <p:nvPr/>
            </p:nvSpPr>
            <p:spPr bwMode="auto">
              <a:xfrm>
                <a:off x="1419" y="3243"/>
                <a:ext cx="1109"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1" name="Line 91">
                <a:extLst>
                  <a:ext uri="{FF2B5EF4-FFF2-40B4-BE49-F238E27FC236}">
                    <a16:creationId xmlns:a16="http://schemas.microsoft.com/office/drawing/2014/main" id="{61C06DF9-4302-42D4-92A7-2A4F16C18C7A}"/>
                  </a:ext>
                </a:extLst>
              </p:cNvPr>
              <p:cNvSpPr>
                <a:spLocks noChangeShapeType="1"/>
              </p:cNvSpPr>
              <p:nvPr/>
            </p:nvSpPr>
            <p:spPr bwMode="auto">
              <a:xfrm>
                <a:off x="2048" y="3329"/>
                <a:ext cx="48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2" name="Line 92">
                <a:extLst>
                  <a:ext uri="{FF2B5EF4-FFF2-40B4-BE49-F238E27FC236}">
                    <a16:creationId xmlns:a16="http://schemas.microsoft.com/office/drawing/2014/main" id="{09EFE472-E1EA-4266-A28A-D6D4A28A1FB3}"/>
                  </a:ext>
                </a:extLst>
              </p:cNvPr>
              <p:cNvSpPr>
                <a:spLocks noChangeShapeType="1"/>
              </p:cNvSpPr>
              <p:nvPr/>
            </p:nvSpPr>
            <p:spPr bwMode="auto">
              <a:xfrm>
                <a:off x="2187" y="3425"/>
                <a:ext cx="341"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3" name="Oval 93">
                <a:extLst>
                  <a:ext uri="{FF2B5EF4-FFF2-40B4-BE49-F238E27FC236}">
                    <a16:creationId xmlns:a16="http://schemas.microsoft.com/office/drawing/2014/main" id="{D73136F9-21F6-4ED9-9E42-52B21E140808}"/>
                  </a:ext>
                </a:extLst>
              </p:cNvPr>
              <p:cNvSpPr>
                <a:spLocks noChangeArrowheads="1"/>
              </p:cNvSpPr>
              <p:nvPr/>
            </p:nvSpPr>
            <p:spPr bwMode="auto">
              <a:xfrm>
                <a:off x="1397" y="3221"/>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4" name="Oval 94">
                <a:extLst>
                  <a:ext uri="{FF2B5EF4-FFF2-40B4-BE49-F238E27FC236}">
                    <a16:creationId xmlns:a16="http://schemas.microsoft.com/office/drawing/2014/main" id="{7836A91E-9972-4848-9A13-5AE790F5DE65}"/>
                  </a:ext>
                </a:extLst>
              </p:cNvPr>
              <p:cNvSpPr>
                <a:spLocks noChangeArrowheads="1"/>
              </p:cNvSpPr>
              <p:nvPr/>
            </p:nvSpPr>
            <p:spPr bwMode="auto">
              <a:xfrm>
                <a:off x="2165" y="3381"/>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97" name="Text Box 120">
              <a:extLst>
                <a:ext uri="{FF2B5EF4-FFF2-40B4-BE49-F238E27FC236}">
                  <a16:creationId xmlns:a16="http://schemas.microsoft.com/office/drawing/2014/main" id="{84AFD55F-93BD-42FC-BBC2-71F75438B74C}"/>
                </a:ext>
              </a:extLst>
            </p:cNvPr>
            <p:cNvSpPr txBox="1">
              <a:spLocks noChangeArrowheads="1"/>
            </p:cNvSpPr>
            <p:nvPr/>
          </p:nvSpPr>
          <p:spPr bwMode="auto">
            <a:xfrm>
              <a:off x="3381" y="3199"/>
              <a:ext cx="25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&amp;</a:t>
              </a:r>
            </a:p>
          </p:txBody>
        </p:sp>
      </p:grpSp>
      <p:grpSp>
        <p:nvGrpSpPr>
          <p:cNvPr id="105" name="Group 125">
            <a:extLst>
              <a:ext uri="{FF2B5EF4-FFF2-40B4-BE49-F238E27FC236}">
                <a16:creationId xmlns:a16="http://schemas.microsoft.com/office/drawing/2014/main" id="{5D32126B-63CD-4BC6-8511-466438BB12BD}"/>
              </a:ext>
            </a:extLst>
          </p:cNvPr>
          <p:cNvGrpSpPr>
            <a:grpSpLocks/>
          </p:cNvGrpSpPr>
          <p:nvPr/>
        </p:nvGrpSpPr>
        <p:grpSpPr bwMode="auto">
          <a:xfrm>
            <a:off x="3833813" y="5811838"/>
            <a:ext cx="1963737" cy="541337"/>
            <a:chOff x="2415" y="3661"/>
            <a:chExt cx="1237" cy="341"/>
          </a:xfrm>
        </p:grpSpPr>
        <p:grpSp>
          <p:nvGrpSpPr>
            <p:cNvPr id="106" name="Group 95">
              <a:extLst>
                <a:ext uri="{FF2B5EF4-FFF2-40B4-BE49-F238E27FC236}">
                  <a16:creationId xmlns:a16="http://schemas.microsoft.com/office/drawing/2014/main" id="{AD309D5D-E93B-4023-BB64-054B16279C8D}"/>
                </a:ext>
              </a:extLst>
            </p:cNvPr>
            <p:cNvGrpSpPr>
              <a:grpSpLocks/>
            </p:cNvGrpSpPr>
            <p:nvPr/>
          </p:nvGrpSpPr>
          <p:grpSpPr bwMode="auto">
            <a:xfrm>
              <a:off x="2415" y="3661"/>
              <a:ext cx="1237" cy="341"/>
              <a:chOff x="1546" y="3188"/>
              <a:chExt cx="1237" cy="341"/>
            </a:xfrm>
          </p:grpSpPr>
          <p:sp>
            <p:nvSpPr>
              <p:cNvPr id="108" name="Rectangle 96">
                <a:extLst>
                  <a:ext uri="{FF2B5EF4-FFF2-40B4-BE49-F238E27FC236}">
                    <a16:creationId xmlns:a16="http://schemas.microsoft.com/office/drawing/2014/main" id="{F8EB1C3D-241A-49BA-AED1-13D9A3B9CA87}"/>
                  </a:ext>
                </a:extLst>
              </p:cNvPr>
              <p:cNvSpPr>
                <a:spLocks noChangeArrowheads="1"/>
              </p:cNvSpPr>
              <p:nvPr/>
            </p:nvSpPr>
            <p:spPr bwMode="auto">
              <a:xfrm>
                <a:off x="2529" y="3188"/>
                <a:ext cx="181" cy="341"/>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09" name="Oval 97">
                <a:extLst>
                  <a:ext uri="{FF2B5EF4-FFF2-40B4-BE49-F238E27FC236}">
                    <a16:creationId xmlns:a16="http://schemas.microsoft.com/office/drawing/2014/main" id="{1A8532F2-F600-4EF1-9B98-AB90D8A27CD4}"/>
                  </a:ext>
                </a:extLst>
              </p:cNvPr>
              <p:cNvSpPr>
                <a:spLocks noChangeArrowheads="1"/>
              </p:cNvSpPr>
              <p:nvPr/>
            </p:nvSpPr>
            <p:spPr bwMode="auto">
              <a:xfrm>
                <a:off x="2709" y="3306"/>
                <a:ext cx="74" cy="74"/>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0" name="Line 98">
                <a:extLst>
                  <a:ext uri="{FF2B5EF4-FFF2-40B4-BE49-F238E27FC236}">
                    <a16:creationId xmlns:a16="http://schemas.microsoft.com/office/drawing/2014/main" id="{653D3F97-64E4-4FF9-BB62-318A79BE6DE2}"/>
                  </a:ext>
                </a:extLst>
              </p:cNvPr>
              <p:cNvSpPr>
                <a:spLocks noChangeShapeType="1"/>
              </p:cNvSpPr>
              <p:nvPr/>
            </p:nvSpPr>
            <p:spPr bwMode="auto">
              <a:xfrm>
                <a:off x="1579" y="3232"/>
                <a:ext cx="949" cy="1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1" name="Line 99">
                <a:extLst>
                  <a:ext uri="{FF2B5EF4-FFF2-40B4-BE49-F238E27FC236}">
                    <a16:creationId xmlns:a16="http://schemas.microsoft.com/office/drawing/2014/main" id="{6223C2BB-EDD3-47A4-966B-81489AB8910F}"/>
                  </a:ext>
                </a:extLst>
              </p:cNvPr>
              <p:cNvSpPr>
                <a:spLocks noChangeShapeType="1"/>
              </p:cNvSpPr>
              <p:nvPr/>
            </p:nvSpPr>
            <p:spPr bwMode="auto">
              <a:xfrm>
                <a:off x="2197" y="3413"/>
                <a:ext cx="331"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2" name="Oval 100">
                <a:extLst>
                  <a:ext uri="{FF2B5EF4-FFF2-40B4-BE49-F238E27FC236}">
                    <a16:creationId xmlns:a16="http://schemas.microsoft.com/office/drawing/2014/main" id="{312F6584-B66C-4247-B6B6-2FD58C133D54}"/>
                  </a:ext>
                </a:extLst>
              </p:cNvPr>
              <p:cNvSpPr>
                <a:spLocks noChangeArrowheads="1"/>
              </p:cNvSpPr>
              <p:nvPr/>
            </p:nvSpPr>
            <p:spPr bwMode="auto">
              <a:xfrm>
                <a:off x="1546" y="3199"/>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3" name="Oval 101">
                <a:extLst>
                  <a:ext uri="{FF2B5EF4-FFF2-40B4-BE49-F238E27FC236}">
                    <a16:creationId xmlns:a16="http://schemas.microsoft.com/office/drawing/2014/main" id="{7D9AA0AE-2A9F-4AC0-9805-B915415F3270}"/>
                  </a:ext>
                </a:extLst>
              </p:cNvPr>
              <p:cNvSpPr>
                <a:spLocks noChangeArrowheads="1"/>
              </p:cNvSpPr>
              <p:nvPr/>
            </p:nvSpPr>
            <p:spPr bwMode="auto">
              <a:xfrm>
                <a:off x="2165" y="3381"/>
                <a:ext cx="56" cy="56"/>
              </a:xfrm>
              <a:prstGeom prst="ellipse">
                <a:avLst/>
              </a:prstGeom>
              <a:solidFill>
                <a:schemeClr val="tx1"/>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07" name="Text Box 121">
              <a:extLst>
                <a:ext uri="{FF2B5EF4-FFF2-40B4-BE49-F238E27FC236}">
                  <a16:creationId xmlns:a16="http://schemas.microsoft.com/office/drawing/2014/main" id="{E28CD3C7-B0B4-4F02-8CF2-814B6CA1C8F2}"/>
                </a:ext>
              </a:extLst>
            </p:cNvPr>
            <p:cNvSpPr txBox="1">
              <a:spLocks noChangeArrowheads="1"/>
            </p:cNvSpPr>
            <p:nvPr/>
          </p:nvSpPr>
          <p:spPr bwMode="auto">
            <a:xfrm>
              <a:off x="3381" y="3669"/>
              <a:ext cx="25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&amp;</a:t>
              </a:r>
            </a:p>
          </p:txBody>
        </p:sp>
      </p:grpSp>
      <p:grpSp>
        <p:nvGrpSpPr>
          <p:cNvPr id="114" name="Group 124">
            <a:extLst>
              <a:ext uri="{FF2B5EF4-FFF2-40B4-BE49-F238E27FC236}">
                <a16:creationId xmlns:a16="http://schemas.microsoft.com/office/drawing/2014/main" id="{43B90969-F6A7-418B-8785-B5119913726C}"/>
              </a:ext>
            </a:extLst>
          </p:cNvPr>
          <p:cNvGrpSpPr>
            <a:grpSpLocks/>
          </p:cNvGrpSpPr>
          <p:nvPr/>
        </p:nvGrpSpPr>
        <p:grpSpPr bwMode="auto">
          <a:xfrm>
            <a:off x="5781675" y="3913188"/>
            <a:ext cx="2117725" cy="2133600"/>
            <a:chOff x="3642" y="2465"/>
            <a:chExt cx="1334" cy="1344"/>
          </a:xfrm>
        </p:grpSpPr>
        <p:grpSp>
          <p:nvGrpSpPr>
            <p:cNvPr id="115" name="Group 102">
              <a:extLst>
                <a:ext uri="{FF2B5EF4-FFF2-40B4-BE49-F238E27FC236}">
                  <a16:creationId xmlns:a16="http://schemas.microsoft.com/office/drawing/2014/main" id="{37C61913-A42A-4286-B457-43B68A8C32CB}"/>
                </a:ext>
              </a:extLst>
            </p:cNvPr>
            <p:cNvGrpSpPr>
              <a:grpSpLocks/>
            </p:cNvGrpSpPr>
            <p:nvPr/>
          </p:nvGrpSpPr>
          <p:grpSpPr bwMode="auto">
            <a:xfrm>
              <a:off x="3642" y="2465"/>
              <a:ext cx="1334" cy="1344"/>
              <a:chOff x="2773" y="2432"/>
              <a:chExt cx="1334" cy="1344"/>
            </a:xfrm>
          </p:grpSpPr>
          <p:sp>
            <p:nvSpPr>
              <p:cNvPr id="117" name="Freeform 103">
                <a:extLst>
                  <a:ext uri="{FF2B5EF4-FFF2-40B4-BE49-F238E27FC236}">
                    <a16:creationId xmlns:a16="http://schemas.microsoft.com/office/drawing/2014/main" id="{14AD8A06-29FC-49AB-AD23-CBD7FC39671C}"/>
                  </a:ext>
                </a:extLst>
              </p:cNvPr>
              <p:cNvSpPr>
                <a:spLocks/>
              </p:cNvSpPr>
              <p:nvPr/>
            </p:nvSpPr>
            <p:spPr bwMode="auto">
              <a:xfrm>
                <a:off x="2773" y="2912"/>
                <a:ext cx="406" cy="181"/>
              </a:xfrm>
              <a:custGeom>
                <a:avLst/>
                <a:gdLst>
                  <a:gd name="T0" fmla="*/ 0 w 406"/>
                  <a:gd name="T1" fmla="*/ 0 h 181"/>
                  <a:gd name="T2" fmla="*/ 192 w 406"/>
                  <a:gd name="T3" fmla="*/ 0 h 181"/>
                  <a:gd name="T4" fmla="*/ 192 w 406"/>
                  <a:gd name="T5" fmla="*/ 181 h 181"/>
                  <a:gd name="T6" fmla="*/ 406 w 406"/>
                  <a:gd name="T7" fmla="*/ 181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6" h="181">
                    <a:moveTo>
                      <a:pt x="0" y="0"/>
                    </a:moveTo>
                    <a:lnTo>
                      <a:pt x="192" y="0"/>
                    </a:lnTo>
                    <a:lnTo>
                      <a:pt x="192" y="181"/>
                    </a:lnTo>
                    <a:lnTo>
                      <a:pt x="406" y="181"/>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8" name="Rectangle 104">
                <a:extLst>
                  <a:ext uri="{FF2B5EF4-FFF2-40B4-BE49-F238E27FC236}">
                    <a16:creationId xmlns:a16="http://schemas.microsoft.com/office/drawing/2014/main" id="{1748018C-6A98-4560-9950-DC4C7607F6A0}"/>
                  </a:ext>
                </a:extLst>
              </p:cNvPr>
              <p:cNvSpPr>
                <a:spLocks noChangeArrowheads="1"/>
              </p:cNvSpPr>
              <p:nvPr/>
            </p:nvSpPr>
            <p:spPr bwMode="auto">
              <a:xfrm>
                <a:off x="3189" y="2965"/>
                <a:ext cx="192" cy="363"/>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9" name="Oval 105">
                <a:extLst>
                  <a:ext uri="{FF2B5EF4-FFF2-40B4-BE49-F238E27FC236}">
                    <a16:creationId xmlns:a16="http://schemas.microsoft.com/office/drawing/2014/main" id="{168FCF8D-D98B-446E-BD4E-98CE039BBCE9}"/>
                  </a:ext>
                </a:extLst>
              </p:cNvPr>
              <p:cNvSpPr>
                <a:spLocks noChangeArrowheads="1"/>
              </p:cNvSpPr>
              <p:nvPr/>
            </p:nvSpPr>
            <p:spPr bwMode="auto">
              <a:xfrm>
                <a:off x="3395" y="3102"/>
                <a:ext cx="75" cy="75"/>
              </a:xfrm>
              <a:prstGeom prst="ellipse">
                <a:avLst/>
              </a:prstGeom>
              <a:noFill/>
              <a:ln w="381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0" name="Freeform 106">
                <a:extLst>
                  <a:ext uri="{FF2B5EF4-FFF2-40B4-BE49-F238E27FC236}">
                    <a16:creationId xmlns:a16="http://schemas.microsoft.com/office/drawing/2014/main" id="{285D9F5C-360F-44CB-A0FB-1AAEAF1E738C}"/>
                  </a:ext>
                </a:extLst>
              </p:cNvPr>
              <p:cNvSpPr>
                <a:spLocks/>
              </p:cNvSpPr>
              <p:nvPr/>
            </p:nvSpPr>
            <p:spPr bwMode="auto">
              <a:xfrm>
                <a:off x="2805" y="2432"/>
                <a:ext cx="384" cy="587"/>
              </a:xfrm>
              <a:custGeom>
                <a:avLst/>
                <a:gdLst>
                  <a:gd name="T0" fmla="*/ 0 w 384"/>
                  <a:gd name="T1" fmla="*/ 0 h 587"/>
                  <a:gd name="T2" fmla="*/ 246 w 384"/>
                  <a:gd name="T3" fmla="*/ 0 h 587"/>
                  <a:gd name="T4" fmla="*/ 246 w 384"/>
                  <a:gd name="T5" fmla="*/ 587 h 587"/>
                  <a:gd name="T6" fmla="*/ 384 w 384"/>
                  <a:gd name="T7" fmla="*/ 587 h 5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587">
                    <a:moveTo>
                      <a:pt x="0" y="0"/>
                    </a:moveTo>
                    <a:lnTo>
                      <a:pt x="246" y="0"/>
                    </a:lnTo>
                    <a:lnTo>
                      <a:pt x="246" y="587"/>
                    </a:lnTo>
                    <a:lnTo>
                      <a:pt x="384" y="587"/>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1" name="Freeform 107">
                <a:extLst>
                  <a:ext uri="{FF2B5EF4-FFF2-40B4-BE49-F238E27FC236}">
                    <a16:creationId xmlns:a16="http://schemas.microsoft.com/office/drawing/2014/main" id="{DCCECA1D-B097-41CB-8582-8DCA1B58583F}"/>
                  </a:ext>
                </a:extLst>
              </p:cNvPr>
              <p:cNvSpPr>
                <a:spLocks/>
              </p:cNvSpPr>
              <p:nvPr/>
            </p:nvSpPr>
            <p:spPr bwMode="auto">
              <a:xfrm>
                <a:off x="2784" y="3168"/>
                <a:ext cx="405" cy="181"/>
              </a:xfrm>
              <a:custGeom>
                <a:avLst/>
                <a:gdLst>
                  <a:gd name="T0" fmla="*/ 0 w 405"/>
                  <a:gd name="T1" fmla="*/ 181 h 181"/>
                  <a:gd name="T2" fmla="*/ 181 w 405"/>
                  <a:gd name="T3" fmla="*/ 181 h 181"/>
                  <a:gd name="T4" fmla="*/ 181 w 405"/>
                  <a:gd name="T5" fmla="*/ 0 h 181"/>
                  <a:gd name="T6" fmla="*/ 405 w 405"/>
                  <a:gd name="T7" fmla="*/ 0 h 1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5" h="181">
                    <a:moveTo>
                      <a:pt x="0" y="181"/>
                    </a:moveTo>
                    <a:lnTo>
                      <a:pt x="181" y="181"/>
                    </a:lnTo>
                    <a:lnTo>
                      <a:pt x="181" y="0"/>
                    </a:lnTo>
                    <a:lnTo>
                      <a:pt x="405" y="0"/>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 name="Freeform 108">
                <a:extLst>
                  <a:ext uri="{FF2B5EF4-FFF2-40B4-BE49-F238E27FC236}">
                    <a16:creationId xmlns:a16="http://schemas.microsoft.com/office/drawing/2014/main" id="{B186C9CC-186B-437B-B3F3-6BCC7D5E8A7C}"/>
                  </a:ext>
                </a:extLst>
              </p:cNvPr>
              <p:cNvSpPr>
                <a:spLocks/>
              </p:cNvSpPr>
              <p:nvPr/>
            </p:nvSpPr>
            <p:spPr bwMode="auto">
              <a:xfrm>
                <a:off x="2784" y="3253"/>
                <a:ext cx="405" cy="523"/>
              </a:xfrm>
              <a:custGeom>
                <a:avLst/>
                <a:gdLst>
                  <a:gd name="T0" fmla="*/ 0 w 405"/>
                  <a:gd name="T1" fmla="*/ 523 h 523"/>
                  <a:gd name="T2" fmla="*/ 288 w 405"/>
                  <a:gd name="T3" fmla="*/ 523 h 523"/>
                  <a:gd name="T4" fmla="*/ 288 w 405"/>
                  <a:gd name="T5" fmla="*/ 0 h 523"/>
                  <a:gd name="T6" fmla="*/ 405 w 405"/>
                  <a:gd name="T7" fmla="*/ 0 h 5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5" h="523">
                    <a:moveTo>
                      <a:pt x="0" y="523"/>
                    </a:moveTo>
                    <a:lnTo>
                      <a:pt x="288" y="523"/>
                    </a:lnTo>
                    <a:lnTo>
                      <a:pt x="288" y="0"/>
                    </a:lnTo>
                    <a:lnTo>
                      <a:pt x="405" y="0"/>
                    </a:lnTo>
                  </a:path>
                </a:pathLst>
              </a:custGeom>
              <a:noFill/>
              <a:ln w="38100" cap="flat" cmpd="sng">
                <a:solidFill>
                  <a:schemeClr val="bg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3" name="Line 109">
                <a:extLst>
                  <a:ext uri="{FF2B5EF4-FFF2-40B4-BE49-F238E27FC236}">
                    <a16:creationId xmlns:a16="http://schemas.microsoft.com/office/drawing/2014/main" id="{D7DAA6E6-DB1F-4948-BD3C-9E0C0F8B7796}"/>
                  </a:ext>
                </a:extLst>
              </p:cNvPr>
              <p:cNvSpPr>
                <a:spLocks noChangeShapeType="1"/>
              </p:cNvSpPr>
              <p:nvPr/>
            </p:nvSpPr>
            <p:spPr bwMode="auto">
              <a:xfrm>
                <a:off x="3477" y="3136"/>
                <a:ext cx="256"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 name="Text Box 110">
                <a:extLst>
                  <a:ext uri="{FF2B5EF4-FFF2-40B4-BE49-F238E27FC236}">
                    <a16:creationId xmlns:a16="http://schemas.microsoft.com/office/drawing/2014/main" id="{DF03D357-E954-48A1-8C2D-B19B3A80397A}"/>
                  </a:ext>
                </a:extLst>
              </p:cNvPr>
              <p:cNvSpPr txBox="1">
                <a:spLocks noChangeArrowheads="1"/>
              </p:cNvSpPr>
              <p:nvPr/>
            </p:nvSpPr>
            <p:spPr bwMode="auto">
              <a:xfrm>
                <a:off x="3713" y="2966"/>
                <a:ext cx="39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p>
            </p:txBody>
          </p:sp>
        </p:grpSp>
        <p:sp>
          <p:nvSpPr>
            <p:cNvPr id="116" name="Text Box 122">
              <a:extLst>
                <a:ext uri="{FF2B5EF4-FFF2-40B4-BE49-F238E27FC236}">
                  <a16:creationId xmlns:a16="http://schemas.microsoft.com/office/drawing/2014/main" id="{27BD907B-8708-4EC7-BE58-7A59CFEC424A}"/>
                </a:ext>
              </a:extLst>
            </p:cNvPr>
            <p:cNvSpPr txBox="1">
              <a:spLocks noChangeArrowheads="1"/>
            </p:cNvSpPr>
            <p:nvPr/>
          </p:nvSpPr>
          <p:spPr bwMode="auto">
            <a:xfrm>
              <a:off x="4053" y="2986"/>
              <a:ext cx="256" cy="192"/>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14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&amp;</a:t>
              </a:r>
            </a:p>
          </p:txBody>
        </p:sp>
      </p:grpSp>
    </p:spTree>
    <p:extLst>
      <p:ext uri="{BB962C8B-B14F-4D97-AF65-F5344CB8AC3E}">
        <p14:creationId xmlns:p14="http://schemas.microsoft.com/office/powerpoint/2010/main" val="2937412081"/>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left)">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1+#ppt_w/2"/>
                                          </p:val>
                                        </p:tav>
                                        <p:tav tm="100000">
                                          <p:val>
                                            <p:strVal val="#ppt_x"/>
                                          </p:val>
                                        </p:tav>
                                      </p:tavLst>
                                    </p:anim>
                                    <p:anim calcmode="lin" valueType="num">
                                      <p:cBhvr additive="base">
                                        <p:cTn id="39"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up)">
                                      <p:cBhvr>
                                        <p:cTn id="44" dur="500"/>
                                        <p:tgtEl>
                                          <p:spTgt spid="3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up)">
                                      <p:cBhvr>
                                        <p:cTn id="49" dur="500"/>
                                        <p:tgtEl>
                                          <p:spTgt spid="4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wipe(up)">
                                      <p:cBhvr>
                                        <p:cTn id="54" dur="5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wipe(up)">
                                      <p:cBhvr>
                                        <p:cTn id="59" dur="500"/>
                                        <p:tgtEl>
                                          <p:spTgt spid="6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up)">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77"/>
                                        </p:tgtEl>
                                        <p:attrNameLst>
                                          <p:attrName>style.visibility</p:attrName>
                                        </p:attrNameLst>
                                      </p:cBhvr>
                                      <p:to>
                                        <p:strVal val="visible"/>
                                      </p:to>
                                    </p:set>
                                    <p:animEffect transition="in" filter="wipe(left)">
                                      <p:cBhvr>
                                        <p:cTn id="69" dur="500"/>
                                        <p:tgtEl>
                                          <p:spTgt spid="7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86"/>
                                        </p:tgtEl>
                                        <p:attrNameLst>
                                          <p:attrName>style.visibility</p:attrName>
                                        </p:attrNameLst>
                                      </p:cBhvr>
                                      <p:to>
                                        <p:strVal val="visible"/>
                                      </p:to>
                                    </p:set>
                                    <p:animEffect transition="in" filter="wipe(left)">
                                      <p:cBhvr>
                                        <p:cTn id="74" dur="500"/>
                                        <p:tgtEl>
                                          <p:spTgt spid="8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95"/>
                                        </p:tgtEl>
                                        <p:attrNameLst>
                                          <p:attrName>style.visibility</p:attrName>
                                        </p:attrNameLst>
                                      </p:cBhvr>
                                      <p:to>
                                        <p:strVal val="visible"/>
                                      </p:to>
                                    </p:set>
                                    <p:animEffect transition="in" filter="wipe(left)">
                                      <p:cBhvr>
                                        <p:cTn id="79" dur="500"/>
                                        <p:tgtEl>
                                          <p:spTgt spid="9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05"/>
                                        </p:tgtEl>
                                        <p:attrNameLst>
                                          <p:attrName>style.visibility</p:attrName>
                                        </p:attrNameLst>
                                      </p:cBhvr>
                                      <p:to>
                                        <p:strVal val="visible"/>
                                      </p:to>
                                    </p:set>
                                    <p:animEffect transition="in" filter="wipe(left)">
                                      <p:cBhvr>
                                        <p:cTn id="84" dur="500"/>
                                        <p:tgtEl>
                                          <p:spTgt spid="105"/>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14"/>
                                        </p:tgtEl>
                                        <p:attrNameLst>
                                          <p:attrName>style.visibility</p:attrName>
                                        </p:attrNameLst>
                                      </p:cBhvr>
                                      <p:to>
                                        <p:strVal val="visible"/>
                                      </p:to>
                                    </p:set>
                                    <p:animEffect transition="in" filter="wipe(left)">
                                      <p:cBhvr>
                                        <p:cTn id="89"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3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A767440-136E-4732-B16C-C8CFE0F89C1E}"/>
              </a:ext>
            </a:extLst>
          </p:cNvPr>
          <p:cNvSpPr txBox="1">
            <a:spLocks noChangeArrowheads="1"/>
          </p:cNvSpPr>
          <p:nvPr/>
        </p:nvSpPr>
        <p:spPr>
          <a:xfrm>
            <a:off x="269875" y="211138"/>
            <a:ext cx="2003425" cy="495300"/>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2800">
                <a:solidFill>
                  <a:srgbClr val="1F08F8"/>
                </a:solidFill>
                <a:latin typeface="Times New Roman" panose="02020603050405020304" pitchFamily="18" charset="0"/>
              </a:rPr>
              <a:t>2</a:t>
            </a:r>
            <a:r>
              <a:rPr lang="zh-CN" altLang="en-US" sz="2800">
                <a:solidFill>
                  <a:srgbClr val="1F08F8"/>
                </a:solidFill>
              </a:rPr>
              <a:t>、</a:t>
            </a:r>
            <a:r>
              <a:rPr lang="zh-CN" altLang="en-US" sz="2800">
                <a:solidFill>
                  <a:srgbClr val="1F08F8"/>
                </a:solidFill>
                <a:latin typeface="Times New Roman" panose="02020603050405020304" pitchFamily="18" charset="0"/>
              </a:rPr>
              <a:t>“</a:t>
            </a:r>
            <a:r>
              <a:rPr lang="zh-CN" altLang="en-US" sz="2800">
                <a:solidFill>
                  <a:srgbClr val="1F08F8"/>
                </a:solidFill>
              </a:rPr>
              <a:t>或非</a:t>
            </a:r>
            <a:r>
              <a:rPr lang="zh-CN" altLang="en-US" sz="2800">
                <a:solidFill>
                  <a:srgbClr val="1F08F8"/>
                </a:solidFill>
                <a:latin typeface="Times New Roman" panose="02020603050405020304" pitchFamily="18" charset="0"/>
              </a:rPr>
              <a:t>”</a:t>
            </a:r>
            <a:endParaRPr lang="zh-CN" altLang="en-US" sz="2800" dirty="0">
              <a:solidFill>
                <a:srgbClr val="1F08F8"/>
              </a:solidFill>
            </a:endParaRPr>
          </a:p>
        </p:txBody>
      </p:sp>
      <p:grpSp>
        <p:nvGrpSpPr>
          <p:cNvPr id="3" name="Group 3">
            <a:extLst>
              <a:ext uri="{FF2B5EF4-FFF2-40B4-BE49-F238E27FC236}">
                <a16:creationId xmlns:a16="http://schemas.microsoft.com/office/drawing/2014/main" id="{0780E9A1-13EB-4188-A409-DED2D0BB15B9}"/>
              </a:ext>
            </a:extLst>
          </p:cNvPr>
          <p:cNvGrpSpPr>
            <a:grpSpLocks/>
          </p:cNvGrpSpPr>
          <p:nvPr/>
        </p:nvGrpSpPr>
        <p:grpSpPr bwMode="auto">
          <a:xfrm>
            <a:off x="771525" y="812800"/>
            <a:ext cx="1889125" cy="519113"/>
            <a:chOff x="1442" y="2624"/>
            <a:chExt cx="1190" cy="327"/>
          </a:xfrm>
        </p:grpSpPr>
        <p:sp>
          <p:nvSpPr>
            <p:cNvPr id="4" name="Text Box 4">
              <a:extLst>
                <a:ext uri="{FF2B5EF4-FFF2-40B4-BE49-F238E27FC236}">
                  <a16:creationId xmlns:a16="http://schemas.microsoft.com/office/drawing/2014/main" id="{ADE73827-44AA-432E-B814-87EB247BAA8F}"/>
                </a:ext>
              </a:extLst>
            </p:cNvPr>
            <p:cNvSpPr txBox="1">
              <a:spLocks noChangeArrowheads="1"/>
            </p:cNvSpPr>
            <p:nvPr/>
          </p:nvSpPr>
          <p:spPr bwMode="auto">
            <a:xfrm>
              <a:off x="1442" y="2624"/>
              <a:ext cx="11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+B+C</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5" name="Line 5">
              <a:extLst>
                <a:ext uri="{FF2B5EF4-FFF2-40B4-BE49-F238E27FC236}">
                  <a16:creationId xmlns:a16="http://schemas.microsoft.com/office/drawing/2014/main" id="{F22519E4-F977-4FA2-9566-FA962BDB223D}"/>
                </a:ext>
              </a:extLst>
            </p:cNvPr>
            <p:cNvSpPr>
              <a:spLocks noChangeShapeType="1"/>
            </p:cNvSpPr>
            <p:nvPr/>
          </p:nvSpPr>
          <p:spPr bwMode="auto">
            <a:xfrm>
              <a:off x="1801" y="2660"/>
              <a:ext cx="681"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 name="Group 6">
            <a:extLst>
              <a:ext uri="{FF2B5EF4-FFF2-40B4-BE49-F238E27FC236}">
                <a16:creationId xmlns:a16="http://schemas.microsoft.com/office/drawing/2014/main" id="{11A702FB-D225-4A9F-B8D1-362DDE41A602}"/>
              </a:ext>
            </a:extLst>
          </p:cNvPr>
          <p:cNvGrpSpPr>
            <a:grpSpLocks/>
          </p:cNvGrpSpPr>
          <p:nvPr/>
        </p:nvGrpSpPr>
        <p:grpSpPr bwMode="auto">
          <a:xfrm>
            <a:off x="6526213" y="274638"/>
            <a:ext cx="2617787" cy="1131887"/>
            <a:chOff x="1152" y="2954"/>
            <a:chExt cx="1649" cy="713"/>
          </a:xfrm>
        </p:grpSpPr>
        <p:sp>
          <p:nvSpPr>
            <p:cNvPr id="7" name="Text Box 7">
              <a:extLst>
                <a:ext uri="{FF2B5EF4-FFF2-40B4-BE49-F238E27FC236}">
                  <a16:creationId xmlns:a16="http://schemas.microsoft.com/office/drawing/2014/main" id="{38DAD44F-62EE-40B0-A121-FD12A337D6EC}"/>
                </a:ext>
              </a:extLst>
            </p:cNvPr>
            <p:cNvSpPr txBox="1">
              <a:spLocks noChangeArrowheads="1"/>
            </p:cNvSpPr>
            <p:nvPr/>
          </p:nvSpPr>
          <p:spPr bwMode="auto">
            <a:xfrm>
              <a:off x="2548" y="3209"/>
              <a:ext cx="25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F</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8" name="Rectangle 8">
              <a:extLst>
                <a:ext uri="{FF2B5EF4-FFF2-40B4-BE49-F238E27FC236}">
                  <a16:creationId xmlns:a16="http://schemas.microsoft.com/office/drawing/2014/main" id="{7F54FBB1-9E9E-4B3A-8DA5-7C02BD40BE43}"/>
                </a:ext>
              </a:extLst>
            </p:cNvPr>
            <p:cNvSpPr>
              <a:spLocks noChangeArrowheads="1"/>
            </p:cNvSpPr>
            <p:nvPr/>
          </p:nvSpPr>
          <p:spPr bwMode="auto">
            <a:xfrm>
              <a:off x="1797" y="3168"/>
              <a:ext cx="302" cy="41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 name="Line 9">
              <a:extLst>
                <a:ext uri="{FF2B5EF4-FFF2-40B4-BE49-F238E27FC236}">
                  <a16:creationId xmlns:a16="http://schemas.microsoft.com/office/drawing/2014/main" id="{47468BB3-3674-489E-A1C9-CE37C325A91B}"/>
                </a:ext>
              </a:extLst>
            </p:cNvPr>
            <p:cNvSpPr>
              <a:spLocks noChangeShapeType="1"/>
            </p:cNvSpPr>
            <p:nvPr/>
          </p:nvSpPr>
          <p:spPr bwMode="auto">
            <a:xfrm>
              <a:off x="2187" y="3360"/>
              <a:ext cx="3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Line 10">
              <a:extLst>
                <a:ext uri="{FF2B5EF4-FFF2-40B4-BE49-F238E27FC236}">
                  <a16:creationId xmlns:a16="http://schemas.microsoft.com/office/drawing/2014/main" id="{1D6EAF25-9AD7-4541-97BE-FE4A427A4AD4}"/>
                </a:ext>
              </a:extLst>
            </p:cNvPr>
            <p:cNvSpPr>
              <a:spLocks noChangeShapeType="1"/>
            </p:cNvSpPr>
            <p:nvPr/>
          </p:nvSpPr>
          <p:spPr bwMode="auto">
            <a:xfrm>
              <a:off x="1429" y="3230"/>
              <a:ext cx="3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11">
              <a:extLst>
                <a:ext uri="{FF2B5EF4-FFF2-40B4-BE49-F238E27FC236}">
                  <a16:creationId xmlns:a16="http://schemas.microsoft.com/office/drawing/2014/main" id="{FB097E27-F777-4D8E-98CB-2E044AE2C47C}"/>
                </a:ext>
              </a:extLst>
            </p:cNvPr>
            <p:cNvSpPr>
              <a:spLocks noChangeShapeType="1"/>
            </p:cNvSpPr>
            <p:nvPr/>
          </p:nvSpPr>
          <p:spPr bwMode="auto">
            <a:xfrm>
              <a:off x="1418" y="3349"/>
              <a:ext cx="3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Line 12">
              <a:extLst>
                <a:ext uri="{FF2B5EF4-FFF2-40B4-BE49-F238E27FC236}">
                  <a16:creationId xmlns:a16="http://schemas.microsoft.com/office/drawing/2014/main" id="{D3EFDFEA-E502-47F4-B06E-E87F93BED173}"/>
                </a:ext>
              </a:extLst>
            </p:cNvPr>
            <p:cNvSpPr>
              <a:spLocks noChangeShapeType="1"/>
            </p:cNvSpPr>
            <p:nvPr/>
          </p:nvSpPr>
          <p:spPr bwMode="auto">
            <a:xfrm>
              <a:off x="1419" y="3479"/>
              <a:ext cx="36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Text Box 13">
              <a:extLst>
                <a:ext uri="{FF2B5EF4-FFF2-40B4-BE49-F238E27FC236}">
                  <a16:creationId xmlns:a16="http://schemas.microsoft.com/office/drawing/2014/main" id="{B530D1B5-33B0-47C3-8E47-FF9F2504B05F}"/>
                </a:ext>
              </a:extLst>
            </p:cNvPr>
            <p:cNvSpPr txBox="1">
              <a:spLocks noChangeArrowheads="1"/>
            </p:cNvSpPr>
            <p:nvPr/>
          </p:nvSpPr>
          <p:spPr bwMode="auto">
            <a:xfrm>
              <a:off x="1152" y="2987"/>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4" name="Text Box 14">
              <a:extLst>
                <a:ext uri="{FF2B5EF4-FFF2-40B4-BE49-F238E27FC236}">
                  <a16:creationId xmlns:a16="http://schemas.microsoft.com/office/drawing/2014/main" id="{C8742729-2722-4E4A-8DA6-63BBFA2E1EA7}"/>
                </a:ext>
              </a:extLst>
            </p:cNvPr>
            <p:cNvSpPr txBox="1">
              <a:spLocks noChangeArrowheads="1"/>
            </p:cNvSpPr>
            <p:nvPr/>
          </p:nvSpPr>
          <p:spPr bwMode="auto">
            <a:xfrm>
              <a:off x="1164" y="3166"/>
              <a:ext cx="26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15" name="Text Box 15">
              <a:extLst>
                <a:ext uri="{FF2B5EF4-FFF2-40B4-BE49-F238E27FC236}">
                  <a16:creationId xmlns:a16="http://schemas.microsoft.com/office/drawing/2014/main" id="{2966B923-C43E-41DC-91D0-4F02ED7B238B}"/>
                </a:ext>
              </a:extLst>
            </p:cNvPr>
            <p:cNvSpPr txBox="1">
              <a:spLocks noChangeArrowheads="1"/>
            </p:cNvSpPr>
            <p:nvPr/>
          </p:nvSpPr>
          <p:spPr bwMode="auto">
            <a:xfrm>
              <a:off x="1168" y="3340"/>
              <a:ext cx="27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endParaRPr>
            </a:p>
          </p:txBody>
        </p:sp>
        <p:sp>
          <p:nvSpPr>
            <p:cNvPr id="16" name="Text Box 16">
              <a:extLst>
                <a:ext uri="{FF2B5EF4-FFF2-40B4-BE49-F238E27FC236}">
                  <a16:creationId xmlns:a16="http://schemas.microsoft.com/office/drawing/2014/main" id="{1F4EF78E-EB54-443F-B9CB-BFD2CE9422E5}"/>
                </a:ext>
              </a:extLst>
            </p:cNvPr>
            <p:cNvSpPr txBox="1">
              <a:spLocks noChangeArrowheads="1"/>
            </p:cNvSpPr>
            <p:nvPr/>
          </p:nvSpPr>
          <p:spPr bwMode="auto">
            <a:xfrm>
              <a:off x="1956" y="2954"/>
              <a:ext cx="116" cy="288"/>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17" name="Text Box 17">
              <a:extLst>
                <a:ext uri="{FF2B5EF4-FFF2-40B4-BE49-F238E27FC236}">
                  <a16:creationId xmlns:a16="http://schemas.microsoft.com/office/drawing/2014/main" id="{C6D818E0-B2A8-4FEE-92C0-938A3F68A513}"/>
                </a:ext>
              </a:extLst>
            </p:cNvPr>
            <p:cNvSpPr txBox="1">
              <a:spLocks noChangeArrowheads="1"/>
            </p:cNvSpPr>
            <p:nvPr/>
          </p:nvSpPr>
          <p:spPr bwMode="auto">
            <a:xfrm>
              <a:off x="1844" y="3220"/>
              <a:ext cx="225" cy="288"/>
            </a:xfrm>
            <a:prstGeom prst="rect">
              <a:avLst/>
            </a:prstGeom>
            <a:noFill/>
            <a:ln w="28575" cap="sq">
              <a:no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effectLst/>
                  <a:uLnTx/>
                  <a:uFillTx/>
                  <a:latin typeface="Times New Roman" panose="02020603050405020304" pitchFamily="18" charset="0"/>
                  <a:ea typeface="幼圆" panose="02010509060101010101" pitchFamily="49" charset="-122"/>
                  <a:cs typeface="+mn-cs"/>
                </a:rPr>
                <a:t>+</a:t>
              </a:r>
            </a:p>
          </p:txBody>
        </p:sp>
        <p:sp>
          <p:nvSpPr>
            <p:cNvPr id="18" name="Oval 18">
              <a:extLst>
                <a:ext uri="{FF2B5EF4-FFF2-40B4-BE49-F238E27FC236}">
                  <a16:creationId xmlns:a16="http://schemas.microsoft.com/office/drawing/2014/main" id="{67BF706A-1502-45D1-A0DB-0F98F7903823}"/>
                </a:ext>
              </a:extLst>
            </p:cNvPr>
            <p:cNvSpPr>
              <a:spLocks noChangeArrowheads="1"/>
            </p:cNvSpPr>
            <p:nvPr/>
          </p:nvSpPr>
          <p:spPr bwMode="auto">
            <a:xfrm>
              <a:off x="2094" y="3309"/>
              <a:ext cx="94" cy="9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19" name="Group 19">
            <a:extLst>
              <a:ext uri="{FF2B5EF4-FFF2-40B4-BE49-F238E27FC236}">
                <a16:creationId xmlns:a16="http://schemas.microsoft.com/office/drawing/2014/main" id="{FBC7875E-E1F5-4C5B-A1B6-96F42B53F13C}"/>
              </a:ext>
            </a:extLst>
          </p:cNvPr>
          <p:cNvGrpSpPr>
            <a:grpSpLocks/>
          </p:cNvGrpSpPr>
          <p:nvPr/>
        </p:nvGrpSpPr>
        <p:grpSpPr bwMode="auto">
          <a:xfrm>
            <a:off x="3552825" y="284163"/>
            <a:ext cx="2622550" cy="1131887"/>
            <a:chOff x="1360" y="2220"/>
            <a:chExt cx="1652" cy="713"/>
          </a:xfrm>
        </p:grpSpPr>
        <p:sp>
          <p:nvSpPr>
            <p:cNvPr id="20" name="Text Box 20">
              <a:extLst>
                <a:ext uri="{FF2B5EF4-FFF2-40B4-BE49-F238E27FC236}">
                  <a16:creationId xmlns:a16="http://schemas.microsoft.com/office/drawing/2014/main" id="{DEBC0EC0-EB33-4BBC-A6D6-96AF4295A3F0}"/>
                </a:ext>
              </a:extLst>
            </p:cNvPr>
            <p:cNvSpPr txBox="1">
              <a:spLocks noChangeArrowheads="1"/>
            </p:cNvSpPr>
            <p:nvPr/>
          </p:nvSpPr>
          <p:spPr bwMode="auto">
            <a:xfrm>
              <a:off x="2759" y="2444"/>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F</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1" name="Rectangle 21">
              <a:extLst>
                <a:ext uri="{FF2B5EF4-FFF2-40B4-BE49-F238E27FC236}">
                  <a16:creationId xmlns:a16="http://schemas.microsoft.com/office/drawing/2014/main" id="{B2ABD5F6-3781-440B-B6CF-9183D20F7E30}"/>
                </a:ext>
              </a:extLst>
            </p:cNvPr>
            <p:cNvSpPr>
              <a:spLocks noChangeArrowheads="1"/>
            </p:cNvSpPr>
            <p:nvPr/>
          </p:nvSpPr>
          <p:spPr bwMode="auto">
            <a:xfrm>
              <a:off x="2005" y="2434"/>
              <a:ext cx="367" cy="419"/>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2" name="Line 22">
              <a:extLst>
                <a:ext uri="{FF2B5EF4-FFF2-40B4-BE49-F238E27FC236}">
                  <a16:creationId xmlns:a16="http://schemas.microsoft.com/office/drawing/2014/main" id="{2E0E60DD-7693-48CA-9833-638A6ECC5A7D}"/>
                </a:ext>
              </a:extLst>
            </p:cNvPr>
            <p:cNvSpPr>
              <a:spLocks noChangeShapeType="1"/>
            </p:cNvSpPr>
            <p:nvPr/>
          </p:nvSpPr>
          <p:spPr bwMode="auto">
            <a:xfrm>
              <a:off x="2470" y="2626"/>
              <a:ext cx="325"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23">
              <a:extLst>
                <a:ext uri="{FF2B5EF4-FFF2-40B4-BE49-F238E27FC236}">
                  <a16:creationId xmlns:a16="http://schemas.microsoft.com/office/drawing/2014/main" id="{83BC11BC-BB8F-473B-B30D-F9FFB1A2608A}"/>
                </a:ext>
              </a:extLst>
            </p:cNvPr>
            <p:cNvSpPr>
              <a:spLocks noChangeShapeType="1"/>
            </p:cNvSpPr>
            <p:nvPr/>
          </p:nvSpPr>
          <p:spPr bwMode="auto">
            <a:xfrm>
              <a:off x="1637" y="2496"/>
              <a:ext cx="35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24">
              <a:extLst>
                <a:ext uri="{FF2B5EF4-FFF2-40B4-BE49-F238E27FC236}">
                  <a16:creationId xmlns:a16="http://schemas.microsoft.com/office/drawing/2014/main" id="{6BE51313-5250-4FB4-AFE3-085A203705D0}"/>
                </a:ext>
              </a:extLst>
            </p:cNvPr>
            <p:cNvSpPr>
              <a:spLocks noChangeShapeType="1"/>
            </p:cNvSpPr>
            <p:nvPr/>
          </p:nvSpPr>
          <p:spPr bwMode="auto">
            <a:xfrm>
              <a:off x="1626" y="2615"/>
              <a:ext cx="368"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5">
              <a:extLst>
                <a:ext uri="{FF2B5EF4-FFF2-40B4-BE49-F238E27FC236}">
                  <a16:creationId xmlns:a16="http://schemas.microsoft.com/office/drawing/2014/main" id="{026E539D-3B16-4234-9647-C19974C50F07}"/>
                </a:ext>
              </a:extLst>
            </p:cNvPr>
            <p:cNvSpPr>
              <a:spLocks noChangeShapeType="1"/>
            </p:cNvSpPr>
            <p:nvPr/>
          </p:nvSpPr>
          <p:spPr bwMode="auto">
            <a:xfrm>
              <a:off x="1627" y="2745"/>
              <a:ext cx="36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Text Box 26">
              <a:extLst>
                <a:ext uri="{FF2B5EF4-FFF2-40B4-BE49-F238E27FC236}">
                  <a16:creationId xmlns:a16="http://schemas.microsoft.com/office/drawing/2014/main" id="{85505B7F-4E6F-4CB3-B2F3-7583AEBE18DB}"/>
                </a:ext>
              </a:extLst>
            </p:cNvPr>
            <p:cNvSpPr txBox="1">
              <a:spLocks noChangeArrowheads="1"/>
            </p:cNvSpPr>
            <p:nvPr/>
          </p:nvSpPr>
          <p:spPr bwMode="auto">
            <a:xfrm>
              <a:off x="1360" y="225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A</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7" name="Text Box 27">
              <a:extLst>
                <a:ext uri="{FF2B5EF4-FFF2-40B4-BE49-F238E27FC236}">
                  <a16:creationId xmlns:a16="http://schemas.microsoft.com/office/drawing/2014/main" id="{CB95DA20-1069-47E2-BBB2-F20FF67BFEC4}"/>
                </a:ext>
              </a:extLst>
            </p:cNvPr>
            <p:cNvSpPr txBox="1">
              <a:spLocks noChangeArrowheads="1"/>
            </p:cNvSpPr>
            <p:nvPr/>
          </p:nvSpPr>
          <p:spPr bwMode="auto">
            <a:xfrm>
              <a:off x="1372" y="243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B</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8" name="Text Box 28">
              <a:extLst>
                <a:ext uri="{FF2B5EF4-FFF2-40B4-BE49-F238E27FC236}">
                  <a16:creationId xmlns:a16="http://schemas.microsoft.com/office/drawing/2014/main" id="{9FAC8310-3389-4285-8547-0D061A13D985}"/>
                </a:ext>
              </a:extLst>
            </p:cNvPr>
            <p:cNvSpPr txBox="1">
              <a:spLocks noChangeArrowheads="1"/>
            </p:cNvSpPr>
            <p:nvPr/>
          </p:nvSpPr>
          <p:spPr bwMode="auto">
            <a:xfrm>
              <a:off x="1376" y="2606"/>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C</a:t>
              </a:r>
              <a:endParaRPr kumimoji="1" lang="en-US"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29" name="Text Box 29">
              <a:extLst>
                <a:ext uri="{FF2B5EF4-FFF2-40B4-BE49-F238E27FC236}">
                  <a16:creationId xmlns:a16="http://schemas.microsoft.com/office/drawing/2014/main" id="{4FCBF184-C180-4F34-B37D-1C9AC55A5F58}"/>
                </a:ext>
              </a:extLst>
            </p:cNvPr>
            <p:cNvSpPr txBox="1">
              <a:spLocks noChangeArrowheads="1"/>
            </p:cNvSpPr>
            <p:nvPr/>
          </p:nvSpPr>
          <p:spPr bwMode="auto">
            <a:xfrm>
              <a:off x="2164" y="2220"/>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endParaRPr>
            </a:p>
          </p:txBody>
        </p:sp>
        <p:sp>
          <p:nvSpPr>
            <p:cNvPr id="30" name="Text Box 30">
              <a:extLst>
                <a:ext uri="{FF2B5EF4-FFF2-40B4-BE49-F238E27FC236}">
                  <a16:creationId xmlns:a16="http://schemas.microsoft.com/office/drawing/2014/main" id="{49791D1F-58FE-4AAE-865D-B50D89ADBB28}"/>
                </a:ext>
              </a:extLst>
            </p:cNvPr>
            <p:cNvSpPr txBox="1">
              <a:spLocks noChangeArrowheads="1"/>
            </p:cNvSpPr>
            <p:nvPr/>
          </p:nvSpPr>
          <p:spPr bwMode="auto">
            <a:xfrm>
              <a:off x="1995" y="2431"/>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幼圆" panose="02010509060101010101" pitchFamily="49" charset="-122"/>
                  <a:cs typeface="+mn-cs"/>
                </a:rPr>
                <a:t>&gt;</a:t>
              </a:r>
            </a:p>
          </p:txBody>
        </p:sp>
        <p:sp>
          <p:nvSpPr>
            <p:cNvPr id="31" name="Line 31">
              <a:extLst>
                <a:ext uri="{FF2B5EF4-FFF2-40B4-BE49-F238E27FC236}">
                  <a16:creationId xmlns:a16="http://schemas.microsoft.com/office/drawing/2014/main" id="{165D5C76-0267-4637-BC75-1455F8C90C71}"/>
                </a:ext>
              </a:extLst>
            </p:cNvPr>
            <p:cNvSpPr>
              <a:spLocks noChangeShapeType="1"/>
            </p:cNvSpPr>
            <p:nvPr/>
          </p:nvSpPr>
          <p:spPr bwMode="auto">
            <a:xfrm flipV="1">
              <a:off x="2060" y="2610"/>
              <a:ext cx="104" cy="56"/>
            </a:xfrm>
            <a:prstGeom prst="line">
              <a:avLst/>
            </a:prstGeom>
            <a:noFill/>
            <a:ln w="19050" cap="sq">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Text Box 32">
              <a:extLst>
                <a:ext uri="{FF2B5EF4-FFF2-40B4-BE49-F238E27FC236}">
                  <a16:creationId xmlns:a16="http://schemas.microsoft.com/office/drawing/2014/main" id="{2D9969E4-CD40-488A-B4B2-08B133667F25}"/>
                </a:ext>
              </a:extLst>
            </p:cNvPr>
            <p:cNvSpPr txBox="1">
              <a:spLocks noChangeArrowheads="1"/>
            </p:cNvSpPr>
            <p:nvPr/>
          </p:nvSpPr>
          <p:spPr bwMode="auto">
            <a:xfrm>
              <a:off x="2124" y="244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a:ln>
                    <a:noFill/>
                  </a:ln>
                  <a:effectLst/>
                  <a:uLnTx/>
                  <a:uFillTx/>
                  <a:latin typeface="Times New Roman" panose="02020603050405020304" pitchFamily="18" charset="0"/>
                  <a:ea typeface="幼圆" panose="02010509060101010101" pitchFamily="49" charset="-122"/>
                  <a:cs typeface="+mn-cs"/>
                </a:rPr>
                <a:t>1</a:t>
              </a:r>
            </a:p>
          </p:txBody>
        </p:sp>
        <p:sp>
          <p:nvSpPr>
            <p:cNvPr id="33" name="Oval 33">
              <a:extLst>
                <a:ext uri="{FF2B5EF4-FFF2-40B4-BE49-F238E27FC236}">
                  <a16:creationId xmlns:a16="http://schemas.microsoft.com/office/drawing/2014/main" id="{B886917A-3AAC-4492-A659-85E19ACCBFDC}"/>
                </a:ext>
              </a:extLst>
            </p:cNvPr>
            <p:cNvSpPr>
              <a:spLocks noChangeArrowheads="1"/>
            </p:cNvSpPr>
            <p:nvPr/>
          </p:nvSpPr>
          <p:spPr bwMode="auto">
            <a:xfrm>
              <a:off x="2378" y="2572"/>
              <a:ext cx="86" cy="86"/>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34" name="Group 34">
            <a:extLst>
              <a:ext uri="{FF2B5EF4-FFF2-40B4-BE49-F238E27FC236}">
                <a16:creationId xmlns:a16="http://schemas.microsoft.com/office/drawing/2014/main" id="{99DF65EE-74D4-4C54-A3A4-D9E884B911F8}"/>
              </a:ext>
            </a:extLst>
          </p:cNvPr>
          <p:cNvGrpSpPr>
            <a:grpSpLocks/>
          </p:cNvGrpSpPr>
          <p:nvPr/>
        </p:nvGrpSpPr>
        <p:grpSpPr bwMode="auto">
          <a:xfrm>
            <a:off x="779463" y="1681163"/>
            <a:ext cx="3743325" cy="585787"/>
            <a:chOff x="960" y="2113"/>
            <a:chExt cx="2358" cy="369"/>
          </a:xfrm>
        </p:grpSpPr>
        <p:sp>
          <p:nvSpPr>
            <p:cNvPr id="35" name="Text Box 35">
              <a:extLst>
                <a:ext uri="{FF2B5EF4-FFF2-40B4-BE49-F238E27FC236}">
                  <a16:creationId xmlns:a16="http://schemas.microsoft.com/office/drawing/2014/main" id="{FB943749-F705-40BF-A64D-7656B9DE3F10}"/>
                </a:ext>
              </a:extLst>
            </p:cNvPr>
            <p:cNvSpPr txBox="1">
              <a:spLocks noChangeArrowheads="1"/>
            </p:cNvSpPr>
            <p:nvPr/>
          </p:nvSpPr>
          <p:spPr bwMode="auto">
            <a:xfrm>
              <a:off x="960" y="2155"/>
              <a:ext cx="2358"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F=A+B+A+C+D+B+D</a:t>
              </a:r>
            </a:p>
          </p:txBody>
        </p:sp>
        <p:sp>
          <p:nvSpPr>
            <p:cNvPr id="36" name="Line 36">
              <a:extLst>
                <a:ext uri="{FF2B5EF4-FFF2-40B4-BE49-F238E27FC236}">
                  <a16:creationId xmlns:a16="http://schemas.microsoft.com/office/drawing/2014/main" id="{2A1A755C-3668-46A0-8CB3-626CD6C906DE}"/>
                </a:ext>
              </a:extLst>
            </p:cNvPr>
            <p:cNvSpPr>
              <a:spLocks noChangeShapeType="1"/>
            </p:cNvSpPr>
            <p:nvPr/>
          </p:nvSpPr>
          <p:spPr bwMode="auto">
            <a:xfrm>
              <a:off x="1557" y="2208"/>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37">
              <a:extLst>
                <a:ext uri="{FF2B5EF4-FFF2-40B4-BE49-F238E27FC236}">
                  <a16:creationId xmlns:a16="http://schemas.microsoft.com/office/drawing/2014/main" id="{5E1993C4-6F99-45C6-B636-69706F4D7ADE}"/>
                </a:ext>
              </a:extLst>
            </p:cNvPr>
            <p:cNvSpPr>
              <a:spLocks noChangeShapeType="1"/>
            </p:cNvSpPr>
            <p:nvPr/>
          </p:nvSpPr>
          <p:spPr bwMode="auto">
            <a:xfrm>
              <a:off x="2421" y="2208"/>
              <a:ext cx="16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38">
              <a:extLst>
                <a:ext uri="{FF2B5EF4-FFF2-40B4-BE49-F238E27FC236}">
                  <a16:creationId xmlns:a16="http://schemas.microsoft.com/office/drawing/2014/main" id="{94F178CD-842C-4486-A4CF-EDD5C7CCB7B4}"/>
                </a:ext>
              </a:extLst>
            </p:cNvPr>
            <p:cNvSpPr>
              <a:spLocks noChangeShapeType="1"/>
            </p:cNvSpPr>
            <p:nvPr/>
          </p:nvSpPr>
          <p:spPr bwMode="auto">
            <a:xfrm>
              <a:off x="1291" y="2155"/>
              <a:ext cx="4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Line 39">
              <a:extLst>
                <a:ext uri="{FF2B5EF4-FFF2-40B4-BE49-F238E27FC236}">
                  <a16:creationId xmlns:a16="http://schemas.microsoft.com/office/drawing/2014/main" id="{012F211E-D777-4E7E-917C-9FEB7FEE01BC}"/>
                </a:ext>
              </a:extLst>
            </p:cNvPr>
            <p:cNvSpPr>
              <a:spLocks noChangeShapeType="1"/>
            </p:cNvSpPr>
            <p:nvPr/>
          </p:nvSpPr>
          <p:spPr bwMode="auto">
            <a:xfrm>
              <a:off x="1877" y="2166"/>
              <a:ext cx="7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Line 40">
              <a:extLst>
                <a:ext uri="{FF2B5EF4-FFF2-40B4-BE49-F238E27FC236}">
                  <a16:creationId xmlns:a16="http://schemas.microsoft.com/office/drawing/2014/main" id="{E8C314FF-90B7-476D-A3DF-0F1A7873334B}"/>
                </a:ext>
              </a:extLst>
            </p:cNvPr>
            <p:cNvSpPr>
              <a:spLocks noChangeShapeType="1"/>
            </p:cNvSpPr>
            <p:nvPr/>
          </p:nvSpPr>
          <p:spPr bwMode="auto">
            <a:xfrm>
              <a:off x="2741" y="2155"/>
              <a:ext cx="4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Line 41">
              <a:extLst>
                <a:ext uri="{FF2B5EF4-FFF2-40B4-BE49-F238E27FC236}">
                  <a16:creationId xmlns:a16="http://schemas.microsoft.com/office/drawing/2014/main" id="{CED3A193-08B4-4F8D-9323-4D3BCFC89E01}"/>
                </a:ext>
              </a:extLst>
            </p:cNvPr>
            <p:cNvSpPr>
              <a:spLocks noChangeShapeType="1"/>
            </p:cNvSpPr>
            <p:nvPr/>
          </p:nvSpPr>
          <p:spPr bwMode="auto">
            <a:xfrm>
              <a:off x="1280" y="2113"/>
              <a:ext cx="18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2" name="Text Box 42">
            <a:extLst>
              <a:ext uri="{FF2B5EF4-FFF2-40B4-BE49-F238E27FC236}">
                <a16:creationId xmlns:a16="http://schemas.microsoft.com/office/drawing/2014/main" id="{B9F76153-1FF9-4ED4-B41D-57306C52A381}"/>
              </a:ext>
            </a:extLst>
          </p:cNvPr>
          <p:cNvSpPr txBox="1">
            <a:spLocks noChangeArrowheads="1"/>
          </p:cNvSpPr>
          <p:nvPr/>
        </p:nvSpPr>
        <p:spPr bwMode="auto">
          <a:xfrm>
            <a:off x="5024438" y="1568450"/>
            <a:ext cx="2814636"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或非”表达式</a:t>
            </a:r>
          </a:p>
        </p:txBody>
      </p:sp>
      <p:sp>
        <p:nvSpPr>
          <p:cNvPr id="43" name="Rectangle 43">
            <a:extLst>
              <a:ext uri="{FF2B5EF4-FFF2-40B4-BE49-F238E27FC236}">
                <a16:creationId xmlns:a16="http://schemas.microsoft.com/office/drawing/2014/main" id="{B0AECCB0-580D-4BF9-B918-BA38377D4814}"/>
              </a:ext>
            </a:extLst>
          </p:cNvPr>
          <p:cNvSpPr>
            <a:spLocks noChangeArrowheads="1"/>
          </p:cNvSpPr>
          <p:nvPr/>
        </p:nvSpPr>
        <p:spPr bwMode="auto">
          <a:xfrm>
            <a:off x="304800" y="2432050"/>
            <a:ext cx="24606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3</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、“与或非”</a:t>
            </a:r>
          </a:p>
        </p:txBody>
      </p:sp>
      <p:grpSp>
        <p:nvGrpSpPr>
          <p:cNvPr id="44" name="Group 44">
            <a:extLst>
              <a:ext uri="{FF2B5EF4-FFF2-40B4-BE49-F238E27FC236}">
                <a16:creationId xmlns:a16="http://schemas.microsoft.com/office/drawing/2014/main" id="{87ECD201-0E55-4C97-91A1-7263A7612201}"/>
              </a:ext>
            </a:extLst>
          </p:cNvPr>
          <p:cNvGrpSpPr>
            <a:grpSpLocks/>
          </p:cNvGrpSpPr>
          <p:nvPr/>
        </p:nvGrpSpPr>
        <p:grpSpPr bwMode="auto">
          <a:xfrm>
            <a:off x="914400" y="3168650"/>
            <a:ext cx="1862138" cy="519113"/>
            <a:chOff x="3467" y="2357"/>
            <a:chExt cx="1173" cy="327"/>
          </a:xfrm>
        </p:grpSpPr>
        <p:sp>
          <p:nvSpPr>
            <p:cNvPr id="45" name="Text Box 45">
              <a:extLst>
                <a:ext uri="{FF2B5EF4-FFF2-40B4-BE49-F238E27FC236}">
                  <a16:creationId xmlns:a16="http://schemas.microsoft.com/office/drawing/2014/main" id="{96677C43-1E61-4873-8CC5-19324CA00254}"/>
                </a:ext>
              </a:extLst>
            </p:cNvPr>
            <p:cNvSpPr txBox="1">
              <a:spLocks noChangeArrowheads="1"/>
            </p:cNvSpPr>
            <p:nvPr/>
          </p:nvSpPr>
          <p:spPr bwMode="auto">
            <a:xfrm>
              <a:off x="3467" y="2357"/>
              <a:ext cx="117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F=AB+CD</a:t>
              </a:r>
            </a:p>
          </p:txBody>
        </p:sp>
        <p:sp>
          <p:nvSpPr>
            <p:cNvPr id="46" name="Line 46">
              <a:extLst>
                <a:ext uri="{FF2B5EF4-FFF2-40B4-BE49-F238E27FC236}">
                  <a16:creationId xmlns:a16="http://schemas.microsoft.com/office/drawing/2014/main" id="{15B882CD-5A79-4E12-A7CD-3953DFDDFC38}"/>
                </a:ext>
              </a:extLst>
            </p:cNvPr>
            <p:cNvSpPr>
              <a:spLocks noChangeShapeType="1"/>
            </p:cNvSpPr>
            <p:nvPr/>
          </p:nvSpPr>
          <p:spPr bwMode="auto">
            <a:xfrm>
              <a:off x="3808" y="2390"/>
              <a:ext cx="7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47" name="Rectangle 47">
            <a:extLst>
              <a:ext uri="{FF2B5EF4-FFF2-40B4-BE49-F238E27FC236}">
                <a16:creationId xmlns:a16="http://schemas.microsoft.com/office/drawing/2014/main" id="{2D058EF3-EC8A-48B9-87D1-5D2743194827}"/>
              </a:ext>
            </a:extLst>
          </p:cNvPr>
          <p:cNvSpPr>
            <a:spLocks noChangeArrowheads="1"/>
          </p:cNvSpPr>
          <p:nvPr/>
        </p:nvSpPr>
        <p:spPr bwMode="auto">
          <a:xfrm>
            <a:off x="354013" y="3971925"/>
            <a:ext cx="24606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a:ln>
                  <a:noFill/>
                </a:ln>
                <a:solidFill>
                  <a:srgbClr val="1F08F8"/>
                </a:solidFill>
                <a:effectLst/>
                <a:uLnTx/>
                <a:uFillTx/>
                <a:latin typeface="Times New Roman" panose="02020603050405020304" pitchFamily="18" charset="0"/>
                <a:ea typeface="宋体" panose="02010600030101010101" pitchFamily="2" charset="-122"/>
                <a:cs typeface="+mn-cs"/>
              </a:rPr>
              <a:t>、“异或”</a:t>
            </a:r>
          </a:p>
        </p:txBody>
      </p:sp>
      <p:grpSp>
        <p:nvGrpSpPr>
          <p:cNvPr id="48" name="Group 48">
            <a:extLst>
              <a:ext uri="{FF2B5EF4-FFF2-40B4-BE49-F238E27FC236}">
                <a16:creationId xmlns:a16="http://schemas.microsoft.com/office/drawing/2014/main" id="{91F35BF2-E5F8-4843-B3E5-5C3E8390BDE9}"/>
              </a:ext>
            </a:extLst>
          </p:cNvPr>
          <p:cNvGrpSpPr>
            <a:grpSpLocks/>
          </p:cNvGrpSpPr>
          <p:nvPr/>
        </p:nvGrpSpPr>
        <p:grpSpPr bwMode="auto">
          <a:xfrm>
            <a:off x="2185988" y="3978275"/>
            <a:ext cx="1912937" cy="519113"/>
            <a:chOff x="1291" y="3253"/>
            <a:chExt cx="1205" cy="327"/>
          </a:xfrm>
        </p:grpSpPr>
        <p:sp>
          <p:nvSpPr>
            <p:cNvPr id="49" name="Text Box 49">
              <a:extLst>
                <a:ext uri="{FF2B5EF4-FFF2-40B4-BE49-F238E27FC236}">
                  <a16:creationId xmlns:a16="http://schemas.microsoft.com/office/drawing/2014/main" id="{E76F2A3F-72B3-4EEF-B9C8-B79CA2F17EF9}"/>
                </a:ext>
              </a:extLst>
            </p:cNvPr>
            <p:cNvSpPr txBox="1">
              <a:spLocks noChangeArrowheads="1"/>
            </p:cNvSpPr>
            <p:nvPr/>
          </p:nvSpPr>
          <p:spPr bwMode="auto">
            <a:xfrm>
              <a:off x="1291" y="3253"/>
              <a:ext cx="120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F=AB+AB</a:t>
              </a:r>
            </a:p>
          </p:txBody>
        </p:sp>
        <p:sp>
          <p:nvSpPr>
            <p:cNvPr id="50" name="Line 50">
              <a:extLst>
                <a:ext uri="{FF2B5EF4-FFF2-40B4-BE49-F238E27FC236}">
                  <a16:creationId xmlns:a16="http://schemas.microsoft.com/office/drawing/2014/main" id="{2378A402-EDFB-48E1-BFF5-1C6F10B3F2CE}"/>
                </a:ext>
              </a:extLst>
            </p:cNvPr>
            <p:cNvSpPr>
              <a:spLocks noChangeShapeType="1"/>
            </p:cNvSpPr>
            <p:nvPr/>
          </p:nvSpPr>
          <p:spPr bwMode="auto">
            <a:xfrm>
              <a:off x="1632" y="3296"/>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1" name="Line 51">
              <a:extLst>
                <a:ext uri="{FF2B5EF4-FFF2-40B4-BE49-F238E27FC236}">
                  <a16:creationId xmlns:a16="http://schemas.microsoft.com/office/drawing/2014/main" id="{BC68C87E-B38D-4F1C-A4A2-D7EFD7E383F9}"/>
                </a:ext>
              </a:extLst>
            </p:cNvPr>
            <p:cNvSpPr>
              <a:spLocks noChangeShapeType="1"/>
            </p:cNvSpPr>
            <p:nvPr/>
          </p:nvSpPr>
          <p:spPr bwMode="auto">
            <a:xfrm>
              <a:off x="2208" y="3307"/>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52" name="Group 52">
            <a:extLst>
              <a:ext uri="{FF2B5EF4-FFF2-40B4-BE49-F238E27FC236}">
                <a16:creationId xmlns:a16="http://schemas.microsoft.com/office/drawing/2014/main" id="{A887D5EE-BBDF-4371-BBFF-D6375B8A1C70}"/>
              </a:ext>
            </a:extLst>
          </p:cNvPr>
          <p:cNvGrpSpPr>
            <a:grpSpLocks/>
          </p:cNvGrpSpPr>
          <p:nvPr/>
        </p:nvGrpSpPr>
        <p:grpSpPr bwMode="auto">
          <a:xfrm>
            <a:off x="6186488" y="2432050"/>
            <a:ext cx="2957512" cy="1292225"/>
            <a:chOff x="1958" y="1533"/>
            <a:chExt cx="1863" cy="814"/>
          </a:xfrm>
        </p:grpSpPr>
        <p:sp>
          <p:nvSpPr>
            <p:cNvPr id="53" name="Text Box 53">
              <a:extLst>
                <a:ext uri="{FF2B5EF4-FFF2-40B4-BE49-F238E27FC236}">
                  <a16:creationId xmlns:a16="http://schemas.microsoft.com/office/drawing/2014/main" id="{75E67409-BD25-40D8-9E0D-E24AE628E934}"/>
                </a:ext>
              </a:extLst>
            </p:cNvPr>
            <p:cNvSpPr txBox="1">
              <a:spLocks noChangeArrowheads="1"/>
            </p:cNvSpPr>
            <p:nvPr/>
          </p:nvSpPr>
          <p:spPr bwMode="auto">
            <a:xfrm>
              <a:off x="3365" y="1770"/>
              <a:ext cx="45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F</a:t>
              </a:r>
            </a:p>
          </p:txBody>
        </p:sp>
        <p:sp>
          <p:nvSpPr>
            <p:cNvPr id="54" name="Line 54">
              <a:extLst>
                <a:ext uri="{FF2B5EF4-FFF2-40B4-BE49-F238E27FC236}">
                  <a16:creationId xmlns:a16="http://schemas.microsoft.com/office/drawing/2014/main" id="{0A2AD561-FAE6-4A00-9F3C-8A145FCAB0DD}"/>
                </a:ext>
              </a:extLst>
            </p:cNvPr>
            <p:cNvSpPr>
              <a:spLocks noChangeShapeType="1"/>
            </p:cNvSpPr>
            <p:nvPr/>
          </p:nvSpPr>
          <p:spPr bwMode="auto">
            <a:xfrm flipV="1">
              <a:off x="2484" y="1966"/>
              <a:ext cx="236" cy="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Oval 55">
              <a:extLst>
                <a:ext uri="{FF2B5EF4-FFF2-40B4-BE49-F238E27FC236}">
                  <a16:creationId xmlns:a16="http://schemas.microsoft.com/office/drawing/2014/main" id="{AA058365-E3EE-4AEF-A65B-A9F52E8486B3}"/>
                </a:ext>
              </a:extLst>
            </p:cNvPr>
            <p:cNvSpPr>
              <a:spLocks noChangeArrowheads="1"/>
            </p:cNvSpPr>
            <p:nvPr/>
          </p:nvSpPr>
          <p:spPr bwMode="auto">
            <a:xfrm>
              <a:off x="2972" y="1896"/>
              <a:ext cx="104" cy="1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6" name="Line 56">
              <a:extLst>
                <a:ext uri="{FF2B5EF4-FFF2-40B4-BE49-F238E27FC236}">
                  <a16:creationId xmlns:a16="http://schemas.microsoft.com/office/drawing/2014/main" id="{CAC794D4-8527-42D2-8E87-5A621C8D2004}"/>
                </a:ext>
              </a:extLst>
            </p:cNvPr>
            <p:cNvSpPr>
              <a:spLocks noChangeShapeType="1"/>
            </p:cNvSpPr>
            <p:nvPr/>
          </p:nvSpPr>
          <p:spPr bwMode="auto">
            <a:xfrm>
              <a:off x="3070" y="1958"/>
              <a:ext cx="3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Line 57">
              <a:extLst>
                <a:ext uri="{FF2B5EF4-FFF2-40B4-BE49-F238E27FC236}">
                  <a16:creationId xmlns:a16="http://schemas.microsoft.com/office/drawing/2014/main" id="{C927B976-4FA5-434A-8089-F2AF36A20DEB}"/>
                </a:ext>
              </a:extLst>
            </p:cNvPr>
            <p:cNvSpPr>
              <a:spLocks noChangeShapeType="1"/>
            </p:cNvSpPr>
            <p:nvPr/>
          </p:nvSpPr>
          <p:spPr bwMode="auto">
            <a:xfrm flipH="1">
              <a:off x="2219" y="1743"/>
              <a:ext cx="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Line 58">
              <a:extLst>
                <a:ext uri="{FF2B5EF4-FFF2-40B4-BE49-F238E27FC236}">
                  <a16:creationId xmlns:a16="http://schemas.microsoft.com/office/drawing/2014/main" id="{9A7E65AB-2C7D-4110-BF2C-7FED00400E89}"/>
                </a:ext>
              </a:extLst>
            </p:cNvPr>
            <p:cNvSpPr>
              <a:spLocks noChangeShapeType="1"/>
            </p:cNvSpPr>
            <p:nvPr/>
          </p:nvSpPr>
          <p:spPr bwMode="auto">
            <a:xfrm flipH="1">
              <a:off x="2219" y="1888"/>
              <a:ext cx="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Line 59">
              <a:extLst>
                <a:ext uri="{FF2B5EF4-FFF2-40B4-BE49-F238E27FC236}">
                  <a16:creationId xmlns:a16="http://schemas.microsoft.com/office/drawing/2014/main" id="{EEDDE495-914E-4DCF-92DF-7D1FDC905E89}"/>
                </a:ext>
              </a:extLst>
            </p:cNvPr>
            <p:cNvSpPr>
              <a:spLocks noChangeShapeType="1"/>
            </p:cNvSpPr>
            <p:nvPr/>
          </p:nvSpPr>
          <p:spPr bwMode="auto">
            <a:xfrm flipH="1">
              <a:off x="2207" y="2040"/>
              <a:ext cx="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Line 60">
              <a:extLst>
                <a:ext uri="{FF2B5EF4-FFF2-40B4-BE49-F238E27FC236}">
                  <a16:creationId xmlns:a16="http://schemas.microsoft.com/office/drawing/2014/main" id="{DD3ED263-7C3B-4863-9B2F-2969C685F728}"/>
                </a:ext>
              </a:extLst>
            </p:cNvPr>
            <p:cNvSpPr>
              <a:spLocks noChangeShapeType="1"/>
            </p:cNvSpPr>
            <p:nvPr/>
          </p:nvSpPr>
          <p:spPr bwMode="auto">
            <a:xfrm flipH="1">
              <a:off x="2219" y="2164"/>
              <a:ext cx="26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Text Box 61">
              <a:extLst>
                <a:ext uri="{FF2B5EF4-FFF2-40B4-BE49-F238E27FC236}">
                  <a16:creationId xmlns:a16="http://schemas.microsoft.com/office/drawing/2014/main" id="{324D599D-625A-4164-918F-D02B606B54DB}"/>
                </a:ext>
              </a:extLst>
            </p:cNvPr>
            <p:cNvSpPr txBox="1">
              <a:spLocks noChangeArrowheads="1"/>
            </p:cNvSpPr>
            <p:nvPr/>
          </p:nvSpPr>
          <p:spPr bwMode="auto">
            <a:xfrm>
              <a:off x="2711" y="1781"/>
              <a:ext cx="325"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800" b="0"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a:t>
              </a:r>
            </a:p>
          </p:txBody>
        </p:sp>
        <p:sp>
          <p:nvSpPr>
            <p:cNvPr id="62" name="Text Box 62">
              <a:extLst>
                <a:ext uri="{FF2B5EF4-FFF2-40B4-BE49-F238E27FC236}">
                  <a16:creationId xmlns:a16="http://schemas.microsoft.com/office/drawing/2014/main" id="{C989BD98-35A2-469C-B7BE-04D09AA37EAD}"/>
                </a:ext>
              </a:extLst>
            </p:cNvPr>
            <p:cNvSpPr txBox="1">
              <a:spLocks noChangeArrowheads="1"/>
            </p:cNvSpPr>
            <p:nvPr/>
          </p:nvSpPr>
          <p:spPr bwMode="auto">
            <a:xfrm>
              <a:off x="1969" y="1533"/>
              <a:ext cx="307"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A</a:t>
              </a:r>
            </a:p>
          </p:txBody>
        </p:sp>
        <p:sp>
          <p:nvSpPr>
            <p:cNvPr id="63" name="Text Box 63">
              <a:extLst>
                <a:ext uri="{FF2B5EF4-FFF2-40B4-BE49-F238E27FC236}">
                  <a16:creationId xmlns:a16="http://schemas.microsoft.com/office/drawing/2014/main" id="{4EBACE76-68CB-4BE7-8655-B4541F1DB0E9}"/>
                </a:ext>
              </a:extLst>
            </p:cNvPr>
            <p:cNvSpPr txBox="1">
              <a:spLocks noChangeArrowheads="1"/>
            </p:cNvSpPr>
            <p:nvPr/>
          </p:nvSpPr>
          <p:spPr bwMode="auto">
            <a:xfrm>
              <a:off x="1968" y="1719"/>
              <a:ext cx="29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B</a:t>
              </a:r>
            </a:p>
          </p:txBody>
        </p:sp>
        <p:sp>
          <p:nvSpPr>
            <p:cNvPr id="64" name="Text Box 64">
              <a:extLst>
                <a:ext uri="{FF2B5EF4-FFF2-40B4-BE49-F238E27FC236}">
                  <a16:creationId xmlns:a16="http://schemas.microsoft.com/office/drawing/2014/main" id="{40A98F2F-89C0-4E67-A4AF-542286C5201C}"/>
                </a:ext>
              </a:extLst>
            </p:cNvPr>
            <p:cNvSpPr txBox="1">
              <a:spLocks noChangeArrowheads="1"/>
            </p:cNvSpPr>
            <p:nvPr/>
          </p:nvSpPr>
          <p:spPr bwMode="auto">
            <a:xfrm>
              <a:off x="1958" y="1883"/>
              <a:ext cx="296"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C</a:t>
              </a:r>
            </a:p>
          </p:txBody>
        </p:sp>
        <p:sp>
          <p:nvSpPr>
            <p:cNvPr id="65" name="Text Box 65">
              <a:extLst>
                <a:ext uri="{FF2B5EF4-FFF2-40B4-BE49-F238E27FC236}">
                  <a16:creationId xmlns:a16="http://schemas.microsoft.com/office/drawing/2014/main" id="{FAC78ED2-9CEB-47D6-807C-1EA36DE655BC}"/>
                </a:ext>
              </a:extLst>
            </p:cNvPr>
            <p:cNvSpPr txBox="1">
              <a:spLocks noChangeArrowheads="1"/>
            </p:cNvSpPr>
            <p:nvPr/>
          </p:nvSpPr>
          <p:spPr bwMode="auto">
            <a:xfrm>
              <a:off x="1968" y="2059"/>
              <a:ext cx="285" cy="2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rPr>
                <a:t>D</a:t>
              </a:r>
            </a:p>
          </p:txBody>
        </p:sp>
        <p:sp>
          <p:nvSpPr>
            <p:cNvPr id="66" name="Rectangle 66">
              <a:extLst>
                <a:ext uri="{FF2B5EF4-FFF2-40B4-BE49-F238E27FC236}">
                  <a16:creationId xmlns:a16="http://schemas.microsoft.com/office/drawing/2014/main" id="{1C9EE330-5633-41F6-B520-9C17E7C8A753}"/>
                </a:ext>
              </a:extLst>
            </p:cNvPr>
            <p:cNvSpPr>
              <a:spLocks noChangeArrowheads="1"/>
            </p:cNvSpPr>
            <p:nvPr/>
          </p:nvSpPr>
          <p:spPr bwMode="auto">
            <a:xfrm>
              <a:off x="2475" y="1664"/>
              <a:ext cx="501" cy="59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7" name="Line 67">
              <a:extLst>
                <a:ext uri="{FF2B5EF4-FFF2-40B4-BE49-F238E27FC236}">
                  <a16:creationId xmlns:a16="http://schemas.microsoft.com/office/drawing/2014/main" id="{71DF4631-3165-40E8-8A83-60555C7BBA4F}"/>
                </a:ext>
              </a:extLst>
            </p:cNvPr>
            <p:cNvSpPr>
              <a:spLocks noChangeShapeType="1"/>
            </p:cNvSpPr>
            <p:nvPr/>
          </p:nvSpPr>
          <p:spPr bwMode="auto">
            <a:xfrm>
              <a:off x="2721" y="1664"/>
              <a:ext cx="0" cy="5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68" name="Group 68">
            <a:extLst>
              <a:ext uri="{FF2B5EF4-FFF2-40B4-BE49-F238E27FC236}">
                <a16:creationId xmlns:a16="http://schemas.microsoft.com/office/drawing/2014/main" id="{C5426E10-6D26-4D1B-BFBF-762B57A4926A}"/>
              </a:ext>
            </a:extLst>
          </p:cNvPr>
          <p:cNvGrpSpPr>
            <a:grpSpLocks/>
          </p:cNvGrpSpPr>
          <p:nvPr/>
        </p:nvGrpSpPr>
        <p:grpSpPr bwMode="auto">
          <a:xfrm>
            <a:off x="998538" y="4484688"/>
            <a:ext cx="1644650" cy="2230437"/>
            <a:chOff x="629" y="2816"/>
            <a:chExt cx="1036" cy="1405"/>
          </a:xfrm>
        </p:grpSpPr>
        <p:grpSp>
          <p:nvGrpSpPr>
            <p:cNvPr id="69" name="Group 69">
              <a:extLst>
                <a:ext uri="{FF2B5EF4-FFF2-40B4-BE49-F238E27FC236}">
                  <a16:creationId xmlns:a16="http://schemas.microsoft.com/office/drawing/2014/main" id="{1668B7FE-9088-47AF-82ED-A46D051C235A}"/>
                </a:ext>
              </a:extLst>
            </p:cNvPr>
            <p:cNvGrpSpPr>
              <a:grpSpLocks/>
            </p:cNvGrpSpPr>
            <p:nvPr/>
          </p:nvGrpSpPr>
          <p:grpSpPr bwMode="auto">
            <a:xfrm>
              <a:off x="629" y="2869"/>
              <a:ext cx="1025" cy="1312"/>
              <a:chOff x="629" y="2869"/>
              <a:chExt cx="1025" cy="1056"/>
            </a:xfrm>
          </p:grpSpPr>
          <p:sp>
            <p:nvSpPr>
              <p:cNvPr id="76" name="Rectangle 70">
                <a:extLst>
                  <a:ext uri="{FF2B5EF4-FFF2-40B4-BE49-F238E27FC236}">
                    <a16:creationId xmlns:a16="http://schemas.microsoft.com/office/drawing/2014/main" id="{33F4C694-D396-4A1B-B330-242B35BCEBF2}"/>
                  </a:ext>
                </a:extLst>
              </p:cNvPr>
              <p:cNvSpPr>
                <a:spLocks noChangeArrowheads="1"/>
              </p:cNvSpPr>
              <p:nvPr/>
            </p:nvSpPr>
            <p:spPr bwMode="auto">
              <a:xfrm>
                <a:off x="629" y="2869"/>
                <a:ext cx="1024" cy="105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 name="Line 71">
                <a:extLst>
                  <a:ext uri="{FF2B5EF4-FFF2-40B4-BE49-F238E27FC236}">
                    <a16:creationId xmlns:a16="http://schemas.microsoft.com/office/drawing/2014/main" id="{7EA67FB1-9EF5-4AFE-8A81-6698B37F97F0}"/>
                  </a:ext>
                </a:extLst>
              </p:cNvPr>
              <p:cNvSpPr>
                <a:spLocks noChangeShapeType="1"/>
              </p:cNvSpPr>
              <p:nvPr/>
            </p:nvSpPr>
            <p:spPr bwMode="auto">
              <a:xfrm>
                <a:off x="629" y="3061"/>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8" name="Line 72">
                <a:extLst>
                  <a:ext uri="{FF2B5EF4-FFF2-40B4-BE49-F238E27FC236}">
                    <a16:creationId xmlns:a16="http://schemas.microsoft.com/office/drawing/2014/main" id="{156AB3B4-0941-4D1F-B304-D23AE9A5A822}"/>
                  </a:ext>
                </a:extLst>
              </p:cNvPr>
              <p:cNvSpPr>
                <a:spLocks noChangeShapeType="1"/>
              </p:cNvSpPr>
              <p:nvPr/>
            </p:nvSpPr>
            <p:spPr bwMode="auto">
              <a:xfrm>
                <a:off x="640" y="3285"/>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9" name="Line 73">
                <a:extLst>
                  <a:ext uri="{FF2B5EF4-FFF2-40B4-BE49-F238E27FC236}">
                    <a16:creationId xmlns:a16="http://schemas.microsoft.com/office/drawing/2014/main" id="{672351AD-E6DE-4BAF-88B0-063BBD6A9E3A}"/>
                  </a:ext>
                </a:extLst>
              </p:cNvPr>
              <p:cNvSpPr>
                <a:spLocks noChangeShapeType="1"/>
              </p:cNvSpPr>
              <p:nvPr/>
            </p:nvSpPr>
            <p:spPr bwMode="auto">
              <a:xfrm>
                <a:off x="640" y="3488"/>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0" name="Line 74">
                <a:extLst>
                  <a:ext uri="{FF2B5EF4-FFF2-40B4-BE49-F238E27FC236}">
                    <a16:creationId xmlns:a16="http://schemas.microsoft.com/office/drawing/2014/main" id="{7B531182-9313-4962-B63C-FC14D500A2A3}"/>
                  </a:ext>
                </a:extLst>
              </p:cNvPr>
              <p:cNvSpPr>
                <a:spLocks noChangeShapeType="1"/>
              </p:cNvSpPr>
              <p:nvPr/>
            </p:nvSpPr>
            <p:spPr bwMode="auto">
              <a:xfrm>
                <a:off x="629" y="3701"/>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70" name="Line 75">
              <a:extLst>
                <a:ext uri="{FF2B5EF4-FFF2-40B4-BE49-F238E27FC236}">
                  <a16:creationId xmlns:a16="http://schemas.microsoft.com/office/drawing/2014/main" id="{7E21CD56-6455-4ACE-B6CD-5AF41FD0A5F7}"/>
                </a:ext>
              </a:extLst>
            </p:cNvPr>
            <p:cNvSpPr>
              <a:spLocks noChangeShapeType="1"/>
            </p:cNvSpPr>
            <p:nvPr/>
          </p:nvSpPr>
          <p:spPr bwMode="auto">
            <a:xfrm>
              <a:off x="1259" y="2859"/>
              <a:ext cx="0" cy="1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1" name="Text Box 76">
              <a:extLst>
                <a:ext uri="{FF2B5EF4-FFF2-40B4-BE49-F238E27FC236}">
                  <a16:creationId xmlns:a16="http://schemas.microsoft.com/office/drawing/2014/main" id="{CE4931A3-E44A-45B4-9E96-05D0F12F6BF0}"/>
                </a:ext>
              </a:extLst>
            </p:cNvPr>
            <p:cNvSpPr txBox="1">
              <a:spLocks noChangeArrowheads="1"/>
            </p:cNvSpPr>
            <p:nvPr/>
          </p:nvSpPr>
          <p:spPr bwMode="auto">
            <a:xfrm>
              <a:off x="641" y="2816"/>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B     F</a:t>
              </a:r>
            </a:p>
          </p:txBody>
        </p:sp>
        <p:sp>
          <p:nvSpPr>
            <p:cNvPr id="72" name="Text Box 77">
              <a:extLst>
                <a:ext uri="{FF2B5EF4-FFF2-40B4-BE49-F238E27FC236}">
                  <a16:creationId xmlns:a16="http://schemas.microsoft.com/office/drawing/2014/main" id="{4575139B-6006-4456-AE6F-599A7D4310E6}"/>
                </a:ext>
              </a:extLst>
            </p:cNvPr>
            <p:cNvSpPr txBox="1">
              <a:spLocks noChangeArrowheads="1"/>
            </p:cNvSpPr>
            <p:nvPr/>
          </p:nvSpPr>
          <p:spPr bwMode="auto">
            <a:xfrm>
              <a:off x="652" y="3616"/>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1   0     1</a:t>
              </a:r>
            </a:p>
          </p:txBody>
        </p:sp>
        <p:sp>
          <p:nvSpPr>
            <p:cNvPr id="73" name="Text Box 78">
              <a:extLst>
                <a:ext uri="{FF2B5EF4-FFF2-40B4-BE49-F238E27FC236}">
                  <a16:creationId xmlns:a16="http://schemas.microsoft.com/office/drawing/2014/main" id="{F550D05F-5560-47D0-99CB-3098D28756EF}"/>
                </a:ext>
              </a:extLst>
            </p:cNvPr>
            <p:cNvSpPr txBox="1">
              <a:spLocks noChangeArrowheads="1"/>
            </p:cNvSpPr>
            <p:nvPr/>
          </p:nvSpPr>
          <p:spPr bwMode="auto">
            <a:xfrm>
              <a:off x="652" y="3072"/>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0   0     0</a:t>
              </a:r>
            </a:p>
          </p:txBody>
        </p:sp>
        <p:sp>
          <p:nvSpPr>
            <p:cNvPr id="74" name="Text Box 79">
              <a:extLst>
                <a:ext uri="{FF2B5EF4-FFF2-40B4-BE49-F238E27FC236}">
                  <a16:creationId xmlns:a16="http://schemas.microsoft.com/office/drawing/2014/main" id="{9807BD18-C38F-4712-A50D-A11CC1F6096F}"/>
                </a:ext>
              </a:extLst>
            </p:cNvPr>
            <p:cNvSpPr txBox="1">
              <a:spLocks noChangeArrowheads="1"/>
            </p:cNvSpPr>
            <p:nvPr/>
          </p:nvSpPr>
          <p:spPr bwMode="auto">
            <a:xfrm>
              <a:off x="641" y="3350"/>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0   1     1</a:t>
              </a:r>
            </a:p>
          </p:txBody>
        </p:sp>
        <p:sp>
          <p:nvSpPr>
            <p:cNvPr id="75" name="Text Box 80">
              <a:extLst>
                <a:ext uri="{FF2B5EF4-FFF2-40B4-BE49-F238E27FC236}">
                  <a16:creationId xmlns:a16="http://schemas.microsoft.com/office/drawing/2014/main" id="{84EF5746-9C7E-49DB-B6CF-0534261C5F7C}"/>
                </a:ext>
              </a:extLst>
            </p:cNvPr>
            <p:cNvSpPr txBox="1">
              <a:spLocks noChangeArrowheads="1"/>
            </p:cNvSpPr>
            <p:nvPr/>
          </p:nvSpPr>
          <p:spPr bwMode="auto">
            <a:xfrm>
              <a:off x="652" y="3894"/>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1   1     0</a:t>
              </a:r>
            </a:p>
          </p:txBody>
        </p:sp>
      </p:grpSp>
      <p:sp>
        <p:nvSpPr>
          <p:cNvPr id="81" name="Text Box 81">
            <a:extLst>
              <a:ext uri="{FF2B5EF4-FFF2-40B4-BE49-F238E27FC236}">
                <a16:creationId xmlns:a16="http://schemas.microsoft.com/office/drawing/2014/main" id="{16B62B13-B8C6-4B9D-B012-4596874E5B24}"/>
              </a:ext>
            </a:extLst>
          </p:cNvPr>
          <p:cNvSpPr txBox="1">
            <a:spLocks noChangeArrowheads="1"/>
          </p:cNvSpPr>
          <p:nvPr/>
        </p:nvSpPr>
        <p:spPr bwMode="auto">
          <a:xfrm>
            <a:off x="3827463" y="3946525"/>
            <a:ext cx="1320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B</a:t>
            </a:r>
            <a:endParaRPr kumimoji="1" lang="en-US" altLang="zh-CN"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82" name="Group 82">
            <a:extLst>
              <a:ext uri="{FF2B5EF4-FFF2-40B4-BE49-F238E27FC236}">
                <a16:creationId xmlns:a16="http://schemas.microsoft.com/office/drawing/2014/main" id="{C71240D1-61F9-4CAF-8A51-EBDEECF64EED}"/>
              </a:ext>
            </a:extLst>
          </p:cNvPr>
          <p:cNvGrpSpPr>
            <a:grpSpLocks/>
          </p:cNvGrpSpPr>
          <p:nvPr/>
        </p:nvGrpSpPr>
        <p:grpSpPr bwMode="auto">
          <a:xfrm>
            <a:off x="3184525" y="5694363"/>
            <a:ext cx="2168525" cy="841375"/>
            <a:chOff x="1953" y="2901"/>
            <a:chExt cx="1366" cy="530"/>
          </a:xfrm>
        </p:grpSpPr>
        <p:sp>
          <p:nvSpPr>
            <p:cNvPr id="83" name="Rectangle 83">
              <a:extLst>
                <a:ext uri="{FF2B5EF4-FFF2-40B4-BE49-F238E27FC236}">
                  <a16:creationId xmlns:a16="http://schemas.microsoft.com/office/drawing/2014/main" id="{9F38BA3B-2DE9-4F56-8ABC-8C325BBB08D7}"/>
                </a:ext>
              </a:extLst>
            </p:cNvPr>
            <p:cNvSpPr>
              <a:spLocks noChangeArrowheads="1"/>
            </p:cNvSpPr>
            <p:nvPr/>
          </p:nvSpPr>
          <p:spPr bwMode="auto">
            <a:xfrm>
              <a:off x="2443" y="2986"/>
              <a:ext cx="245"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84" name="Text Box 84">
              <a:extLst>
                <a:ext uri="{FF2B5EF4-FFF2-40B4-BE49-F238E27FC236}">
                  <a16:creationId xmlns:a16="http://schemas.microsoft.com/office/drawing/2014/main" id="{7B35FA7B-C119-43E7-B88F-86113BF6C6CF}"/>
                </a:ext>
              </a:extLst>
            </p:cNvPr>
            <p:cNvSpPr txBox="1">
              <a:spLocks noChangeArrowheads="1"/>
            </p:cNvSpPr>
            <p:nvPr/>
          </p:nvSpPr>
          <p:spPr bwMode="auto">
            <a:xfrm>
              <a:off x="2412" y="3007"/>
              <a:ext cx="34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85" name="Line 85">
              <a:extLst>
                <a:ext uri="{FF2B5EF4-FFF2-40B4-BE49-F238E27FC236}">
                  <a16:creationId xmlns:a16="http://schemas.microsoft.com/office/drawing/2014/main" id="{C9136EAF-EE33-43AA-8544-C3F656242C05}"/>
                </a:ext>
              </a:extLst>
            </p:cNvPr>
            <p:cNvSpPr>
              <a:spLocks noChangeShapeType="1"/>
            </p:cNvSpPr>
            <p:nvPr/>
          </p:nvSpPr>
          <p:spPr bwMode="auto">
            <a:xfrm>
              <a:off x="2166" y="3073"/>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6" name="Line 86">
              <a:extLst>
                <a:ext uri="{FF2B5EF4-FFF2-40B4-BE49-F238E27FC236}">
                  <a16:creationId xmlns:a16="http://schemas.microsoft.com/office/drawing/2014/main" id="{C3EDEF24-2AF1-4B6F-9C83-943450AB8E85}"/>
                </a:ext>
              </a:extLst>
            </p:cNvPr>
            <p:cNvSpPr>
              <a:spLocks noChangeShapeType="1"/>
            </p:cNvSpPr>
            <p:nvPr/>
          </p:nvSpPr>
          <p:spPr bwMode="auto">
            <a:xfrm>
              <a:off x="2166" y="3258"/>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7" name="Line 87">
              <a:extLst>
                <a:ext uri="{FF2B5EF4-FFF2-40B4-BE49-F238E27FC236}">
                  <a16:creationId xmlns:a16="http://schemas.microsoft.com/office/drawing/2014/main" id="{B30E16DC-2254-4ABD-A991-0C9CEF8AA427}"/>
                </a:ext>
              </a:extLst>
            </p:cNvPr>
            <p:cNvSpPr>
              <a:spLocks noChangeShapeType="1"/>
            </p:cNvSpPr>
            <p:nvPr/>
          </p:nvSpPr>
          <p:spPr bwMode="auto">
            <a:xfrm>
              <a:off x="2699" y="3163"/>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8" name="Text Box 88">
              <a:extLst>
                <a:ext uri="{FF2B5EF4-FFF2-40B4-BE49-F238E27FC236}">
                  <a16:creationId xmlns:a16="http://schemas.microsoft.com/office/drawing/2014/main" id="{D4A09BC7-1F19-4320-BDF7-B4B4EFE15043}"/>
                </a:ext>
              </a:extLst>
            </p:cNvPr>
            <p:cNvSpPr txBox="1">
              <a:spLocks noChangeArrowheads="1"/>
            </p:cNvSpPr>
            <p:nvPr/>
          </p:nvSpPr>
          <p:spPr bwMode="auto">
            <a:xfrm>
              <a:off x="1953" y="2901"/>
              <a:ext cx="384" cy="327"/>
            </a:xfrm>
            <a:prstGeom prst="rect">
              <a:avLst/>
            </a:prstGeom>
            <a:no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p>
          </p:txBody>
        </p:sp>
        <p:sp>
          <p:nvSpPr>
            <p:cNvPr id="89" name="Text Box 89">
              <a:extLst>
                <a:ext uri="{FF2B5EF4-FFF2-40B4-BE49-F238E27FC236}">
                  <a16:creationId xmlns:a16="http://schemas.microsoft.com/office/drawing/2014/main" id="{14D2F669-1811-49EE-8C15-748F223BB400}"/>
                </a:ext>
              </a:extLst>
            </p:cNvPr>
            <p:cNvSpPr txBox="1">
              <a:spLocks noChangeArrowheads="1"/>
            </p:cNvSpPr>
            <p:nvPr/>
          </p:nvSpPr>
          <p:spPr bwMode="auto">
            <a:xfrm>
              <a:off x="1953" y="3104"/>
              <a:ext cx="384" cy="327"/>
            </a:xfrm>
            <a:prstGeom prst="rect">
              <a:avLst/>
            </a:prstGeom>
            <a:no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90" name="Text Box 90">
              <a:extLst>
                <a:ext uri="{FF2B5EF4-FFF2-40B4-BE49-F238E27FC236}">
                  <a16:creationId xmlns:a16="http://schemas.microsoft.com/office/drawing/2014/main" id="{5FFDB593-D92B-410D-BFDD-220FB6861174}"/>
                </a:ext>
              </a:extLst>
            </p:cNvPr>
            <p:cNvSpPr txBox="1">
              <a:spLocks noChangeArrowheads="1"/>
            </p:cNvSpPr>
            <p:nvPr/>
          </p:nvSpPr>
          <p:spPr bwMode="auto">
            <a:xfrm>
              <a:off x="2935" y="3029"/>
              <a:ext cx="3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p>
          </p:txBody>
        </p:sp>
      </p:grpSp>
      <p:grpSp>
        <p:nvGrpSpPr>
          <p:cNvPr id="91" name="Group 91">
            <a:extLst>
              <a:ext uri="{FF2B5EF4-FFF2-40B4-BE49-F238E27FC236}">
                <a16:creationId xmlns:a16="http://schemas.microsoft.com/office/drawing/2014/main" id="{53B4F685-11A3-43D4-B6B4-669C87FF7B4D}"/>
              </a:ext>
            </a:extLst>
          </p:cNvPr>
          <p:cNvGrpSpPr>
            <a:grpSpLocks/>
          </p:cNvGrpSpPr>
          <p:nvPr/>
        </p:nvGrpSpPr>
        <p:grpSpPr bwMode="auto">
          <a:xfrm>
            <a:off x="3098800" y="4691063"/>
            <a:ext cx="2151063" cy="841375"/>
            <a:chOff x="1995" y="3552"/>
            <a:chExt cx="1355" cy="530"/>
          </a:xfrm>
        </p:grpSpPr>
        <p:sp>
          <p:nvSpPr>
            <p:cNvPr id="92" name="Rectangle 92">
              <a:extLst>
                <a:ext uri="{FF2B5EF4-FFF2-40B4-BE49-F238E27FC236}">
                  <a16:creationId xmlns:a16="http://schemas.microsoft.com/office/drawing/2014/main" id="{999AFA07-575C-4332-BDCF-8D29D8671E96}"/>
                </a:ext>
              </a:extLst>
            </p:cNvPr>
            <p:cNvSpPr>
              <a:spLocks noChangeArrowheads="1"/>
            </p:cNvSpPr>
            <p:nvPr/>
          </p:nvSpPr>
          <p:spPr bwMode="auto">
            <a:xfrm>
              <a:off x="2485" y="3637"/>
              <a:ext cx="245"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93" name="Text Box 93">
              <a:extLst>
                <a:ext uri="{FF2B5EF4-FFF2-40B4-BE49-F238E27FC236}">
                  <a16:creationId xmlns:a16="http://schemas.microsoft.com/office/drawing/2014/main" id="{1BADBF95-536F-4B16-A715-9FD83D9A19EF}"/>
                </a:ext>
              </a:extLst>
            </p:cNvPr>
            <p:cNvSpPr txBox="1">
              <a:spLocks noChangeArrowheads="1"/>
            </p:cNvSpPr>
            <p:nvPr/>
          </p:nvSpPr>
          <p:spPr bwMode="auto">
            <a:xfrm>
              <a:off x="2454" y="3583"/>
              <a:ext cx="34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t>
              </a:r>
            </a:p>
          </p:txBody>
        </p:sp>
        <p:sp>
          <p:nvSpPr>
            <p:cNvPr id="94" name="Line 94">
              <a:extLst>
                <a:ext uri="{FF2B5EF4-FFF2-40B4-BE49-F238E27FC236}">
                  <a16:creationId xmlns:a16="http://schemas.microsoft.com/office/drawing/2014/main" id="{4BD0273E-BC48-4A20-9C3F-1E7DDF21EEB2}"/>
                </a:ext>
              </a:extLst>
            </p:cNvPr>
            <p:cNvSpPr>
              <a:spLocks noChangeShapeType="1"/>
            </p:cNvSpPr>
            <p:nvPr/>
          </p:nvSpPr>
          <p:spPr bwMode="auto">
            <a:xfrm>
              <a:off x="2208" y="3724"/>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5" name="Line 95">
              <a:extLst>
                <a:ext uri="{FF2B5EF4-FFF2-40B4-BE49-F238E27FC236}">
                  <a16:creationId xmlns:a16="http://schemas.microsoft.com/office/drawing/2014/main" id="{83CA9204-4AB6-4C72-AF63-852E9470EAA5}"/>
                </a:ext>
              </a:extLst>
            </p:cNvPr>
            <p:cNvSpPr>
              <a:spLocks noChangeShapeType="1"/>
            </p:cNvSpPr>
            <p:nvPr/>
          </p:nvSpPr>
          <p:spPr bwMode="auto">
            <a:xfrm>
              <a:off x="2208" y="3909"/>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6" name="Line 96">
              <a:extLst>
                <a:ext uri="{FF2B5EF4-FFF2-40B4-BE49-F238E27FC236}">
                  <a16:creationId xmlns:a16="http://schemas.microsoft.com/office/drawing/2014/main" id="{54CE4A2D-4DC3-4EA0-9739-6D99173B8388}"/>
                </a:ext>
              </a:extLst>
            </p:cNvPr>
            <p:cNvSpPr>
              <a:spLocks noChangeShapeType="1"/>
            </p:cNvSpPr>
            <p:nvPr/>
          </p:nvSpPr>
          <p:spPr bwMode="auto">
            <a:xfrm>
              <a:off x="2741" y="3792"/>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7" name="Text Box 97">
              <a:extLst>
                <a:ext uri="{FF2B5EF4-FFF2-40B4-BE49-F238E27FC236}">
                  <a16:creationId xmlns:a16="http://schemas.microsoft.com/office/drawing/2014/main" id="{A2D76D16-AAEC-4DF5-8FB4-BA34AA32D150}"/>
                </a:ext>
              </a:extLst>
            </p:cNvPr>
            <p:cNvSpPr txBox="1">
              <a:spLocks noChangeArrowheads="1"/>
            </p:cNvSpPr>
            <p:nvPr/>
          </p:nvSpPr>
          <p:spPr bwMode="auto">
            <a:xfrm>
              <a:off x="1995" y="3552"/>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p>
          </p:txBody>
        </p:sp>
        <p:sp>
          <p:nvSpPr>
            <p:cNvPr id="98" name="Text Box 98">
              <a:extLst>
                <a:ext uri="{FF2B5EF4-FFF2-40B4-BE49-F238E27FC236}">
                  <a16:creationId xmlns:a16="http://schemas.microsoft.com/office/drawing/2014/main" id="{6588FFD4-6DAD-4DC2-A735-2F9E70168B2A}"/>
                </a:ext>
              </a:extLst>
            </p:cNvPr>
            <p:cNvSpPr txBox="1">
              <a:spLocks noChangeArrowheads="1"/>
            </p:cNvSpPr>
            <p:nvPr/>
          </p:nvSpPr>
          <p:spPr bwMode="auto">
            <a:xfrm>
              <a:off x="1995" y="3755"/>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99" name="Text Box 99">
              <a:extLst>
                <a:ext uri="{FF2B5EF4-FFF2-40B4-BE49-F238E27FC236}">
                  <a16:creationId xmlns:a16="http://schemas.microsoft.com/office/drawing/2014/main" id="{1D71AC71-36C8-42AE-A248-E54F41140BB5}"/>
                </a:ext>
              </a:extLst>
            </p:cNvPr>
            <p:cNvSpPr txBox="1">
              <a:spLocks noChangeArrowheads="1"/>
            </p:cNvSpPr>
            <p:nvPr/>
          </p:nvSpPr>
          <p:spPr bwMode="auto">
            <a:xfrm>
              <a:off x="2966" y="3626"/>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p>
          </p:txBody>
        </p:sp>
      </p:grpSp>
      <p:sp>
        <p:nvSpPr>
          <p:cNvPr id="100" name="Rectangle 100">
            <a:extLst>
              <a:ext uri="{FF2B5EF4-FFF2-40B4-BE49-F238E27FC236}">
                <a16:creationId xmlns:a16="http://schemas.microsoft.com/office/drawing/2014/main" id="{0A7151C0-D012-4A8C-983B-6B09E2C4687A}"/>
              </a:ext>
            </a:extLst>
          </p:cNvPr>
          <p:cNvSpPr>
            <a:spLocks noChangeArrowheads="1"/>
          </p:cNvSpPr>
          <p:nvPr/>
        </p:nvSpPr>
        <p:spPr bwMode="auto">
          <a:xfrm>
            <a:off x="5570538" y="3956050"/>
            <a:ext cx="19351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5</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、“同或”</a:t>
            </a:r>
          </a:p>
        </p:txBody>
      </p:sp>
      <p:grpSp>
        <p:nvGrpSpPr>
          <p:cNvPr id="101" name="Group 101">
            <a:extLst>
              <a:ext uri="{FF2B5EF4-FFF2-40B4-BE49-F238E27FC236}">
                <a16:creationId xmlns:a16="http://schemas.microsoft.com/office/drawing/2014/main" id="{CCADD345-C0E7-47B5-A3B7-72851C048A3D}"/>
              </a:ext>
            </a:extLst>
          </p:cNvPr>
          <p:cNvGrpSpPr>
            <a:grpSpLocks/>
          </p:cNvGrpSpPr>
          <p:nvPr/>
        </p:nvGrpSpPr>
        <p:grpSpPr bwMode="auto">
          <a:xfrm>
            <a:off x="5573713" y="4556125"/>
            <a:ext cx="2994025" cy="534988"/>
            <a:chOff x="3511" y="2848"/>
            <a:chExt cx="1886" cy="337"/>
          </a:xfrm>
        </p:grpSpPr>
        <p:grpSp>
          <p:nvGrpSpPr>
            <p:cNvPr id="102" name="Group 102">
              <a:extLst>
                <a:ext uri="{FF2B5EF4-FFF2-40B4-BE49-F238E27FC236}">
                  <a16:creationId xmlns:a16="http://schemas.microsoft.com/office/drawing/2014/main" id="{732493F3-3F3B-446C-8E3E-1342B7DEF2E0}"/>
                </a:ext>
              </a:extLst>
            </p:cNvPr>
            <p:cNvGrpSpPr>
              <a:grpSpLocks/>
            </p:cNvGrpSpPr>
            <p:nvPr/>
          </p:nvGrpSpPr>
          <p:grpSpPr bwMode="auto">
            <a:xfrm>
              <a:off x="3511" y="2858"/>
              <a:ext cx="1205" cy="327"/>
              <a:chOff x="3511" y="2858"/>
              <a:chExt cx="1205" cy="327"/>
            </a:xfrm>
          </p:grpSpPr>
          <p:sp>
            <p:nvSpPr>
              <p:cNvPr id="107" name="Text Box 103">
                <a:extLst>
                  <a:ext uri="{FF2B5EF4-FFF2-40B4-BE49-F238E27FC236}">
                    <a16:creationId xmlns:a16="http://schemas.microsoft.com/office/drawing/2014/main" id="{CB3AE750-9655-4BF7-B33A-9DF7AB82D491}"/>
                  </a:ext>
                </a:extLst>
              </p:cNvPr>
              <p:cNvSpPr txBox="1">
                <a:spLocks noChangeArrowheads="1"/>
              </p:cNvSpPr>
              <p:nvPr/>
            </p:nvSpPr>
            <p:spPr bwMode="auto">
              <a:xfrm>
                <a:off x="3511" y="2858"/>
                <a:ext cx="12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F=AB+AB</a:t>
                </a:r>
              </a:p>
            </p:txBody>
          </p:sp>
          <p:sp>
            <p:nvSpPr>
              <p:cNvPr id="108" name="Line 104">
                <a:extLst>
                  <a:ext uri="{FF2B5EF4-FFF2-40B4-BE49-F238E27FC236}">
                    <a16:creationId xmlns:a16="http://schemas.microsoft.com/office/drawing/2014/main" id="{F2E07AEA-3BB9-443C-9964-499265C4A5CD}"/>
                  </a:ext>
                </a:extLst>
              </p:cNvPr>
              <p:cNvSpPr>
                <a:spLocks noChangeShapeType="1"/>
              </p:cNvSpPr>
              <p:nvPr/>
            </p:nvSpPr>
            <p:spPr bwMode="auto">
              <a:xfrm>
                <a:off x="4281" y="2912"/>
                <a:ext cx="139"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9" name="Line 105">
                <a:extLst>
                  <a:ext uri="{FF2B5EF4-FFF2-40B4-BE49-F238E27FC236}">
                    <a16:creationId xmlns:a16="http://schemas.microsoft.com/office/drawing/2014/main" id="{FB1FDC7D-0FDD-479E-B1DF-039D55E9D955}"/>
                  </a:ext>
                </a:extLst>
              </p:cNvPr>
              <p:cNvSpPr>
                <a:spLocks noChangeShapeType="1"/>
              </p:cNvSpPr>
              <p:nvPr/>
            </p:nvSpPr>
            <p:spPr bwMode="auto">
              <a:xfrm>
                <a:off x="4450" y="2912"/>
                <a:ext cx="139"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 name="Group 106">
              <a:extLst>
                <a:ext uri="{FF2B5EF4-FFF2-40B4-BE49-F238E27FC236}">
                  <a16:creationId xmlns:a16="http://schemas.microsoft.com/office/drawing/2014/main" id="{9905B38B-121E-4CC1-8105-B8CDA460062E}"/>
                </a:ext>
              </a:extLst>
            </p:cNvPr>
            <p:cNvGrpSpPr>
              <a:grpSpLocks/>
            </p:cNvGrpSpPr>
            <p:nvPr/>
          </p:nvGrpSpPr>
          <p:grpSpPr bwMode="auto">
            <a:xfrm>
              <a:off x="4565" y="2848"/>
              <a:ext cx="832" cy="327"/>
              <a:chOff x="3691" y="3392"/>
              <a:chExt cx="832" cy="327"/>
            </a:xfrm>
          </p:grpSpPr>
          <p:sp>
            <p:nvSpPr>
              <p:cNvPr id="104" name="Text Box 107">
                <a:extLst>
                  <a:ext uri="{FF2B5EF4-FFF2-40B4-BE49-F238E27FC236}">
                    <a16:creationId xmlns:a16="http://schemas.microsoft.com/office/drawing/2014/main" id="{89E1E340-8C24-4E5A-9457-F14C61DFD8E6}"/>
                  </a:ext>
                </a:extLst>
              </p:cNvPr>
              <p:cNvSpPr txBox="1">
                <a:spLocks noChangeArrowheads="1"/>
              </p:cNvSpPr>
              <p:nvPr/>
            </p:nvSpPr>
            <p:spPr bwMode="auto">
              <a:xfrm>
                <a:off x="3691" y="3392"/>
                <a:ext cx="8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   B</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105" name="Oval 108">
                <a:extLst>
                  <a:ext uri="{FF2B5EF4-FFF2-40B4-BE49-F238E27FC236}">
                    <a16:creationId xmlns:a16="http://schemas.microsoft.com/office/drawing/2014/main" id="{88048B2D-7A41-4303-B849-46248BE7B2D0}"/>
                  </a:ext>
                </a:extLst>
              </p:cNvPr>
              <p:cNvSpPr>
                <a:spLocks noChangeArrowheads="1"/>
              </p:cNvSpPr>
              <p:nvPr/>
            </p:nvSpPr>
            <p:spPr bwMode="auto">
              <a:xfrm>
                <a:off x="4043" y="3488"/>
                <a:ext cx="128" cy="12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6" name="Oval 109">
                <a:extLst>
                  <a:ext uri="{FF2B5EF4-FFF2-40B4-BE49-F238E27FC236}">
                    <a16:creationId xmlns:a16="http://schemas.microsoft.com/office/drawing/2014/main" id="{EF630CB6-A910-4C2C-AC63-3F2DB2C03E13}"/>
                  </a:ext>
                </a:extLst>
              </p:cNvPr>
              <p:cNvSpPr>
                <a:spLocks noChangeArrowheads="1"/>
              </p:cNvSpPr>
              <p:nvPr/>
            </p:nvSpPr>
            <p:spPr bwMode="auto">
              <a:xfrm>
                <a:off x="4091" y="3539"/>
                <a:ext cx="29" cy="29"/>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grpSp>
        <p:nvGrpSpPr>
          <p:cNvPr id="110" name="Group 152">
            <a:extLst>
              <a:ext uri="{FF2B5EF4-FFF2-40B4-BE49-F238E27FC236}">
                <a16:creationId xmlns:a16="http://schemas.microsoft.com/office/drawing/2014/main" id="{C256A344-FB20-4F29-AD0D-15A05C44BE0F}"/>
              </a:ext>
            </a:extLst>
          </p:cNvPr>
          <p:cNvGrpSpPr>
            <a:grpSpLocks/>
          </p:cNvGrpSpPr>
          <p:nvPr/>
        </p:nvGrpSpPr>
        <p:grpSpPr bwMode="auto">
          <a:xfrm>
            <a:off x="3240088" y="2417763"/>
            <a:ext cx="2957512" cy="1292225"/>
            <a:chOff x="2041" y="1523"/>
            <a:chExt cx="1863" cy="814"/>
          </a:xfrm>
        </p:grpSpPr>
        <p:sp>
          <p:nvSpPr>
            <p:cNvPr id="111" name="Oval 121">
              <a:extLst>
                <a:ext uri="{FF2B5EF4-FFF2-40B4-BE49-F238E27FC236}">
                  <a16:creationId xmlns:a16="http://schemas.microsoft.com/office/drawing/2014/main" id="{7861F5BC-A780-432F-98D2-02C1F759DA54}"/>
                </a:ext>
              </a:extLst>
            </p:cNvPr>
            <p:cNvSpPr>
              <a:spLocks noChangeArrowheads="1"/>
            </p:cNvSpPr>
            <p:nvPr/>
          </p:nvSpPr>
          <p:spPr bwMode="auto">
            <a:xfrm>
              <a:off x="3055" y="1886"/>
              <a:ext cx="104" cy="100"/>
            </a:xfrm>
            <a:prstGeom prst="ellipse">
              <a:avLst/>
            </a:prstGeom>
            <a:noFill/>
            <a:ln w="381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12" name="Line 122">
              <a:extLst>
                <a:ext uri="{FF2B5EF4-FFF2-40B4-BE49-F238E27FC236}">
                  <a16:creationId xmlns:a16="http://schemas.microsoft.com/office/drawing/2014/main" id="{F8226B52-3F5E-4E0D-A2F3-0D1C96A328E6}"/>
                </a:ext>
              </a:extLst>
            </p:cNvPr>
            <p:cNvSpPr>
              <a:spLocks noChangeShapeType="1"/>
            </p:cNvSpPr>
            <p:nvPr/>
          </p:nvSpPr>
          <p:spPr bwMode="auto">
            <a:xfrm>
              <a:off x="3153" y="1948"/>
              <a:ext cx="32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3" name="Line 123">
              <a:extLst>
                <a:ext uri="{FF2B5EF4-FFF2-40B4-BE49-F238E27FC236}">
                  <a16:creationId xmlns:a16="http://schemas.microsoft.com/office/drawing/2014/main" id="{3694CD71-D80D-4DEE-9D8F-9F068E8B73BC}"/>
                </a:ext>
              </a:extLst>
            </p:cNvPr>
            <p:cNvSpPr>
              <a:spLocks noChangeShapeType="1"/>
            </p:cNvSpPr>
            <p:nvPr/>
          </p:nvSpPr>
          <p:spPr bwMode="auto">
            <a:xfrm flipH="1">
              <a:off x="2302" y="1733"/>
              <a:ext cx="26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4" name="Line 124">
              <a:extLst>
                <a:ext uri="{FF2B5EF4-FFF2-40B4-BE49-F238E27FC236}">
                  <a16:creationId xmlns:a16="http://schemas.microsoft.com/office/drawing/2014/main" id="{C38A9B1C-0F54-4505-AD73-03BEC9477D02}"/>
                </a:ext>
              </a:extLst>
            </p:cNvPr>
            <p:cNvSpPr>
              <a:spLocks noChangeShapeType="1"/>
            </p:cNvSpPr>
            <p:nvPr/>
          </p:nvSpPr>
          <p:spPr bwMode="auto">
            <a:xfrm flipH="1">
              <a:off x="2302" y="1878"/>
              <a:ext cx="26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5" name="Line 125">
              <a:extLst>
                <a:ext uri="{FF2B5EF4-FFF2-40B4-BE49-F238E27FC236}">
                  <a16:creationId xmlns:a16="http://schemas.microsoft.com/office/drawing/2014/main" id="{BE01D0DF-2DB4-4034-9686-E0EA578D5D97}"/>
                </a:ext>
              </a:extLst>
            </p:cNvPr>
            <p:cNvSpPr>
              <a:spLocks noChangeShapeType="1"/>
            </p:cNvSpPr>
            <p:nvPr/>
          </p:nvSpPr>
          <p:spPr bwMode="auto">
            <a:xfrm flipH="1">
              <a:off x="2290" y="2030"/>
              <a:ext cx="26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 name="Line 126">
              <a:extLst>
                <a:ext uri="{FF2B5EF4-FFF2-40B4-BE49-F238E27FC236}">
                  <a16:creationId xmlns:a16="http://schemas.microsoft.com/office/drawing/2014/main" id="{8EC84390-E651-4255-A584-589D9F8A2438}"/>
                </a:ext>
              </a:extLst>
            </p:cNvPr>
            <p:cNvSpPr>
              <a:spLocks noChangeShapeType="1"/>
            </p:cNvSpPr>
            <p:nvPr/>
          </p:nvSpPr>
          <p:spPr bwMode="auto">
            <a:xfrm flipH="1">
              <a:off x="2302" y="2154"/>
              <a:ext cx="262"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7" name="Text Box 127">
              <a:extLst>
                <a:ext uri="{FF2B5EF4-FFF2-40B4-BE49-F238E27FC236}">
                  <a16:creationId xmlns:a16="http://schemas.microsoft.com/office/drawing/2014/main" id="{C4246C4D-8E8B-487B-AE39-7ED49ADFCECF}"/>
                </a:ext>
              </a:extLst>
            </p:cNvPr>
            <p:cNvSpPr txBox="1">
              <a:spLocks noChangeArrowheads="1"/>
            </p:cNvSpPr>
            <p:nvPr/>
          </p:nvSpPr>
          <p:spPr bwMode="auto">
            <a:xfrm>
              <a:off x="2052" y="1523"/>
              <a:ext cx="3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A</a:t>
              </a:r>
            </a:p>
          </p:txBody>
        </p:sp>
        <p:sp>
          <p:nvSpPr>
            <p:cNvPr id="118" name="Text Box 128">
              <a:extLst>
                <a:ext uri="{FF2B5EF4-FFF2-40B4-BE49-F238E27FC236}">
                  <a16:creationId xmlns:a16="http://schemas.microsoft.com/office/drawing/2014/main" id="{B73204DA-9939-4AF3-B793-FC3D427EB5BE}"/>
                </a:ext>
              </a:extLst>
            </p:cNvPr>
            <p:cNvSpPr txBox="1">
              <a:spLocks noChangeArrowheads="1"/>
            </p:cNvSpPr>
            <p:nvPr/>
          </p:nvSpPr>
          <p:spPr bwMode="auto">
            <a:xfrm>
              <a:off x="2051" y="1709"/>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B</a:t>
              </a:r>
            </a:p>
          </p:txBody>
        </p:sp>
        <p:sp>
          <p:nvSpPr>
            <p:cNvPr id="119" name="Text Box 129">
              <a:extLst>
                <a:ext uri="{FF2B5EF4-FFF2-40B4-BE49-F238E27FC236}">
                  <a16:creationId xmlns:a16="http://schemas.microsoft.com/office/drawing/2014/main" id="{977F2D90-BFCC-4385-BF3E-65F828C1E410}"/>
                </a:ext>
              </a:extLst>
            </p:cNvPr>
            <p:cNvSpPr txBox="1">
              <a:spLocks noChangeArrowheads="1"/>
            </p:cNvSpPr>
            <p:nvPr/>
          </p:nvSpPr>
          <p:spPr bwMode="auto">
            <a:xfrm>
              <a:off x="3448" y="1760"/>
              <a:ext cx="4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F</a:t>
              </a:r>
            </a:p>
          </p:txBody>
        </p:sp>
        <p:sp>
          <p:nvSpPr>
            <p:cNvPr id="120" name="Text Box 130">
              <a:extLst>
                <a:ext uri="{FF2B5EF4-FFF2-40B4-BE49-F238E27FC236}">
                  <a16:creationId xmlns:a16="http://schemas.microsoft.com/office/drawing/2014/main" id="{D78FFE7C-D57A-417A-A2CE-4329E786B9C4}"/>
                </a:ext>
              </a:extLst>
            </p:cNvPr>
            <p:cNvSpPr txBox="1">
              <a:spLocks noChangeArrowheads="1"/>
            </p:cNvSpPr>
            <p:nvPr/>
          </p:nvSpPr>
          <p:spPr bwMode="auto">
            <a:xfrm>
              <a:off x="2041" y="1873"/>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C</a:t>
              </a:r>
            </a:p>
          </p:txBody>
        </p:sp>
        <p:sp>
          <p:nvSpPr>
            <p:cNvPr id="121" name="Text Box 131">
              <a:extLst>
                <a:ext uri="{FF2B5EF4-FFF2-40B4-BE49-F238E27FC236}">
                  <a16:creationId xmlns:a16="http://schemas.microsoft.com/office/drawing/2014/main" id="{5D6D764A-0E30-4B4D-9FB1-EDB09FE07941}"/>
                </a:ext>
              </a:extLst>
            </p:cNvPr>
            <p:cNvSpPr txBox="1">
              <a:spLocks noChangeArrowheads="1"/>
            </p:cNvSpPr>
            <p:nvPr/>
          </p:nvSpPr>
          <p:spPr bwMode="auto">
            <a:xfrm>
              <a:off x="2051" y="2049"/>
              <a:ext cx="2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1" i="0" u="none" strike="noStrike" kern="1200" cap="none" spc="0" normalizeH="0" baseline="0" noProof="0">
                  <a:ln>
                    <a:noFill/>
                  </a:ln>
                  <a:effectLst/>
                  <a:uLnTx/>
                  <a:uFillTx/>
                  <a:latin typeface="Georgia" panose="02040502050405020303" pitchFamily="18" charset="0"/>
                  <a:ea typeface="宋体" panose="02010600030101010101" pitchFamily="2" charset="-122"/>
                  <a:cs typeface="+mn-cs"/>
                </a:rPr>
                <a:t>D</a:t>
              </a:r>
            </a:p>
          </p:txBody>
        </p:sp>
        <p:grpSp>
          <p:nvGrpSpPr>
            <p:cNvPr id="122" name="Group 151">
              <a:extLst>
                <a:ext uri="{FF2B5EF4-FFF2-40B4-BE49-F238E27FC236}">
                  <a16:creationId xmlns:a16="http://schemas.microsoft.com/office/drawing/2014/main" id="{55D34460-36E6-439F-ABCF-86C8C8C5B5C8}"/>
                </a:ext>
              </a:extLst>
            </p:cNvPr>
            <p:cNvGrpSpPr>
              <a:grpSpLocks/>
            </p:cNvGrpSpPr>
            <p:nvPr/>
          </p:nvGrpSpPr>
          <p:grpSpPr bwMode="auto">
            <a:xfrm>
              <a:off x="2762" y="1548"/>
              <a:ext cx="325" cy="288"/>
              <a:chOff x="2762" y="1548"/>
              <a:chExt cx="325" cy="288"/>
            </a:xfrm>
          </p:grpSpPr>
          <p:sp>
            <p:nvSpPr>
              <p:cNvPr id="127" name="Text Box 133">
                <a:extLst>
                  <a:ext uri="{FF2B5EF4-FFF2-40B4-BE49-F238E27FC236}">
                    <a16:creationId xmlns:a16="http://schemas.microsoft.com/office/drawing/2014/main" id="{6E9F145C-241E-488C-8C6A-1F504E00325F}"/>
                  </a:ext>
                </a:extLst>
              </p:cNvPr>
              <p:cNvSpPr txBox="1">
                <a:spLocks noChangeArrowheads="1"/>
              </p:cNvSpPr>
              <p:nvPr/>
            </p:nvSpPr>
            <p:spPr bwMode="auto">
              <a:xfrm>
                <a:off x="2762" y="1548"/>
                <a:ext cx="3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Georgia" panose="02040502050405020303" pitchFamily="18" charset="0"/>
                    <a:ea typeface="宋体" panose="02010600030101010101" pitchFamily="2" charset="-122"/>
                    <a:cs typeface="+mn-cs"/>
                    <a:sym typeface="Symbol" panose="05050102010706020507" pitchFamily="18" charset="2"/>
                  </a:rPr>
                  <a:t>&gt;</a:t>
                </a:r>
                <a:r>
                  <a:rPr kumimoji="0" lang="en-US" altLang="zh-CN" sz="2400" b="0"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sym typeface="Symbol" panose="05050102010706020507" pitchFamily="18" charset="2"/>
                  </a:rPr>
                  <a:t>1</a:t>
                </a:r>
                <a:endParaRPr kumimoji="0" lang="en-US" altLang="zh-CN" sz="2400" b="0" i="0" u="none" strike="noStrike" kern="1200" cap="none" spc="0" normalizeH="0" baseline="0" noProof="0" dirty="0">
                  <a:ln>
                    <a:noFill/>
                  </a:ln>
                  <a:effectLst/>
                  <a:uLnTx/>
                  <a:uFillTx/>
                  <a:latin typeface="Georgia" panose="02040502050405020303" pitchFamily="18" charset="0"/>
                  <a:ea typeface="宋体" panose="02010600030101010101" pitchFamily="2" charset="-122"/>
                  <a:cs typeface="+mn-cs"/>
                </a:endParaRPr>
              </a:p>
            </p:txBody>
          </p:sp>
          <p:sp>
            <p:nvSpPr>
              <p:cNvPr id="128" name="Line 134">
                <a:extLst>
                  <a:ext uri="{FF2B5EF4-FFF2-40B4-BE49-F238E27FC236}">
                    <a16:creationId xmlns:a16="http://schemas.microsoft.com/office/drawing/2014/main" id="{5E301819-1782-42F3-9796-D0177CE3E7E2}"/>
                  </a:ext>
                </a:extLst>
              </p:cNvPr>
              <p:cNvSpPr>
                <a:spLocks noChangeShapeType="1"/>
              </p:cNvSpPr>
              <p:nvPr/>
            </p:nvSpPr>
            <p:spPr bwMode="auto">
              <a:xfrm flipH="1">
                <a:off x="2856" y="1751"/>
                <a:ext cx="96" cy="53"/>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23" name="Text Box 135">
              <a:extLst>
                <a:ext uri="{FF2B5EF4-FFF2-40B4-BE49-F238E27FC236}">
                  <a16:creationId xmlns:a16="http://schemas.microsoft.com/office/drawing/2014/main" id="{6AB9A575-228D-44E0-A55E-802B6E01C408}"/>
                </a:ext>
              </a:extLst>
            </p:cNvPr>
            <p:cNvSpPr txBox="1">
              <a:spLocks noChangeArrowheads="1"/>
            </p:cNvSpPr>
            <p:nvPr/>
          </p:nvSpPr>
          <p:spPr bwMode="auto">
            <a:xfrm>
              <a:off x="2535" y="1580"/>
              <a:ext cx="2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&amp;</a:t>
              </a:r>
            </a:p>
          </p:txBody>
        </p:sp>
        <p:sp>
          <p:nvSpPr>
            <p:cNvPr id="124" name="Rectangle 136">
              <a:extLst>
                <a:ext uri="{FF2B5EF4-FFF2-40B4-BE49-F238E27FC236}">
                  <a16:creationId xmlns:a16="http://schemas.microsoft.com/office/drawing/2014/main" id="{C6B7F835-885D-4425-B69D-686D6582FA20}"/>
                </a:ext>
              </a:extLst>
            </p:cNvPr>
            <p:cNvSpPr>
              <a:spLocks noChangeArrowheads="1"/>
            </p:cNvSpPr>
            <p:nvPr/>
          </p:nvSpPr>
          <p:spPr bwMode="auto">
            <a:xfrm>
              <a:off x="2550" y="1622"/>
              <a:ext cx="501" cy="640"/>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25" name="Line 137">
              <a:extLst>
                <a:ext uri="{FF2B5EF4-FFF2-40B4-BE49-F238E27FC236}">
                  <a16:creationId xmlns:a16="http://schemas.microsoft.com/office/drawing/2014/main" id="{70FF59E1-AA19-45A9-874A-045A4DEA144D}"/>
                </a:ext>
              </a:extLst>
            </p:cNvPr>
            <p:cNvSpPr>
              <a:spLocks noChangeShapeType="1"/>
            </p:cNvSpPr>
            <p:nvPr/>
          </p:nvSpPr>
          <p:spPr bwMode="auto">
            <a:xfrm>
              <a:off x="2774" y="1611"/>
              <a:ext cx="0" cy="64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6" name="Line 138">
              <a:extLst>
                <a:ext uri="{FF2B5EF4-FFF2-40B4-BE49-F238E27FC236}">
                  <a16:creationId xmlns:a16="http://schemas.microsoft.com/office/drawing/2014/main" id="{FFF20F53-4D31-43A1-8BB2-75B9C24D4C0B}"/>
                </a:ext>
              </a:extLst>
            </p:cNvPr>
            <p:cNvSpPr>
              <a:spLocks noChangeShapeType="1"/>
            </p:cNvSpPr>
            <p:nvPr/>
          </p:nvSpPr>
          <p:spPr bwMode="auto">
            <a:xfrm>
              <a:off x="2550" y="1942"/>
              <a:ext cx="224"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29" name="Group 139">
            <a:extLst>
              <a:ext uri="{FF2B5EF4-FFF2-40B4-BE49-F238E27FC236}">
                <a16:creationId xmlns:a16="http://schemas.microsoft.com/office/drawing/2014/main" id="{D18F467B-7DDD-48B7-80ED-089A44E9EA46}"/>
              </a:ext>
            </a:extLst>
          </p:cNvPr>
          <p:cNvGrpSpPr>
            <a:grpSpLocks/>
          </p:cNvGrpSpPr>
          <p:nvPr/>
        </p:nvGrpSpPr>
        <p:grpSpPr bwMode="auto">
          <a:xfrm>
            <a:off x="5992813" y="5024438"/>
            <a:ext cx="2219325" cy="841375"/>
            <a:chOff x="3690" y="3680"/>
            <a:chExt cx="1398" cy="530"/>
          </a:xfrm>
        </p:grpSpPr>
        <p:sp>
          <p:nvSpPr>
            <p:cNvPr id="130" name="Rectangle 140">
              <a:extLst>
                <a:ext uri="{FF2B5EF4-FFF2-40B4-BE49-F238E27FC236}">
                  <a16:creationId xmlns:a16="http://schemas.microsoft.com/office/drawing/2014/main" id="{66F9CDDD-8AEB-4C5E-A230-A045A2232613}"/>
                </a:ext>
              </a:extLst>
            </p:cNvPr>
            <p:cNvSpPr>
              <a:spLocks noChangeArrowheads="1"/>
            </p:cNvSpPr>
            <p:nvPr/>
          </p:nvSpPr>
          <p:spPr bwMode="auto">
            <a:xfrm>
              <a:off x="4180" y="3765"/>
              <a:ext cx="245" cy="384"/>
            </a:xfrm>
            <a:prstGeom prst="rect">
              <a:avLst/>
            </a:prstGeom>
            <a:noFill/>
            <a:ln w="381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31" name="Text Box 141">
              <a:extLst>
                <a:ext uri="{FF2B5EF4-FFF2-40B4-BE49-F238E27FC236}">
                  <a16:creationId xmlns:a16="http://schemas.microsoft.com/office/drawing/2014/main" id="{F0F6B274-349C-474D-9717-B9F940BE152E}"/>
                </a:ext>
              </a:extLst>
            </p:cNvPr>
            <p:cNvSpPr txBox="1">
              <a:spLocks noChangeArrowheads="1"/>
            </p:cNvSpPr>
            <p:nvPr/>
          </p:nvSpPr>
          <p:spPr bwMode="auto">
            <a:xfrm>
              <a:off x="4171" y="3711"/>
              <a:ext cx="34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132" name="Line 142">
              <a:extLst>
                <a:ext uri="{FF2B5EF4-FFF2-40B4-BE49-F238E27FC236}">
                  <a16:creationId xmlns:a16="http://schemas.microsoft.com/office/drawing/2014/main" id="{58AA59CB-0FF4-4AB8-AD42-1900224F8D02}"/>
                </a:ext>
              </a:extLst>
            </p:cNvPr>
            <p:cNvSpPr>
              <a:spLocks noChangeShapeType="1"/>
            </p:cNvSpPr>
            <p:nvPr/>
          </p:nvSpPr>
          <p:spPr bwMode="auto">
            <a:xfrm>
              <a:off x="3903" y="3852"/>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 name="Line 143">
              <a:extLst>
                <a:ext uri="{FF2B5EF4-FFF2-40B4-BE49-F238E27FC236}">
                  <a16:creationId xmlns:a16="http://schemas.microsoft.com/office/drawing/2014/main" id="{5E42098F-7482-402F-BE5B-196677B63631}"/>
                </a:ext>
              </a:extLst>
            </p:cNvPr>
            <p:cNvSpPr>
              <a:spLocks noChangeShapeType="1"/>
            </p:cNvSpPr>
            <p:nvPr/>
          </p:nvSpPr>
          <p:spPr bwMode="auto">
            <a:xfrm>
              <a:off x="3903" y="4037"/>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4" name="Line 144">
              <a:extLst>
                <a:ext uri="{FF2B5EF4-FFF2-40B4-BE49-F238E27FC236}">
                  <a16:creationId xmlns:a16="http://schemas.microsoft.com/office/drawing/2014/main" id="{98C64BEE-40F6-43DE-A1DF-06C37BC2A2C0}"/>
                </a:ext>
              </a:extLst>
            </p:cNvPr>
            <p:cNvSpPr>
              <a:spLocks noChangeShapeType="1"/>
            </p:cNvSpPr>
            <p:nvPr/>
          </p:nvSpPr>
          <p:spPr bwMode="auto">
            <a:xfrm>
              <a:off x="4435" y="3932"/>
              <a:ext cx="277"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5" name="Text Box 145">
              <a:extLst>
                <a:ext uri="{FF2B5EF4-FFF2-40B4-BE49-F238E27FC236}">
                  <a16:creationId xmlns:a16="http://schemas.microsoft.com/office/drawing/2014/main" id="{1B2C2565-B956-4DE1-A632-8D47292D886A}"/>
                </a:ext>
              </a:extLst>
            </p:cNvPr>
            <p:cNvSpPr txBox="1">
              <a:spLocks noChangeArrowheads="1"/>
            </p:cNvSpPr>
            <p:nvPr/>
          </p:nvSpPr>
          <p:spPr bwMode="auto">
            <a:xfrm>
              <a:off x="3690" y="3680"/>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p>
          </p:txBody>
        </p:sp>
        <p:sp>
          <p:nvSpPr>
            <p:cNvPr id="136" name="Text Box 146">
              <a:extLst>
                <a:ext uri="{FF2B5EF4-FFF2-40B4-BE49-F238E27FC236}">
                  <a16:creationId xmlns:a16="http://schemas.microsoft.com/office/drawing/2014/main" id="{55FCF793-3FCA-41AE-A566-91F26384AA84}"/>
                </a:ext>
              </a:extLst>
            </p:cNvPr>
            <p:cNvSpPr txBox="1">
              <a:spLocks noChangeArrowheads="1"/>
            </p:cNvSpPr>
            <p:nvPr/>
          </p:nvSpPr>
          <p:spPr bwMode="auto">
            <a:xfrm>
              <a:off x="3690" y="3883"/>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137" name="Text Box 147">
              <a:extLst>
                <a:ext uri="{FF2B5EF4-FFF2-40B4-BE49-F238E27FC236}">
                  <a16:creationId xmlns:a16="http://schemas.microsoft.com/office/drawing/2014/main" id="{CA2D1509-873C-45D4-833D-DE0E2E60621A}"/>
                </a:ext>
              </a:extLst>
            </p:cNvPr>
            <p:cNvSpPr txBox="1">
              <a:spLocks noChangeArrowheads="1"/>
            </p:cNvSpPr>
            <p:nvPr/>
          </p:nvSpPr>
          <p:spPr bwMode="auto">
            <a:xfrm>
              <a:off x="4704" y="3754"/>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sp>
          <p:nvSpPr>
            <p:cNvPr id="138" name="Text Box 148">
              <a:extLst>
                <a:ext uri="{FF2B5EF4-FFF2-40B4-BE49-F238E27FC236}">
                  <a16:creationId xmlns:a16="http://schemas.microsoft.com/office/drawing/2014/main" id="{30663F34-27B7-4019-8868-54EE5184F3FC}"/>
                </a:ext>
              </a:extLst>
            </p:cNvPr>
            <p:cNvSpPr txBox="1">
              <a:spLocks noChangeArrowheads="1"/>
            </p:cNvSpPr>
            <p:nvPr/>
          </p:nvSpPr>
          <p:spPr bwMode="auto">
            <a:xfrm>
              <a:off x="4244" y="3722"/>
              <a:ext cx="2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zh-CN" sz="20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151" name="组合 150">
            <a:extLst>
              <a:ext uri="{FF2B5EF4-FFF2-40B4-BE49-F238E27FC236}">
                <a16:creationId xmlns:a16="http://schemas.microsoft.com/office/drawing/2014/main" id="{BC8E3252-B0D0-4A83-9ADA-F7B41619E204}"/>
              </a:ext>
            </a:extLst>
          </p:cNvPr>
          <p:cNvGrpSpPr/>
          <p:nvPr/>
        </p:nvGrpSpPr>
        <p:grpSpPr>
          <a:xfrm>
            <a:off x="6048375" y="5894388"/>
            <a:ext cx="2151063" cy="841375"/>
            <a:chOff x="6048375" y="5894388"/>
            <a:chExt cx="2151063" cy="841375"/>
          </a:xfrm>
        </p:grpSpPr>
        <p:grpSp>
          <p:nvGrpSpPr>
            <p:cNvPr id="150" name="组合 149">
              <a:extLst>
                <a:ext uri="{FF2B5EF4-FFF2-40B4-BE49-F238E27FC236}">
                  <a16:creationId xmlns:a16="http://schemas.microsoft.com/office/drawing/2014/main" id="{30ABC349-B1D0-4286-9EF5-D2CFAE4D5BC8}"/>
                </a:ext>
              </a:extLst>
            </p:cNvPr>
            <p:cNvGrpSpPr/>
            <p:nvPr/>
          </p:nvGrpSpPr>
          <p:grpSpPr>
            <a:xfrm>
              <a:off x="6048375" y="5894388"/>
              <a:ext cx="2151063" cy="841375"/>
              <a:chOff x="6048375" y="5894388"/>
              <a:chExt cx="2151063" cy="841375"/>
            </a:xfrm>
          </p:grpSpPr>
          <p:grpSp>
            <p:nvGrpSpPr>
              <p:cNvPr id="139" name="Group 164">
                <a:extLst>
                  <a:ext uri="{FF2B5EF4-FFF2-40B4-BE49-F238E27FC236}">
                    <a16:creationId xmlns:a16="http://schemas.microsoft.com/office/drawing/2014/main" id="{8BD7CF0A-2019-46D3-AE1D-0E16FAFE303B}"/>
                  </a:ext>
                </a:extLst>
              </p:cNvPr>
              <p:cNvGrpSpPr>
                <a:grpSpLocks/>
              </p:cNvGrpSpPr>
              <p:nvPr/>
            </p:nvGrpSpPr>
            <p:grpSpPr bwMode="auto">
              <a:xfrm>
                <a:off x="6048375" y="5894388"/>
                <a:ext cx="2151063" cy="841375"/>
                <a:chOff x="3810" y="3713"/>
                <a:chExt cx="1355" cy="530"/>
              </a:xfrm>
            </p:grpSpPr>
            <p:sp>
              <p:nvSpPr>
                <p:cNvPr id="140" name="Rectangle 154">
                  <a:extLst>
                    <a:ext uri="{FF2B5EF4-FFF2-40B4-BE49-F238E27FC236}">
                      <a16:creationId xmlns:a16="http://schemas.microsoft.com/office/drawing/2014/main" id="{0C6C4537-3629-4A69-9D0E-EAF7C5B45603}"/>
                    </a:ext>
                  </a:extLst>
                </p:cNvPr>
                <p:cNvSpPr>
                  <a:spLocks noChangeArrowheads="1"/>
                </p:cNvSpPr>
                <p:nvPr/>
              </p:nvSpPr>
              <p:spPr bwMode="auto">
                <a:xfrm>
                  <a:off x="4300" y="3798"/>
                  <a:ext cx="245" cy="38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41" name="Line 155">
                  <a:extLst>
                    <a:ext uri="{FF2B5EF4-FFF2-40B4-BE49-F238E27FC236}">
                      <a16:creationId xmlns:a16="http://schemas.microsoft.com/office/drawing/2014/main" id="{67484BA5-2F62-4900-9ABF-D5CD607BC56E}"/>
                    </a:ext>
                  </a:extLst>
                </p:cNvPr>
                <p:cNvSpPr>
                  <a:spLocks noChangeShapeType="1"/>
                </p:cNvSpPr>
                <p:nvPr/>
              </p:nvSpPr>
              <p:spPr bwMode="auto">
                <a:xfrm>
                  <a:off x="4023" y="3885"/>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2" name="Line 156">
                  <a:extLst>
                    <a:ext uri="{FF2B5EF4-FFF2-40B4-BE49-F238E27FC236}">
                      <a16:creationId xmlns:a16="http://schemas.microsoft.com/office/drawing/2014/main" id="{FC673936-441D-489C-9B61-929D98635D39}"/>
                    </a:ext>
                  </a:extLst>
                </p:cNvPr>
                <p:cNvSpPr>
                  <a:spLocks noChangeShapeType="1"/>
                </p:cNvSpPr>
                <p:nvPr/>
              </p:nvSpPr>
              <p:spPr bwMode="auto">
                <a:xfrm>
                  <a:off x="4023" y="4070"/>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 name="Line 157">
                  <a:extLst>
                    <a:ext uri="{FF2B5EF4-FFF2-40B4-BE49-F238E27FC236}">
                      <a16:creationId xmlns:a16="http://schemas.microsoft.com/office/drawing/2014/main" id="{121436BD-405C-45EB-B47A-9D3F0B830724}"/>
                    </a:ext>
                  </a:extLst>
                </p:cNvPr>
                <p:cNvSpPr>
                  <a:spLocks noChangeShapeType="1"/>
                </p:cNvSpPr>
                <p:nvPr/>
              </p:nvSpPr>
              <p:spPr bwMode="auto">
                <a:xfrm>
                  <a:off x="4552" y="3975"/>
                  <a:ext cx="27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4" name="Text Box 158">
                  <a:extLst>
                    <a:ext uri="{FF2B5EF4-FFF2-40B4-BE49-F238E27FC236}">
                      <a16:creationId xmlns:a16="http://schemas.microsoft.com/office/drawing/2014/main" id="{320FD535-1061-4886-B3B1-5B81661AEDD3}"/>
                    </a:ext>
                  </a:extLst>
                </p:cNvPr>
                <p:cNvSpPr txBox="1">
                  <a:spLocks noChangeArrowheads="1"/>
                </p:cNvSpPr>
                <p:nvPr/>
              </p:nvSpPr>
              <p:spPr bwMode="auto">
                <a:xfrm>
                  <a:off x="3810" y="3713"/>
                  <a:ext cx="3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p>
              </p:txBody>
            </p:sp>
            <p:sp>
              <p:nvSpPr>
                <p:cNvPr id="145" name="Text Box 159">
                  <a:extLst>
                    <a:ext uri="{FF2B5EF4-FFF2-40B4-BE49-F238E27FC236}">
                      <a16:creationId xmlns:a16="http://schemas.microsoft.com/office/drawing/2014/main" id="{12995011-5C21-48AD-B14F-58EAA1DECC1C}"/>
                    </a:ext>
                  </a:extLst>
                </p:cNvPr>
                <p:cNvSpPr txBox="1">
                  <a:spLocks noChangeArrowheads="1"/>
                </p:cNvSpPr>
                <p:nvPr/>
              </p:nvSpPr>
              <p:spPr bwMode="auto">
                <a:xfrm>
                  <a:off x="3810" y="3916"/>
                  <a:ext cx="3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B</a:t>
                  </a:r>
                </a:p>
              </p:txBody>
            </p:sp>
            <p:sp>
              <p:nvSpPr>
                <p:cNvPr id="146" name="Text Box 160">
                  <a:extLst>
                    <a:ext uri="{FF2B5EF4-FFF2-40B4-BE49-F238E27FC236}">
                      <a16:creationId xmlns:a16="http://schemas.microsoft.com/office/drawing/2014/main" id="{6576FE72-AEC4-4047-BCEA-528E02212601}"/>
                    </a:ext>
                  </a:extLst>
                </p:cNvPr>
                <p:cNvSpPr txBox="1">
                  <a:spLocks noChangeArrowheads="1"/>
                </p:cNvSpPr>
                <p:nvPr/>
              </p:nvSpPr>
              <p:spPr bwMode="auto">
                <a:xfrm>
                  <a:off x="4781" y="3787"/>
                  <a:ext cx="38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p>
              </p:txBody>
            </p:sp>
            <p:sp>
              <p:nvSpPr>
                <p:cNvPr id="147" name="Oval 162">
                  <a:extLst>
                    <a:ext uri="{FF2B5EF4-FFF2-40B4-BE49-F238E27FC236}">
                      <a16:creationId xmlns:a16="http://schemas.microsoft.com/office/drawing/2014/main" id="{CBE5E924-34A6-4050-8AC5-02852405BC0B}"/>
                    </a:ext>
                  </a:extLst>
                </p:cNvPr>
                <p:cNvSpPr>
                  <a:spLocks noChangeArrowheads="1"/>
                </p:cNvSpPr>
                <p:nvPr/>
              </p:nvSpPr>
              <p:spPr bwMode="auto">
                <a:xfrm>
                  <a:off x="4336" y="3751"/>
                  <a:ext cx="161" cy="465"/>
                </a:xfrm>
                <a:prstGeom prst="ellipse">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148" name="Oval 162">
                <a:extLst>
                  <a:ext uri="{FF2B5EF4-FFF2-40B4-BE49-F238E27FC236}">
                    <a16:creationId xmlns:a16="http://schemas.microsoft.com/office/drawing/2014/main" id="{3D847592-7351-4560-8602-DBCE485BA31C}"/>
                  </a:ext>
                </a:extLst>
              </p:cNvPr>
              <p:cNvSpPr>
                <a:spLocks noChangeArrowheads="1"/>
              </p:cNvSpPr>
              <p:nvPr/>
            </p:nvSpPr>
            <p:spPr bwMode="auto">
              <a:xfrm>
                <a:off x="6883400" y="6194426"/>
                <a:ext cx="258763" cy="258763"/>
              </a:xfrm>
              <a:prstGeom prst="ellipse">
                <a:avLst/>
              </a:prstGeom>
              <a:solidFill>
                <a:schemeClr val="bg1"/>
              </a:solidFill>
              <a:ln w="38100">
                <a:solidFill>
                  <a:schemeClr val="tx1"/>
                </a:solidFill>
                <a:miter lim="800000"/>
                <a:headEnd/>
                <a:tailEnd/>
              </a:ln>
              <a:effectLst/>
            </p:spPr>
            <p:txBody>
              <a:bodyPr wrap="none" lIns="90000" tIns="46800" rIns="90000" bIns="46800"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
          <p:nvSpPr>
            <p:cNvPr id="149" name="Oval 163">
              <a:extLst>
                <a:ext uri="{FF2B5EF4-FFF2-40B4-BE49-F238E27FC236}">
                  <a16:creationId xmlns:a16="http://schemas.microsoft.com/office/drawing/2014/main" id="{A1A22E2A-3A0B-4702-ABD7-507C34240C09}"/>
                </a:ext>
              </a:extLst>
            </p:cNvPr>
            <p:cNvSpPr>
              <a:spLocks noChangeArrowheads="1"/>
            </p:cNvSpPr>
            <p:nvPr/>
          </p:nvSpPr>
          <p:spPr bwMode="auto">
            <a:xfrm>
              <a:off x="6969125" y="6280151"/>
              <a:ext cx="88900" cy="88900"/>
            </a:xfrm>
            <a:prstGeom prst="ellipse">
              <a:avLst/>
            </a:prstGeom>
            <a:solidFill>
              <a:schemeClr val="tx1"/>
            </a:solidFill>
            <a:ln w="38100">
              <a:solidFill>
                <a:schemeClr val="tx1"/>
              </a:solidFill>
              <a:miter lim="800000"/>
              <a:headEnd/>
              <a:tailEnd/>
            </a:ln>
            <a:effectLst/>
          </p:spPr>
          <p:txBody>
            <a:bodyPr wrap="none" lIns="90000" tIns="46800" rIns="90000" bIns="46800"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425583580"/>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par>
                          <p:cTn id="28" fill="hold">
                            <p:stCondLst>
                              <p:cond delay="500"/>
                            </p:stCondLst>
                            <p:childTnLst>
                              <p:par>
                                <p:cTn id="29" presetID="2" presetClass="entr" presetSubtype="2" fill="hold" grpId="0" nodeType="afterEffect">
                                  <p:stCondLst>
                                    <p:cond delay="2000"/>
                                  </p:stCondLst>
                                  <p:childTnLst>
                                    <p:set>
                                      <p:cBhvr>
                                        <p:cTn id="30" dur="1" fill="hold">
                                          <p:stCondLst>
                                            <p:cond delay="0"/>
                                          </p:stCondLst>
                                        </p:cTn>
                                        <p:tgtEl>
                                          <p:spTgt spid="42"/>
                                        </p:tgtEl>
                                        <p:attrNameLst>
                                          <p:attrName>style.visibility</p:attrName>
                                        </p:attrNameLst>
                                      </p:cBhvr>
                                      <p:to>
                                        <p:strVal val="visible"/>
                                      </p:to>
                                    </p:set>
                                    <p:anim calcmode="lin" valueType="num">
                                      <p:cBhvr additive="base">
                                        <p:cTn id="31" dur="500" fill="hold"/>
                                        <p:tgtEl>
                                          <p:spTgt spid="42"/>
                                        </p:tgtEl>
                                        <p:attrNameLst>
                                          <p:attrName>ppt_x</p:attrName>
                                        </p:attrNameLst>
                                      </p:cBhvr>
                                      <p:tavLst>
                                        <p:tav tm="0">
                                          <p:val>
                                            <p:strVal val="1+#ppt_w/2"/>
                                          </p:val>
                                        </p:tav>
                                        <p:tav tm="100000">
                                          <p:val>
                                            <p:strVal val="#ppt_x"/>
                                          </p:val>
                                        </p:tav>
                                      </p:tavLst>
                                    </p:anim>
                                    <p:anim calcmode="lin" valueType="num">
                                      <p:cBhvr additive="base">
                                        <p:cTn id="32"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0"/>
                                        </p:tgtEl>
                                        <p:attrNameLst>
                                          <p:attrName>style.visibility</p:attrName>
                                        </p:attrNameLst>
                                      </p:cBhvr>
                                      <p:to>
                                        <p:strVal val="visible"/>
                                      </p:to>
                                    </p:set>
                                    <p:animEffect transition="in" filter="wipe(left)">
                                      <p:cBhvr>
                                        <p:cTn id="47" dur="500"/>
                                        <p:tgtEl>
                                          <p:spTgt spid="1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wipe(left)">
                                      <p:cBhvr>
                                        <p:cTn id="52" dur="5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wipe(left)">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wipe(left)">
                                      <p:cBhvr>
                                        <p:cTn id="62" dur="500"/>
                                        <p:tgtEl>
                                          <p:spTgt spid="4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wipe(up)">
                                      <p:cBhvr>
                                        <p:cTn id="67" dur="500"/>
                                        <p:tgtEl>
                                          <p:spTgt spid="6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1"/>
                                        </p:tgtEl>
                                        <p:attrNameLst>
                                          <p:attrName>style.visibility</p:attrName>
                                        </p:attrNameLst>
                                      </p:cBhvr>
                                      <p:to>
                                        <p:strVal val="visible"/>
                                      </p:to>
                                    </p:set>
                                    <p:animEffect transition="in" filter="wipe(left)">
                                      <p:cBhvr>
                                        <p:cTn id="72" dur="500"/>
                                        <p:tgtEl>
                                          <p:spTgt spid="8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91"/>
                                        </p:tgtEl>
                                        <p:attrNameLst>
                                          <p:attrName>style.visibility</p:attrName>
                                        </p:attrNameLst>
                                      </p:cBhvr>
                                      <p:to>
                                        <p:strVal val="visible"/>
                                      </p:to>
                                    </p:set>
                                    <p:animEffect transition="in" filter="wipe(left)">
                                      <p:cBhvr>
                                        <p:cTn id="77" dur="500"/>
                                        <p:tgtEl>
                                          <p:spTgt spid="9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wipe(left)">
                                      <p:cBhvr>
                                        <p:cTn id="82" dur="500"/>
                                        <p:tgtEl>
                                          <p:spTgt spid="8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0"/>
                                        </p:tgtEl>
                                        <p:attrNameLst>
                                          <p:attrName>style.visibility</p:attrName>
                                        </p:attrNameLst>
                                      </p:cBhvr>
                                      <p:to>
                                        <p:strVal val="visible"/>
                                      </p:to>
                                    </p:set>
                                    <p:animEffect transition="in" filter="wipe(left)">
                                      <p:cBhvr>
                                        <p:cTn id="87" dur="500"/>
                                        <p:tgtEl>
                                          <p:spTgt spid="10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01"/>
                                        </p:tgtEl>
                                        <p:attrNameLst>
                                          <p:attrName>style.visibility</p:attrName>
                                        </p:attrNameLst>
                                      </p:cBhvr>
                                      <p:to>
                                        <p:strVal val="visible"/>
                                      </p:to>
                                    </p:set>
                                    <p:animEffect transition="in" filter="wipe(left)">
                                      <p:cBhvr>
                                        <p:cTn id="92" dur="500"/>
                                        <p:tgtEl>
                                          <p:spTgt spid="10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29"/>
                                        </p:tgtEl>
                                        <p:attrNameLst>
                                          <p:attrName>style.visibility</p:attrName>
                                        </p:attrNameLst>
                                      </p:cBhvr>
                                      <p:to>
                                        <p:strVal val="visible"/>
                                      </p:to>
                                    </p:set>
                                    <p:animEffect transition="in" filter="wipe(left)">
                                      <p:cBhvr>
                                        <p:cTn id="97" dur="500"/>
                                        <p:tgtEl>
                                          <p:spTgt spid="129"/>
                                        </p:tgtEl>
                                      </p:cBhvr>
                                    </p:animEffect>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nodeType="clickEffect">
                                  <p:stCondLst>
                                    <p:cond delay="0"/>
                                  </p:stCondLst>
                                  <p:childTnLst>
                                    <p:set>
                                      <p:cBhvr>
                                        <p:cTn id="101" dur="1" fill="hold">
                                          <p:stCondLst>
                                            <p:cond delay="0"/>
                                          </p:stCondLst>
                                        </p:cTn>
                                        <p:tgtEl>
                                          <p:spTgt spid="151"/>
                                        </p:tgtEl>
                                        <p:attrNameLst>
                                          <p:attrName>style.visibility</p:attrName>
                                        </p:attrNameLst>
                                      </p:cBhvr>
                                      <p:to>
                                        <p:strVal val="visible"/>
                                      </p:to>
                                    </p:set>
                                    <p:animEffect transition="in" filter="circle(in)">
                                      <p:cBhvr>
                                        <p:cTn id="102" dur="2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2" grpId="0" autoUpdateAnimBg="0"/>
      <p:bldP spid="43" grpId="0" autoUpdateAnimBg="0"/>
      <p:bldP spid="47" grpId="0" autoUpdateAnimBg="0"/>
      <p:bldP spid="81" grpId="0" autoUpdateAnimBg="0"/>
      <p:bldP spid="10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A87D0E5-8246-4D77-91E0-7B7482404CB6}"/>
              </a:ext>
            </a:extLst>
          </p:cNvPr>
          <p:cNvSpPr txBox="1">
            <a:spLocks noChangeArrowheads="1"/>
          </p:cNvSpPr>
          <p:nvPr/>
        </p:nvSpPr>
        <p:spPr>
          <a:xfrm>
            <a:off x="246063" y="203200"/>
            <a:ext cx="7027862" cy="600075"/>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defRPr/>
            </a:pPr>
            <a:r>
              <a:rPr lang="en-US" altLang="zh-CN" sz="3200">
                <a:solidFill>
                  <a:srgbClr val="1F08F8"/>
                </a:solidFill>
                <a:effectLst>
                  <a:outerShdw blurRad="38100" dist="38100" dir="2700000" algn="tl">
                    <a:srgbClr val="000000"/>
                  </a:outerShdw>
                </a:effectLst>
                <a:cs typeface="Times New Roman" panose="02020603050405020304" pitchFamily="18" charset="0"/>
              </a:rPr>
              <a:t>§2</a:t>
            </a:r>
            <a:r>
              <a:rPr lang="en-US" altLang="zh-CN" sz="3200">
                <a:solidFill>
                  <a:srgbClr val="1F08F8"/>
                </a:solidFill>
                <a:effectLst>
                  <a:outerShdw blurRad="38100" dist="38100" dir="2700000" algn="tl">
                    <a:srgbClr val="000000"/>
                  </a:outerShdw>
                </a:effectLst>
                <a:latin typeface="Times New Roman" panose="02020603050405020304" pitchFamily="18" charset="0"/>
              </a:rPr>
              <a:t>—</a:t>
            </a:r>
            <a:r>
              <a:rPr lang="en-US" altLang="zh-CN" sz="3200">
                <a:solidFill>
                  <a:srgbClr val="1F08F8"/>
                </a:solidFill>
                <a:effectLst>
                  <a:outerShdw blurRad="38100" dist="38100" dir="2700000" algn="tl">
                    <a:srgbClr val="000000"/>
                  </a:outerShdw>
                </a:effectLst>
              </a:rPr>
              <a:t>2     </a:t>
            </a:r>
            <a:r>
              <a:rPr lang="zh-CN" altLang="en-US" sz="2800">
                <a:solidFill>
                  <a:srgbClr val="1F08F8"/>
                </a:solidFill>
              </a:rPr>
              <a:t>逻辑代数的公式和定理</a:t>
            </a:r>
            <a:endParaRPr lang="zh-CN" altLang="en-US" sz="2800" dirty="0">
              <a:solidFill>
                <a:srgbClr val="1F08F8"/>
              </a:solidFill>
            </a:endParaRPr>
          </a:p>
        </p:txBody>
      </p:sp>
      <p:grpSp>
        <p:nvGrpSpPr>
          <p:cNvPr id="3" name="Group 4">
            <a:extLst>
              <a:ext uri="{FF2B5EF4-FFF2-40B4-BE49-F238E27FC236}">
                <a16:creationId xmlns:a16="http://schemas.microsoft.com/office/drawing/2014/main" id="{6FF35690-16D8-4675-88F0-1C1A5BDF4F19}"/>
              </a:ext>
            </a:extLst>
          </p:cNvPr>
          <p:cNvGrpSpPr>
            <a:grpSpLocks/>
          </p:cNvGrpSpPr>
          <p:nvPr/>
        </p:nvGrpSpPr>
        <p:grpSpPr bwMode="auto">
          <a:xfrm>
            <a:off x="525463" y="1693863"/>
            <a:ext cx="2844800" cy="1077912"/>
            <a:chOff x="331" y="1067"/>
            <a:chExt cx="1792" cy="679"/>
          </a:xfrm>
        </p:grpSpPr>
        <p:grpSp>
          <p:nvGrpSpPr>
            <p:cNvPr id="4" name="Group 5">
              <a:extLst>
                <a:ext uri="{FF2B5EF4-FFF2-40B4-BE49-F238E27FC236}">
                  <a16:creationId xmlns:a16="http://schemas.microsoft.com/office/drawing/2014/main" id="{115E4273-A146-44EC-94E3-2C2FC4F28580}"/>
                </a:ext>
              </a:extLst>
            </p:cNvPr>
            <p:cNvGrpSpPr>
              <a:grpSpLocks/>
            </p:cNvGrpSpPr>
            <p:nvPr/>
          </p:nvGrpSpPr>
          <p:grpSpPr bwMode="auto">
            <a:xfrm>
              <a:off x="1110" y="1067"/>
              <a:ext cx="1013" cy="679"/>
              <a:chOff x="3595" y="1109"/>
              <a:chExt cx="1013" cy="679"/>
            </a:xfrm>
          </p:grpSpPr>
          <p:grpSp>
            <p:nvGrpSpPr>
              <p:cNvPr id="6" name="Group 6">
                <a:extLst>
                  <a:ext uri="{FF2B5EF4-FFF2-40B4-BE49-F238E27FC236}">
                    <a16:creationId xmlns:a16="http://schemas.microsoft.com/office/drawing/2014/main" id="{BF41E48D-0B33-4088-944C-29141BEF5FD6}"/>
                  </a:ext>
                </a:extLst>
              </p:cNvPr>
              <p:cNvGrpSpPr>
                <a:grpSpLocks/>
              </p:cNvGrpSpPr>
              <p:nvPr/>
            </p:nvGrpSpPr>
            <p:grpSpPr bwMode="auto">
              <a:xfrm>
                <a:off x="3723" y="1109"/>
                <a:ext cx="864" cy="327"/>
                <a:chOff x="3723" y="1109"/>
                <a:chExt cx="864" cy="327"/>
              </a:xfrm>
            </p:grpSpPr>
            <p:sp>
              <p:nvSpPr>
                <p:cNvPr id="11" name="Text Box 7">
                  <a:extLst>
                    <a:ext uri="{FF2B5EF4-FFF2-40B4-BE49-F238E27FC236}">
                      <a16:creationId xmlns:a16="http://schemas.microsoft.com/office/drawing/2014/main" id="{0D239D73-97AB-4064-A094-E849D575B5F4}"/>
                    </a:ext>
                  </a:extLst>
                </p:cNvPr>
                <p:cNvSpPr txBox="1">
                  <a:spLocks noChangeArrowheads="1"/>
                </p:cNvSpPr>
                <p:nvPr/>
              </p:nvSpPr>
              <p:spPr bwMode="auto">
                <a:xfrm>
                  <a:off x="3723" y="1109"/>
                  <a:ext cx="86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A=0</a:t>
                  </a:r>
                </a:p>
              </p:txBody>
            </p:sp>
            <p:sp>
              <p:nvSpPr>
                <p:cNvPr id="12" name="Oval 8">
                  <a:extLst>
                    <a:ext uri="{FF2B5EF4-FFF2-40B4-BE49-F238E27FC236}">
                      <a16:creationId xmlns:a16="http://schemas.microsoft.com/office/drawing/2014/main" id="{EDEA69E4-357A-462B-B727-8D2EF20D59D6}"/>
                    </a:ext>
                  </a:extLst>
                </p:cNvPr>
                <p:cNvSpPr>
                  <a:spLocks noChangeArrowheads="1"/>
                </p:cNvSpPr>
                <p:nvPr/>
              </p:nvSpPr>
              <p:spPr bwMode="auto">
                <a:xfrm>
                  <a:off x="3979" y="123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3" name="Line 9">
                  <a:extLst>
                    <a:ext uri="{FF2B5EF4-FFF2-40B4-BE49-F238E27FC236}">
                      <a16:creationId xmlns:a16="http://schemas.microsoft.com/office/drawing/2014/main" id="{5EAEA3FC-A8EC-4009-93A9-4B4C9E0218DA}"/>
                    </a:ext>
                  </a:extLst>
                </p:cNvPr>
                <p:cNvSpPr>
                  <a:spLocks noChangeShapeType="1"/>
                </p:cNvSpPr>
                <p:nvPr/>
              </p:nvSpPr>
              <p:spPr bwMode="auto">
                <a:xfrm>
                  <a:off x="4096" y="11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7" name="Group 10">
                <a:extLst>
                  <a:ext uri="{FF2B5EF4-FFF2-40B4-BE49-F238E27FC236}">
                    <a16:creationId xmlns:a16="http://schemas.microsoft.com/office/drawing/2014/main" id="{C43C662A-FBE6-4AD8-B359-8AEA6054B1B6}"/>
                  </a:ext>
                </a:extLst>
              </p:cNvPr>
              <p:cNvGrpSpPr>
                <a:grpSpLocks/>
              </p:cNvGrpSpPr>
              <p:nvPr/>
            </p:nvGrpSpPr>
            <p:grpSpPr bwMode="auto">
              <a:xfrm>
                <a:off x="3744" y="1461"/>
                <a:ext cx="864" cy="327"/>
                <a:chOff x="3712" y="1781"/>
                <a:chExt cx="864" cy="327"/>
              </a:xfrm>
            </p:grpSpPr>
            <p:sp>
              <p:nvSpPr>
                <p:cNvPr id="9" name="Text Box 11">
                  <a:extLst>
                    <a:ext uri="{FF2B5EF4-FFF2-40B4-BE49-F238E27FC236}">
                      <a16:creationId xmlns:a16="http://schemas.microsoft.com/office/drawing/2014/main" id="{66EEC24B-A307-4AFB-8FEC-69C1A0FEB00D}"/>
                    </a:ext>
                  </a:extLst>
                </p:cNvPr>
                <p:cNvSpPr txBox="1">
                  <a:spLocks noChangeArrowheads="1"/>
                </p:cNvSpPr>
                <p:nvPr/>
              </p:nvSpPr>
              <p:spPr bwMode="auto">
                <a:xfrm>
                  <a:off x="3712" y="1781"/>
                  <a:ext cx="86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A+A=1</a:t>
                  </a:r>
                </a:p>
              </p:txBody>
            </p:sp>
            <p:sp>
              <p:nvSpPr>
                <p:cNvPr id="10" name="Line 12">
                  <a:extLst>
                    <a:ext uri="{FF2B5EF4-FFF2-40B4-BE49-F238E27FC236}">
                      <a16:creationId xmlns:a16="http://schemas.microsoft.com/office/drawing/2014/main" id="{91C79531-4080-4A74-918C-9D891CEE93B6}"/>
                    </a:ext>
                  </a:extLst>
                </p:cNvPr>
                <p:cNvSpPr>
                  <a:spLocks noChangeShapeType="1"/>
                </p:cNvSpPr>
                <p:nvPr/>
              </p:nvSpPr>
              <p:spPr bwMode="auto">
                <a:xfrm>
                  <a:off x="4075" y="181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8" name="AutoShape 13">
                <a:extLst>
                  <a:ext uri="{FF2B5EF4-FFF2-40B4-BE49-F238E27FC236}">
                    <a16:creationId xmlns:a16="http://schemas.microsoft.com/office/drawing/2014/main" id="{AD81E72C-62DC-45B0-AE18-E56BB0BBA4C5}"/>
                  </a:ext>
                </a:extLst>
              </p:cNvPr>
              <p:cNvSpPr>
                <a:spLocks/>
              </p:cNvSpPr>
              <p:nvPr/>
            </p:nvSpPr>
            <p:spPr bwMode="auto">
              <a:xfrm>
                <a:off x="3595" y="1141"/>
                <a:ext cx="106" cy="598"/>
              </a:xfrm>
              <a:prstGeom prst="leftBrace">
                <a:avLst>
                  <a:gd name="adj1" fmla="val 4701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5" name="Text Box 14">
              <a:extLst>
                <a:ext uri="{FF2B5EF4-FFF2-40B4-BE49-F238E27FC236}">
                  <a16:creationId xmlns:a16="http://schemas.microsoft.com/office/drawing/2014/main" id="{A2903D9D-06D9-463B-9885-D2C824401F04}"/>
                </a:ext>
              </a:extLst>
            </p:cNvPr>
            <p:cNvSpPr txBox="1">
              <a:spLocks noChangeArrowheads="1"/>
            </p:cNvSpPr>
            <p:nvPr/>
          </p:nvSpPr>
          <p:spPr bwMode="auto">
            <a:xfrm>
              <a:off x="331" y="1205"/>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互补律</a:t>
              </a:r>
            </a:p>
          </p:txBody>
        </p:sp>
      </p:grpSp>
      <p:grpSp>
        <p:nvGrpSpPr>
          <p:cNvPr id="14" name="Group 15">
            <a:extLst>
              <a:ext uri="{FF2B5EF4-FFF2-40B4-BE49-F238E27FC236}">
                <a16:creationId xmlns:a16="http://schemas.microsoft.com/office/drawing/2014/main" id="{D209F555-6E83-43DF-B1E8-D55F379280B3}"/>
              </a:ext>
            </a:extLst>
          </p:cNvPr>
          <p:cNvGrpSpPr>
            <a:grpSpLocks/>
          </p:cNvGrpSpPr>
          <p:nvPr/>
        </p:nvGrpSpPr>
        <p:grpSpPr bwMode="auto">
          <a:xfrm>
            <a:off x="576263" y="3081338"/>
            <a:ext cx="2928937" cy="1160462"/>
            <a:chOff x="363" y="1941"/>
            <a:chExt cx="1845" cy="731"/>
          </a:xfrm>
        </p:grpSpPr>
        <p:grpSp>
          <p:nvGrpSpPr>
            <p:cNvPr id="15" name="Group 16">
              <a:extLst>
                <a:ext uri="{FF2B5EF4-FFF2-40B4-BE49-F238E27FC236}">
                  <a16:creationId xmlns:a16="http://schemas.microsoft.com/office/drawing/2014/main" id="{DC5230DC-F574-4A08-9782-27C9B89156F5}"/>
                </a:ext>
              </a:extLst>
            </p:cNvPr>
            <p:cNvGrpSpPr>
              <a:grpSpLocks/>
            </p:cNvGrpSpPr>
            <p:nvPr/>
          </p:nvGrpSpPr>
          <p:grpSpPr bwMode="auto">
            <a:xfrm>
              <a:off x="1078" y="1941"/>
              <a:ext cx="1130" cy="731"/>
              <a:chOff x="3318" y="1152"/>
              <a:chExt cx="1130" cy="731"/>
            </a:xfrm>
          </p:grpSpPr>
          <p:sp>
            <p:nvSpPr>
              <p:cNvPr id="17" name="Text Box 17">
                <a:extLst>
                  <a:ext uri="{FF2B5EF4-FFF2-40B4-BE49-F238E27FC236}">
                    <a16:creationId xmlns:a16="http://schemas.microsoft.com/office/drawing/2014/main" id="{F7867B5D-1CE9-4330-9939-47C969EE762E}"/>
                  </a:ext>
                </a:extLst>
              </p:cNvPr>
              <p:cNvSpPr txBox="1">
                <a:spLocks noChangeArrowheads="1"/>
              </p:cNvSpPr>
              <p:nvPr/>
            </p:nvSpPr>
            <p:spPr bwMode="auto">
              <a:xfrm>
                <a:off x="3467" y="1152"/>
                <a:ext cx="981"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A=A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1+A=1</a:t>
                </a:r>
              </a:p>
            </p:txBody>
          </p:sp>
          <p:sp>
            <p:nvSpPr>
              <p:cNvPr id="18" name="Oval 18">
                <a:extLst>
                  <a:ext uri="{FF2B5EF4-FFF2-40B4-BE49-F238E27FC236}">
                    <a16:creationId xmlns:a16="http://schemas.microsoft.com/office/drawing/2014/main" id="{79B771C7-6292-4D2D-A899-1E6B6B46555E}"/>
                  </a:ext>
                </a:extLst>
              </p:cNvPr>
              <p:cNvSpPr>
                <a:spLocks noChangeArrowheads="1"/>
              </p:cNvSpPr>
              <p:nvPr/>
            </p:nvSpPr>
            <p:spPr bwMode="auto">
              <a:xfrm>
                <a:off x="3627" y="1291"/>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9" name="AutoShape 19">
                <a:extLst>
                  <a:ext uri="{FF2B5EF4-FFF2-40B4-BE49-F238E27FC236}">
                    <a16:creationId xmlns:a16="http://schemas.microsoft.com/office/drawing/2014/main" id="{BCD7736C-979A-4BF1-A476-238D2FF8E344}"/>
                  </a:ext>
                </a:extLst>
              </p:cNvPr>
              <p:cNvSpPr>
                <a:spLocks/>
              </p:cNvSpPr>
              <p:nvPr/>
            </p:nvSpPr>
            <p:spPr bwMode="auto">
              <a:xfrm>
                <a:off x="3318" y="1184"/>
                <a:ext cx="149" cy="683"/>
              </a:xfrm>
              <a:prstGeom prst="leftBrace">
                <a:avLst>
                  <a:gd name="adj1" fmla="val 38199"/>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16" name="Text Box 20">
              <a:extLst>
                <a:ext uri="{FF2B5EF4-FFF2-40B4-BE49-F238E27FC236}">
                  <a16:creationId xmlns:a16="http://schemas.microsoft.com/office/drawing/2014/main" id="{2B2A9E84-EE4F-4ACC-B38F-ABD501908E84}"/>
                </a:ext>
              </a:extLst>
            </p:cNvPr>
            <p:cNvSpPr txBox="1">
              <a:spLocks noChangeArrowheads="1"/>
            </p:cNvSpPr>
            <p:nvPr/>
          </p:nvSpPr>
          <p:spPr bwMode="auto">
            <a:xfrm>
              <a:off x="363" y="2133"/>
              <a:ext cx="94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律</a:t>
              </a:r>
            </a:p>
          </p:txBody>
        </p:sp>
      </p:grpSp>
      <p:grpSp>
        <p:nvGrpSpPr>
          <p:cNvPr id="20" name="Group 21">
            <a:extLst>
              <a:ext uri="{FF2B5EF4-FFF2-40B4-BE49-F238E27FC236}">
                <a16:creationId xmlns:a16="http://schemas.microsoft.com/office/drawing/2014/main" id="{DEADC0C3-9630-41BD-9FC1-7609DD161E92}"/>
              </a:ext>
            </a:extLst>
          </p:cNvPr>
          <p:cNvGrpSpPr>
            <a:grpSpLocks/>
          </p:cNvGrpSpPr>
          <p:nvPr/>
        </p:nvGrpSpPr>
        <p:grpSpPr bwMode="auto">
          <a:xfrm>
            <a:off x="558800" y="4603750"/>
            <a:ext cx="2863850" cy="1160463"/>
            <a:chOff x="352" y="2900"/>
            <a:chExt cx="1804" cy="731"/>
          </a:xfrm>
        </p:grpSpPr>
        <p:grpSp>
          <p:nvGrpSpPr>
            <p:cNvPr id="21" name="Group 22">
              <a:extLst>
                <a:ext uri="{FF2B5EF4-FFF2-40B4-BE49-F238E27FC236}">
                  <a16:creationId xmlns:a16="http://schemas.microsoft.com/office/drawing/2014/main" id="{5B70C615-DFD6-4560-BAB7-2065D6369FE6}"/>
                </a:ext>
              </a:extLst>
            </p:cNvPr>
            <p:cNvGrpSpPr>
              <a:grpSpLocks/>
            </p:cNvGrpSpPr>
            <p:nvPr/>
          </p:nvGrpSpPr>
          <p:grpSpPr bwMode="auto">
            <a:xfrm>
              <a:off x="1079" y="2900"/>
              <a:ext cx="1077" cy="731"/>
              <a:chOff x="2870" y="1557"/>
              <a:chExt cx="1077" cy="731"/>
            </a:xfrm>
          </p:grpSpPr>
          <p:sp>
            <p:nvSpPr>
              <p:cNvPr id="23" name="Text Box 23">
                <a:extLst>
                  <a:ext uri="{FF2B5EF4-FFF2-40B4-BE49-F238E27FC236}">
                    <a16:creationId xmlns:a16="http://schemas.microsoft.com/office/drawing/2014/main" id="{F5DEC534-CC6E-466F-BDF6-CFD28BAB264C}"/>
                  </a:ext>
                </a:extLst>
              </p:cNvPr>
              <p:cNvSpPr txBox="1">
                <a:spLocks noChangeArrowheads="1"/>
              </p:cNvSpPr>
              <p:nvPr/>
            </p:nvSpPr>
            <p:spPr bwMode="auto">
              <a:xfrm>
                <a:off x="3008" y="1557"/>
                <a:ext cx="939"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A=0</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0+A=A</a:t>
                </a:r>
              </a:p>
            </p:txBody>
          </p:sp>
          <p:sp>
            <p:nvSpPr>
              <p:cNvPr id="24" name="Oval 24">
                <a:extLst>
                  <a:ext uri="{FF2B5EF4-FFF2-40B4-BE49-F238E27FC236}">
                    <a16:creationId xmlns:a16="http://schemas.microsoft.com/office/drawing/2014/main" id="{2E5B03E8-1F32-4BB8-BA44-C3EB05DCF180}"/>
                  </a:ext>
                </a:extLst>
              </p:cNvPr>
              <p:cNvSpPr>
                <a:spLocks noChangeArrowheads="1"/>
              </p:cNvSpPr>
              <p:nvPr/>
            </p:nvSpPr>
            <p:spPr bwMode="auto">
              <a:xfrm>
                <a:off x="3211" y="169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5" name="AutoShape 25">
                <a:extLst>
                  <a:ext uri="{FF2B5EF4-FFF2-40B4-BE49-F238E27FC236}">
                    <a16:creationId xmlns:a16="http://schemas.microsoft.com/office/drawing/2014/main" id="{4A072333-2F95-4EE3-A983-FE76812BFF7E}"/>
                  </a:ext>
                </a:extLst>
              </p:cNvPr>
              <p:cNvSpPr>
                <a:spLocks/>
              </p:cNvSpPr>
              <p:nvPr/>
            </p:nvSpPr>
            <p:spPr bwMode="auto">
              <a:xfrm>
                <a:off x="2870" y="1621"/>
                <a:ext cx="128" cy="640"/>
              </a:xfrm>
              <a:prstGeom prst="leftBrace">
                <a:avLst>
                  <a:gd name="adj1" fmla="val 416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22" name="Text Box 26">
              <a:extLst>
                <a:ext uri="{FF2B5EF4-FFF2-40B4-BE49-F238E27FC236}">
                  <a16:creationId xmlns:a16="http://schemas.microsoft.com/office/drawing/2014/main" id="{C7F3CA5C-651B-4C5F-A5D6-B58DFAEBA28E}"/>
                </a:ext>
              </a:extLst>
            </p:cNvPr>
            <p:cNvSpPr txBox="1">
              <a:spLocks noChangeArrowheads="1"/>
            </p:cNvSpPr>
            <p:nvPr/>
          </p:nvSpPr>
          <p:spPr bwMode="auto">
            <a:xfrm>
              <a:off x="352" y="3093"/>
              <a:ext cx="779"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 0</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律</a:t>
              </a:r>
            </a:p>
          </p:txBody>
        </p:sp>
      </p:grpSp>
      <p:grpSp>
        <p:nvGrpSpPr>
          <p:cNvPr id="26" name="Group 27">
            <a:extLst>
              <a:ext uri="{FF2B5EF4-FFF2-40B4-BE49-F238E27FC236}">
                <a16:creationId xmlns:a16="http://schemas.microsoft.com/office/drawing/2014/main" id="{9FB36109-88E8-4E1C-8774-74B0B3715A06}"/>
              </a:ext>
            </a:extLst>
          </p:cNvPr>
          <p:cNvGrpSpPr>
            <a:grpSpLocks/>
          </p:cNvGrpSpPr>
          <p:nvPr/>
        </p:nvGrpSpPr>
        <p:grpSpPr bwMode="auto">
          <a:xfrm>
            <a:off x="3756025" y="1608138"/>
            <a:ext cx="3538538" cy="1160462"/>
            <a:chOff x="2421" y="1013"/>
            <a:chExt cx="2229" cy="731"/>
          </a:xfrm>
        </p:grpSpPr>
        <p:grpSp>
          <p:nvGrpSpPr>
            <p:cNvPr id="27" name="Group 28">
              <a:extLst>
                <a:ext uri="{FF2B5EF4-FFF2-40B4-BE49-F238E27FC236}">
                  <a16:creationId xmlns:a16="http://schemas.microsoft.com/office/drawing/2014/main" id="{FB27D5C2-6AB1-4981-82FD-CA2862E32BD8}"/>
                </a:ext>
              </a:extLst>
            </p:cNvPr>
            <p:cNvGrpSpPr>
              <a:grpSpLocks/>
            </p:cNvGrpSpPr>
            <p:nvPr/>
          </p:nvGrpSpPr>
          <p:grpSpPr bwMode="auto">
            <a:xfrm>
              <a:off x="3212" y="1013"/>
              <a:ext cx="1438" cy="731"/>
              <a:chOff x="3447" y="1013"/>
              <a:chExt cx="1438" cy="731"/>
            </a:xfrm>
          </p:grpSpPr>
          <p:sp>
            <p:nvSpPr>
              <p:cNvPr id="29" name="Text Box 29">
                <a:extLst>
                  <a:ext uri="{FF2B5EF4-FFF2-40B4-BE49-F238E27FC236}">
                    <a16:creationId xmlns:a16="http://schemas.microsoft.com/office/drawing/2014/main" id="{2C906FAE-7C7B-448C-8832-4A6A5F42428C}"/>
                  </a:ext>
                </a:extLst>
              </p:cNvPr>
              <p:cNvSpPr txBox="1">
                <a:spLocks noChangeArrowheads="1"/>
              </p:cNvSpPr>
              <p:nvPr/>
            </p:nvSpPr>
            <p:spPr bwMode="auto">
              <a:xfrm>
                <a:off x="3584" y="1013"/>
                <a:ext cx="1301"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  B=B  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A+B=B+A</a:t>
                </a:r>
              </a:p>
            </p:txBody>
          </p:sp>
          <p:sp>
            <p:nvSpPr>
              <p:cNvPr id="30" name="Oval 30">
                <a:extLst>
                  <a:ext uri="{FF2B5EF4-FFF2-40B4-BE49-F238E27FC236}">
                    <a16:creationId xmlns:a16="http://schemas.microsoft.com/office/drawing/2014/main" id="{ACA90EBB-E88A-471C-83AB-76CB3720AAE5}"/>
                  </a:ext>
                </a:extLst>
              </p:cNvPr>
              <p:cNvSpPr>
                <a:spLocks noChangeArrowheads="1"/>
              </p:cNvSpPr>
              <p:nvPr/>
            </p:nvSpPr>
            <p:spPr bwMode="auto">
              <a:xfrm>
                <a:off x="3809" y="1151"/>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1" name="Oval 31">
                <a:extLst>
                  <a:ext uri="{FF2B5EF4-FFF2-40B4-BE49-F238E27FC236}">
                    <a16:creationId xmlns:a16="http://schemas.microsoft.com/office/drawing/2014/main" id="{618B6AD5-371E-4FF5-B2A5-B9C03A036D7E}"/>
                  </a:ext>
                </a:extLst>
              </p:cNvPr>
              <p:cNvSpPr>
                <a:spLocks noChangeArrowheads="1"/>
              </p:cNvSpPr>
              <p:nvPr/>
            </p:nvSpPr>
            <p:spPr bwMode="auto">
              <a:xfrm>
                <a:off x="4385" y="1151"/>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2" name="AutoShape 32">
                <a:extLst>
                  <a:ext uri="{FF2B5EF4-FFF2-40B4-BE49-F238E27FC236}">
                    <a16:creationId xmlns:a16="http://schemas.microsoft.com/office/drawing/2014/main" id="{5E980727-09AF-4DA8-B083-A9AFA2CF25E3}"/>
                  </a:ext>
                </a:extLst>
              </p:cNvPr>
              <p:cNvSpPr>
                <a:spLocks/>
              </p:cNvSpPr>
              <p:nvPr/>
            </p:nvSpPr>
            <p:spPr bwMode="auto">
              <a:xfrm>
                <a:off x="3447" y="1067"/>
                <a:ext cx="128" cy="640"/>
              </a:xfrm>
              <a:prstGeom prst="leftBrace">
                <a:avLst>
                  <a:gd name="adj1" fmla="val 4166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28" name="Text Box 33">
              <a:extLst>
                <a:ext uri="{FF2B5EF4-FFF2-40B4-BE49-F238E27FC236}">
                  <a16:creationId xmlns:a16="http://schemas.microsoft.com/office/drawing/2014/main" id="{F01C3320-548E-403D-960B-363BB7273455}"/>
                </a:ext>
              </a:extLst>
            </p:cNvPr>
            <p:cNvSpPr txBox="1">
              <a:spLocks noChangeArrowheads="1"/>
            </p:cNvSpPr>
            <p:nvPr/>
          </p:nvSpPr>
          <p:spPr bwMode="auto">
            <a:xfrm>
              <a:off x="2421" y="1194"/>
              <a:ext cx="83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交换律</a:t>
              </a:r>
            </a:p>
          </p:txBody>
        </p:sp>
      </p:grpSp>
      <p:grpSp>
        <p:nvGrpSpPr>
          <p:cNvPr id="33" name="Group 34">
            <a:extLst>
              <a:ext uri="{FF2B5EF4-FFF2-40B4-BE49-F238E27FC236}">
                <a16:creationId xmlns:a16="http://schemas.microsoft.com/office/drawing/2014/main" id="{0C3F751C-EDAC-4386-BBBE-314358AC9402}"/>
              </a:ext>
            </a:extLst>
          </p:cNvPr>
          <p:cNvGrpSpPr>
            <a:grpSpLocks/>
          </p:cNvGrpSpPr>
          <p:nvPr/>
        </p:nvGrpSpPr>
        <p:grpSpPr bwMode="auto">
          <a:xfrm>
            <a:off x="3754438" y="3149600"/>
            <a:ext cx="4656137" cy="1160463"/>
            <a:chOff x="2475" y="1984"/>
            <a:chExt cx="2933" cy="731"/>
          </a:xfrm>
        </p:grpSpPr>
        <p:grpSp>
          <p:nvGrpSpPr>
            <p:cNvPr id="34" name="Group 35">
              <a:extLst>
                <a:ext uri="{FF2B5EF4-FFF2-40B4-BE49-F238E27FC236}">
                  <a16:creationId xmlns:a16="http://schemas.microsoft.com/office/drawing/2014/main" id="{E9453C0D-BE5A-4320-88EC-893364A6EF43}"/>
                </a:ext>
              </a:extLst>
            </p:cNvPr>
            <p:cNvGrpSpPr>
              <a:grpSpLocks/>
            </p:cNvGrpSpPr>
            <p:nvPr/>
          </p:nvGrpSpPr>
          <p:grpSpPr bwMode="auto">
            <a:xfrm>
              <a:off x="3253" y="1984"/>
              <a:ext cx="2155" cy="731"/>
              <a:chOff x="3285" y="2026"/>
              <a:chExt cx="2155" cy="731"/>
            </a:xfrm>
          </p:grpSpPr>
          <p:grpSp>
            <p:nvGrpSpPr>
              <p:cNvPr id="36" name="Group 36">
                <a:extLst>
                  <a:ext uri="{FF2B5EF4-FFF2-40B4-BE49-F238E27FC236}">
                    <a16:creationId xmlns:a16="http://schemas.microsoft.com/office/drawing/2014/main" id="{B3F1DEE4-3F50-455C-9C84-1F42941ADF97}"/>
                  </a:ext>
                </a:extLst>
              </p:cNvPr>
              <p:cNvGrpSpPr>
                <a:grpSpLocks/>
              </p:cNvGrpSpPr>
              <p:nvPr/>
            </p:nvGrpSpPr>
            <p:grpSpPr bwMode="auto">
              <a:xfrm>
                <a:off x="3413" y="2026"/>
                <a:ext cx="2027" cy="731"/>
                <a:chOff x="2784" y="2581"/>
                <a:chExt cx="2027" cy="731"/>
              </a:xfrm>
            </p:grpSpPr>
            <p:sp>
              <p:nvSpPr>
                <p:cNvPr id="38" name="Text Box 37">
                  <a:extLst>
                    <a:ext uri="{FF2B5EF4-FFF2-40B4-BE49-F238E27FC236}">
                      <a16:creationId xmlns:a16="http://schemas.microsoft.com/office/drawing/2014/main" id="{9A0CA766-566B-4842-A24B-A70950E4BA18}"/>
                    </a:ext>
                  </a:extLst>
                </p:cNvPr>
                <p:cNvSpPr txBox="1">
                  <a:spLocks noChangeArrowheads="1"/>
                </p:cNvSpPr>
                <p:nvPr/>
              </p:nvSpPr>
              <p:spPr bwMode="auto">
                <a:xfrm>
                  <a:off x="2784" y="2581"/>
                  <a:ext cx="2027"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(B  C)=(A  B)  C</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A+(B+C)=(A+B)+C</a:t>
                  </a:r>
                </a:p>
              </p:txBody>
            </p:sp>
            <p:sp>
              <p:nvSpPr>
                <p:cNvPr id="39" name="Oval 38">
                  <a:extLst>
                    <a:ext uri="{FF2B5EF4-FFF2-40B4-BE49-F238E27FC236}">
                      <a16:creationId xmlns:a16="http://schemas.microsoft.com/office/drawing/2014/main" id="{830EE737-7CA0-43C1-B303-DA970057E3AC}"/>
                    </a:ext>
                  </a:extLst>
                </p:cNvPr>
                <p:cNvSpPr>
                  <a:spLocks noChangeArrowheads="1"/>
                </p:cNvSpPr>
                <p:nvPr/>
              </p:nvSpPr>
              <p:spPr bwMode="auto">
                <a:xfrm>
                  <a:off x="2999" y="271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0" name="Oval 39">
                  <a:extLst>
                    <a:ext uri="{FF2B5EF4-FFF2-40B4-BE49-F238E27FC236}">
                      <a16:creationId xmlns:a16="http://schemas.microsoft.com/office/drawing/2014/main" id="{69DC324C-776B-49C6-8284-922369ADD215}"/>
                    </a:ext>
                  </a:extLst>
                </p:cNvPr>
                <p:cNvSpPr>
                  <a:spLocks noChangeArrowheads="1"/>
                </p:cNvSpPr>
                <p:nvPr/>
              </p:nvSpPr>
              <p:spPr bwMode="auto">
                <a:xfrm>
                  <a:off x="3362" y="271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1" name="Oval 40">
                  <a:extLst>
                    <a:ext uri="{FF2B5EF4-FFF2-40B4-BE49-F238E27FC236}">
                      <a16:creationId xmlns:a16="http://schemas.microsoft.com/office/drawing/2014/main" id="{DCB2D1DE-849F-44C0-B5DE-D45CEA942754}"/>
                    </a:ext>
                  </a:extLst>
                </p:cNvPr>
                <p:cNvSpPr>
                  <a:spLocks noChangeArrowheads="1"/>
                </p:cNvSpPr>
                <p:nvPr/>
              </p:nvSpPr>
              <p:spPr bwMode="auto">
                <a:xfrm>
                  <a:off x="4044" y="270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2" name="Oval 41">
                  <a:extLst>
                    <a:ext uri="{FF2B5EF4-FFF2-40B4-BE49-F238E27FC236}">
                      <a16:creationId xmlns:a16="http://schemas.microsoft.com/office/drawing/2014/main" id="{B5A4BE80-F17C-47C9-9BB5-827479B7EE46}"/>
                    </a:ext>
                  </a:extLst>
                </p:cNvPr>
                <p:cNvSpPr>
                  <a:spLocks noChangeArrowheads="1"/>
                </p:cNvSpPr>
                <p:nvPr/>
              </p:nvSpPr>
              <p:spPr bwMode="auto">
                <a:xfrm>
                  <a:off x="4396" y="2717"/>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37" name="AutoShape 42">
                <a:extLst>
                  <a:ext uri="{FF2B5EF4-FFF2-40B4-BE49-F238E27FC236}">
                    <a16:creationId xmlns:a16="http://schemas.microsoft.com/office/drawing/2014/main" id="{C56506CC-CA33-4019-BE53-E74B79668AA4}"/>
                  </a:ext>
                </a:extLst>
              </p:cNvPr>
              <p:cNvSpPr>
                <a:spLocks/>
              </p:cNvSpPr>
              <p:nvPr/>
            </p:nvSpPr>
            <p:spPr bwMode="auto">
              <a:xfrm>
                <a:off x="3285" y="2091"/>
                <a:ext cx="107" cy="629"/>
              </a:xfrm>
              <a:prstGeom prst="leftBrace">
                <a:avLst>
                  <a:gd name="adj1" fmla="val 48988"/>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35" name="Text Box 43">
              <a:extLst>
                <a:ext uri="{FF2B5EF4-FFF2-40B4-BE49-F238E27FC236}">
                  <a16:creationId xmlns:a16="http://schemas.microsoft.com/office/drawing/2014/main" id="{3ED617FA-37E5-40CE-A3F2-EAEEB3C7175D}"/>
                </a:ext>
              </a:extLst>
            </p:cNvPr>
            <p:cNvSpPr txBox="1">
              <a:spLocks noChangeArrowheads="1"/>
            </p:cNvSpPr>
            <p:nvPr/>
          </p:nvSpPr>
          <p:spPr bwMode="auto">
            <a:xfrm>
              <a:off x="2475" y="2165"/>
              <a:ext cx="970"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结合律</a:t>
              </a:r>
            </a:p>
          </p:txBody>
        </p:sp>
      </p:grpSp>
      <p:grpSp>
        <p:nvGrpSpPr>
          <p:cNvPr id="43" name="Group 44">
            <a:extLst>
              <a:ext uri="{FF2B5EF4-FFF2-40B4-BE49-F238E27FC236}">
                <a16:creationId xmlns:a16="http://schemas.microsoft.com/office/drawing/2014/main" id="{5B88D707-7D6D-4BF1-90F5-948B8C274377}"/>
              </a:ext>
            </a:extLst>
          </p:cNvPr>
          <p:cNvGrpSpPr>
            <a:grpSpLocks/>
          </p:cNvGrpSpPr>
          <p:nvPr/>
        </p:nvGrpSpPr>
        <p:grpSpPr bwMode="auto">
          <a:xfrm>
            <a:off x="3757613" y="4673600"/>
            <a:ext cx="5351462" cy="1160463"/>
            <a:chOff x="2389" y="2944"/>
            <a:chExt cx="3371" cy="731"/>
          </a:xfrm>
        </p:grpSpPr>
        <p:grpSp>
          <p:nvGrpSpPr>
            <p:cNvPr id="44" name="Group 45">
              <a:extLst>
                <a:ext uri="{FF2B5EF4-FFF2-40B4-BE49-F238E27FC236}">
                  <a16:creationId xmlns:a16="http://schemas.microsoft.com/office/drawing/2014/main" id="{67468416-FE58-4D85-85C0-59608D0F96C5}"/>
                </a:ext>
              </a:extLst>
            </p:cNvPr>
            <p:cNvGrpSpPr>
              <a:grpSpLocks/>
            </p:cNvGrpSpPr>
            <p:nvPr/>
          </p:nvGrpSpPr>
          <p:grpSpPr bwMode="auto">
            <a:xfrm>
              <a:off x="3156" y="2944"/>
              <a:ext cx="2604" cy="731"/>
              <a:chOff x="2229" y="3520"/>
              <a:chExt cx="2604" cy="731"/>
            </a:xfrm>
          </p:grpSpPr>
          <p:sp>
            <p:nvSpPr>
              <p:cNvPr id="46" name="Text Box 46">
                <a:extLst>
                  <a:ext uri="{FF2B5EF4-FFF2-40B4-BE49-F238E27FC236}">
                    <a16:creationId xmlns:a16="http://schemas.microsoft.com/office/drawing/2014/main" id="{30027544-8B9C-4580-AADD-9B308C6C53D6}"/>
                  </a:ext>
                </a:extLst>
              </p:cNvPr>
              <p:cNvSpPr txBox="1">
                <a:spLocks noChangeArrowheads="1"/>
              </p:cNvSpPr>
              <p:nvPr/>
            </p:nvSpPr>
            <p:spPr bwMode="auto">
              <a:xfrm>
                <a:off x="2379" y="3520"/>
                <a:ext cx="2454"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(B+C)=A  B+A  C</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  C=(A+B)  (A+C)</a:t>
                </a:r>
              </a:p>
            </p:txBody>
          </p:sp>
          <p:sp>
            <p:nvSpPr>
              <p:cNvPr id="47" name="Oval 47">
                <a:extLst>
                  <a:ext uri="{FF2B5EF4-FFF2-40B4-BE49-F238E27FC236}">
                    <a16:creationId xmlns:a16="http://schemas.microsoft.com/office/drawing/2014/main" id="{B5C2DCC1-2F48-4DAC-8AB7-A7D129DF35D9}"/>
                  </a:ext>
                </a:extLst>
              </p:cNvPr>
              <p:cNvSpPr>
                <a:spLocks noChangeArrowheads="1"/>
              </p:cNvSpPr>
              <p:nvPr/>
            </p:nvSpPr>
            <p:spPr bwMode="auto">
              <a:xfrm>
                <a:off x="2604" y="3656"/>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8" name="Oval 48">
                <a:extLst>
                  <a:ext uri="{FF2B5EF4-FFF2-40B4-BE49-F238E27FC236}">
                    <a16:creationId xmlns:a16="http://schemas.microsoft.com/office/drawing/2014/main" id="{BAE172B4-F646-4F45-8AC3-E295AF4EB94B}"/>
                  </a:ext>
                </a:extLst>
              </p:cNvPr>
              <p:cNvSpPr>
                <a:spLocks noChangeArrowheads="1"/>
              </p:cNvSpPr>
              <p:nvPr/>
            </p:nvSpPr>
            <p:spPr bwMode="auto">
              <a:xfrm>
                <a:off x="3607" y="3656"/>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49" name="Oval 49">
                <a:extLst>
                  <a:ext uri="{FF2B5EF4-FFF2-40B4-BE49-F238E27FC236}">
                    <a16:creationId xmlns:a16="http://schemas.microsoft.com/office/drawing/2014/main" id="{E5B5D24C-961A-4089-98D9-88F430A60068}"/>
                  </a:ext>
                </a:extLst>
              </p:cNvPr>
              <p:cNvSpPr>
                <a:spLocks noChangeArrowheads="1"/>
              </p:cNvSpPr>
              <p:nvPr/>
            </p:nvSpPr>
            <p:spPr bwMode="auto">
              <a:xfrm>
                <a:off x="4151" y="3656"/>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0" name="Oval 50">
                <a:extLst>
                  <a:ext uri="{FF2B5EF4-FFF2-40B4-BE49-F238E27FC236}">
                    <a16:creationId xmlns:a16="http://schemas.microsoft.com/office/drawing/2014/main" id="{15817F20-DDD5-428B-B065-237D3A90AF92}"/>
                  </a:ext>
                </a:extLst>
              </p:cNvPr>
              <p:cNvSpPr>
                <a:spLocks noChangeArrowheads="1"/>
              </p:cNvSpPr>
              <p:nvPr/>
            </p:nvSpPr>
            <p:spPr bwMode="auto">
              <a:xfrm>
                <a:off x="2892" y="4061"/>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1" name="Oval 51">
                <a:extLst>
                  <a:ext uri="{FF2B5EF4-FFF2-40B4-BE49-F238E27FC236}">
                    <a16:creationId xmlns:a16="http://schemas.microsoft.com/office/drawing/2014/main" id="{11D67409-BB6B-4B88-9E1D-4DD33BA09E31}"/>
                  </a:ext>
                </a:extLst>
              </p:cNvPr>
              <p:cNvSpPr>
                <a:spLocks noChangeArrowheads="1"/>
              </p:cNvSpPr>
              <p:nvPr/>
            </p:nvSpPr>
            <p:spPr bwMode="auto">
              <a:xfrm>
                <a:off x="3895" y="4083"/>
                <a:ext cx="56" cy="5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52" name="AutoShape 52">
                <a:extLst>
                  <a:ext uri="{FF2B5EF4-FFF2-40B4-BE49-F238E27FC236}">
                    <a16:creationId xmlns:a16="http://schemas.microsoft.com/office/drawing/2014/main" id="{B72389A9-1C78-4C6C-BD57-1D73F2D6C748}"/>
                  </a:ext>
                </a:extLst>
              </p:cNvPr>
              <p:cNvSpPr>
                <a:spLocks/>
              </p:cNvSpPr>
              <p:nvPr/>
            </p:nvSpPr>
            <p:spPr bwMode="auto">
              <a:xfrm>
                <a:off x="2229" y="3584"/>
                <a:ext cx="139" cy="608"/>
              </a:xfrm>
              <a:prstGeom prst="leftBrace">
                <a:avLst>
                  <a:gd name="adj1" fmla="val 36451"/>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
          <p:nvSpPr>
            <p:cNvPr id="45" name="Text Box 53">
              <a:extLst>
                <a:ext uri="{FF2B5EF4-FFF2-40B4-BE49-F238E27FC236}">
                  <a16:creationId xmlns:a16="http://schemas.microsoft.com/office/drawing/2014/main" id="{A7C78944-39AE-4A51-9918-630BC620CAC5}"/>
                </a:ext>
              </a:extLst>
            </p:cNvPr>
            <p:cNvSpPr txBox="1">
              <a:spLocks noChangeArrowheads="1"/>
            </p:cNvSpPr>
            <p:nvPr/>
          </p:nvSpPr>
          <p:spPr bwMode="auto">
            <a:xfrm>
              <a:off x="2389" y="3147"/>
              <a:ext cx="98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分配律</a:t>
              </a:r>
            </a:p>
          </p:txBody>
        </p:sp>
      </p:grpSp>
    </p:spTree>
    <p:extLst>
      <p:ext uri="{BB962C8B-B14F-4D97-AF65-F5344CB8AC3E}">
        <p14:creationId xmlns:p14="http://schemas.microsoft.com/office/powerpoint/2010/main" val="772319059"/>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left)">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4DF28DD-C6FB-4375-A016-10CB7F3B61C9}"/>
              </a:ext>
            </a:extLst>
          </p:cNvPr>
          <p:cNvSpPr txBox="1">
            <a:spLocks noChangeArrowheads="1"/>
          </p:cNvSpPr>
          <p:nvPr/>
        </p:nvSpPr>
        <p:spPr>
          <a:xfrm>
            <a:off x="381000" y="1438275"/>
            <a:ext cx="1439863" cy="533400"/>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2800" dirty="0">
                <a:solidFill>
                  <a:schemeClr val="tx1"/>
                </a:solidFill>
              </a:rPr>
              <a:t>吸收律</a:t>
            </a:r>
          </a:p>
        </p:txBody>
      </p:sp>
      <p:grpSp>
        <p:nvGrpSpPr>
          <p:cNvPr id="3" name="Group 3">
            <a:extLst>
              <a:ext uri="{FF2B5EF4-FFF2-40B4-BE49-F238E27FC236}">
                <a16:creationId xmlns:a16="http://schemas.microsoft.com/office/drawing/2014/main" id="{208F54C9-BE7C-4140-8DD7-E41B3CDB4870}"/>
              </a:ext>
            </a:extLst>
          </p:cNvPr>
          <p:cNvGrpSpPr>
            <a:grpSpLocks/>
          </p:cNvGrpSpPr>
          <p:nvPr/>
        </p:nvGrpSpPr>
        <p:grpSpPr bwMode="auto">
          <a:xfrm>
            <a:off x="1725613" y="482600"/>
            <a:ext cx="3049587" cy="2443163"/>
            <a:chOff x="2175" y="161"/>
            <a:chExt cx="1921" cy="1539"/>
          </a:xfrm>
        </p:grpSpPr>
        <p:grpSp>
          <p:nvGrpSpPr>
            <p:cNvPr id="4" name="Group 4">
              <a:extLst>
                <a:ext uri="{FF2B5EF4-FFF2-40B4-BE49-F238E27FC236}">
                  <a16:creationId xmlns:a16="http://schemas.microsoft.com/office/drawing/2014/main" id="{870DF89F-3D1A-450B-BC4D-064915464F39}"/>
                </a:ext>
              </a:extLst>
            </p:cNvPr>
            <p:cNvGrpSpPr>
              <a:grpSpLocks/>
            </p:cNvGrpSpPr>
            <p:nvPr/>
          </p:nvGrpSpPr>
          <p:grpSpPr bwMode="auto">
            <a:xfrm>
              <a:off x="2400" y="161"/>
              <a:ext cx="1696" cy="1539"/>
              <a:chOff x="2400" y="161"/>
              <a:chExt cx="1696" cy="1539"/>
            </a:xfrm>
          </p:grpSpPr>
          <p:sp>
            <p:nvSpPr>
              <p:cNvPr id="6" name="Text Box 5">
                <a:extLst>
                  <a:ext uri="{FF2B5EF4-FFF2-40B4-BE49-F238E27FC236}">
                    <a16:creationId xmlns:a16="http://schemas.microsoft.com/office/drawing/2014/main" id="{FD516D97-26F9-4F24-89B9-4425575F4828}"/>
                  </a:ext>
                </a:extLst>
              </p:cNvPr>
              <p:cNvSpPr txBox="1">
                <a:spLocks noChangeArrowheads="1"/>
              </p:cNvSpPr>
              <p:nvPr/>
            </p:nvSpPr>
            <p:spPr bwMode="auto">
              <a:xfrm>
                <a:off x="2400" y="161"/>
                <a:ext cx="1696" cy="1539"/>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A+AB=A+B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•(A+B)=A•B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A+A•B=A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A(A+B)=A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7" name="Line 6">
                <a:extLst>
                  <a:ext uri="{FF2B5EF4-FFF2-40B4-BE49-F238E27FC236}">
                    <a16:creationId xmlns:a16="http://schemas.microsoft.com/office/drawing/2014/main" id="{45217CBB-CC90-4733-AB6F-1BDFABB21C58}"/>
                  </a:ext>
                </a:extLst>
              </p:cNvPr>
              <p:cNvSpPr>
                <a:spLocks noChangeShapeType="1"/>
              </p:cNvSpPr>
              <p:nvPr/>
            </p:nvSpPr>
            <p:spPr bwMode="auto">
              <a:xfrm>
                <a:off x="2751" y="21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7">
                <a:extLst>
                  <a:ext uri="{FF2B5EF4-FFF2-40B4-BE49-F238E27FC236}">
                    <a16:creationId xmlns:a16="http://schemas.microsoft.com/office/drawing/2014/main" id="{6E272AFF-F2FB-4425-8DA3-2EAE527CDB8D}"/>
                  </a:ext>
                </a:extLst>
              </p:cNvPr>
              <p:cNvSpPr>
                <a:spLocks noChangeShapeType="1"/>
              </p:cNvSpPr>
              <p:nvPr/>
            </p:nvSpPr>
            <p:spPr bwMode="auto">
              <a:xfrm>
                <a:off x="2794" y="63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5" name="AutoShape 8">
              <a:extLst>
                <a:ext uri="{FF2B5EF4-FFF2-40B4-BE49-F238E27FC236}">
                  <a16:creationId xmlns:a16="http://schemas.microsoft.com/office/drawing/2014/main" id="{59BECF85-9901-48E0-80AE-C72C5950FE13}"/>
                </a:ext>
              </a:extLst>
            </p:cNvPr>
            <p:cNvSpPr>
              <a:spLocks/>
            </p:cNvSpPr>
            <p:nvPr/>
          </p:nvSpPr>
          <p:spPr bwMode="auto">
            <a:xfrm>
              <a:off x="2175" y="213"/>
              <a:ext cx="203" cy="1440"/>
            </a:xfrm>
            <a:prstGeom prst="leftBrace">
              <a:avLst>
                <a:gd name="adj1" fmla="val 5911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9" name="Group 9">
            <a:extLst>
              <a:ext uri="{FF2B5EF4-FFF2-40B4-BE49-F238E27FC236}">
                <a16:creationId xmlns:a16="http://schemas.microsoft.com/office/drawing/2014/main" id="{30C5177A-1E28-41FC-909D-F9FFF15003E6}"/>
              </a:ext>
            </a:extLst>
          </p:cNvPr>
          <p:cNvGrpSpPr>
            <a:grpSpLocks/>
          </p:cNvGrpSpPr>
          <p:nvPr/>
        </p:nvGrpSpPr>
        <p:grpSpPr bwMode="auto">
          <a:xfrm>
            <a:off x="420688" y="4113213"/>
            <a:ext cx="5556250" cy="1296987"/>
            <a:chOff x="500" y="1845"/>
            <a:chExt cx="3500" cy="817"/>
          </a:xfrm>
        </p:grpSpPr>
        <p:sp>
          <p:nvSpPr>
            <p:cNvPr id="10" name="Text Box 10">
              <a:extLst>
                <a:ext uri="{FF2B5EF4-FFF2-40B4-BE49-F238E27FC236}">
                  <a16:creationId xmlns:a16="http://schemas.microsoft.com/office/drawing/2014/main" id="{BC28F510-CB78-44E3-9023-7F72828A8DA5}"/>
                </a:ext>
              </a:extLst>
            </p:cNvPr>
            <p:cNvSpPr txBox="1">
              <a:spLocks noChangeArrowheads="1"/>
            </p:cNvSpPr>
            <p:nvPr/>
          </p:nvSpPr>
          <p:spPr bwMode="auto">
            <a:xfrm>
              <a:off x="500" y="1845"/>
              <a:ext cx="1600"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反演律</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德</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摩根定律</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p>
          </p:txBody>
        </p:sp>
        <p:sp>
          <p:nvSpPr>
            <p:cNvPr id="11" name="Text Box 11">
              <a:extLst>
                <a:ext uri="{FF2B5EF4-FFF2-40B4-BE49-F238E27FC236}">
                  <a16:creationId xmlns:a16="http://schemas.microsoft.com/office/drawing/2014/main" id="{A5B5ACDC-AA78-46EA-9769-282E1A40B303}"/>
                </a:ext>
              </a:extLst>
            </p:cNvPr>
            <p:cNvSpPr txBox="1">
              <a:spLocks noChangeArrowheads="1"/>
            </p:cNvSpPr>
            <p:nvPr/>
          </p:nvSpPr>
          <p:spPr bwMode="auto">
            <a:xfrm>
              <a:off x="2251" y="1931"/>
              <a:ext cx="1749"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•B=A+B</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A+B=A•B</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12" name="Line 12">
              <a:extLst>
                <a:ext uri="{FF2B5EF4-FFF2-40B4-BE49-F238E27FC236}">
                  <a16:creationId xmlns:a16="http://schemas.microsoft.com/office/drawing/2014/main" id="{00766B4D-3E64-4324-8C88-D37206537B0C}"/>
                </a:ext>
              </a:extLst>
            </p:cNvPr>
            <p:cNvSpPr>
              <a:spLocks noChangeShapeType="1"/>
            </p:cNvSpPr>
            <p:nvPr/>
          </p:nvSpPr>
          <p:spPr bwMode="auto">
            <a:xfrm>
              <a:off x="2315" y="1973"/>
              <a:ext cx="3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13">
              <a:extLst>
                <a:ext uri="{FF2B5EF4-FFF2-40B4-BE49-F238E27FC236}">
                  <a16:creationId xmlns:a16="http://schemas.microsoft.com/office/drawing/2014/main" id="{350706BA-2346-41AC-BB36-473C48A557BC}"/>
                </a:ext>
              </a:extLst>
            </p:cNvPr>
            <p:cNvSpPr>
              <a:spLocks noChangeShapeType="1"/>
            </p:cNvSpPr>
            <p:nvPr/>
          </p:nvSpPr>
          <p:spPr bwMode="auto">
            <a:xfrm>
              <a:off x="2837" y="198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F6218B20-072C-4B04-87F8-B396F511DACA}"/>
                </a:ext>
              </a:extLst>
            </p:cNvPr>
            <p:cNvSpPr>
              <a:spLocks noChangeShapeType="1"/>
            </p:cNvSpPr>
            <p:nvPr/>
          </p:nvSpPr>
          <p:spPr bwMode="auto">
            <a:xfrm>
              <a:off x="3093" y="197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2F53171E-28AC-432B-AAA8-149970002F2A}"/>
                </a:ext>
              </a:extLst>
            </p:cNvPr>
            <p:cNvSpPr>
              <a:spLocks noChangeShapeType="1"/>
            </p:cNvSpPr>
            <p:nvPr/>
          </p:nvSpPr>
          <p:spPr bwMode="auto">
            <a:xfrm>
              <a:off x="2890" y="2399"/>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Line 16">
              <a:extLst>
                <a:ext uri="{FF2B5EF4-FFF2-40B4-BE49-F238E27FC236}">
                  <a16:creationId xmlns:a16="http://schemas.microsoft.com/office/drawing/2014/main" id="{0A3769C9-1C46-402D-8D4E-0ABB7206A3F1}"/>
                </a:ext>
              </a:extLst>
            </p:cNvPr>
            <p:cNvSpPr>
              <a:spLocks noChangeShapeType="1"/>
            </p:cNvSpPr>
            <p:nvPr/>
          </p:nvSpPr>
          <p:spPr bwMode="auto">
            <a:xfrm>
              <a:off x="3103" y="2400"/>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17">
              <a:extLst>
                <a:ext uri="{FF2B5EF4-FFF2-40B4-BE49-F238E27FC236}">
                  <a16:creationId xmlns:a16="http://schemas.microsoft.com/office/drawing/2014/main" id="{E3433802-16F1-479C-A29A-4AA339A2FEBF}"/>
                </a:ext>
              </a:extLst>
            </p:cNvPr>
            <p:cNvSpPr>
              <a:spLocks noChangeShapeType="1"/>
            </p:cNvSpPr>
            <p:nvPr/>
          </p:nvSpPr>
          <p:spPr bwMode="auto">
            <a:xfrm>
              <a:off x="2293" y="2379"/>
              <a:ext cx="45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AutoShape 18">
              <a:extLst>
                <a:ext uri="{FF2B5EF4-FFF2-40B4-BE49-F238E27FC236}">
                  <a16:creationId xmlns:a16="http://schemas.microsoft.com/office/drawing/2014/main" id="{B5A33DB6-45AF-4BCE-9BCF-58E7D569D579}"/>
                </a:ext>
              </a:extLst>
            </p:cNvPr>
            <p:cNvSpPr>
              <a:spLocks/>
            </p:cNvSpPr>
            <p:nvPr/>
          </p:nvSpPr>
          <p:spPr bwMode="auto">
            <a:xfrm>
              <a:off x="2016" y="1877"/>
              <a:ext cx="203" cy="715"/>
            </a:xfrm>
            <a:prstGeom prst="leftBrace">
              <a:avLst>
                <a:gd name="adj1" fmla="val 29351"/>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19" name="Group 19">
            <a:extLst>
              <a:ext uri="{FF2B5EF4-FFF2-40B4-BE49-F238E27FC236}">
                <a16:creationId xmlns:a16="http://schemas.microsoft.com/office/drawing/2014/main" id="{20F1A791-0792-4989-9D2F-DD7470FD2554}"/>
              </a:ext>
            </a:extLst>
          </p:cNvPr>
          <p:cNvGrpSpPr>
            <a:grpSpLocks/>
          </p:cNvGrpSpPr>
          <p:nvPr/>
        </p:nvGrpSpPr>
        <p:grpSpPr bwMode="auto">
          <a:xfrm>
            <a:off x="5605463" y="3622675"/>
            <a:ext cx="2778125" cy="2281238"/>
            <a:chOff x="459" y="2709"/>
            <a:chExt cx="1750" cy="1437"/>
          </a:xfrm>
        </p:grpSpPr>
        <p:sp>
          <p:nvSpPr>
            <p:cNvPr id="20" name="Rectangle 20">
              <a:extLst>
                <a:ext uri="{FF2B5EF4-FFF2-40B4-BE49-F238E27FC236}">
                  <a16:creationId xmlns:a16="http://schemas.microsoft.com/office/drawing/2014/main" id="{5EF53AF3-CA72-4AFC-AB80-433B1448D34A}"/>
                </a:ext>
              </a:extLst>
            </p:cNvPr>
            <p:cNvSpPr>
              <a:spLocks noChangeArrowheads="1"/>
            </p:cNvSpPr>
            <p:nvPr/>
          </p:nvSpPr>
          <p:spPr bwMode="auto">
            <a:xfrm>
              <a:off x="459" y="2719"/>
              <a:ext cx="1663" cy="138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1" name="Line 21">
              <a:extLst>
                <a:ext uri="{FF2B5EF4-FFF2-40B4-BE49-F238E27FC236}">
                  <a16:creationId xmlns:a16="http://schemas.microsoft.com/office/drawing/2014/main" id="{A9A37BD8-1E5E-4360-BB15-5E1FCFAEDE12}"/>
                </a:ext>
              </a:extLst>
            </p:cNvPr>
            <p:cNvSpPr>
              <a:spLocks noChangeShapeType="1"/>
            </p:cNvSpPr>
            <p:nvPr/>
          </p:nvSpPr>
          <p:spPr bwMode="auto">
            <a:xfrm>
              <a:off x="459" y="3015"/>
              <a:ext cx="16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22">
              <a:extLst>
                <a:ext uri="{FF2B5EF4-FFF2-40B4-BE49-F238E27FC236}">
                  <a16:creationId xmlns:a16="http://schemas.microsoft.com/office/drawing/2014/main" id="{EF833A99-CB4E-426B-AEB4-041C0651B92A}"/>
                </a:ext>
              </a:extLst>
            </p:cNvPr>
            <p:cNvSpPr>
              <a:spLocks noChangeShapeType="1"/>
            </p:cNvSpPr>
            <p:nvPr/>
          </p:nvSpPr>
          <p:spPr bwMode="auto">
            <a:xfrm>
              <a:off x="477" y="3287"/>
              <a:ext cx="1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23">
              <a:extLst>
                <a:ext uri="{FF2B5EF4-FFF2-40B4-BE49-F238E27FC236}">
                  <a16:creationId xmlns:a16="http://schemas.microsoft.com/office/drawing/2014/main" id="{0E84542A-D5CC-4F8B-A6CC-7C6BFA7148FA}"/>
                </a:ext>
              </a:extLst>
            </p:cNvPr>
            <p:cNvSpPr>
              <a:spLocks noChangeShapeType="1"/>
            </p:cNvSpPr>
            <p:nvPr/>
          </p:nvSpPr>
          <p:spPr bwMode="auto">
            <a:xfrm>
              <a:off x="477" y="3554"/>
              <a:ext cx="16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Line 24">
              <a:extLst>
                <a:ext uri="{FF2B5EF4-FFF2-40B4-BE49-F238E27FC236}">
                  <a16:creationId xmlns:a16="http://schemas.microsoft.com/office/drawing/2014/main" id="{205F92DE-5EA3-4940-861D-FD276FD3E389}"/>
                </a:ext>
              </a:extLst>
            </p:cNvPr>
            <p:cNvSpPr>
              <a:spLocks noChangeShapeType="1"/>
            </p:cNvSpPr>
            <p:nvPr/>
          </p:nvSpPr>
          <p:spPr bwMode="auto">
            <a:xfrm>
              <a:off x="459" y="3834"/>
              <a:ext cx="166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5">
              <a:extLst>
                <a:ext uri="{FF2B5EF4-FFF2-40B4-BE49-F238E27FC236}">
                  <a16:creationId xmlns:a16="http://schemas.microsoft.com/office/drawing/2014/main" id="{BE942385-35A0-4B95-A2D3-5869ADA8F8F9}"/>
                </a:ext>
              </a:extLst>
            </p:cNvPr>
            <p:cNvSpPr>
              <a:spLocks noChangeShapeType="1"/>
            </p:cNvSpPr>
            <p:nvPr/>
          </p:nvSpPr>
          <p:spPr bwMode="auto">
            <a:xfrm>
              <a:off x="1089" y="2784"/>
              <a:ext cx="0" cy="1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Text Box 26">
              <a:extLst>
                <a:ext uri="{FF2B5EF4-FFF2-40B4-BE49-F238E27FC236}">
                  <a16:creationId xmlns:a16="http://schemas.microsoft.com/office/drawing/2014/main" id="{F4F44160-FBD4-473E-84A6-CB6E0812C5F9}"/>
                </a:ext>
              </a:extLst>
            </p:cNvPr>
            <p:cNvSpPr txBox="1">
              <a:spLocks noChangeArrowheads="1"/>
            </p:cNvSpPr>
            <p:nvPr/>
          </p:nvSpPr>
          <p:spPr bwMode="auto">
            <a:xfrm>
              <a:off x="482" y="3541"/>
              <a:ext cx="53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1   0     </a:t>
              </a:r>
            </a:p>
          </p:txBody>
        </p:sp>
        <p:sp>
          <p:nvSpPr>
            <p:cNvPr id="27" name="Text Box 27">
              <a:extLst>
                <a:ext uri="{FF2B5EF4-FFF2-40B4-BE49-F238E27FC236}">
                  <a16:creationId xmlns:a16="http://schemas.microsoft.com/office/drawing/2014/main" id="{5628CEF3-B7BC-466B-887A-F7DDF724F70B}"/>
                </a:ext>
              </a:extLst>
            </p:cNvPr>
            <p:cNvSpPr txBox="1">
              <a:spLocks noChangeArrowheads="1"/>
            </p:cNvSpPr>
            <p:nvPr/>
          </p:nvSpPr>
          <p:spPr bwMode="auto">
            <a:xfrm>
              <a:off x="482" y="2997"/>
              <a:ext cx="54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0   0     </a:t>
              </a:r>
            </a:p>
          </p:txBody>
        </p:sp>
        <p:sp>
          <p:nvSpPr>
            <p:cNvPr id="28" name="Text Box 28">
              <a:extLst>
                <a:ext uri="{FF2B5EF4-FFF2-40B4-BE49-F238E27FC236}">
                  <a16:creationId xmlns:a16="http://schemas.microsoft.com/office/drawing/2014/main" id="{0D8FD8D5-CDBF-49BF-B3CF-6DD760FF795A}"/>
                </a:ext>
              </a:extLst>
            </p:cNvPr>
            <p:cNvSpPr txBox="1">
              <a:spLocks noChangeArrowheads="1"/>
            </p:cNvSpPr>
            <p:nvPr/>
          </p:nvSpPr>
          <p:spPr bwMode="auto">
            <a:xfrm>
              <a:off x="471" y="3275"/>
              <a:ext cx="522"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0   1     </a:t>
              </a:r>
            </a:p>
          </p:txBody>
        </p:sp>
        <p:sp>
          <p:nvSpPr>
            <p:cNvPr id="29" name="Text Box 29">
              <a:extLst>
                <a:ext uri="{FF2B5EF4-FFF2-40B4-BE49-F238E27FC236}">
                  <a16:creationId xmlns:a16="http://schemas.microsoft.com/office/drawing/2014/main" id="{E4627A5F-9837-4B44-86B0-22C733F821C1}"/>
                </a:ext>
              </a:extLst>
            </p:cNvPr>
            <p:cNvSpPr txBox="1">
              <a:spLocks noChangeArrowheads="1"/>
            </p:cNvSpPr>
            <p:nvPr/>
          </p:nvSpPr>
          <p:spPr bwMode="auto">
            <a:xfrm>
              <a:off x="482" y="3819"/>
              <a:ext cx="54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1   1     </a:t>
              </a:r>
            </a:p>
          </p:txBody>
        </p:sp>
        <p:sp>
          <p:nvSpPr>
            <p:cNvPr id="30" name="Line 30">
              <a:extLst>
                <a:ext uri="{FF2B5EF4-FFF2-40B4-BE49-F238E27FC236}">
                  <a16:creationId xmlns:a16="http://schemas.microsoft.com/office/drawing/2014/main" id="{9DC84615-F7F9-4846-8B97-F71717EBA002}"/>
                </a:ext>
              </a:extLst>
            </p:cNvPr>
            <p:cNvSpPr>
              <a:spLocks noChangeShapeType="1"/>
            </p:cNvSpPr>
            <p:nvPr/>
          </p:nvSpPr>
          <p:spPr bwMode="auto">
            <a:xfrm flipV="1">
              <a:off x="1088" y="2709"/>
              <a:ext cx="0" cy="1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1" name="Group 31">
              <a:extLst>
                <a:ext uri="{FF2B5EF4-FFF2-40B4-BE49-F238E27FC236}">
                  <a16:creationId xmlns:a16="http://schemas.microsoft.com/office/drawing/2014/main" id="{B5A00BDF-F8CA-46B6-A8EC-ACC64EDD2774}"/>
                </a:ext>
              </a:extLst>
            </p:cNvPr>
            <p:cNvGrpSpPr>
              <a:grpSpLocks/>
            </p:cNvGrpSpPr>
            <p:nvPr/>
          </p:nvGrpSpPr>
          <p:grpSpPr bwMode="auto">
            <a:xfrm>
              <a:off x="471" y="2730"/>
              <a:ext cx="1738" cy="327"/>
              <a:chOff x="2658" y="3007"/>
              <a:chExt cx="1738" cy="327"/>
            </a:xfrm>
          </p:grpSpPr>
          <p:sp>
            <p:nvSpPr>
              <p:cNvPr id="33" name="Text Box 32">
                <a:extLst>
                  <a:ext uri="{FF2B5EF4-FFF2-40B4-BE49-F238E27FC236}">
                    <a16:creationId xmlns:a16="http://schemas.microsoft.com/office/drawing/2014/main" id="{5811DBE0-6448-4A92-8FC5-730C6CBFF53B}"/>
                  </a:ext>
                </a:extLst>
              </p:cNvPr>
              <p:cNvSpPr txBox="1">
                <a:spLocks noChangeArrowheads="1"/>
              </p:cNvSpPr>
              <p:nvPr/>
            </p:nvSpPr>
            <p:spPr bwMode="auto">
              <a:xfrm>
                <a:off x="2658" y="3007"/>
                <a:ext cx="1738"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B   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  A+B</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34" name="Line 33">
                <a:extLst>
                  <a:ext uri="{FF2B5EF4-FFF2-40B4-BE49-F238E27FC236}">
                    <a16:creationId xmlns:a16="http://schemas.microsoft.com/office/drawing/2014/main" id="{0A3AE6C5-DDAF-4640-8FCC-6FD786D0F02F}"/>
                  </a:ext>
                </a:extLst>
              </p:cNvPr>
              <p:cNvSpPr>
                <a:spLocks noChangeShapeType="1"/>
              </p:cNvSpPr>
              <p:nvPr/>
            </p:nvSpPr>
            <p:spPr bwMode="auto">
              <a:xfrm>
                <a:off x="3339" y="3051"/>
                <a:ext cx="34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34">
                <a:extLst>
                  <a:ext uri="{FF2B5EF4-FFF2-40B4-BE49-F238E27FC236}">
                    <a16:creationId xmlns:a16="http://schemas.microsoft.com/office/drawing/2014/main" id="{1A328F10-B237-4607-86E6-DA7F9418A951}"/>
                  </a:ext>
                </a:extLst>
              </p:cNvPr>
              <p:cNvSpPr>
                <a:spLocks noChangeShapeType="1"/>
              </p:cNvSpPr>
              <p:nvPr/>
            </p:nvSpPr>
            <p:spPr bwMode="auto">
              <a:xfrm>
                <a:off x="3840" y="305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35">
                <a:extLst>
                  <a:ext uri="{FF2B5EF4-FFF2-40B4-BE49-F238E27FC236}">
                    <a16:creationId xmlns:a16="http://schemas.microsoft.com/office/drawing/2014/main" id="{C34565AC-B768-48F5-8339-215D0FE2A089}"/>
                  </a:ext>
                </a:extLst>
              </p:cNvPr>
              <p:cNvSpPr>
                <a:spLocks noChangeShapeType="1"/>
              </p:cNvSpPr>
              <p:nvPr/>
            </p:nvSpPr>
            <p:spPr bwMode="auto">
              <a:xfrm>
                <a:off x="4106" y="305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2" name="Line 36">
              <a:extLst>
                <a:ext uri="{FF2B5EF4-FFF2-40B4-BE49-F238E27FC236}">
                  <a16:creationId xmlns:a16="http://schemas.microsoft.com/office/drawing/2014/main" id="{8E9E26CA-5580-4BD5-BBD3-E79353E5CCE7}"/>
                </a:ext>
              </a:extLst>
            </p:cNvPr>
            <p:cNvSpPr>
              <a:spLocks noChangeShapeType="1"/>
            </p:cNvSpPr>
            <p:nvPr/>
          </p:nvSpPr>
          <p:spPr bwMode="auto">
            <a:xfrm>
              <a:off x="1579" y="2720"/>
              <a:ext cx="0" cy="13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7" name="Text Box 37">
            <a:extLst>
              <a:ext uri="{FF2B5EF4-FFF2-40B4-BE49-F238E27FC236}">
                <a16:creationId xmlns:a16="http://schemas.microsoft.com/office/drawing/2014/main" id="{D06571C7-1E04-47A8-9983-D998DC91554F}"/>
              </a:ext>
            </a:extLst>
          </p:cNvPr>
          <p:cNvSpPr txBox="1">
            <a:spLocks noChangeArrowheads="1"/>
          </p:cNvSpPr>
          <p:nvPr/>
        </p:nvSpPr>
        <p:spPr bwMode="auto">
          <a:xfrm>
            <a:off x="6689725" y="4064000"/>
            <a:ext cx="147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1        1</a:t>
            </a:r>
          </a:p>
        </p:txBody>
      </p:sp>
      <p:sp>
        <p:nvSpPr>
          <p:cNvPr id="38" name="Text Box 38">
            <a:extLst>
              <a:ext uri="{FF2B5EF4-FFF2-40B4-BE49-F238E27FC236}">
                <a16:creationId xmlns:a16="http://schemas.microsoft.com/office/drawing/2014/main" id="{0B805D85-932D-40AC-A80A-37C421D0DBCB}"/>
              </a:ext>
            </a:extLst>
          </p:cNvPr>
          <p:cNvSpPr txBox="1">
            <a:spLocks noChangeArrowheads="1"/>
          </p:cNvSpPr>
          <p:nvPr/>
        </p:nvSpPr>
        <p:spPr bwMode="auto">
          <a:xfrm>
            <a:off x="6689725" y="4505325"/>
            <a:ext cx="147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1        1</a:t>
            </a:r>
          </a:p>
        </p:txBody>
      </p:sp>
      <p:sp>
        <p:nvSpPr>
          <p:cNvPr id="39" name="Text Box 39">
            <a:extLst>
              <a:ext uri="{FF2B5EF4-FFF2-40B4-BE49-F238E27FC236}">
                <a16:creationId xmlns:a16="http://schemas.microsoft.com/office/drawing/2014/main" id="{FE90D22A-6F94-45B7-9F2E-C471D0E3FF72}"/>
              </a:ext>
            </a:extLst>
          </p:cNvPr>
          <p:cNvSpPr txBox="1">
            <a:spLocks noChangeArrowheads="1"/>
          </p:cNvSpPr>
          <p:nvPr/>
        </p:nvSpPr>
        <p:spPr bwMode="auto">
          <a:xfrm>
            <a:off x="6689725" y="4945063"/>
            <a:ext cx="1473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1        1</a:t>
            </a:r>
          </a:p>
        </p:txBody>
      </p:sp>
      <p:sp>
        <p:nvSpPr>
          <p:cNvPr id="40" name="Text Box 40">
            <a:extLst>
              <a:ext uri="{FF2B5EF4-FFF2-40B4-BE49-F238E27FC236}">
                <a16:creationId xmlns:a16="http://schemas.microsoft.com/office/drawing/2014/main" id="{31C65DD0-F29B-4187-B4BD-AC6BD2155CCD}"/>
              </a:ext>
            </a:extLst>
          </p:cNvPr>
          <p:cNvSpPr txBox="1">
            <a:spLocks noChangeArrowheads="1"/>
          </p:cNvSpPr>
          <p:nvPr/>
        </p:nvSpPr>
        <p:spPr bwMode="auto">
          <a:xfrm>
            <a:off x="6689725" y="5384800"/>
            <a:ext cx="147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0        0</a:t>
            </a:r>
          </a:p>
        </p:txBody>
      </p:sp>
      <p:sp>
        <p:nvSpPr>
          <p:cNvPr id="41" name="Text Box 41">
            <a:extLst>
              <a:ext uri="{FF2B5EF4-FFF2-40B4-BE49-F238E27FC236}">
                <a16:creationId xmlns:a16="http://schemas.microsoft.com/office/drawing/2014/main" id="{8B47D81D-0C18-4C78-8456-91C988487D72}"/>
              </a:ext>
            </a:extLst>
          </p:cNvPr>
          <p:cNvSpPr txBox="1">
            <a:spLocks noChangeArrowheads="1"/>
          </p:cNvSpPr>
          <p:nvPr/>
        </p:nvSpPr>
        <p:spPr bwMode="auto">
          <a:xfrm>
            <a:off x="5062538" y="390525"/>
            <a:ext cx="2403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证：由分配律</a:t>
            </a:r>
          </a:p>
        </p:txBody>
      </p:sp>
      <p:grpSp>
        <p:nvGrpSpPr>
          <p:cNvPr id="42" name="Group 42">
            <a:extLst>
              <a:ext uri="{FF2B5EF4-FFF2-40B4-BE49-F238E27FC236}">
                <a16:creationId xmlns:a16="http://schemas.microsoft.com/office/drawing/2014/main" id="{0836CAC2-5F4F-4FE2-9FF4-51F6AD879509}"/>
              </a:ext>
            </a:extLst>
          </p:cNvPr>
          <p:cNvGrpSpPr>
            <a:grpSpLocks/>
          </p:cNvGrpSpPr>
          <p:nvPr/>
        </p:nvGrpSpPr>
        <p:grpSpPr bwMode="auto">
          <a:xfrm>
            <a:off x="5832475" y="1122363"/>
            <a:ext cx="1185863" cy="519112"/>
            <a:chOff x="4340" y="707"/>
            <a:chExt cx="747" cy="327"/>
          </a:xfrm>
        </p:grpSpPr>
        <p:sp>
          <p:nvSpPr>
            <p:cNvPr id="43" name="Line 43">
              <a:extLst>
                <a:ext uri="{FF2B5EF4-FFF2-40B4-BE49-F238E27FC236}">
                  <a16:creationId xmlns:a16="http://schemas.microsoft.com/office/drawing/2014/main" id="{B6AC8D7E-6EAE-4673-A9F3-3DE6F5BCA482}"/>
                </a:ext>
              </a:extLst>
            </p:cNvPr>
            <p:cNvSpPr>
              <a:spLocks noChangeShapeType="1"/>
            </p:cNvSpPr>
            <p:nvPr/>
          </p:nvSpPr>
          <p:spPr bwMode="auto">
            <a:xfrm>
              <a:off x="4681" y="757"/>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Text Box 44">
              <a:extLst>
                <a:ext uri="{FF2B5EF4-FFF2-40B4-BE49-F238E27FC236}">
                  <a16:creationId xmlns:a16="http://schemas.microsoft.com/office/drawing/2014/main" id="{57B0CA3B-B909-4F1D-B92F-F571073A8FEE}"/>
                </a:ext>
              </a:extLst>
            </p:cNvPr>
            <p:cNvSpPr txBox="1">
              <a:spLocks noChangeArrowheads="1"/>
            </p:cNvSpPr>
            <p:nvPr/>
          </p:nvSpPr>
          <p:spPr bwMode="auto">
            <a:xfrm>
              <a:off x="4340" y="707"/>
              <a:ext cx="747"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A+AB</a:t>
              </a:r>
            </a:p>
          </p:txBody>
        </p:sp>
      </p:grpSp>
      <p:grpSp>
        <p:nvGrpSpPr>
          <p:cNvPr id="45" name="Group 45">
            <a:extLst>
              <a:ext uri="{FF2B5EF4-FFF2-40B4-BE49-F238E27FC236}">
                <a16:creationId xmlns:a16="http://schemas.microsoft.com/office/drawing/2014/main" id="{7DEC4202-8175-48C0-8747-EDCE6D9BC3B2}"/>
              </a:ext>
            </a:extLst>
          </p:cNvPr>
          <p:cNvGrpSpPr>
            <a:grpSpLocks/>
          </p:cNvGrpSpPr>
          <p:nvPr/>
        </p:nvGrpSpPr>
        <p:grpSpPr bwMode="auto">
          <a:xfrm>
            <a:off x="5656263" y="1725613"/>
            <a:ext cx="2522537" cy="519112"/>
            <a:chOff x="565" y="3743"/>
            <a:chExt cx="1589" cy="327"/>
          </a:xfrm>
        </p:grpSpPr>
        <p:sp>
          <p:nvSpPr>
            <p:cNvPr id="46" name="Line 46">
              <a:extLst>
                <a:ext uri="{FF2B5EF4-FFF2-40B4-BE49-F238E27FC236}">
                  <a16:creationId xmlns:a16="http://schemas.microsoft.com/office/drawing/2014/main" id="{0DE7A1E8-8165-475F-BE9A-D0CA84B4B6AD}"/>
                </a:ext>
              </a:extLst>
            </p:cNvPr>
            <p:cNvSpPr>
              <a:spLocks noChangeShapeType="1"/>
            </p:cNvSpPr>
            <p:nvPr/>
          </p:nvSpPr>
          <p:spPr bwMode="auto">
            <a:xfrm>
              <a:off x="1195" y="379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Text Box 47">
              <a:extLst>
                <a:ext uri="{FF2B5EF4-FFF2-40B4-BE49-F238E27FC236}">
                  <a16:creationId xmlns:a16="http://schemas.microsoft.com/office/drawing/2014/main" id="{3634968F-3DAC-4472-BC8A-ADA545E26C98}"/>
                </a:ext>
              </a:extLst>
            </p:cNvPr>
            <p:cNvSpPr txBox="1">
              <a:spLocks noChangeArrowheads="1"/>
            </p:cNvSpPr>
            <p:nvPr/>
          </p:nvSpPr>
          <p:spPr bwMode="auto">
            <a:xfrm>
              <a:off x="565" y="3743"/>
              <a:ext cx="1589"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 =(A+A)(A+B)</a:t>
              </a:r>
            </a:p>
          </p:txBody>
        </p:sp>
      </p:grpSp>
      <p:sp>
        <p:nvSpPr>
          <p:cNvPr id="48" name="Text Box 48">
            <a:extLst>
              <a:ext uri="{FF2B5EF4-FFF2-40B4-BE49-F238E27FC236}">
                <a16:creationId xmlns:a16="http://schemas.microsoft.com/office/drawing/2014/main" id="{831C33AC-82DD-440E-A70A-C7ECB786432F}"/>
              </a:ext>
            </a:extLst>
          </p:cNvPr>
          <p:cNvSpPr txBox="1">
            <a:spLocks noChangeArrowheads="1"/>
          </p:cNvSpPr>
          <p:nvPr/>
        </p:nvSpPr>
        <p:spPr bwMode="auto">
          <a:xfrm>
            <a:off x="5688013" y="2370138"/>
            <a:ext cx="1371600"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 =A+B</a:t>
            </a:r>
          </a:p>
        </p:txBody>
      </p:sp>
    </p:spTree>
    <p:extLst>
      <p:ext uri="{BB962C8B-B14F-4D97-AF65-F5344CB8AC3E}">
        <p14:creationId xmlns:p14="http://schemas.microsoft.com/office/powerpoint/2010/main" val="141287594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lef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wipe(left)">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left)">
                                      <p:cBhvr>
                                        <p:cTn id="32" dur="500"/>
                                        <p:tgtEl>
                                          <p:spTgt spid="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37"/>
                                        </p:tgtEl>
                                        <p:attrNameLst>
                                          <p:attrName>style.visibility</p:attrName>
                                        </p:attrNameLst>
                                      </p:cBhvr>
                                      <p:to>
                                        <p:strVal val="visible"/>
                                      </p:to>
                                    </p:set>
                                    <p:animEffect transition="in" filter="wipe(left)">
                                      <p:cBhvr>
                                        <p:cTn id="47" dur="3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38"/>
                                        </p:tgtEl>
                                        <p:attrNameLst>
                                          <p:attrName>style.visibility</p:attrName>
                                        </p:attrNameLst>
                                      </p:cBhvr>
                                      <p:to>
                                        <p:strVal val="visible"/>
                                      </p:to>
                                    </p:set>
                                    <p:animEffect transition="in" filter="wipe(left)">
                                      <p:cBhvr>
                                        <p:cTn id="52" dur="300"/>
                                        <p:tgtEl>
                                          <p:spTgt spid="38"/>
                                        </p:tgtEl>
                                      </p:cBhvr>
                                    </p:animEffect>
                                  </p:childTnLst>
                                </p:cTn>
                              </p:par>
                            </p:childTnLst>
                          </p:cTn>
                        </p:par>
                        <p:par>
                          <p:cTn id="53" fill="hold">
                            <p:stCondLst>
                              <p:cond delay="900"/>
                            </p:stCondLst>
                            <p:childTnLst>
                              <p:par>
                                <p:cTn id="54" presetID="22" presetClass="entr" presetSubtype="8" fill="hold" grpId="0" nodeType="afterEffect">
                                  <p:stCondLst>
                                    <p:cond delay="2000"/>
                                  </p:stCondLst>
                                  <p:iterate type="wd">
                                    <p:tmPct val="100000"/>
                                  </p:iterate>
                                  <p:childTnLst>
                                    <p:set>
                                      <p:cBhvr>
                                        <p:cTn id="55" dur="1" fill="hold">
                                          <p:stCondLst>
                                            <p:cond delay="0"/>
                                          </p:stCondLst>
                                        </p:cTn>
                                        <p:tgtEl>
                                          <p:spTgt spid="39"/>
                                        </p:tgtEl>
                                        <p:attrNameLst>
                                          <p:attrName>style.visibility</p:attrName>
                                        </p:attrNameLst>
                                      </p:cBhvr>
                                      <p:to>
                                        <p:strVal val="visible"/>
                                      </p:to>
                                    </p:set>
                                    <p:animEffect transition="in" filter="wipe(left)">
                                      <p:cBhvr>
                                        <p:cTn id="56" dur="300"/>
                                        <p:tgtEl>
                                          <p:spTgt spid="39"/>
                                        </p:tgtEl>
                                      </p:cBhvr>
                                    </p:animEffect>
                                  </p:childTnLst>
                                </p:cTn>
                              </p:par>
                            </p:childTnLst>
                          </p:cTn>
                        </p:par>
                        <p:par>
                          <p:cTn id="57" fill="hold">
                            <p:stCondLst>
                              <p:cond delay="3800"/>
                            </p:stCondLst>
                            <p:childTnLst>
                              <p:par>
                                <p:cTn id="58" presetID="22" presetClass="entr" presetSubtype="8" fill="hold" grpId="0" nodeType="afterEffect">
                                  <p:stCondLst>
                                    <p:cond delay="2000"/>
                                  </p:stCondLst>
                                  <p:iterate type="wd">
                                    <p:tmPct val="100000"/>
                                  </p:iterate>
                                  <p:childTnLst>
                                    <p:set>
                                      <p:cBhvr>
                                        <p:cTn id="59" dur="1" fill="hold">
                                          <p:stCondLst>
                                            <p:cond delay="0"/>
                                          </p:stCondLst>
                                        </p:cTn>
                                        <p:tgtEl>
                                          <p:spTgt spid="40"/>
                                        </p:tgtEl>
                                        <p:attrNameLst>
                                          <p:attrName>style.visibility</p:attrName>
                                        </p:attrNameLst>
                                      </p:cBhvr>
                                      <p:to>
                                        <p:strVal val="visible"/>
                                      </p:to>
                                    </p:set>
                                    <p:animEffect transition="in" filter="wipe(left)">
                                      <p:cBhvr>
                                        <p:cTn id="60"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7" grpId="0" autoUpdateAnimBg="0"/>
      <p:bldP spid="38" grpId="0" autoUpdateAnimBg="0"/>
      <p:bldP spid="39" grpId="0" autoUpdateAnimBg="0"/>
      <p:bldP spid="40" grpId="0" autoUpdateAnimBg="0"/>
      <p:bldP spid="41" grpId="0" autoUpdateAnimBg="0"/>
      <p:bldP spid="4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F9F044-8221-4A29-A93C-F90048D9F34B}"/>
              </a:ext>
            </a:extLst>
          </p:cNvPr>
          <p:cNvSpPr txBox="1">
            <a:spLocks noChangeArrowheads="1"/>
          </p:cNvSpPr>
          <p:nvPr/>
        </p:nvSpPr>
        <p:spPr>
          <a:xfrm>
            <a:off x="568325" y="322263"/>
            <a:ext cx="2794000" cy="449262"/>
          </a:xfrm>
          <a:prstGeom prst="rect">
            <a:avLst/>
          </a:prstGeom>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2800">
                <a:solidFill>
                  <a:srgbClr val="1F08F8"/>
                </a:solidFill>
              </a:rPr>
              <a:t>摩根定律的应用</a:t>
            </a:r>
            <a:endParaRPr lang="zh-CN" altLang="en-US" sz="2800" dirty="0">
              <a:solidFill>
                <a:srgbClr val="1F08F8"/>
              </a:solidFill>
            </a:endParaRPr>
          </a:p>
        </p:txBody>
      </p:sp>
      <p:sp>
        <p:nvSpPr>
          <p:cNvPr id="3" name="Text Box 3">
            <a:extLst>
              <a:ext uri="{FF2B5EF4-FFF2-40B4-BE49-F238E27FC236}">
                <a16:creationId xmlns:a16="http://schemas.microsoft.com/office/drawing/2014/main" id="{6BE3BC88-A6CC-458D-A58D-5F32972A404C}"/>
              </a:ext>
            </a:extLst>
          </p:cNvPr>
          <p:cNvSpPr txBox="1">
            <a:spLocks noChangeArrowheads="1"/>
          </p:cNvSpPr>
          <p:nvPr/>
        </p:nvSpPr>
        <p:spPr bwMode="auto">
          <a:xfrm>
            <a:off x="795338" y="1031875"/>
            <a:ext cx="264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宋体" panose="02010600030101010101" pitchFamily="2" charset="-122"/>
                <a:ea typeface="宋体" panose="02010600030101010101" pitchFamily="2" charset="-122"/>
                <a:cs typeface="+mn-cs"/>
              </a:rPr>
              <a:t>①</a:t>
            </a: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、求反函数</a:t>
            </a:r>
          </a:p>
        </p:txBody>
      </p:sp>
      <p:grpSp>
        <p:nvGrpSpPr>
          <p:cNvPr id="4" name="Group 4">
            <a:extLst>
              <a:ext uri="{FF2B5EF4-FFF2-40B4-BE49-F238E27FC236}">
                <a16:creationId xmlns:a16="http://schemas.microsoft.com/office/drawing/2014/main" id="{25568F1B-3A3A-490D-ACC2-0EC4228C31BF}"/>
              </a:ext>
            </a:extLst>
          </p:cNvPr>
          <p:cNvGrpSpPr>
            <a:grpSpLocks/>
          </p:cNvGrpSpPr>
          <p:nvPr/>
        </p:nvGrpSpPr>
        <p:grpSpPr bwMode="auto">
          <a:xfrm>
            <a:off x="762000" y="1724025"/>
            <a:ext cx="2827338" cy="519113"/>
            <a:chOff x="2475" y="3189"/>
            <a:chExt cx="1781" cy="327"/>
          </a:xfrm>
        </p:grpSpPr>
        <p:sp>
          <p:nvSpPr>
            <p:cNvPr id="5" name="Text Box 5">
              <a:extLst>
                <a:ext uri="{FF2B5EF4-FFF2-40B4-BE49-F238E27FC236}">
                  <a16:creationId xmlns:a16="http://schemas.microsoft.com/office/drawing/2014/main" id="{8F0BF131-3499-43A5-A04E-2A1E032B58E5}"/>
                </a:ext>
              </a:extLst>
            </p:cNvPr>
            <p:cNvSpPr txBox="1">
              <a:spLocks noChangeArrowheads="1"/>
            </p:cNvSpPr>
            <p:nvPr/>
          </p:nvSpPr>
          <p:spPr bwMode="auto">
            <a:xfrm>
              <a:off x="2475" y="3189"/>
              <a:ext cx="178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F=AB+BC+ACD</a:t>
              </a:r>
            </a:p>
          </p:txBody>
        </p:sp>
        <p:sp>
          <p:nvSpPr>
            <p:cNvPr id="6" name="Line 6">
              <a:extLst>
                <a:ext uri="{FF2B5EF4-FFF2-40B4-BE49-F238E27FC236}">
                  <a16:creationId xmlns:a16="http://schemas.microsoft.com/office/drawing/2014/main" id="{2FA1ACEC-24D2-41CA-8073-7F5BCFC54FC1}"/>
                </a:ext>
              </a:extLst>
            </p:cNvPr>
            <p:cNvSpPr>
              <a:spLocks noChangeShapeType="1"/>
            </p:cNvSpPr>
            <p:nvPr/>
          </p:nvSpPr>
          <p:spPr bwMode="auto">
            <a:xfrm>
              <a:off x="3424" y="323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Line 7">
              <a:extLst>
                <a:ext uri="{FF2B5EF4-FFF2-40B4-BE49-F238E27FC236}">
                  <a16:creationId xmlns:a16="http://schemas.microsoft.com/office/drawing/2014/main" id="{451CD8B0-8C6F-4213-AC2C-5B6723A4DDD7}"/>
                </a:ext>
              </a:extLst>
            </p:cNvPr>
            <p:cNvSpPr>
              <a:spLocks noChangeShapeType="1"/>
            </p:cNvSpPr>
            <p:nvPr/>
          </p:nvSpPr>
          <p:spPr bwMode="auto">
            <a:xfrm>
              <a:off x="4000" y="324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8" name="Group 8">
            <a:extLst>
              <a:ext uri="{FF2B5EF4-FFF2-40B4-BE49-F238E27FC236}">
                <a16:creationId xmlns:a16="http://schemas.microsoft.com/office/drawing/2014/main" id="{1B20C405-C702-45AD-A961-BF3413EB399B}"/>
              </a:ext>
            </a:extLst>
          </p:cNvPr>
          <p:cNvGrpSpPr>
            <a:grpSpLocks/>
          </p:cNvGrpSpPr>
          <p:nvPr/>
        </p:nvGrpSpPr>
        <p:grpSpPr bwMode="auto">
          <a:xfrm>
            <a:off x="779463" y="2457450"/>
            <a:ext cx="2827337" cy="519113"/>
            <a:chOff x="2475" y="3189"/>
            <a:chExt cx="1781" cy="327"/>
          </a:xfrm>
        </p:grpSpPr>
        <p:sp>
          <p:nvSpPr>
            <p:cNvPr id="9" name="Text Box 9">
              <a:extLst>
                <a:ext uri="{FF2B5EF4-FFF2-40B4-BE49-F238E27FC236}">
                  <a16:creationId xmlns:a16="http://schemas.microsoft.com/office/drawing/2014/main" id="{6CC63CD5-4EEB-4E1B-AD7D-8F7EFA148438}"/>
                </a:ext>
              </a:extLst>
            </p:cNvPr>
            <p:cNvSpPr txBox="1">
              <a:spLocks noChangeArrowheads="1"/>
            </p:cNvSpPr>
            <p:nvPr/>
          </p:nvSpPr>
          <p:spPr bwMode="auto">
            <a:xfrm>
              <a:off x="2475" y="3189"/>
              <a:ext cx="1781"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F=AB+BC+ACD</a:t>
              </a:r>
            </a:p>
          </p:txBody>
        </p:sp>
        <p:sp>
          <p:nvSpPr>
            <p:cNvPr id="10" name="Line 10">
              <a:extLst>
                <a:ext uri="{FF2B5EF4-FFF2-40B4-BE49-F238E27FC236}">
                  <a16:creationId xmlns:a16="http://schemas.microsoft.com/office/drawing/2014/main" id="{4FD6D8F5-3524-4541-A9EA-D71AFB42EFEA}"/>
                </a:ext>
              </a:extLst>
            </p:cNvPr>
            <p:cNvSpPr>
              <a:spLocks noChangeShapeType="1"/>
            </p:cNvSpPr>
            <p:nvPr/>
          </p:nvSpPr>
          <p:spPr bwMode="auto">
            <a:xfrm>
              <a:off x="3424" y="323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11">
              <a:extLst>
                <a:ext uri="{FF2B5EF4-FFF2-40B4-BE49-F238E27FC236}">
                  <a16:creationId xmlns:a16="http://schemas.microsoft.com/office/drawing/2014/main" id="{B967F556-BDC5-4344-BBF8-A0F9EE4485C2}"/>
                </a:ext>
              </a:extLst>
            </p:cNvPr>
            <p:cNvSpPr>
              <a:spLocks noChangeShapeType="1"/>
            </p:cNvSpPr>
            <p:nvPr/>
          </p:nvSpPr>
          <p:spPr bwMode="auto">
            <a:xfrm>
              <a:off x="4000" y="324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2" name="Line 12">
            <a:extLst>
              <a:ext uri="{FF2B5EF4-FFF2-40B4-BE49-F238E27FC236}">
                <a16:creationId xmlns:a16="http://schemas.microsoft.com/office/drawing/2014/main" id="{83C9E262-35BC-4B9C-989A-9FDBE1BD550C}"/>
              </a:ext>
            </a:extLst>
          </p:cNvPr>
          <p:cNvSpPr>
            <a:spLocks noChangeShapeType="1"/>
          </p:cNvSpPr>
          <p:nvPr/>
        </p:nvSpPr>
        <p:spPr bwMode="auto">
          <a:xfrm>
            <a:off x="847725" y="2525713"/>
            <a:ext cx="2206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Line 13">
            <a:extLst>
              <a:ext uri="{FF2B5EF4-FFF2-40B4-BE49-F238E27FC236}">
                <a16:creationId xmlns:a16="http://schemas.microsoft.com/office/drawing/2014/main" id="{5BE1D00E-1516-46D0-B41A-F43CAF201594}"/>
              </a:ext>
            </a:extLst>
          </p:cNvPr>
          <p:cNvSpPr>
            <a:spLocks noChangeShapeType="1"/>
          </p:cNvSpPr>
          <p:nvPr/>
        </p:nvSpPr>
        <p:spPr bwMode="auto">
          <a:xfrm>
            <a:off x="1322388" y="2459038"/>
            <a:ext cx="21494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14" name="Group 14">
            <a:extLst>
              <a:ext uri="{FF2B5EF4-FFF2-40B4-BE49-F238E27FC236}">
                <a16:creationId xmlns:a16="http://schemas.microsoft.com/office/drawing/2014/main" id="{B68B5F96-F4D0-4692-8336-BF86A49EC3BF}"/>
              </a:ext>
            </a:extLst>
          </p:cNvPr>
          <p:cNvGrpSpPr>
            <a:grpSpLocks/>
          </p:cNvGrpSpPr>
          <p:nvPr/>
        </p:nvGrpSpPr>
        <p:grpSpPr bwMode="auto">
          <a:xfrm>
            <a:off x="1047750" y="3263900"/>
            <a:ext cx="2473325" cy="519113"/>
            <a:chOff x="2677" y="3477"/>
            <a:chExt cx="1558" cy="327"/>
          </a:xfrm>
        </p:grpSpPr>
        <p:sp>
          <p:nvSpPr>
            <p:cNvPr id="15" name="Text Box 15">
              <a:extLst>
                <a:ext uri="{FF2B5EF4-FFF2-40B4-BE49-F238E27FC236}">
                  <a16:creationId xmlns:a16="http://schemas.microsoft.com/office/drawing/2014/main" id="{C657EB7B-28A0-4CBE-8397-41851FBFFD20}"/>
                </a:ext>
              </a:extLst>
            </p:cNvPr>
            <p:cNvSpPr txBox="1">
              <a:spLocks noChangeArrowheads="1"/>
            </p:cNvSpPr>
            <p:nvPr/>
          </p:nvSpPr>
          <p:spPr bwMode="auto">
            <a:xfrm>
              <a:off x="2677" y="3477"/>
              <a:ext cx="1558"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•BC•ACD</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16" name="Line 16">
              <a:extLst>
                <a:ext uri="{FF2B5EF4-FFF2-40B4-BE49-F238E27FC236}">
                  <a16:creationId xmlns:a16="http://schemas.microsoft.com/office/drawing/2014/main" id="{D32F3584-1C3E-4A5D-8F49-950475E25D8A}"/>
                </a:ext>
              </a:extLst>
            </p:cNvPr>
            <p:cNvSpPr>
              <a:spLocks noChangeShapeType="1"/>
            </p:cNvSpPr>
            <p:nvPr/>
          </p:nvSpPr>
          <p:spPr bwMode="auto">
            <a:xfrm>
              <a:off x="2869" y="3499"/>
              <a:ext cx="3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Line 17">
              <a:extLst>
                <a:ext uri="{FF2B5EF4-FFF2-40B4-BE49-F238E27FC236}">
                  <a16:creationId xmlns:a16="http://schemas.microsoft.com/office/drawing/2014/main" id="{A10548C2-E5E9-4FED-AA12-AA7F6C354B01}"/>
                </a:ext>
              </a:extLst>
            </p:cNvPr>
            <p:cNvSpPr>
              <a:spLocks noChangeShapeType="1"/>
            </p:cNvSpPr>
            <p:nvPr/>
          </p:nvSpPr>
          <p:spPr bwMode="auto">
            <a:xfrm>
              <a:off x="3424" y="353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8">
              <a:extLst>
                <a:ext uri="{FF2B5EF4-FFF2-40B4-BE49-F238E27FC236}">
                  <a16:creationId xmlns:a16="http://schemas.microsoft.com/office/drawing/2014/main" id="{6F4EA9F2-1DAC-4443-A01C-C10234EF288D}"/>
                </a:ext>
              </a:extLst>
            </p:cNvPr>
            <p:cNvSpPr>
              <a:spLocks noChangeShapeType="1"/>
            </p:cNvSpPr>
            <p:nvPr/>
          </p:nvSpPr>
          <p:spPr bwMode="auto">
            <a:xfrm>
              <a:off x="3946" y="353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19">
              <a:extLst>
                <a:ext uri="{FF2B5EF4-FFF2-40B4-BE49-F238E27FC236}">
                  <a16:creationId xmlns:a16="http://schemas.microsoft.com/office/drawing/2014/main" id="{4A7456D5-96F7-4DD3-89E1-6FC2AB7FA119}"/>
                </a:ext>
              </a:extLst>
            </p:cNvPr>
            <p:cNvSpPr>
              <a:spLocks noChangeShapeType="1"/>
            </p:cNvSpPr>
            <p:nvPr/>
          </p:nvSpPr>
          <p:spPr bwMode="auto">
            <a:xfrm>
              <a:off x="3285" y="3478"/>
              <a:ext cx="3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Line 20">
              <a:extLst>
                <a:ext uri="{FF2B5EF4-FFF2-40B4-BE49-F238E27FC236}">
                  <a16:creationId xmlns:a16="http://schemas.microsoft.com/office/drawing/2014/main" id="{2153946A-B6EA-4F5A-84D2-A04B33D088E5}"/>
                </a:ext>
              </a:extLst>
            </p:cNvPr>
            <p:cNvSpPr>
              <a:spLocks noChangeShapeType="1"/>
            </p:cNvSpPr>
            <p:nvPr/>
          </p:nvSpPr>
          <p:spPr bwMode="auto">
            <a:xfrm>
              <a:off x="3690" y="3478"/>
              <a:ext cx="39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1" name="Text Box 21">
            <a:extLst>
              <a:ext uri="{FF2B5EF4-FFF2-40B4-BE49-F238E27FC236}">
                <a16:creationId xmlns:a16="http://schemas.microsoft.com/office/drawing/2014/main" id="{795CA36D-B716-4909-B169-A4A59A847555}"/>
              </a:ext>
            </a:extLst>
          </p:cNvPr>
          <p:cNvSpPr txBox="1">
            <a:spLocks noChangeArrowheads="1"/>
          </p:cNvSpPr>
          <p:nvPr/>
        </p:nvSpPr>
        <p:spPr bwMode="auto">
          <a:xfrm>
            <a:off x="4640263" y="760413"/>
            <a:ext cx="3606800" cy="2678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宋体" panose="02010600030101010101" pitchFamily="2" charset="-122"/>
                <a:ea typeface="宋体" panose="02010600030101010101" pitchFamily="2" charset="-122"/>
                <a:cs typeface="+mn-cs"/>
              </a:rPr>
              <a:t>②</a:t>
            </a: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、将“与或”表达式化为“与非”表达式</a:t>
            </a: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     </a:t>
            </a:r>
          </a:p>
        </p:txBody>
      </p:sp>
      <p:grpSp>
        <p:nvGrpSpPr>
          <p:cNvPr id="22" name="Group 22">
            <a:extLst>
              <a:ext uri="{FF2B5EF4-FFF2-40B4-BE49-F238E27FC236}">
                <a16:creationId xmlns:a16="http://schemas.microsoft.com/office/drawing/2014/main" id="{99BF6088-5F81-438D-A1CD-A70DBF2B9806}"/>
              </a:ext>
            </a:extLst>
          </p:cNvPr>
          <p:cNvGrpSpPr>
            <a:grpSpLocks/>
          </p:cNvGrpSpPr>
          <p:nvPr/>
        </p:nvGrpSpPr>
        <p:grpSpPr bwMode="auto">
          <a:xfrm>
            <a:off x="4521200" y="2328863"/>
            <a:ext cx="3878263" cy="519112"/>
            <a:chOff x="725" y="2720"/>
            <a:chExt cx="2443" cy="327"/>
          </a:xfrm>
        </p:grpSpPr>
        <p:sp>
          <p:nvSpPr>
            <p:cNvPr id="23" name="Text Box 23">
              <a:extLst>
                <a:ext uri="{FF2B5EF4-FFF2-40B4-BE49-F238E27FC236}">
                  <a16:creationId xmlns:a16="http://schemas.microsoft.com/office/drawing/2014/main" id="{BF23B5A7-C8B4-45D7-9C98-813F594793F2}"/>
                </a:ext>
              </a:extLst>
            </p:cNvPr>
            <p:cNvSpPr txBox="1">
              <a:spLocks noChangeArrowheads="1"/>
            </p:cNvSpPr>
            <p:nvPr/>
          </p:nvSpPr>
          <p:spPr bwMode="auto">
            <a:xfrm>
              <a:off x="725" y="2720"/>
              <a:ext cx="244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F=AD+BCD+ABC+CD</a:t>
              </a:r>
            </a:p>
          </p:txBody>
        </p:sp>
        <p:sp>
          <p:nvSpPr>
            <p:cNvPr id="24" name="Line 24">
              <a:extLst>
                <a:ext uri="{FF2B5EF4-FFF2-40B4-BE49-F238E27FC236}">
                  <a16:creationId xmlns:a16="http://schemas.microsoft.com/office/drawing/2014/main" id="{9589D054-CEAD-4AD3-89CA-6F390C696DB6}"/>
                </a:ext>
              </a:extLst>
            </p:cNvPr>
            <p:cNvSpPr>
              <a:spLocks noChangeShapeType="1"/>
            </p:cNvSpPr>
            <p:nvPr/>
          </p:nvSpPr>
          <p:spPr bwMode="auto">
            <a:xfrm>
              <a:off x="1675" y="277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Line 25">
              <a:extLst>
                <a:ext uri="{FF2B5EF4-FFF2-40B4-BE49-F238E27FC236}">
                  <a16:creationId xmlns:a16="http://schemas.microsoft.com/office/drawing/2014/main" id="{13305796-5249-4CA1-B37B-07648C94DCC0}"/>
                </a:ext>
              </a:extLst>
            </p:cNvPr>
            <p:cNvSpPr>
              <a:spLocks noChangeShapeType="1"/>
            </p:cNvSpPr>
            <p:nvPr/>
          </p:nvSpPr>
          <p:spPr bwMode="auto">
            <a:xfrm>
              <a:off x="2454" y="277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Line 26">
              <a:extLst>
                <a:ext uri="{FF2B5EF4-FFF2-40B4-BE49-F238E27FC236}">
                  <a16:creationId xmlns:a16="http://schemas.microsoft.com/office/drawing/2014/main" id="{1025B5FF-B90C-4C00-8B43-BDADAADE5605}"/>
                </a:ext>
              </a:extLst>
            </p:cNvPr>
            <p:cNvSpPr>
              <a:spLocks noChangeShapeType="1"/>
            </p:cNvSpPr>
            <p:nvPr/>
          </p:nvSpPr>
          <p:spPr bwMode="auto">
            <a:xfrm>
              <a:off x="2870" y="277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7" name="Line 27">
            <a:extLst>
              <a:ext uri="{FF2B5EF4-FFF2-40B4-BE49-F238E27FC236}">
                <a16:creationId xmlns:a16="http://schemas.microsoft.com/office/drawing/2014/main" id="{7B5D428D-2B6A-48DF-84EA-9D7361271D20}"/>
              </a:ext>
            </a:extLst>
          </p:cNvPr>
          <p:cNvSpPr>
            <a:spLocks noChangeShapeType="1"/>
          </p:cNvSpPr>
          <p:nvPr/>
        </p:nvSpPr>
        <p:spPr bwMode="auto">
          <a:xfrm>
            <a:off x="5046663" y="2328863"/>
            <a:ext cx="3149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 name="Line 28">
            <a:extLst>
              <a:ext uri="{FF2B5EF4-FFF2-40B4-BE49-F238E27FC236}">
                <a16:creationId xmlns:a16="http://schemas.microsoft.com/office/drawing/2014/main" id="{E2A846B9-AD32-4A61-AF2D-08891BF1F427}"/>
              </a:ext>
            </a:extLst>
          </p:cNvPr>
          <p:cNvSpPr>
            <a:spLocks noChangeShapeType="1"/>
          </p:cNvSpPr>
          <p:nvPr/>
        </p:nvSpPr>
        <p:spPr bwMode="auto">
          <a:xfrm>
            <a:off x="5048250" y="2227263"/>
            <a:ext cx="3149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nvGrpSpPr>
          <p:cNvPr id="29" name="Group 29">
            <a:extLst>
              <a:ext uri="{FF2B5EF4-FFF2-40B4-BE49-F238E27FC236}">
                <a16:creationId xmlns:a16="http://schemas.microsoft.com/office/drawing/2014/main" id="{E414A642-500B-4A3A-A580-CBE7ED2C50E0}"/>
              </a:ext>
            </a:extLst>
          </p:cNvPr>
          <p:cNvGrpSpPr>
            <a:grpSpLocks/>
          </p:cNvGrpSpPr>
          <p:nvPr/>
        </p:nvGrpSpPr>
        <p:grpSpPr bwMode="auto">
          <a:xfrm>
            <a:off x="4773613" y="3165475"/>
            <a:ext cx="3387725" cy="601663"/>
            <a:chOff x="1941" y="2689"/>
            <a:chExt cx="2134" cy="379"/>
          </a:xfrm>
        </p:grpSpPr>
        <p:sp>
          <p:nvSpPr>
            <p:cNvPr id="30" name="Text Box 30">
              <a:extLst>
                <a:ext uri="{FF2B5EF4-FFF2-40B4-BE49-F238E27FC236}">
                  <a16:creationId xmlns:a16="http://schemas.microsoft.com/office/drawing/2014/main" id="{EEAD8336-58D0-49C0-BF6C-B96B205DD44C}"/>
                </a:ext>
              </a:extLst>
            </p:cNvPr>
            <p:cNvSpPr txBox="1">
              <a:spLocks noChangeArrowheads="1"/>
            </p:cNvSpPr>
            <p:nvPr/>
          </p:nvSpPr>
          <p:spPr bwMode="auto">
            <a:xfrm>
              <a:off x="1941" y="2741"/>
              <a:ext cx="2134"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=AD</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•BCD•ABC•CD</a:t>
              </a:r>
            </a:p>
          </p:txBody>
        </p:sp>
        <p:sp>
          <p:nvSpPr>
            <p:cNvPr id="31" name="Line 31">
              <a:extLst>
                <a:ext uri="{FF2B5EF4-FFF2-40B4-BE49-F238E27FC236}">
                  <a16:creationId xmlns:a16="http://schemas.microsoft.com/office/drawing/2014/main" id="{6D5F08E8-0153-477C-985B-E57C960BFD4D}"/>
                </a:ext>
              </a:extLst>
            </p:cNvPr>
            <p:cNvSpPr>
              <a:spLocks noChangeShapeType="1"/>
            </p:cNvSpPr>
            <p:nvPr/>
          </p:nvSpPr>
          <p:spPr bwMode="auto">
            <a:xfrm>
              <a:off x="2709" y="279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 name="Line 32">
              <a:extLst>
                <a:ext uri="{FF2B5EF4-FFF2-40B4-BE49-F238E27FC236}">
                  <a16:creationId xmlns:a16="http://schemas.microsoft.com/office/drawing/2014/main" id="{EC42FDEA-02D7-48BC-B2B5-713F2153F7A4}"/>
                </a:ext>
              </a:extLst>
            </p:cNvPr>
            <p:cNvSpPr>
              <a:spLocks noChangeShapeType="1"/>
            </p:cNvSpPr>
            <p:nvPr/>
          </p:nvSpPr>
          <p:spPr bwMode="auto">
            <a:xfrm>
              <a:off x="3413" y="279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 name="Line 33">
              <a:extLst>
                <a:ext uri="{FF2B5EF4-FFF2-40B4-BE49-F238E27FC236}">
                  <a16:creationId xmlns:a16="http://schemas.microsoft.com/office/drawing/2014/main" id="{C05FD91A-CA56-4669-90E3-55CEC1D966B5}"/>
                </a:ext>
              </a:extLst>
            </p:cNvPr>
            <p:cNvSpPr>
              <a:spLocks noChangeShapeType="1"/>
            </p:cNvSpPr>
            <p:nvPr/>
          </p:nvSpPr>
          <p:spPr bwMode="auto">
            <a:xfrm>
              <a:off x="3786" y="279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4" name="Line 34">
              <a:extLst>
                <a:ext uri="{FF2B5EF4-FFF2-40B4-BE49-F238E27FC236}">
                  <a16:creationId xmlns:a16="http://schemas.microsoft.com/office/drawing/2014/main" id="{B76D2349-FBCC-4DC6-8E82-5A7CBA891CE5}"/>
                </a:ext>
              </a:extLst>
            </p:cNvPr>
            <p:cNvSpPr>
              <a:spLocks noChangeShapeType="1"/>
            </p:cNvSpPr>
            <p:nvPr/>
          </p:nvSpPr>
          <p:spPr bwMode="auto">
            <a:xfrm>
              <a:off x="2144" y="2741"/>
              <a:ext cx="2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5" name="Line 35">
              <a:extLst>
                <a:ext uri="{FF2B5EF4-FFF2-40B4-BE49-F238E27FC236}">
                  <a16:creationId xmlns:a16="http://schemas.microsoft.com/office/drawing/2014/main" id="{589EBA2A-6828-42BE-A7C9-7A93DF1E3624}"/>
                </a:ext>
              </a:extLst>
            </p:cNvPr>
            <p:cNvSpPr>
              <a:spLocks noChangeShapeType="1"/>
            </p:cNvSpPr>
            <p:nvPr/>
          </p:nvSpPr>
          <p:spPr bwMode="auto">
            <a:xfrm>
              <a:off x="2549" y="2742"/>
              <a:ext cx="4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6" name="Line 36">
              <a:extLst>
                <a:ext uri="{FF2B5EF4-FFF2-40B4-BE49-F238E27FC236}">
                  <a16:creationId xmlns:a16="http://schemas.microsoft.com/office/drawing/2014/main" id="{18D06723-971C-4284-BA5F-3C70F0DDF03C}"/>
                </a:ext>
              </a:extLst>
            </p:cNvPr>
            <p:cNvSpPr>
              <a:spLocks noChangeShapeType="1"/>
            </p:cNvSpPr>
            <p:nvPr/>
          </p:nvSpPr>
          <p:spPr bwMode="auto">
            <a:xfrm>
              <a:off x="3104" y="2742"/>
              <a:ext cx="4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7" name="Line 37">
              <a:extLst>
                <a:ext uri="{FF2B5EF4-FFF2-40B4-BE49-F238E27FC236}">
                  <a16:creationId xmlns:a16="http://schemas.microsoft.com/office/drawing/2014/main" id="{C5EDBC2E-2662-4AC7-8012-492FA7E46641}"/>
                </a:ext>
              </a:extLst>
            </p:cNvPr>
            <p:cNvSpPr>
              <a:spLocks noChangeShapeType="1"/>
            </p:cNvSpPr>
            <p:nvPr/>
          </p:nvSpPr>
          <p:spPr bwMode="auto">
            <a:xfrm>
              <a:off x="3659" y="2741"/>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8" name="Line 38">
              <a:extLst>
                <a:ext uri="{FF2B5EF4-FFF2-40B4-BE49-F238E27FC236}">
                  <a16:creationId xmlns:a16="http://schemas.microsoft.com/office/drawing/2014/main" id="{1EE45FC6-6E52-4821-AD19-E329C1FCD51E}"/>
                </a:ext>
              </a:extLst>
            </p:cNvPr>
            <p:cNvSpPr>
              <a:spLocks noChangeShapeType="1"/>
            </p:cNvSpPr>
            <p:nvPr/>
          </p:nvSpPr>
          <p:spPr bwMode="auto">
            <a:xfrm>
              <a:off x="2123" y="2689"/>
              <a:ext cx="183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grpSp>
      <p:grpSp>
        <p:nvGrpSpPr>
          <p:cNvPr id="39" name="Group 39">
            <a:extLst>
              <a:ext uri="{FF2B5EF4-FFF2-40B4-BE49-F238E27FC236}">
                <a16:creationId xmlns:a16="http://schemas.microsoft.com/office/drawing/2014/main" id="{C2197940-353A-4152-A081-6A55A64A376F}"/>
              </a:ext>
            </a:extLst>
          </p:cNvPr>
          <p:cNvGrpSpPr>
            <a:grpSpLocks/>
          </p:cNvGrpSpPr>
          <p:nvPr/>
        </p:nvGrpSpPr>
        <p:grpSpPr bwMode="auto">
          <a:xfrm>
            <a:off x="1439863" y="4827588"/>
            <a:ext cx="2608262" cy="519112"/>
            <a:chOff x="2997" y="3233"/>
            <a:chExt cx="1643" cy="327"/>
          </a:xfrm>
        </p:grpSpPr>
        <p:sp>
          <p:nvSpPr>
            <p:cNvPr id="40" name="Text Box 40">
              <a:extLst>
                <a:ext uri="{FF2B5EF4-FFF2-40B4-BE49-F238E27FC236}">
                  <a16:creationId xmlns:a16="http://schemas.microsoft.com/office/drawing/2014/main" id="{6A267736-6846-410B-A697-86713EC408EE}"/>
                </a:ext>
              </a:extLst>
            </p:cNvPr>
            <p:cNvSpPr txBox="1">
              <a:spLocks noChangeArrowheads="1"/>
            </p:cNvSpPr>
            <p:nvPr/>
          </p:nvSpPr>
          <p:spPr bwMode="auto">
            <a:xfrm>
              <a:off x="2997" y="3233"/>
              <a:ext cx="164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对合律     </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a:t>
              </a:r>
            </a:p>
          </p:txBody>
        </p:sp>
        <p:sp>
          <p:nvSpPr>
            <p:cNvPr id="41" name="Line 41">
              <a:extLst>
                <a:ext uri="{FF2B5EF4-FFF2-40B4-BE49-F238E27FC236}">
                  <a16:creationId xmlns:a16="http://schemas.microsoft.com/office/drawing/2014/main" id="{F3958513-3CC0-4EFF-8F65-34027E6D0A9E}"/>
                </a:ext>
              </a:extLst>
            </p:cNvPr>
            <p:cNvSpPr>
              <a:spLocks noChangeShapeType="1"/>
            </p:cNvSpPr>
            <p:nvPr/>
          </p:nvSpPr>
          <p:spPr bwMode="auto">
            <a:xfrm>
              <a:off x="4022" y="3285"/>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42">
              <a:extLst>
                <a:ext uri="{FF2B5EF4-FFF2-40B4-BE49-F238E27FC236}">
                  <a16:creationId xmlns:a16="http://schemas.microsoft.com/office/drawing/2014/main" id="{0B1A343B-D0DC-432F-9FAC-62F166E69AEA}"/>
                </a:ext>
              </a:extLst>
            </p:cNvPr>
            <p:cNvSpPr>
              <a:spLocks noChangeShapeType="1"/>
            </p:cNvSpPr>
            <p:nvPr/>
          </p:nvSpPr>
          <p:spPr bwMode="auto">
            <a:xfrm>
              <a:off x="4022" y="324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3" name="Group 43">
            <a:extLst>
              <a:ext uri="{FF2B5EF4-FFF2-40B4-BE49-F238E27FC236}">
                <a16:creationId xmlns:a16="http://schemas.microsoft.com/office/drawing/2014/main" id="{3E28D155-B690-4034-A06C-83A569BC8FC5}"/>
              </a:ext>
            </a:extLst>
          </p:cNvPr>
          <p:cNvGrpSpPr>
            <a:grpSpLocks/>
          </p:cNvGrpSpPr>
          <p:nvPr/>
        </p:nvGrpSpPr>
        <p:grpSpPr bwMode="auto">
          <a:xfrm>
            <a:off x="4638675" y="4418013"/>
            <a:ext cx="2930525" cy="1173162"/>
            <a:chOff x="2954" y="2794"/>
            <a:chExt cx="1846" cy="739"/>
          </a:xfrm>
        </p:grpSpPr>
        <p:sp>
          <p:nvSpPr>
            <p:cNvPr id="44" name="Text Box 44">
              <a:extLst>
                <a:ext uri="{FF2B5EF4-FFF2-40B4-BE49-F238E27FC236}">
                  <a16:creationId xmlns:a16="http://schemas.microsoft.com/office/drawing/2014/main" id="{7F9986EB-C60D-4F14-825E-DCF7EE69D17E}"/>
                </a:ext>
              </a:extLst>
            </p:cNvPr>
            <p:cNvSpPr txBox="1">
              <a:spLocks noChangeArrowheads="1"/>
            </p:cNvSpPr>
            <p:nvPr/>
          </p:nvSpPr>
          <p:spPr bwMode="auto">
            <a:xfrm>
              <a:off x="2954" y="3040"/>
              <a:ext cx="85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重叠律</a:t>
              </a:r>
            </a:p>
          </p:txBody>
        </p:sp>
        <p:sp>
          <p:nvSpPr>
            <p:cNvPr id="45" name="Text Box 45">
              <a:extLst>
                <a:ext uri="{FF2B5EF4-FFF2-40B4-BE49-F238E27FC236}">
                  <a16:creationId xmlns:a16="http://schemas.microsoft.com/office/drawing/2014/main" id="{26F4027A-FABD-45AA-B4C8-05D134006444}"/>
                </a:ext>
              </a:extLst>
            </p:cNvPr>
            <p:cNvSpPr txBox="1">
              <a:spLocks noChangeArrowheads="1"/>
            </p:cNvSpPr>
            <p:nvPr/>
          </p:nvSpPr>
          <p:spPr bwMode="auto">
            <a:xfrm>
              <a:off x="3862" y="2794"/>
              <a:ext cx="938" cy="731"/>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A+A=A</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46" name="AutoShape 46">
              <a:extLst>
                <a:ext uri="{FF2B5EF4-FFF2-40B4-BE49-F238E27FC236}">
                  <a16:creationId xmlns:a16="http://schemas.microsoft.com/office/drawing/2014/main" id="{760DBD29-2666-4C12-82FD-09BDAF464F26}"/>
                </a:ext>
              </a:extLst>
            </p:cNvPr>
            <p:cNvSpPr>
              <a:spLocks/>
            </p:cNvSpPr>
            <p:nvPr/>
          </p:nvSpPr>
          <p:spPr bwMode="auto">
            <a:xfrm>
              <a:off x="3726" y="2840"/>
              <a:ext cx="180" cy="693"/>
            </a:xfrm>
            <a:prstGeom prst="leftBrace">
              <a:avLst>
                <a:gd name="adj1" fmla="val 3208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294930517"/>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
                            </p:stCondLst>
                            <p:childTnLst>
                              <p:par>
                                <p:cTn id="29" presetID="22" presetClass="entr" presetSubtype="8" fill="hold" nodeType="afterEffect">
                                  <p:stCondLst>
                                    <p:cond delay="200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wipe(left)">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left)">
                                      <p:cBhvr>
                                        <p:cTn id="66" dur="500"/>
                                        <p:tgtEl>
                                          <p:spTgt spid="3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left)">
                                      <p:cBhvr>
                                        <p:cTn id="7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21"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ED44A09-3727-4831-8DA2-8D8D70969E49}"/>
              </a:ext>
            </a:extLst>
          </p:cNvPr>
          <p:cNvSpPr txBox="1">
            <a:spLocks noChangeArrowheads="1"/>
          </p:cNvSpPr>
          <p:nvPr/>
        </p:nvSpPr>
        <p:spPr>
          <a:xfrm>
            <a:off x="893763" y="747713"/>
            <a:ext cx="1579562" cy="635000"/>
          </a:xfrm>
          <a:prstGeom prst="rect">
            <a:avLst/>
          </a:prstGeom>
          <a:ln>
            <a:noFill/>
          </a:ln>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2800"/>
              <a:t>包含律</a:t>
            </a:r>
            <a:endParaRPr lang="zh-CN" altLang="en-US" sz="2800" dirty="0"/>
          </a:p>
        </p:txBody>
      </p:sp>
      <p:grpSp>
        <p:nvGrpSpPr>
          <p:cNvPr id="3" name="Group 3">
            <a:extLst>
              <a:ext uri="{FF2B5EF4-FFF2-40B4-BE49-F238E27FC236}">
                <a16:creationId xmlns:a16="http://schemas.microsoft.com/office/drawing/2014/main" id="{035C5E51-04EE-42CF-9984-69D6EC936137}"/>
              </a:ext>
            </a:extLst>
          </p:cNvPr>
          <p:cNvGrpSpPr>
            <a:grpSpLocks/>
          </p:cNvGrpSpPr>
          <p:nvPr/>
        </p:nvGrpSpPr>
        <p:grpSpPr bwMode="auto">
          <a:xfrm>
            <a:off x="2238375" y="508000"/>
            <a:ext cx="5348288" cy="1181100"/>
            <a:chOff x="1090" y="2250"/>
            <a:chExt cx="3369" cy="744"/>
          </a:xfrm>
        </p:grpSpPr>
        <p:sp>
          <p:nvSpPr>
            <p:cNvPr id="4" name="Text Box 4">
              <a:extLst>
                <a:ext uri="{FF2B5EF4-FFF2-40B4-BE49-F238E27FC236}">
                  <a16:creationId xmlns:a16="http://schemas.microsoft.com/office/drawing/2014/main" id="{671F286F-25A7-44A0-BCD4-8ECFFFC39877}"/>
                </a:ext>
              </a:extLst>
            </p:cNvPr>
            <p:cNvSpPr txBox="1">
              <a:spLocks noChangeArrowheads="1"/>
            </p:cNvSpPr>
            <p:nvPr/>
          </p:nvSpPr>
          <p:spPr bwMode="auto">
            <a:xfrm>
              <a:off x="1216" y="2667"/>
              <a:ext cx="324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(A+B)(A+C)(B+C)=(A+B)(A+C)</a:t>
              </a:r>
            </a:p>
          </p:txBody>
        </p:sp>
        <p:grpSp>
          <p:nvGrpSpPr>
            <p:cNvPr id="5" name="Group 5">
              <a:extLst>
                <a:ext uri="{FF2B5EF4-FFF2-40B4-BE49-F238E27FC236}">
                  <a16:creationId xmlns:a16="http://schemas.microsoft.com/office/drawing/2014/main" id="{A8291C42-3F00-411A-B00B-9E198227944D}"/>
                </a:ext>
              </a:extLst>
            </p:cNvPr>
            <p:cNvGrpSpPr>
              <a:grpSpLocks/>
            </p:cNvGrpSpPr>
            <p:nvPr/>
          </p:nvGrpSpPr>
          <p:grpSpPr bwMode="auto">
            <a:xfrm>
              <a:off x="1280" y="2250"/>
              <a:ext cx="2293" cy="327"/>
              <a:chOff x="3051" y="2997"/>
              <a:chExt cx="2293" cy="327"/>
            </a:xfrm>
          </p:grpSpPr>
          <p:sp>
            <p:nvSpPr>
              <p:cNvPr id="9" name="Text Box 6">
                <a:extLst>
                  <a:ext uri="{FF2B5EF4-FFF2-40B4-BE49-F238E27FC236}">
                    <a16:creationId xmlns:a16="http://schemas.microsoft.com/office/drawing/2014/main" id="{DD7BEC2E-A12F-4EA2-8D14-48FA38FB2B6F}"/>
                  </a:ext>
                </a:extLst>
              </p:cNvPr>
              <p:cNvSpPr txBox="1">
                <a:spLocks noChangeArrowheads="1"/>
              </p:cNvSpPr>
              <p:nvPr/>
            </p:nvSpPr>
            <p:spPr bwMode="auto">
              <a:xfrm>
                <a:off x="3051" y="2997"/>
                <a:ext cx="229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AB+AC+BC=AB+AC</a:t>
                </a:r>
              </a:p>
            </p:txBody>
          </p:sp>
          <p:sp>
            <p:nvSpPr>
              <p:cNvPr id="10" name="Line 7">
                <a:extLst>
                  <a:ext uri="{FF2B5EF4-FFF2-40B4-BE49-F238E27FC236}">
                    <a16:creationId xmlns:a16="http://schemas.microsoft.com/office/drawing/2014/main" id="{1438113B-1B74-4119-B617-8655936DD0B8}"/>
                  </a:ext>
                </a:extLst>
              </p:cNvPr>
              <p:cNvSpPr>
                <a:spLocks noChangeShapeType="1"/>
              </p:cNvSpPr>
              <p:nvPr/>
            </p:nvSpPr>
            <p:spPr bwMode="auto">
              <a:xfrm>
                <a:off x="3573" y="306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Line 8">
                <a:extLst>
                  <a:ext uri="{FF2B5EF4-FFF2-40B4-BE49-F238E27FC236}">
                    <a16:creationId xmlns:a16="http://schemas.microsoft.com/office/drawing/2014/main" id="{06380B88-F472-4188-93A1-C80B130EFEE9}"/>
                  </a:ext>
                </a:extLst>
              </p:cNvPr>
              <p:cNvSpPr>
                <a:spLocks noChangeShapeType="1"/>
              </p:cNvSpPr>
              <p:nvPr/>
            </p:nvSpPr>
            <p:spPr bwMode="auto">
              <a:xfrm>
                <a:off x="4917" y="306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6" name="Line 9">
              <a:extLst>
                <a:ext uri="{FF2B5EF4-FFF2-40B4-BE49-F238E27FC236}">
                  <a16:creationId xmlns:a16="http://schemas.microsoft.com/office/drawing/2014/main" id="{9193A5EB-3072-40E3-8464-B1F7E47F029A}"/>
                </a:ext>
              </a:extLst>
            </p:cNvPr>
            <p:cNvSpPr>
              <a:spLocks noChangeShapeType="1"/>
            </p:cNvSpPr>
            <p:nvPr/>
          </p:nvSpPr>
          <p:spPr bwMode="auto">
            <a:xfrm>
              <a:off x="1962" y="2719"/>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Line 10">
              <a:extLst>
                <a:ext uri="{FF2B5EF4-FFF2-40B4-BE49-F238E27FC236}">
                  <a16:creationId xmlns:a16="http://schemas.microsoft.com/office/drawing/2014/main" id="{6DD9FDCA-0918-4A66-84B4-ED9FB125C02E}"/>
                </a:ext>
              </a:extLst>
            </p:cNvPr>
            <p:cNvSpPr>
              <a:spLocks noChangeShapeType="1"/>
            </p:cNvSpPr>
            <p:nvPr/>
          </p:nvSpPr>
          <p:spPr bwMode="auto">
            <a:xfrm>
              <a:off x="3871" y="2730"/>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AutoShape 11">
              <a:extLst>
                <a:ext uri="{FF2B5EF4-FFF2-40B4-BE49-F238E27FC236}">
                  <a16:creationId xmlns:a16="http://schemas.microsoft.com/office/drawing/2014/main" id="{9BB850B2-249D-45AE-A1C3-1CF3F87995CA}"/>
                </a:ext>
              </a:extLst>
            </p:cNvPr>
            <p:cNvSpPr>
              <a:spLocks/>
            </p:cNvSpPr>
            <p:nvPr/>
          </p:nvSpPr>
          <p:spPr bwMode="auto">
            <a:xfrm>
              <a:off x="1090" y="2315"/>
              <a:ext cx="149" cy="650"/>
            </a:xfrm>
            <a:prstGeom prst="leftBrace">
              <a:avLst>
                <a:gd name="adj1" fmla="val 3635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grpSp>
        <p:nvGrpSpPr>
          <p:cNvPr id="12" name="Group 12">
            <a:extLst>
              <a:ext uri="{FF2B5EF4-FFF2-40B4-BE49-F238E27FC236}">
                <a16:creationId xmlns:a16="http://schemas.microsoft.com/office/drawing/2014/main" id="{684F2407-4679-4387-B356-E5CF55BD8A34}"/>
              </a:ext>
            </a:extLst>
          </p:cNvPr>
          <p:cNvGrpSpPr>
            <a:grpSpLocks/>
          </p:cNvGrpSpPr>
          <p:nvPr/>
        </p:nvGrpSpPr>
        <p:grpSpPr bwMode="auto">
          <a:xfrm>
            <a:off x="1658938" y="2100263"/>
            <a:ext cx="2962275" cy="519112"/>
            <a:chOff x="459" y="1643"/>
            <a:chExt cx="1866" cy="327"/>
          </a:xfrm>
        </p:grpSpPr>
        <p:sp>
          <p:nvSpPr>
            <p:cNvPr id="13" name="Text Box 13">
              <a:extLst>
                <a:ext uri="{FF2B5EF4-FFF2-40B4-BE49-F238E27FC236}">
                  <a16:creationId xmlns:a16="http://schemas.microsoft.com/office/drawing/2014/main" id="{EF7C865B-AD6D-415D-8BFE-513FFC41AF47}"/>
                </a:ext>
              </a:extLst>
            </p:cNvPr>
            <p:cNvSpPr txBox="1">
              <a:spLocks noChangeArrowheads="1"/>
            </p:cNvSpPr>
            <p:nvPr/>
          </p:nvSpPr>
          <p:spPr bwMode="auto">
            <a:xfrm>
              <a:off x="459" y="1643"/>
              <a:ext cx="1866"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证：</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AB+AC+BC</a:t>
              </a:r>
            </a:p>
          </p:txBody>
        </p:sp>
        <p:sp>
          <p:nvSpPr>
            <p:cNvPr id="14" name="Line 14">
              <a:extLst>
                <a:ext uri="{FF2B5EF4-FFF2-40B4-BE49-F238E27FC236}">
                  <a16:creationId xmlns:a16="http://schemas.microsoft.com/office/drawing/2014/main" id="{8E015109-789C-43FD-9F56-946B65321D80}"/>
                </a:ext>
              </a:extLst>
            </p:cNvPr>
            <p:cNvSpPr>
              <a:spLocks noChangeShapeType="1"/>
            </p:cNvSpPr>
            <p:nvPr/>
          </p:nvSpPr>
          <p:spPr bwMode="auto">
            <a:xfrm>
              <a:off x="1430" y="1695"/>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5" name="Group 15">
            <a:extLst>
              <a:ext uri="{FF2B5EF4-FFF2-40B4-BE49-F238E27FC236}">
                <a16:creationId xmlns:a16="http://schemas.microsoft.com/office/drawing/2014/main" id="{9429E07A-AEF7-4842-A1B0-22783675DEC5}"/>
              </a:ext>
            </a:extLst>
          </p:cNvPr>
          <p:cNvGrpSpPr>
            <a:grpSpLocks/>
          </p:cNvGrpSpPr>
          <p:nvPr/>
        </p:nvGrpSpPr>
        <p:grpSpPr bwMode="auto">
          <a:xfrm>
            <a:off x="2370138" y="2692400"/>
            <a:ext cx="3403600" cy="519113"/>
            <a:chOff x="629" y="2283"/>
            <a:chExt cx="2144" cy="327"/>
          </a:xfrm>
        </p:grpSpPr>
        <p:sp>
          <p:nvSpPr>
            <p:cNvPr id="16" name="Text Box 16">
              <a:extLst>
                <a:ext uri="{FF2B5EF4-FFF2-40B4-BE49-F238E27FC236}">
                  <a16:creationId xmlns:a16="http://schemas.microsoft.com/office/drawing/2014/main" id="{DC9C6003-F126-45B7-AA47-5C0282FAAEB1}"/>
                </a:ext>
              </a:extLst>
            </p:cNvPr>
            <p:cNvSpPr txBox="1">
              <a:spLocks noChangeArrowheads="1"/>
            </p:cNvSpPr>
            <p:nvPr/>
          </p:nvSpPr>
          <p:spPr bwMode="auto">
            <a:xfrm>
              <a:off x="629" y="2283"/>
              <a:ext cx="214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=AB+AC+BC(A+A)</a:t>
              </a:r>
            </a:p>
          </p:txBody>
        </p:sp>
        <p:sp>
          <p:nvSpPr>
            <p:cNvPr id="17" name="Line 17">
              <a:extLst>
                <a:ext uri="{FF2B5EF4-FFF2-40B4-BE49-F238E27FC236}">
                  <a16:creationId xmlns:a16="http://schemas.microsoft.com/office/drawing/2014/main" id="{B49DB769-DCBD-48CE-B078-C43E4BCB0A91}"/>
                </a:ext>
              </a:extLst>
            </p:cNvPr>
            <p:cNvSpPr>
              <a:spLocks noChangeShapeType="1"/>
            </p:cNvSpPr>
            <p:nvPr/>
          </p:nvSpPr>
          <p:spPr bwMode="auto">
            <a:xfrm>
              <a:off x="1280" y="2346"/>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8">
              <a:extLst>
                <a:ext uri="{FF2B5EF4-FFF2-40B4-BE49-F238E27FC236}">
                  <a16:creationId xmlns:a16="http://schemas.microsoft.com/office/drawing/2014/main" id="{DC08B86E-6AD2-454D-9368-5193C85931C9}"/>
                </a:ext>
              </a:extLst>
            </p:cNvPr>
            <p:cNvSpPr>
              <a:spLocks noChangeShapeType="1"/>
            </p:cNvSpPr>
            <p:nvPr/>
          </p:nvSpPr>
          <p:spPr bwMode="auto">
            <a:xfrm>
              <a:off x="2399" y="2346"/>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9" name="Group 19">
            <a:extLst>
              <a:ext uri="{FF2B5EF4-FFF2-40B4-BE49-F238E27FC236}">
                <a16:creationId xmlns:a16="http://schemas.microsoft.com/office/drawing/2014/main" id="{72CD537A-F2A1-4306-B074-53701F5B5D08}"/>
              </a:ext>
            </a:extLst>
          </p:cNvPr>
          <p:cNvGrpSpPr>
            <a:grpSpLocks/>
          </p:cNvGrpSpPr>
          <p:nvPr/>
        </p:nvGrpSpPr>
        <p:grpSpPr bwMode="auto">
          <a:xfrm>
            <a:off x="2368550" y="3335338"/>
            <a:ext cx="3657600" cy="519112"/>
            <a:chOff x="1492" y="2101"/>
            <a:chExt cx="2304" cy="327"/>
          </a:xfrm>
        </p:grpSpPr>
        <p:sp>
          <p:nvSpPr>
            <p:cNvPr id="20" name="Text Box 20">
              <a:extLst>
                <a:ext uri="{FF2B5EF4-FFF2-40B4-BE49-F238E27FC236}">
                  <a16:creationId xmlns:a16="http://schemas.microsoft.com/office/drawing/2014/main" id="{CB97B08D-85C9-4E46-91EF-6BB69D8C7CF2}"/>
                </a:ext>
              </a:extLst>
            </p:cNvPr>
            <p:cNvSpPr txBox="1">
              <a:spLocks noChangeArrowheads="1"/>
            </p:cNvSpPr>
            <p:nvPr/>
          </p:nvSpPr>
          <p:spPr bwMode="auto">
            <a:xfrm>
              <a:off x="1492" y="2101"/>
              <a:ext cx="230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=AB+AC+ABC+ABC</a:t>
              </a:r>
            </a:p>
          </p:txBody>
        </p:sp>
        <p:sp>
          <p:nvSpPr>
            <p:cNvPr id="21" name="Line 21">
              <a:extLst>
                <a:ext uri="{FF2B5EF4-FFF2-40B4-BE49-F238E27FC236}">
                  <a16:creationId xmlns:a16="http://schemas.microsoft.com/office/drawing/2014/main" id="{BA45ED15-2547-40C5-ABD1-A32822F2ED8C}"/>
                </a:ext>
              </a:extLst>
            </p:cNvPr>
            <p:cNvSpPr>
              <a:spLocks noChangeShapeType="1"/>
            </p:cNvSpPr>
            <p:nvPr/>
          </p:nvSpPr>
          <p:spPr bwMode="auto">
            <a:xfrm>
              <a:off x="2143" y="215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Line 22">
              <a:extLst>
                <a:ext uri="{FF2B5EF4-FFF2-40B4-BE49-F238E27FC236}">
                  <a16:creationId xmlns:a16="http://schemas.microsoft.com/office/drawing/2014/main" id="{C97D0FED-3FCE-444D-91DC-FBDFC602C2CB}"/>
                </a:ext>
              </a:extLst>
            </p:cNvPr>
            <p:cNvSpPr>
              <a:spLocks noChangeShapeType="1"/>
            </p:cNvSpPr>
            <p:nvPr/>
          </p:nvSpPr>
          <p:spPr bwMode="auto">
            <a:xfrm>
              <a:off x="3188" y="215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3" name="Group 23">
            <a:extLst>
              <a:ext uri="{FF2B5EF4-FFF2-40B4-BE49-F238E27FC236}">
                <a16:creationId xmlns:a16="http://schemas.microsoft.com/office/drawing/2014/main" id="{22CDFA0A-63FD-488F-BCA3-5C4E7EFCB7D3}"/>
              </a:ext>
            </a:extLst>
          </p:cNvPr>
          <p:cNvGrpSpPr>
            <a:grpSpLocks/>
          </p:cNvGrpSpPr>
          <p:nvPr/>
        </p:nvGrpSpPr>
        <p:grpSpPr bwMode="auto">
          <a:xfrm>
            <a:off x="2386013" y="3944938"/>
            <a:ext cx="3335337" cy="519112"/>
            <a:chOff x="640" y="2901"/>
            <a:chExt cx="2101" cy="327"/>
          </a:xfrm>
        </p:grpSpPr>
        <p:sp>
          <p:nvSpPr>
            <p:cNvPr id="24" name="Text Box 24">
              <a:extLst>
                <a:ext uri="{FF2B5EF4-FFF2-40B4-BE49-F238E27FC236}">
                  <a16:creationId xmlns:a16="http://schemas.microsoft.com/office/drawing/2014/main" id="{D14C48C2-572B-4440-A109-183D6D239143}"/>
                </a:ext>
              </a:extLst>
            </p:cNvPr>
            <p:cNvSpPr txBox="1">
              <a:spLocks noChangeArrowheads="1"/>
            </p:cNvSpPr>
            <p:nvPr/>
          </p:nvSpPr>
          <p:spPr bwMode="auto">
            <a:xfrm>
              <a:off x="640" y="2901"/>
              <a:ext cx="210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=AB(1+C)+AC(1+B)</a:t>
              </a:r>
            </a:p>
          </p:txBody>
        </p:sp>
        <p:sp>
          <p:nvSpPr>
            <p:cNvPr id="25" name="Line 25">
              <a:extLst>
                <a:ext uri="{FF2B5EF4-FFF2-40B4-BE49-F238E27FC236}">
                  <a16:creationId xmlns:a16="http://schemas.microsoft.com/office/drawing/2014/main" id="{B3A1746B-AA59-4B14-8A7B-2BC2B09E971F}"/>
                </a:ext>
              </a:extLst>
            </p:cNvPr>
            <p:cNvSpPr>
              <a:spLocks noChangeShapeType="1"/>
            </p:cNvSpPr>
            <p:nvPr/>
          </p:nvSpPr>
          <p:spPr bwMode="auto">
            <a:xfrm>
              <a:off x="1845" y="2954"/>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6" name="Group 26">
            <a:extLst>
              <a:ext uri="{FF2B5EF4-FFF2-40B4-BE49-F238E27FC236}">
                <a16:creationId xmlns:a16="http://schemas.microsoft.com/office/drawing/2014/main" id="{6BD3EC86-9B10-476B-80D4-96F68BDFC6D2}"/>
              </a:ext>
            </a:extLst>
          </p:cNvPr>
          <p:cNvGrpSpPr>
            <a:grpSpLocks/>
          </p:cNvGrpSpPr>
          <p:nvPr/>
        </p:nvGrpSpPr>
        <p:grpSpPr bwMode="auto">
          <a:xfrm>
            <a:off x="2386013" y="4538663"/>
            <a:ext cx="1795462" cy="519112"/>
            <a:chOff x="864" y="3339"/>
            <a:chExt cx="1131" cy="327"/>
          </a:xfrm>
        </p:grpSpPr>
        <p:sp>
          <p:nvSpPr>
            <p:cNvPr id="27" name="Text Box 27">
              <a:extLst>
                <a:ext uri="{FF2B5EF4-FFF2-40B4-BE49-F238E27FC236}">
                  <a16:creationId xmlns:a16="http://schemas.microsoft.com/office/drawing/2014/main" id="{0DF6B776-D8CE-43C6-A5C3-2FF1F0B9B723}"/>
                </a:ext>
              </a:extLst>
            </p:cNvPr>
            <p:cNvSpPr txBox="1">
              <a:spLocks noChangeArrowheads="1"/>
            </p:cNvSpPr>
            <p:nvPr/>
          </p:nvSpPr>
          <p:spPr bwMode="auto">
            <a:xfrm>
              <a:off x="864" y="3339"/>
              <a:ext cx="113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a:t>
              </a:r>
            </a:p>
          </p:txBody>
        </p:sp>
        <p:sp>
          <p:nvSpPr>
            <p:cNvPr id="28" name="Line 28">
              <a:extLst>
                <a:ext uri="{FF2B5EF4-FFF2-40B4-BE49-F238E27FC236}">
                  <a16:creationId xmlns:a16="http://schemas.microsoft.com/office/drawing/2014/main" id="{EAA274F6-595B-4FCC-B219-D99F46EE37FD}"/>
                </a:ext>
              </a:extLst>
            </p:cNvPr>
            <p:cNvSpPr>
              <a:spLocks noChangeShapeType="1"/>
            </p:cNvSpPr>
            <p:nvPr/>
          </p:nvSpPr>
          <p:spPr bwMode="auto">
            <a:xfrm>
              <a:off x="1515" y="340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9" name="Group 29">
            <a:extLst>
              <a:ext uri="{FF2B5EF4-FFF2-40B4-BE49-F238E27FC236}">
                <a16:creationId xmlns:a16="http://schemas.microsoft.com/office/drawing/2014/main" id="{776E453B-BD8C-4181-A904-A0C6C41CC8FC}"/>
              </a:ext>
            </a:extLst>
          </p:cNvPr>
          <p:cNvGrpSpPr>
            <a:grpSpLocks/>
          </p:cNvGrpSpPr>
          <p:nvPr/>
        </p:nvGrpSpPr>
        <p:grpSpPr bwMode="auto">
          <a:xfrm>
            <a:off x="1506538" y="5402263"/>
            <a:ext cx="5402262" cy="519112"/>
            <a:chOff x="1184" y="2859"/>
            <a:chExt cx="3403" cy="327"/>
          </a:xfrm>
        </p:grpSpPr>
        <p:sp>
          <p:nvSpPr>
            <p:cNvPr id="30" name="Text Box 30">
              <a:extLst>
                <a:ext uri="{FF2B5EF4-FFF2-40B4-BE49-F238E27FC236}">
                  <a16:creationId xmlns:a16="http://schemas.microsoft.com/office/drawing/2014/main" id="{38BC5AD5-0CA7-4B7E-B05B-51528853E7B5}"/>
                </a:ext>
              </a:extLst>
            </p:cNvPr>
            <p:cNvSpPr txBox="1">
              <a:spLocks noChangeArrowheads="1"/>
            </p:cNvSpPr>
            <p:nvPr/>
          </p:nvSpPr>
          <p:spPr bwMode="auto">
            <a:xfrm>
              <a:off x="1184" y="2859"/>
              <a:ext cx="340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推论：</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AB+AC+BCDEF=AB+AC</a:t>
              </a:r>
            </a:p>
          </p:txBody>
        </p:sp>
        <p:sp>
          <p:nvSpPr>
            <p:cNvPr id="31" name="Line 31">
              <a:extLst>
                <a:ext uri="{FF2B5EF4-FFF2-40B4-BE49-F238E27FC236}">
                  <a16:creationId xmlns:a16="http://schemas.microsoft.com/office/drawing/2014/main" id="{1E87F1C6-3D5E-468E-A6A2-2B8470A2AFBD}"/>
                </a:ext>
              </a:extLst>
            </p:cNvPr>
            <p:cNvSpPr>
              <a:spLocks noChangeShapeType="1"/>
            </p:cNvSpPr>
            <p:nvPr/>
          </p:nvSpPr>
          <p:spPr bwMode="auto">
            <a:xfrm>
              <a:off x="2368" y="292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Line 32">
              <a:extLst>
                <a:ext uri="{FF2B5EF4-FFF2-40B4-BE49-F238E27FC236}">
                  <a16:creationId xmlns:a16="http://schemas.microsoft.com/office/drawing/2014/main" id="{87D08DB4-42F8-4650-93A0-FA6EAE276F1E}"/>
                </a:ext>
              </a:extLst>
            </p:cNvPr>
            <p:cNvSpPr>
              <a:spLocks noChangeShapeType="1"/>
            </p:cNvSpPr>
            <p:nvPr/>
          </p:nvSpPr>
          <p:spPr bwMode="auto">
            <a:xfrm>
              <a:off x="4160" y="292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271890547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left)">
                                      <p:cBhvr>
                                        <p:cTn id="4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78F0BE7-3660-40C8-93CE-75F3983AA7F9}"/>
              </a:ext>
            </a:extLst>
          </p:cNvPr>
          <p:cNvSpPr txBox="1">
            <a:spLocks noChangeArrowheads="1"/>
          </p:cNvSpPr>
          <p:nvPr/>
        </p:nvSpPr>
        <p:spPr>
          <a:xfrm>
            <a:off x="228600" y="219075"/>
            <a:ext cx="3160713" cy="533400"/>
          </a:xfrm>
          <a:prstGeom prst="rect">
            <a:avLst/>
          </a:prstGeom>
          <a:ln>
            <a:noFill/>
          </a:ln>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2800">
                <a:solidFill>
                  <a:srgbClr val="1F08F8"/>
                </a:solidFill>
              </a:rPr>
              <a:t>   </a:t>
            </a:r>
            <a:r>
              <a:rPr lang="en-US" altLang="zh-CN" sz="2800">
                <a:solidFill>
                  <a:srgbClr val="1F08F8"/>
                </a:solidFill>
                <a:latin typeface="Times New Roman" panose="02020603050405020304" pitchFamily="18" charset="0"/>
              </a:rPr>
              <a:t>“</a:t>
            </a:r>
            <a:r>
              <a:rPr lang="zh-CN" altLang="en-US" sz="2800">
                <a:solidFill>
                  <a:srgbClr val="1F08F8"/>
                </a:solidFill>
              </a:rPr>
              <a:t>异或</a:t>
            </a:r>
            <a:r>
              <a:rPr lang="zh-CN" altLang="en-US" sz="2800">
                <a:solidFill>
                  <a:srgbClr val="1F08F8"/>
                </a:solidFill>
                <a:latin typeface="Times New Roman" panose="02020603050405020304" pitchFamily="18" charset="0"/>
              </a:rPr>
              <a:t>”</a:t>
            </a:r>
            <a:r>
              <a:rPr lang="zh-CN" altLang="en-US" sz="2800">
                <a:solidFill>
                  <a:srgbClr val="1F08F8"/>
                </a:solidFill>
              </a:rPr>
              <a:t>公式</a:t>
            </a:r>
            <a:endParaRPr lang="zh-CN" altLang="en-US" sz="2800" dirty="0">
              <a:solidFill>
                <a:srgbClr val="1F08F8"/>
              </a:solidFill>
            </a:endParaRPr>
          </a:p>
        </p:txBody>
      </p:sp>
      <p:sp>
        <p:nvSpPr>
          <p:cNvPr id="3" name="Text Box 3">
            <a:extLst>
              <a:ext uri="{FF2B5EF4-FFF2-40B4-BE49-F238E27FC236}">
                <a16:creationId xmlns:a16="http://schemas.microsoft.com/office/drawing/2014/main" id="{0FE5FDEE-A7DD-4C1D-B2B9-5F8962FD5290}"/>
              </a:ext>
            </a:extLst>
          </p:cNvPr>
          <p:cNvSpPr txBox="1">
            <a:spLocks noChangeArrowheads="1"/>
          </p:cNvSpPr>
          <p:nvPr/>
        </p:nvSpPr>
        <p:spPr bwMode="auto">
          <a:xfrm>
            <a:off x="931863" y="830263"/>
            <a:ext cx="1573212"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A=0</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grpSp>
        <p:nvGrpSpPr>
          <p:cNvPr id="4" name="Group 4">
            <a:extLst>
              <a:ext uri="{FF2B5EF4-FFF2-40B4-BE49-F238E27FC236}">
                <a16:creationId xmlns:a16="http://schemas.microsoft.com/office/drawing/2014/main" id="{E948DB70-82A4-4DBA-A20E-763F789683C8}"/>
              </a:ext>
            </a:extLst>
          </p:cNvPr>
          <p:cNvGrpSpPr>
            <a:grpSpLocks/>
          </p:cNvGrpSpPr>
          <p:nvPr/>
        </p:nvGrpSpPr>
        <p:grpSpPr bwMode="auto">
          <a:xfrm>
            <a:off x="2897188" y="828675"/>
            <a:ext cx="1573212" cy="519113"/>
            <a:chOff x="982" y="1697"/>
            <a:chExt cx="991" cy="327"/>
          </a:xfrm>
        </p:grpSpPr>
        <p:sp>
          <p:nvSpPr>
            <p:cNvPr id="5" name="Text Box 5">
              <a:extLst>
                <a:ext uri="{FF2B5EF4-FFF2-40B4-BE49-F238E27FC236}">
                  <a16:creationId xmlns:a16="http://schemas.microsoft.com/office/drawing/2014/main" id="{1A644E0D-7323-4D68-A2F0-E77785B03DA0}"/>
                </a:ext>
              </a:extLst>
            </p:cNvPr>
            <p:cNvSpPr txBox="1">
              <a:spLocks noChangeArrowheads="1"/>
            </p:cNvSpPr>
            <p:nvPr/>
          </p:nvSpPr>
          <p:spPr bwMode="auto">
            <a:xfrm>
              <a:off x="982" y="1697"/>
              <a:ext cx="99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A=1</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6" name="Line 6">
              <a:extLst>
                <a:ext uri="{FF2B5EF4-FFF2-40B4-BE49-F238E27FC236}">
                  <a16:creationId xmlns:a16="http://schemas.microsoft.com/office/drawing/2014/main" id="{5060E458-851E-46F2-B706-31558197C35F}"/>
                </a:ext>
              </a:extLst>
            </p:cNvPr>
            <p:cNvSpPr>
              <a:spLocks noChangeShapeType="1"/>
            </p:cNvSpPr>
            <p:nvPr/>
          </p:nvSpPr>
          <p:spPr bwMode="auto">
            <a:xfrm>
              <a:off x="1408" y="1750"/>
              <a:ext cx="1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7" name="Text Box 7">
            <a:extLst>
              <a:ext uri="{FF2B5EF4-FFF2-40B4-BE49-F238E27FC236}">
                <a16:creationId xmlns:a16="http://schemas.microsoft.com/office/drawing/2014/main" id="{0F60EFAD-6683-4853-B015-B4909CF27809}"/>
              </a:ext>
            </a:extLst>
          </p:cNvPr>
          <p:cNvSpPr txBox="1">
            <a:spLocks noChangeArrowheads="1"/>
          </p:cNvSpPr>
          <p:nvPr/>
        </p:nvSpPr>
        <p:spPr bwMode="auto">
          <a:xfrm>
            <a:off x="4878388" y="828675"/>
            <a:ext cx="1573212"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8" name="Group 8">
            <a:extLst>
              <a:ext uri="{FF2B5EF4-FFF2-40B4-BE49-F238E27FC236}">
                <a16:creationId xmlns:a16="http://schemas.microsoft.com/office/drawing/2014/main" id="{25DED866-E2C5-48EF-8E11-57DCED2ED5FD}"/>
              </a:ext>
            </a:extLst>
          </p:cNvPr>
          <p:cNvGrpSpPr>
            <a:grpSpLocks/>
          </p:cNvGrpSpPr>
          <p:nvPr/>
        </p:nvGrpSpPr>
        <p:grpSpPr bwMode="auto">
          <a:xfrm>
            <a:off x="6726238" y="831850"/>
            <a:ext cx="1573212" cy="519113"/>
            <a:chOff x="2358" y="1706"/>
            <a:chExt cx="991" cy="327"/>
          </a:xfrm>
        </p:grpSpPr>
        <p:sp>
          <p:nvSpPr>
            <p:cNvPr id="9" name="Text Box 9">
              <a:extLst>
                <a:ext uri="{FF2B5EF4-FFF2-40B4-BE49-F238E27FC236}">
                  <a16:creationId xmlns:a16="http://schemas.microsoft.com/office/drawing/2014/main" id="{B01D0DD9-A852-4BFA-8D3F-9D2F4F7AE062}"/>
                </a:ext>
              </a:extLst>
            </p:cNvPr>
            <p:cNvSpPr txBox="1">
              <a:spLocks noChangeArrowheads="1"/>
            </p:cNvSpPr>
            <p:nvPr/>
          </p:nvSpPr>
          <p:spPr bwMode="auto">
            <a:xfrm>
              <a:off x="2358" y="1706"/>
              <a:ext cx="99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10" name="Line 10">
              <a:extLst>
                <a:ext uri="{FF2B5EF4-FFF2-40B4-BE49-F238E27FC236}">
                  <a16:creationId xmlns:a16="http://schemas.microsoft.com/office/drawing/2014/main" id="{FC168CE6-2AF9-4824-B8B4-A61FE180F6D6}"/>
                </a:ext>
              </a:extLst>
            </p:cNvPr>
            <p:cNvSpPr>
              <a:spLocks noChangeShapeType="1"/>
            </p:cNvSpPr>
            <p:nvPr/>
          </p:nvSpPr>
          <p:spPr bwMode="auto">
            <a:xfrm>
              <a:off x="3018" y="1771"/>
              <a:ext cx="1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1" name="Group 11">
            <a:extLst>
              <a:ext uri="{FF2B5EF4-FFF2-40B4-BE49-F238E27FC236}">
                <a16:creationId xmlns:a16="http://schemas.microsoft.com/office/drawing/2014/main" id="{B8ACFE1E-DC4F-4907-81C0-0EB4ED6AE6F3}"/>
              </a:ext>
            </a:extLst>
          </p:cNvPr>
          <p:cNvGrpSpPr>
            <a:grpSpLocks/>
          </p:cNvGrpSpPr>
          <p:nvPr/>
        </p:nvGrpSpPr>
        <p:grpSpPr bwMode="auto">
          <a:xfrm>
            <a:off x="793750" y="1694657"/>
            <a:ext cx="3641725" cy="519112"/>
            <a:chOff x="629" y="2283"/>
            <a:chExt cx="2294" cy="327"/>
          </a:xfrm>
        </p:grpSpPr>
        <p:sp>
          <p:nvSpPr>
            <p:cNvPr id="12" name="Text Box 12">
              <a:extLst>
                <a:ext uri="{FF2B5EF4-FFF2-40B4-BE49-F238E27FC236}">
                  <a16:creationId xmlns:a16="http://schemas.microsoft.com/office/drawing/2014/main" id="{B1206599-A9DB-4AE4-B7CB-FF1162F9E2F0}"/>
                </a:ext>
              </a:extLst>
            </p:cNvPr>
            <p:cNvSpPr txBox="1">
              <a:spLocks noChangeArrowheads="1"/>
            </p:cNvSpPr>
            <p:nvPr/>
          </p:nvSpPr>
          <p:spPr bwMode="auto">
            <a:xfrm>
              <a:off x="629" y="2283"/>
              <a:ext cx="229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B=AB=(AB)1</a:t>
              </a:r>
            </a:p>
          </p:txBody>
        </p:sp>
        <p:sp>
          <p:nvSpPr>
            <p:cNvPr id="13" name="Line 13">
              <a:extLst>
                <a:ext uri="{FF2B5EF4-FFF2-40B4-BE49-F238E27FC236}">
                  <a16:creationId xmlns:a16="http://schemas.microsoft.com/office/drawing/2014/main" id="{9D3CA532-B10B-43D1-9D37-B99F2A1B420D}"/>
                </a:ext>
              </a:extLst>
            </p:cNvPr>
            <p:cNvSpPr>
              <a:spLocks noChangeShapeType="1"/>
            </p:cNvSpPr>
            <p:nvPr/>
          </p:nvSpPr>
          <p:spPr bwMode="auto">
            <a:xfrm>
              <a:off x="1014" y="2347"/>
              <a:ext cx="14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8B358498-4B94-4DD5-899C-677732D07157}"/>
                </a:ext>
              </a:extLst>
            </p:cNvPr>
            <p:cNvSpPr>
              <a:spLocks noChangeShapeType="1"/>
            </p:cNvSpPr>
            <p:nvPr/>
          </p:nvSpPr>
          <p:spPr bwMode="auto">
            <a:xfrm>
              <a:off x="1323" y="2336"/>
              <a:ext cx="4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5" name="Text Box 15">
            <a:extLst>
              <a:ext uri="{FF2B5EF4-FFF2-40B4-BE49-F238E27FC236}">
                <a16:creationId xmlns:a16="http://schemas.microsoft.com/office/drawing/2014/main" id="{BA046183-0118-4308-89AA-085576E01AF3}"/>
              </a:ext>
            </a:extLst>
          </p:cNvPr>
          <p:cNvSpPr txBox="1">
            <a:spLocks noChangeArrowheads="1"/>
          </p:cNvSpPr>
          <p:nvPr/>
        </p:nvSpPr>
        <p:spPr bwMode="auto">
          <a:xfrm>
            <a:off x="5691188" y="1679575"/>
            <a:ext cx="2032000"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B=BA</a:t>
            </a:r>
          </a:p>
        </p:txBody>
      </p:sp>
      <p:sp>
        <p:nvSpPr>
          <p:cNvPr id="16" name="Text Box 16">
            <a:extLst>
              <a:ext uri="{FF2B5EF4-FFF2-40B4-BE49-F238E27FC236}">
                <a16:creationId xmlns:a16="http://schemas.microsoft.com/office/drawing/2014/main" id="{097288A5-504B-4A2F-80CC-4937559E3D5B}"/>
              </a:ext>
            </a:extLst>
          </p:cNvPr>
          <p:cNvSpPr txBox="1">
            <a:spLocks noChangeArrowheads="1"/>
          </p:cNvSpPr>
          <p:nvPr/>
        </p:nvSpPr>
        <p:spPr bwMode="auto">
          <a:xfrm>
            <a:off x="676275" y="2559050"/>
            <a:ext cx="3590925"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(BC)=(AB)C</a:t>
            </a:r>
          </a:p>
        </p:txBody>
      </p:sp>
      <p:sp>
        <p:nvSpPr>
          <p:cNvPr id="17" name="Text Box 17">
            <a:extLst>
              <a:ext uri="{FF2B5EF4-FFF2-40B4-BE49-F238E27FC236}">
                <a16:creationId xmlns:a16="http://schemas.microsoft.com/office/drawing/2014/main" id="{DF638210-D619-4603-B300-5F4BABD87656}"/>
              </a:ext>
            </a:extLst>
          </p:cNvPr>
          <p:cNvSpPr txBox="1">
            <a:spLocks noChangeArrowheads="1"/>
          </p:cNvSpPr>
          <p:nvPr/>
        </p:nvSpPr>
        <p:spPr bwMode="auto">
          <a:xfrm>
            <a:off x="4892675" y="2527300"/>
            <a:ext cx="4014788"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(BC)=(A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B)(A</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C)</a:t>
            </a:r>
          </a:p>
        </p:txBody>
      </p:sp>
      <p:sp>
        <p:nvSpPr>
          <p:cNvPr id="18" name="Text Box 18">
            <a:extLst>
              <a:ext uri="{FF2B5EF4-FFF2-40B4-BE49-F238E27FC236}">
                <a16:creationId xmlns:a16="http://schemas.microsoft.com/office/drawing/2014/main" id="{68796DAD-E986-4155-8957-C66E3BAED503}"/>
              </a:ext>
            </a:extLst>
          </p:cNvPr>
          <p:cNvSpPr txBox="1">
            <a:spLocks noChangeArrowheads="1"/>
          </p:cNvSpPr>
          <p:nvPr/>
        </p:nvSpPr>
        <p:spPr bwMode="auto">
          <a:xfrm>
            <a:off x="474663" y="3217863"/>
            <a:ext cx="4554537"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1F08F8"/>
                </a:solidFill>
                <a:effectLst/>
                <a:uLnTx/>
                <a:uFillTx/>
                <a:latin typeface="Times New Roman" panose="02020603050405020304" pitchFamily="18" charset="0"/>
                <a:ea typeface="宋体" panose="02010600030101010101" pitchFamily="2" charset="-122"/>
                <a:cs typeface="+mn-cs"/>
              </a:rPr>
              <a:t>异或”门电路的用处</a:t>
            </a:r>
          </a:p>
        </p:txBody>
      </p:sp>
      <p:sp>
        <p:nvSpPr>
          <p:cNvPr id="19" name="Text Box 19">
            <a:extLst>
              <a:ext uri="{FF2B5EF4-FFF2-40B4-BE49-F238E27FC236}">
                <a16:creationId xmlns:a16="http://schemas.microsoft.com/office/drawing/2014/main" id="{E191237A-984D-41CF-9582-E389DD49D8FE}"/>
              </a:ext>
            </a:extLst>
          </p:cNvPr>
          <p:cNvSpPr txBox="1">
            <a:spLocks noChangeArrowheads="1"/>
          </p:cNvSpPr>
          <p:nvPr/>
        </p:nvSpPr>
        <p:spPr bwMode="auto">
          <a:xfrm>
            <a:off x="1100138" y="3843338"/>
            <a:ext cx="4689475"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可控的数码原</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反码输出器</a:t>
            </a:r>
          </a:p>
        </p:txBody>
      </p:sp>
      <p:sp>
        <p:nvSpPr>
          <p:cNvPr id="20" name="Text Box 20">
            <a:extLst>
              <a:ext uri="{FF2B5EF4-FFF2-40B4-BE49-F238E27FC236}">
                <a16:creationId xmlns:a16="http://schemas.microsoft.com/office/drawing/2014/main" id="{1819A170-0F45-4405-B68D-DC3D262D38CE}"/>
              </a:ext>
            </a:extLst>
          </p:cNvPr>
          <p:cNvSpPr txBox="1">
            <a:spLocks noChangeArrowheads="1"/>
          </p:cNvSpPr>
          <p:nvPr/>
        </p:nvSpPr>
        <p:spPr bwMode="auto">
          <a:xfrm>
            <a:off x="1100138" y="4621213"/>
            <a:ext cx="3335337"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作数码同比较器</a:t>
            </a:r>
          </a:p>
        </p:txBody>
      </p:sp>
      <p:sp>
        <p:nvSpPr>
          <p:cNvPr id="21" name="Text Box 21">
            <a:extLst>
              <a:ext uri="{FF2B5EF4-FFF2-40B4-BE49-F238E27FC236}">
                <a16:creationId xmlns:a16="http://schemas.microsoft.com/office/drawing/2014/main" id="{8B647403-3B9D-433B-B658-4BAF02930440}"/>
              </a:ext>
            </a:extLst>
          </p:cNvPr>
          <p:cNvSpPr txBox="1">
            <a:spLocks noChangeArrowheads="1"/>
          </p:cNvSpPr>
          <p:nvPr/>
        </p:nvSpPr>
        <p:spPr bwMode="auto">
          <a:xfrm>
            <a:off x="1084263" y="5383213"/>
            <a:ext cx="3624262"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(3)</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求两数码的算术和</a:t>
            </a:r>
          </a:p>
        </p:txBody>
      </p:sp>
      <p:sp>
        <p:nvSpPr>
          <p:cNvPr id="22" name="Text Box 22">
            <a:extLst>
              <a:ext uri="{FF2B5EF4-FFF2-40B4-BE49-F238E27FC236}">
                <a16:creationId xmlns:a16="http://schemas.microsoft.com/office/drawing/2014/main" id="{F24AD912-EF8B-4D1E-8CF6-AADB3AE81631}"/>
              </a:ext>
            </a:extLst>
          </p:cNvPr>
          <p:cNvSpPr txBox="1">
            <a:spLocks noChangeArrowheads="1"/>
          </p:cNvSpPr>
          <p:nvPr/>
        </p:nvSpPr>
        <p:spPr bwMode="auto">
          <a:xfrm>
            <a:off x="5808663" y="3821113"/>
            <a:ext cx="1573212"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23" name="Group 23">
            <a:extLst>
              <a:ext uri="{FF2B5EF4-FFF2-40B4-BE49-F238E27FC236}">
                <a16:creationId xmlns:a16="http://schemas.microsoft.com/office/drawing/2014/main" id="{99FBE489-4DEF-4BF8-A90D-D87B060DBEE3}"/>
              </a:ext>
            </a:extLst>
          </p:cNvPr>
          <p:cNvGrpSpPr>
            <a:grpSpLocks/>
          </p:cNvGrpSpPr>
          <p:nvPr/>
        </p:nvGrpSpPr>
        <p:grpSpPr bwMode="auto">
          <a:xfrm>
            <a:off x="7224713" y="3806825"/>
            <a:ext cx="1573212" cy="519113"/>
            <a:chOff x="2358" y="1706"/>
            <a:chExt cx="991" cy="327"/>
          </a:xfrm>
        </p:grpSpPr>
        <p:sp>
          <p:nvSpPr>
            <p:cNvPr id="24" name="Text Box 24">
              <a:extLst>
                <a:ext uri="{FF2B5EF4-FFF2-40B4-BE49-F238E27FC236}">
                  <a16:creationId xmlns:a16="http://schemas.microsoft.com/office/drawing/2014/main" id="{13B69277-D26E-49DA-A017-4A6CF753E02E}"/>
                </a:ext>
              </a:extLst>
            </p:cNvPr>
            <p:cNvSpPr txBox="1">
              <a:spLocks noChangeArrowheads="1"/>
            </p:cNvSpPr>
            <p:nvPr/>
          </p:nvSpPr>
          <p:spPr bwMode="auto">
            <a:xfrm>
              <a:off x="2358" y="1706"/>
              <a:ext cx="99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1=A</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5" name="Line 25">
              <a:extLst>
                <a:ext uri="{FF2B5EF4-FFF2-40B4-BE49-F238E27FC236}">
                  <a16:creationId xmlns:a16="http://schemas.microsoft.com/office/drawing/2014/main" id="{0D9AE69F-8DEE-481D-AF53-0A6BCF6F67ED}"/>
                </a:ext>
              </a:extLst>
            </p:cNvPr>
            <p:cNvSpPr>
              <a:spLocks noChangeShapeType="1"/>
            </p:cNvSpPr>
            <p:nvPr/>
          </p:nvSpPr>
          <p:spPr bwMode="auto">
            <a:xfrm>
              <a:off x="3018" y="1771"/>
              <a:ext cx="1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6" name="Group 26">
            <a:extLst>
              <a:ext uri="{FF2B5EF4-FFF2-40B4-BE49-F238E27FC236}">
                <a16:creationId xmlns:a16="http://schemas.microsoft.com/office/drawing/2014/main" id="{1FC5AA75-EE25-4674-8EC1-8E3238131B55}"/>
              </a:ext>
            </a:extLst>
          </p:cNvPr>
          <p:cNvGrpSpPr>
            <a:grpSpLocks/>
          </p:cNvGrpSpPr>
          <p:nvPr/>
        </p:nvGrpSpPr>
        <p:grpSpPr bwMode="auto">
          <a:xfrm>
            <a:off x="5603875" y="4427538"/>
            <a:ext cx="1644650" cy="2230437"/>
            <a:chOff x="629" y="2816"/>
            <a:chExt cx="1036" cy="1405"/>
          </a:xfrm>
        </p:grpSpPr>
        <p:grpSp>
          <p:nvGrpSpPr>
            <p:cNvPr id="27" name="Group 27">
              <a:extLst>
                <a:ext uri="{FF2B5EF4-FFF2-40B4-BE49-F238E27FC236}">
                  <a16:creationId xmlns:a16="http://schemas.microsoft.com/office/drawing/2014/main" id="{D5DE6E0A-C6E5-462B-AE72-A7C301A9C93E}"/>
                </a:ext>
              </a:extLst>
            </p:cNvPr>
            <p:cNvGrpSpPr>
              <a:grpSpLocks/>
            </p:cNvGrpSpPr>
            <p:nvPr/>
          </p:nvGrpSpPr>
          <p:grpSpPr bwMode="auto">
            <a:xfrm>
              <a:off x="629" y="2869"/>
              <a:ext cx="1025" cy="1312"/>
              <a:chOff x="629" y="2869"/>
              <a:chExt cx="1025" cy="1056"/>
            </a:xfrm>
          </p:grpSpPr>
          <p:sp>
            <p:nvSpPr>
              <p:cNvPr id="34" name="Rectangle 28">
                <a:extLst>
                  <a:ext uri="{FF2B5EF4-FFF2-40B4-BE49-F238E27FC236}">
                    <a16:creationId xmlns:a16="http://schemas.microsoft.com/office/drawing/2014/main" id="{52E82BBD-757A-488E-A265-587F68251A89}"/>
                  </a:ext>
                </a:extLst>
              </p:cNvPr>
              <p:cNvSpPr>
                <a:spLocks noChangeArrowheads="1"/>
              </p:cNvSpPr>
              <p:nvPr/>
            </p:nvSpPr>
            <p:spPr bwMode="auto">
              <a:xfrm>
                <a:off x="629" y="2869"/>
                <a:ext cx="1024" cy="105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5" name="Line 29">
                <a:extLst>
                  <a:ext uri="{FF2B5EF4-FFF2-40B4-BE49-F238E27FC236}">
                    <a16:creationId xmlns:a16="http://schemas.microsoft.com/office/drawing/2014/main" id="{85DECB0B-AE7E-4D00-8E51-2C894EBD29CA}"/>
                  </a:ext>
                </a:extLst>
              </p:cNvPr>
              <p:cNvSpPr>
                <a:spLocks noChangeShapeType="1"/>
              </p:cNvSpPr>
              <p:nvPr/>
            </p:nvSpPr>
            <p:spPr bwMode="auto">
              <a:xfrm>
                <a:off x="629" y="3061"/>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30">
                <a:extLst>
                  <a:ext uri="{FF2B5EF4-FFF2-40B4-BE49-F238E27FC236}">
                    <a16:creationId xmlns:a16="http://schemas.microsoft.com/office/drawing/2014/main" id="{329063A3-5087-4D9F-B7A4-CE3814B6ADF8}"/>
                  </a:ext>
                </a:extLst>
              </p:cNvPr>
              <p:cNvSpPr>
                <a:spLocks noChangeShapeType="1"/>
              </p:cNvSpPr>
              <p:nvPr/>
            </p:nvSpPr>
            <p:spPr bwMode="auto">
              <a:xfrm>
                <a:off x="640" y="3285"/>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31">
                <a:extLst>
                  <a:ext uri="{FF2B5EF4-FFF2-40B4-BE49-F238E27FC236}">
                    <a16:creationId xmlns:a16="http://schemas.microsoft.com/office/drawing/2014/main" id="{95AC2B0D-BD8D-4A7B-A44E-E351ED1E2386}"/>
                  </a:ext>
                </a:extLst>
              </p:cNvPr>
              <p:cNvSpPr>
                <a:spLocks noChangeShapeType="1"/>
              </p:cNvSpPr>
              <p:nvPr/>
            </p:nvSpPr>
            <p:spPr bwMode="auto">
              <a:xfrm>
                <a:off x="640" y="3488"/>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32">
                <a:extLst>
                  <a:ext uri="{FF2B5EF4-FFF2-40B4-BE49-F238E27FC236}">
                    <a16:creationId xmlns:a16="http://schemas.microsoft.com/office/drawing/2014/main" id="{0962676C-4F3E-49BF-9E06-3CFFB9225776}"/>
                  </a:ext>
                </a:extLst>
              </p:cNvPr>
              <p:cNvSpPr>
                <a:spLocks noChangeShapeType="1"/>
              </p:cNvSpPr>
              <p:nvPr/>
            </p:nvSpPr>
            <p:spPr bwMode="auto">
              <a:xfrm>
                <a:off x="629" y="3701"/>
                <a:ext cx="101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8" name="Line 33">
              <a:extLst>
                <a:ext uri="{FF2B5EF4-FFF2-40B4-BE49-F238E27FC236}">
                  <a16:creationId xmlns:a16="http://schemas.microsoft.com/office/drawing/2014/main" id="{13265C65-D18F-49A9-9A44-B4E8517B5B5C}"/>
                </a:ext>
              </a:extLst>
            </p:cNvPr>
            <p:cNvSpPr>
              <a:spLocks noChangeShapeType="1"/>
            </p:cNvSpPr>
            <p:nvPr/>
          </p:nvSpPr>
          <p:spPr bwMode="auto">
            <a:xfrm>
              <a:off x="1259" y="2859"/>
              <a:ext cx="0" cy="13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Text Box 34">
              <a:extLst>
                <a:ext uri="{FF2B5EF4-FFF2-40B4-BE49-F238E27FC236}">
                  <a16:creationId xmlns:a16="http://schemas.microsoft.com/office/drawing/2014/main" id="{FAE10B8B-B207-45D1-A279-559078F6DC04}"/>
                </a:ext>
              </a:extLst>
            </p:cNvPr>
            <p:cNvSpPr txBox="1">
              <a:spLocks noChangeArrowheads="1"/>
            </p:cNvSpPr>
            <p:nvPr/>
          </p:nvSpPr>
          <p:spPr bwMode="auto">
            <a:xfrm>
              <a:off x="641" y="2816"/>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  B     F</a:t>
              </a:r>
            </a:p>
          </p:txBody>
        </p:sp>
        <p:sp>
          <p:nvSpPr>
            <p:cNvPr id="30" name="Text Box 35">
              <a:extLst>
                <a:ext uri="{FF2B5EF4-FFF2-40B4-BE49-F238E27FC236}">
                  <a16:creationId xmlns:a16="http://schemas.microsoft.com/office/drawing/2014/main" id="{4BA69969-697D-4AF0-91A5-901CB6222AAF}"/>
                </a:ext>
              </a:extLst>
            </p:cNvPr>
            <p:cNvSpPr txBox="1">
              <a:spLocks noChangeArrowheads="1"/>
            </p:cNvSpPr>
            <p:nvPr/>
          </p:nvSpPr>
          <p:spPr bwMode="auto">
            <a:xfrm>
              <a:off x="652" y="3616"/>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1   0     1</a:t>
              </a:r>
            </a:p>
          </p:txBody>
        </p:sp>
        <p:sp>
          <p:nvSpPr>
            <p:cNvPr id="31" name="Text Box 36">
              <a:extLst>
                <a:ext uri="{FF2B5EF4-FFF2-40B4-BE49-F238E27FC236}">
                  <a16:creationId xmlns:a16="http://schemas.microsoft.com/office/drawing/2014/main" id="{03CAF736-5487-404D-AE7B-DAF6F9875B41}"/>
                </a:ext>
              </a:extLst>
            </p:cNvPr>
            <p:cNvSpPr txBox="1">
              <a:spLocks noChangeArrowheads="1"/>
            </p:cNvSpPr>
            <p:nvPr/>
          </p:nvSpPr>
          <p:spPr bwMode="auto">
            <a:xfrm>
              <a:off x="652" y="3072"/>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0   0     0</a:t>
              </a:r>
            </a:p>
          </p:txBody>
        </p:sp>
        <p:sp>
          <p:nvSpPr>
            <p:cNvPr id="32" name="Text Box 37">
              <a:extLst>
                <a:ext uri="{FF2B5EF4-FFF2-40B4-BE49-F238E27FC236}">
                  <a16:creationId xmlns:a16="http://schemas.microsoft.com/office/drawing/2014/main" id="{76CD472A-AA32-46EB-89DE-F541CD597A46}"/>
                </a:ext>
              </a:extLst>
            </p:cNvPr>
            <p:cNvSpPr txBox="1">
              <a:spLocks noChangeArrowheads="1"/>
            </p:cNvSpPr>
            <p:nvPr/>
          </p:nvSpPr>
          <p:spPr bwMode="auto">
            <a:xfrm>
              <a:off x="641" y="3350"/>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0   1     1</a:t>
              </a:r>
            </a:p>
          </p:txBody>
        </p:sp>
        <p:sp>
          <p:nvSpPr>
            <p:cNvPr id="33" name="Text Box 38">
              <a:extLst>
                <a:ext uri="{FF2B5EF4-FFF2-40B4-BE49-F238E27FC236}">
                  <a16:creationId xmlns:a16="http://schemas.microsoft.com/office/drawing/2014/main" id="{502FE7EF-16A5-4DCA-8774-BB2F042D2397}"/>
                </a:ext>
              </a:extLst>
            </p:cNvPr>
            <p:cNvSpPr txBox="1">
              <a:spLocks noChangeArrowheads="1"/>
            </p:cNvSpPr>
            <p:nvPr/>
          </p:nvSpPr>
          <p:spPr bwMode="auto">
            <a:xfrm>
              <a:off x="652" y="3894"/>
              <a:ext cx="1013" cy="327"/>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1   1     0</a:t>
              </a:r>
            </a:p>
          </p:txBody>
        </p:sp>
      </p:grpSp>
    </p:spTree>
    <p:extLst>
      <p:ext uri="{BB962C8B-B14F-4D97-AF65-F5344CB8AC3E}">
        <p14:creationId xmlns:p14="http://schemas.microsoft.com/office/powerpoint/2010/main" val="60264234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up)">
                                      <p:cBhvr>
                                        <p:cTn id="78" dur="500"/>
                                        <p:tgtEl>
                                          <p:spTgt spid="2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left)">
                                      <p:cBhvr>
                                        <p:cTn id="8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nimBg="1" autoUpdateAnimBg="0"/>
      <p:bldP spid="7" grpId="0" animBg="1" autoUpdateAnimBg="0"/>
      <p:bldP spid="15" grpId="0" animBg="1" autoUpdateAnimBg="0"/>
      <p:bldP spid="16" grpId="0" animBg="1" autoUpdateAnimBg="0"/>
      <p:bldP spid="17" grpId="0" animBg="1" autoUpdateAnimBg="0"/>
      <p:bldP spid="18" grpId="0" animBg="1" autoUpdateAnimBg="0"/>
      <p:bldP spid="19" grpId="0" animBg="1" autoUpdateAnimBg="0"/>
      <p:bldP spid="20" grpId="0" animBg="1" autoUpdateAnimBg="0"/>
      <p:bldP spid="21" grpId="0" animBg="1" autoUpdateAnimBg="0"/>
      <p:bldP spid="22"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E3B4245-B0F6-4EAE-81EF-0393B5785C14}"/>
              </a:ext>
            </a:extLst>
          </p:cNvPr>
          <p:cNvSpPr txBox="1">
            <a:spLocks noChangeArrowheads="1"/>
          </p:cNvSpPr>
          <p:nvPr/>
        </p:nvSpPr>
        <p:spPr>
          <a:xfrm>
            <a:off x="330200" y="236538"/>
            <a:ext cx="4452938" cy="550862"/>
          </a:xfrm>
          <a:prstGeom prst="rect">
            <a:avLst/>
          </a:prstGeom>
          <a:ln>
            <a:noFill/>
          </a:ln>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a:defRPr/>
            </a:pPr>
            <a:r>
              <a:rPr lang="en-US" altLang="zh-CN" sz="3200">
                <a:solidFill>
                  <a:srgbClr val="1F08F8"/>
                </a:solidFill>
                <a:effectLst>
                  <a:outerShdw blurRad="38100" dist="38100" dir="2700000" algn="tl">
                    <a:srgbClr val="000000"/>
                  </a:outerShdw>
                </a:effectLst>
                <a:cs typeface="Times New Roman" panose="02020603050405020304" pitchFamily="18" charset="0"/>
              </a:rPr>
              <a:t>§2</a:t>
            </a:r>
            <a:r>
              <a:rPr lang="en-US" altLang="zh-CN" sz="3200">
                <a:solidFill>
                  <a:srgbClr val="1F08F8"/>
                </a:solidFill>
                <a:effectLst>
                  <a:outerShdw blurRad="38100" dist="38100" dir="2700000" algn="tl">
                    <a:srgbClr val="000000"/>
                  </a:outerShdw>
                </a:effectLst>
                <a:latin typeface="Times New Roman" panose="02020603050405020304" pitchFamily="18" charset="0"/>
              </a:rPr>
              <a:t>—</a:t>
            </a:r>
            <a:r>
              <a:rPr lang="en-US" altLang="zh-CN" sz="3200">
                <a:solidFill>
                  <a:srgbClr val="1F08F8"/>
                </a:solidFill>
                <a:effectLst>
                  <a:outerShdw blurRad="38100" dist="38100" dir="2700000" algn="tl">
                    <a:srgbClr val="000000"/>
                  </a:outerShdw>
                </a:effectLst>
              </a:rPr>
              <a:t>3     </a:t>
            </a:r>
            <a:r>
              <a:rPr lang="zh-CN" altLang="en-US" sz="2800">
                <a:solidFill>
                  <a:srgbClr val="1F08F8"/>
                </a:solidFill>
              </a:rPr>
              <a:t>基本规则</a:t>
            </a:r>
            <a:endParaRPr lang="zh-CN" altLang="en-US" sz="2800" dirty="0">
              <a:solidFill>
                <a:srgbClr val="1F08F8"/>
              </a:solidFill>
            </a:endParaRPr>
          </a:p>
        </p:txBody>
      </p:sp>
      <p:sp>
        <p:nvSpPr>
          <p:cNvPr id="3" name="Text Box 3">
            <a:extLst>
              <a:ext uri="{FF2B5EF4-FFF2-40B4-BE49-F238E27FC236}">
                <a16:creationId xmlns:a16="http://schemas.microsoft.com/office/drawing/2014/main" id="{C12331DE-8249-444E-AB19-282128B88D5F}"/>
              </a:ext>
            </a:extLst>
          </p:cNvPr>
          <p:cNvSpPr txBox="1">
            <a:spLocks noChangeArrowheads="1"/>
          </p:cNvSpPr>
          <p:nvPr/>
        </p:nvSpPr>
        <p:spPr bwMode="auto">
          <a:xfrm>
            <a:off x="641350" y="881063"/>
            <a:ext cx="2625725"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）代入规则：</a:t>
            </a:r>
          </a:p>
        </p:txBody>
      </p:sp>
      <p:grpSp>
        <p:nvGrpSpPr>
          <p:cNvPr id="4" name="Group 4">
            <a:extLst>
              <a:ext uri="{FF2B5EF4-FFF2-40B4-BE49-F238E27FC236}">
                <a16:creationId xmlns:a16="http://schemas.microsoft.com/office/drawing/2014/main" id="{87371401-D4C2-4A8C-A66C-7A60767E228A}"/>
              </a:ext>
            </a:extLst>
          </p:cNvPr>
          <p:cNvGrpSpPr>
            <a:grpSpLocks/>
          </p:cNvGrpSpPr>
          <p:nvPr/>
        </p:nvGrpSpPr>
        <p:grpSpPr bwMode="auto">
          <a:xfrm>
            <a:off x="1117600" y="1574800"/>
            <a:ext cx="1828800" cy="519113"/>
            <a:chOff x="2016" y="2677"/>
            <a:chExt cx="1152" cy="327"/>
          </a:xfrm>
        </p:grpSpPr>
        <p:sp>
          <p:nvSpPr>
            <p:cNvPr id="5" name="Text Box 5">
              <a:extLst>
                <a:ext uri="{FF2B5EF4-FFF2-40B4-BE49-F238E27FC236}">
                  <a16:creationId xmlns:a16="http://schemas.microsoft.com/office/drawing/2014/main" id="{9AA7B5C9-54A5-4B5B-BEF7-2C1BF66EE561}"/>
                </a:ext>
              </a:extLst>
            </p:cNvPr>
            <p:cNvSpPr txBox="1">
              <a:spLocks noChangeArrowheads="1"/>
            </p:cNvSpPr>
            <p:nvPr/>
          </p:nvSpPr>
          <p:spPr bwMode="auto">
            <a:xfrm>
              <a:off x="2016" y="2677"/>
              <a:ext cx="1152"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•B=A+B</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26C7F99C-A4DF-4A16-9387-9F1CCE9292F3}"/>
                </a:ext>
              </a:extLst>
            </p:cNvPr>
            <p:cNvSpPr>
              <a:spLocks noChangeShapeType="1"/>
            </p:cNvSpPr>
            <p:nvPr/>
          </p:nvSpPr>
          <p:spPr bwMode="auto">
            <a:xfrm>
              <a:off x="2080" y="2719"/>
              <a:ext cx="37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Line 7">
              <a:extLst>
                <a:ext uri="{FF2B5EF4-FFF2-40B4-BE49-F238E27FC236}">
                  <a16:creationId xmlns:a16="http://schemas.microsoft.com/office/drawing/2014/main" id="{0CD15F1C-D688-4DCD-AFFC-48AC6D548918}"/>
                </a:ext>
              </a:extLst>
            </p:cNvPr>
            <p:cNvSpPr>
              <a:spLocks noChangeShapeType="1"/>
            </p:cNvSpPr>
            <p:nvPr/>
          </p:nvSpPr>
          <p:spPr bwMode="auto">
            <a:xfrm>
              <a:off x="2602" y="2729"/>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Line 8">
              <a:extLst>
                <a:ext uri="{FF2B5EF4-FFF2-40B4-BE49-F238E27FC236}">
                  <a16:creationId xmlns:a16="http://schemas.microsoft.com/office/drawing/2014/main" id="{A7A5F295-9DA5-4AB0-864E-19E4C9A00938}"/>
                </a:ext>
              </a:extLst>
            </p:cNvPr>
            <p:cNvSpPr>
              <a:spLocks noChangeShapeType="1"/>
            </p:cNvSpPr>
            <p:nvPr/>
          </p:nvSpPr>
          <p:spPr bwMode="auto">
            <a:xfrm>
              <a:off x="2858" y="2719"/>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9" name="Text Box 9">
            <a:extLst>
              <a:ext uri="{FF2B5EF4-FFF2-40B4-BE49-F238E27FC236}">
                <a16:creationId xmlns:a16="http://schemas.microsoft.com/office/drawing/2014/main" id="{58A2AE54-274B-4E69-B0B1-3D26D1F22181}"/>
              </a:ext>
            </a:extLst>
          </p:cNvPr>
          <p:cNvSpPr txBox="1">
            <a:spLocks noChangeArrowheads="1"/>
          </p:cNvSpPr>
          <p:nvPr/>
        </p:nvSpPr>
        <p:spPr bwMode="auto">
          <a:xfrm>
            <a:off x="3217863" y="1539875"/>
            <a:ext cx="4638675"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用</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A=CD</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代替</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等式仍成立</a:t>
            </a:r>
          </a:p>
        </p:txBody>
      </p:sp>
      <p:grpSp>
        <p:nvGrpSpPr>
          <p:cNvPr id="10" name="Group 10">
            <a:extLst>
              <a:ext uri="{FF2B5EF4-FFF2-40B4-BE49-F238E27FC236}">
                <a16:creationId xmlns:a16="http://schemas.microsoft.com/office/drawing/2014/main" id="{3DCE7982-3137-48DE-970F-AFFCB9C30BF4}"/>
              </a:ext>
            </a:extLst>
          </p:cNvPr>
          <p:cNvGrpSpPr>
            <a:grpSpLocks/>
          </p:cNvGrpSpPr>
          <p:nvPr/>
        </p:nvGrpSpPr>
        <p:grpSpPr bwMode="auto">
          <a:xfrm>
            <a:off x="1066800" y="2286000"/>
            <a:ext cx="2251075" cy="519113"/>
            <a:chOff x="683" y="2080"/>
            <a:chExt cx="1418" cy="327"/>
          </a:xfrm>
        </p:grpSpPr>
        <p:sp>
          <p:nvSpPr>
            <p:cNvPr id="11" name="Text Box 11">
              <a:extLst>
                <a:ext uri="{FF2B5EF4-FFF2-40B4-BE49-F238E27FC236}">
                  <a16:creationId xmlns:a16="http://schemas.microsoft.com/office/drawing/2014/main" id="{F912D29F-148F-40FA-95E3-682FC54060DA}"/>
                </a:ext>
              </a:extLst>
            </p:cNvPr>
            <p:cNvSpPr txBox="1">
              <a:spLocks noChangeArrowheads="1"/>
            </p:cNvSpPr>
            <p:nvPr/>
          </p:nvSpPr>
          <p:spPr bwMode="auto">
            <a:xfrm>
              <a:off x="683" y="2080"/>
              <a:ext cx="1418"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CD</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•B=CD+B</a:t>
              </a:r>
              <a:endPar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12" name="Line 12">
              <a:extLst>
                <a:ext uri="{FF2B5EF4-FFF2-40B4-BE49-F238E27FC236}">
                  <a16:creationId xmlns:a16="http://schemas.microsoft.com/office/drawing/2014/main" id="{FEC74177-127B-400A-A81C-AA169279E0CD}"/>
                </a:ext>
              </a:extLst>
            </p:cNvPr>
            <p:cNvSpPr>
              <a:spLocks noChangeShapeType="1"/>
            </p:cNvSpPr>
            <p:nvPr/>
          </p:nvSpPr>
          <p:spPr bwMode="auto">
            <a:xfrm>
              <a:off x="736" y="2123"/>
              <a:ext cx="5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Line 13">
              <a:extLst>
                <a:ext uri="{FF2B5EF4-FFF2-40B4-BE49-F238E27FC236}">
                  <a16:creationId xmlns:a16="http://schemas.microsoft.com/office/drawing/2014/main" id="{BD3255E0-EA52-4A90-A3E0-FAC037271CA1}"/>
                </a:ext>
              </a:extLst>
            </p:cNvPr>
            <p:cNvSpPr>
              <a:spLocks noChangeShapeType="1"/>
            </p:cNvSpPr>
            <p:nvPr/>
          </p:nvSpPr>
          <p:spPr bwMode="auto">
            <a:xfrm>
              <a:off x="1429" y="2133"/>
              <a:ext cx="2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Line 14">
              <a:extLst>
                <a:ext uri="{FF2B5EF4-FFF2-40B4-BE49-F238E27FC236}">
                  <a16:creationId xmlns:a16="http://schemas.microsoft.com/office/drawing/2014/main" id="{E1ACBC5B-6BFB-49F9-ADE6-93979D844A56}"/>
                </a:ext>
              </a:extLst>
            </p:cNvPr>
            <p:cNvSpPr>
              <a:spLocks noChangeShapeType="1"/>
            </p:cNvSpPr>
            <p:nvPr/>
          </p:nvSpPr>
          <p:spPr bwMode="auto">
            <a:xfrm>
              <a:off x="1855" y="213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5" name="Group 15">
            <a:extLst>
              <a:ext uri="{FF2B5EF4-FFF2-40B4-BE49-F238E27FC236}">
                <a16:creationId xmlns:a16="http://schemas.microsoft.com/office/drawing/2014/main" id="{FED89990-DAEF-41A4-8C63-922F1E2A7D8E}"/>
              </a:ext>
            </a:extLst>
          </p:cNvPr>
          <p:cNvGrpSpPr>
            <a:grpSpLocks/>
          </p:cNvGrpSpPr>
          <p:nvPr/>
        </p:nvGrpSpPr>
        <p:grpSpPr bwMode="auto">
          <a:xfrm>
            <a:off x="3361373" y="2286000"/>
            <a:ext cx="1592263" cy="519113"/>
            <a:chOff x="1013" y="2389"/>
            <a:chExt cx="1003" cy="327"/>
          </a:xfrm>
        </p:grpSpPr>
        <p:sp>
          <p:nvSpPr>
            <p:cNvPr id="16" name="Text Box 16">
              <a:extLst>
                <a:ext uri="{FF2B5EF4-FFF2-40B4-BE49-F238E27FC236}">
                  <a16:creationId xmlns:a16="http://schemas.microsoft.com/office/drawing/2014/main" id="{66597E7E-4A55-47DD-8C86-CD7030EEAD07}"/>
                </a:ext>
              </a:extLst>
            </p:cNvPr>
            <p:cNvSpPr txBox="1">
              <a:spLocks noChangeArrowheads="1"/>
            </p:cNvSpPr>
            <p:nvPr/>
          </p:nvSpPr>
          <p:spPr bwMode="auto">
            <a:xfrm>
              <a:off x="1013" y="2389"/>
              <a:ext cx="100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=C+D+B</a:t>
              </a:r>
            </a:p>
          </p:txBody>
        </p:sp>
        <p:sp>
          <p:nvSpPr>
            <p:cNvPr id="17" name="Line 17">
              <a:extLst>
                <a:ext uri="{FF2B5EF4-FFF2-40B4-BE49-F238E27FC236}">
                  <a16:creationId xmlns:a16="http://schemas.microsoft.com/office/drawing/2014/main" id="{63B3B57B-D6AF-418A-B04D-F9E8A2BE95C9}"/>
                </a:ext>
              </a:extLst>
            </p:cNvPr>
            <p:cNvSpPr>
              <a:spLocks noChangeShapeType="1"/>
            </p:cNvSpPr>
            <p:nvPr/>
          </p:nvSpPr>
          <p:spPr bwMode="auto">
            <a:xfrm>
              <a:off x="1205" y="24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Line 18">
              <a:extLst>
                <a:ext uri="{FF2B5EF4-FFF2-40B4-BE49-F238E27FC236}">
                  <a16:creationId xmlns:a16="http://schemas.microsoft.com/office/drawing/2014/main" id="{634A7473-8687-41A1-A33C-2DAECAEA2E0B}"/>
                </a:ext>
              </a:extLst>
            </p:cNvPr>
            <p:cNvSpPr>
              <a:spLocks noChangeShapeType="1"/>
            </p:cNvSpPr>
            <p:nvPr/>
          </p:nvSpPr>
          <p:spPr bwMode="auto">
            <a:xfrm>
              <a:off x="1482" y="24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Line 19">
              <a:extLst>
                <a:ext uri="{FF2B5EF4-FFF2-40B4-BE49-F238E27FC236}">
                  <a16:creationId xmlns:a16="http://schemas.microsoft.com/office/drawing/2014/main" id="{DAA74BFD-93D4-4E6C-8570-FC846C7A5F5F}"/>
                </a:ext>
              </a:extLst>
            </p:cNvPr>
            <p:cNvSpPr>
              <a:spLocks noChangeShapeType="1"/>
            </p:cNvSpPr>
            <p:nvPr/>
          </p:nvSpPr>
          <p:spPr bwMode="auto">
            <a:xfrm>
              <a:off x="1770" y="24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0" name="Text Box 20">
            <a:extLst>
              <a:ext uri="{FF2B5EF4-FFF2-40B4-BE49-F238E27FC236}">
                <a16:creationId xmlns:a16="http://schemas.microsoft.com/office/drawing/2014/main" id="{62C37C2E-4124-40EF-905C-629955AF5FF1}"/>
              </a:ext>
            </a:extLst>
          </p:cNvPr>
          <p:cNvSpPr txBox="1">
            <a:spLocks noChangeArrowheads="1"/>
          </p:cNvSpPr>
          <p:nvPr/>
        </p:nvSpPr>
        <p:spPr bwMode="auto">
          <a:xfrm>
            <a:off x="642938" y="2878138"/>
            <a:ext cx="2724150"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反演规则：</a:t>
            </a:r>
          </a:p>
        </p:txBody>
      </p:sp>
      <p:sp>
        <p:nvSpPr>
          <p:cNvPr id="21" name="Text Box 21">
            <a:extLst>
              <a:ext uri="{FF2B5EF4-FFF2-40B4-BE49-F238E27FC236}">
                <a16:creationId xmlns:a16="http://schemas.microsoft.com/office/drawing/2014/main" id="{0706B80E-074E-4F55-9761-34B8D9DF5B19}"/>
              </a:ext>
            </a:extLst>
          </p:cNvPr>
          <p:cNvSpPr txBox="1">
            <a:spLocks noChangeArrowheads="1"/>
          </p:cNvSpPr>
          <p:nvPr/>
        </p:nvSpPr>
        <p:spPr bwMode="auto">
          <a:xfrm>
            <a:off x="914400" y="3454400"/>
            <a:ext cx="677863"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sp>
        <p:nvSpPr>
          <p:cNvPr id="22" name="Text Box 22">
            <a:extLst>
              <a:ext uri="{FF2B5EF4-FFF2-40B4-BE49-F238E27FC236}">
                <a16:creationId xmlns:a16="http://schemas.microsoft.com/office/drawing/2014/main" id="{20EACEA5-E6EB-4880-80FD-92DDCFD46110}"/>
              </a:ext>
            </a:extLst>
          </p:cNvPr>
          <p:cNvSpPr txBox="1">
            <a:spLocks noChangeArrowheads="1"/>
          </p:cNvSpPr>
          <p:nvPr/>
        </p:nvSpPr>
        <p:spPr bwMode="auto">
          <a:xfrm>
            <a:off x="1455738" y="3505200"/>
            <a:ext cx="6908800" cy="1074738"/>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若：“</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”,“0”“1”,“1”“0”</a:t>
            </a:r>
          </a:p>
          <a:p>
            <a:pPr marL="0" marR="0" lvl="0" indent="0" algn="l" defTabSz="914400" rtl="0" eaLnBrk="1" fontAlgn="base" latinLnBrk="0" hangingPunct="1">
              <a:lnSpc>
                <a:spcPct val="8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原变量反变量，反变量原变量</a:t>
            </a:r>
          </a:p>
        </p:txBody>
      </p:sp>
      <p:grpSp>
        <p:nvGrpSpPr>
          <p:cNvPr id="23" name="Group 23">
            <a:extLst>
              <a:ext uri="{FF2B5EF4-FFF2-40B4-BE49-F238E27FC236}">
                <a16:creationId xmlns:a16="http://schemas.microsoft.com/office/drawing/2014/main" id="{928F70B7-3C2E-4058-94FA-D3A471D53D21}"/>
              </a:ext>
            </a:extLst>
          </p:cNvPr>
          <p:cNvGrpSpPr>
            <a:grpSpLocks/>
          </p:cNvGrpSpPr>
          <p:nvPr/>
        </p:nvGrpSpPr>
        <p:grpSpPr bwMode="auto">
          <a:xfrm>
            <a:off x="1439863" y="4621213"/>
            <a:ext cx="1846262" cy="519112"/>
            <a:chOff x="832" y="3179"/>
            <a:chExt cx="1163" cy="327"/>
          </a:xfrm>
        </p:grpSpPr>
        <p:sp>
          <p:nvSpPr>
            <p:cNvPr id="24" name="Text Box 24">
              <a:extLst>
                <a:ext uri="{FF2B5EF4-FFF2-40B4-BE49-F238E27FC236}">
                  <a16:creationId xmlns:a16="http://schemas.microsoft.com/office/drawing/2014/main" id="{8FFA2FE2-CB3D-4DDC-B400-46D16B1A444E}"/>
                </a:ext>
              </a:extLst>
            </p:cNvPr>
            <p:cNvSpPr txBox="1">
              <a:spLocks noChangeArrowheads="1"/>
            </p:cNvSpPr>
            <p:nvPr/>
          </p:nvSpPr>
          <p:spPr bwMode="auto">
            <a:xfrm>
              <a:off x="832" y="3179"/>
              <a:ext cx="116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则：</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F</a:t>
              </a:r>
            </a:p>
          </p:txBody>
        </p:sp>
        <p:sp>
          <p:nvSpPr>
            <p:cNvPr id="25" name="Line 25">
              <a:extLst>
                <a:ext uri="{FF2B5EF4-FFF2-40B4-BE49-F238E27FC236}">
                  <a16:creationId xmlns:a16="http://schemas.microsoft.com/office/drawing/2014/main" id="{F83FA8E8-5051-4FB3-8DC7-B979EB7D99BF}"/>
                </a:ext>
              </a:extLst>
            </p:cNvPr>
            <p:cNvSpPr>
              <a:spLocks noChangeShapeType="1"/>
            </p:cNvSpPr>
            <p:nvPr/>
          </p:nvSpPr>
          <p:spPr bwMode="auto">
            <a:xfrm>
              <a:off x="1695" y="323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6" name="Text Box 26">
            <a:extLst>
              <a:ext uri="{FF2B5EF4-FFF2-40B4-BE49-F238E27FC236}">
                <a16:creationId xmlns:a16="http://schemas.microsoft.com/office/drawing/2014/main" id="{DA0D7D1A-2E1A-4738-88A7-F56E27047F37}"/>
              </a:ext>
            </a:extLst>
          </p:cNvPr>
          <p:cNvSpPr txBox="1">
            <a:spLocks noChangeArrowheads="1"/>
          </p:cNvSpPr>
          <p:nvPr/>
        </p:nvSpPr>
        <p:spPr bwMode="auto">
          <a:xfrm>
            <a:off x="0" y="5243513"/>
            <a:ext cx="1814513"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例如</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t>
            </a:r>
          </a:p>
        </p:txBody>
      </p:sp>
      <p:grpSp>
        <p:nvGrpSpPr>
          <p:cNvPr id="27" name="Group 27">
            <a:extLst>
              <a:ext uri="{FF2B5EF4-FFF2-40B4-BE49-F238E27FC236}">
                <a16:creationId xmlns:a16="http://schemas.microsoft.com/office/drawing/2014/main" id="{F082E21F-ED00-4883-B77C-DFD2071A72EB}"/>
              </a:ext>
            </a:extLst>
          </p:cNvPr>
          <p:cNvGrpSpPr>
            <a:grpSpLocks/>
          </p:cNvGrpSpPr>
          <p:nvPr/>
        </p:nvGrpSpPr>
        <p:grpSpPr bwMode="auto">
          <a:xfrm>
            <a:off x="1489075" y="5249863"/>
            <a:ext cx="3387725" cy="519112"/>
            <a:chOff x="938" y="3307"/>
            <a:chExt cx="2134" cy="327"/>
          </a:xfrm>
        </p:grpSpPr>
        <p:sp>
          <p:nvSpPr>
            <p:cNvPr id="28" name="Text Box 28">
              <a:extLst>
                <a:ext uri="{FF2B5EF4-FFF2-40B4-BE49-F238E27FC236}">
                  <a16:creationId xmlns:a16="http://schemas.microsoft.com/office/drawing/2014/main" id="{01FA401E-5955-4E8E-BC19-B39A35506B34}"/>
                </a:ext>
              </a:extLst>
            </p:cNvPr>
            <p:cNvSpPr txBox="1">
              <a:spLocks noChangeArrowheads="1"/>
            </p:cNvSpPr>
            <p:nvPr/>
          </p:nvSpPr>
          <p:spPr bwMode="auto">
            <a:xfrm>
              <a:off x="938" y="3307"/>
              <a:ext cx="2134"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25000" noProof="0" dirty="0">
                  <a:ln>
                    <a:noFill/>
                  </a:ln>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=AB+BD+ACD+0</a:t>
              </a:r>
            </a:p>
          </p:txBody>
        </p:sp>
        <p:sp>
          <p:nvSpPr>
            <p:cNvPr id="29" name="Line 29">
              <a:extLst>
                <a:ext uri="{FF2B5EF4-FFF2-40B4-BE49-F238E27FC236}">
                  <a16:creationId xmlns:a16="http://schemas.microsoft.com/office/drawing/2014/main" id="{0BC99C4E-D8E6-49D6-B4F2-931821BAD7EC}"/>
                </a:ext>
              </a:extLst>
            </p:cNvPr>
            <p:cNvSpPr>
              <a:spLocks noChangeShapeType="1"/>
            </p:cNvSpPr>
            <p:nvPr/>
          </p:nvSpPr>
          <p:spPr bwMode="auto">
            <a:xfrm>
              <a:off x="1770" y="337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Line 30">
              <a:extLst>
                <a:ext uri="{FF2B5EF4-FFF2-40B4-BE49-F238E27FC236}">
                  <a16:creationId xmlns:a16="http://schemas.microsoft.com/office/drawing/2014/main" id="{5EB11A87-33A3-453D-B7F2-BC75722107D4}"/>
                </a:ext>
              </a:extLst>
            </p:cNvPr>
            <p:cNvSpPr>
              <a:spLocks noChangeShapeType="1"/>
            </p:cNvSpPr>
            <p:nvPr/>
          </p:nvSpPr>
          <p:spPr bwMode="auto">
            <a:xfrm>
              <a:off x="2399" y="337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1" name="Group 31">
            <a:extLst>
              <a:ext uri="{FF2B5EF4-FFF2-40B4-BE49-F238E27FC236}">
                <a16:creationId xmlns:a16="http://schemas.microsoft.com/office/drawing/2014/main" id="{BA0F8DD0-78B1-40FB-8F7A-74007DD781B4}"/>
              </a:ext>
            </a:extLst>
          </p:cNvPr>
          <p:cNvGrpSpPr>
            <a:grpSpLocks/>
          </p:cNvGrpSpPr>
          <p:nvPr/>
        </p:nvGrpSpPr>
        <p:grpSpPr bwMode="auto">
          <a:xfrm>
            <a:off x="4876800" y="5267325"/>
            <a:ext cx="4267200" cy="519113"/>
            <a:chOff x="3072" y="3318"/>
            <a:chExt cx="2688" cy="327"/>
          </a:xfrm>
        </p:grpSpPr>
        <p:sp>
          <p:nvSpPr>
            <p:cNvPr id="32" name="Text Box 32">
              <a:extLst>
                <a:ext uri="{FF2B5EF4-FFF2-40B4-BE49-F238E27FC236}">
                  <a16:creationId xmlns:a16="http://schemas.microsoft.com/office/drawing/2014/main" id="{FA89906F-55F2-4C69-88A3-89F10A563A18}"/>
                </a:ext>
              </a:extLst>
            </p:cNvPr>
            <p:cNvSpPr txBox="1">
              <a:spLocks noChangeArrowheads="1"/>
            </p:cNvSpPr>
            <p:nvPr/>
          </p:nvSpPr>
          <p:spPr bwMode="auto">
            <a:xfrm>
              <a:off x="3072" y="3318"/>
              <a:ext cx="2688"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=(A+B)(B+D)(A+C+D)</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33" name="Line 33">
              <a:extLst>
                <a:ext uri="{FF2B5EF4-FFF2-40B4-BE49-F238E27FC236}">
                  <a16:creationId xmlns:a16="http://schemas.microsoft.com/office/drawing/2014/main" id="{702E7772-965B-4BB6-9D73-8809B519DB05}"/>
                </a:ext>
              </a:extLst>
            </p:cNvPr>
            <p:cNvSpPr>
              <a:spLocks noChangeShapeType="1"/>
            </p:cNvSpPr>
            <p:nvPr/>
          </p:nvSpPr>
          <p:spPr bwMode="auto">
            <a:xfrm>
              <a:off x="3573" y="337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Line 34">
              <a:extLst>
                <a:ext uri="{FF2B5EF4-FFF2-40B4-BE49-F238E27FC236}">
                  <a16:creationId xmlns:a16="http://schemas.microsoft.com/office/drawing/2014/main" id="{6225EE27-C828-4B48-9421-788C609FA087}"/>
                </a:ext>
              </a:extLst>
            </p:cNvPr>
            <p:cNvSpPr>
              <a:spLocks noChangeShapeType="1"/>
            </p:cNvSpPr>
            <p:nvPr/>
          </p:nvSpPr>
          <p:spPr bwMode="auto">
            <a:xfrm>
              <a:off x="3851" y="337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Line 35">
              <a:extLst>
                <a:ext uri="{FF2B5EF4-FFF2-40B4-BE49-F238E27FC236}">
                  <a16:creationId xmlns:a16="http://schemas.microsoft.com/office/drawing/2014/main" id="{8EC60DF7-1AF9-41B6-A4F5-A227B3C07634}"/>
                </a:ext>
              </a:extLst>
            </p:cNvPr>
            <p:cNvSpPr>
              <a:spLocks noChangeShapeType="1"/>
            </p:cNvSpPr>
            <p:nvPr/>
          </p:nvSpPr>
          <p:spPr bwMode="auto">
            <a:xfrm>
              <a:off x="4416" y="338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Line 36">
              <a:extLst>
                <a:ext uri="{FF2B5EF4-FFF2-40B4-BE49-F238E27FC236}">
                  <a16:creationId xmlns:a16="http://schemas.microsoft.com/office/drawing/2014/main" id="{7DF38CBA-1EA8-49FD-92A9-FE91AABED909}"/>
                </a:ext>
              </a:extLst>
            </p:cNvPr>
            <p:cNvSpPr>
              <a:spLocks noChangeShapeType="1"/>
            </p:cNvSpPr>
            <p:nvPr/>
          </p:nvSpPr>
          <p:spPr bwMode="auto">
            <a:xfrm>
              <a:off x="4757" y="3370"/>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Line 37">
              <a:extLst>
                <a:ext uri="{FF2B5EF4-FFF2-40B4-BE49-F238E27FC236}">
                  <a16:creationId xmlns:a16="http://schemas.microsoft.com/office/drawing/2014/main" id="{F95FB20B-B15B-4839-88BD-09BC2F489B0F}"/>
                </a:ext>
              </a:extLst>
            </p:cNvPr>
            <p:cNvSpPr>
              <a:spLocks noChangeShapeType="1"/>
            </p:cNvSpPr>
            <p:nvPr/>
          </p:nvSpPr>
          <p:spPr bwMode="auto">
            <a:xfrm>
              <a:off x="5291" y="338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Line 38">
              <a:extLst>
                <a:ext uri="{FF2B5EF4-FFF2-40B4-BE49-F238E27FC236}">
                  <a16:creationId xmlns:a16="http://schemas.microsoft.com/office/drawing/2014/main" id="{06694727-8948-4A56-9EAF-72AD9B6339C6}"/>
                </a:ext>
              </a:extLst>
            </p:cNvPr>
            <p:cNvSpPr>
              <a:spLocks noChangeShapeType="1"/>
            </p:cNvSpPr>
            <p:nvPr/>
          </p:nvSpPr>
          <p:spPr bwMode="auto">
            <a:xfrm>
              <a:off x="3125" y="3369"/>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9" name="Group 39">
            <a:extLst>
              <a:ext uri="{FF2B5EF4-FFF2-40B4-BE49-F238E27FC236}">
                <a16:creationId xmlns:a16="http://schemas.microsoft.com/office/drawing/2014/main" id="{66BADCD8-1471-45FA-B468-8D2D7F1727B9}"/>
              </a:ext>
            </a:extLst>
          </p:cNvPr>
          <p:cNvGrpSpPr>
            <a:grpSpLocks/>
          </p:cNvGrpSpPr>
          <p:nvPr/>
        </p:nvGrpSpPr>
        <p:grpSpPr bwMode="auto">
          <a:xfrm>
            <a:off x="1468438" y="5945188"/>
            <a:ext cx="3049587" cy="587375"/>
            <a:chOff x="3144" y="3104"/>
            <a:chExt cx="1921" cy="370"/>
          </a:xfrm>
        </p:grpSpPr>
        <p:sp>
          <p:nvSpPr>
            <p:cNvPr id="40" name="Text Box 40">
              <a:extLst>
                <a:ext uri="{FF2B5EF4-FFF2-40B4-BE49-F238E27FC236}">
                  <a16:creationId xmlns:a16="http://schemas.microsoft.com/office/drawing/2014/main" id="{ADB02773-5B97-4D8B-8BA1-A8ADF96782BA}"/>
                </a:ext>
              </a:extLst>
            </p:cNvPr>
            <p:cNvSpPr txBox="1">
              <a:spLocks noChangeArrowheads="1"/>
            </p:cNvSpPr>
            <p:nvPr/>
          </p:nvSpPr>
          <p:spPr bwMode="auto">
            <a:xfrm>
              <a:off x="3144" y="3147"/>
              <a:ext cx="192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2</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=A+BD+ABCD</a:t>
              </a:r>
            </a:p>
          </p:txBody>
        </p:sp>
        <p:sp>
          <p:nvSpPr>
            <p:cNvPr id="41" name="Line 41">
              <a:extLst>
                <a:ext uri="{FF2B5EF4-FFF2-40B4-BE49-F238E27FC236}">
                  <a16:creationId xmlns:a16="http://schemas.microsoft.com/office/drawing/2014/main" id="{5F7E3AAE-0217-4968-B50A-BFBB47694A2A}"/>
                </a:ext>
              </a:extLst>
            </p:cNvPr>
            <p:cNvSpPr>
              <a:spLocks noChangeShapeType="1"/>
            </p:cNvSpPr>
            <p:nvPr/>
          </p:nvSpPr>
          <p:spPr bwMode="auto">
            <a:xfrm>
              <a:off x="4586" y="3209"/>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Line 42">
              <a:extLst>
                <a:ext uri="{FF2B5EF4-FFF2-40B4-BE49-F238E27FC236}">
                  <a16:creationId xmlns:a16="http://schemas.microsoft.com/office/drawing/2014/main" id="{A9583D14-8454-45EC-BDD2-343F009E4EB8}"/>
                </a:ext>
              </a:extLst>
            </p:cNvPr>
            <p:cNvSpPr>
              <a:spLocks noChangeShapeType="1"/>
            </p:cNvSpPr>
            <p:nvPr/>
          </p:nvSpPr>
          <p:spPr bwMode="auto">
            <a:xfrm>
              <a:off x="3978" y="3198"/>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Line 43">
              <a:extLst>
                <a:ext uri="{FF2B5EF4-FFF2-40B4-BE49-F238E27FC236}">
                  <a16:creationId xmlns:a16="http://schemas.microsoft.com/office/drawing/2014/main" id="{04FAEBEC-5EA5-48B1-90F6-B47083515614}"/>
                </a:ext>
              </a:extLst>
            </p:cNvPr>
            <p:cNvSpPr>
              <a:spLocks noChangeShapeType="1"/>
            </p:cNvSpPr>
            <p:nvPr/>
          </p:nvSpPr>
          <p:spPr bwMode="auto">
            <a:xfrm>
              <a:off x="3829" y="3158"/>
              <a:ext cx="2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Line 44">
              <a:extLst>
                <a:ext uri="{FF2B5EF4-FFF2-40B4-BE49-F238E27FC236}">
                  <a16:creationId xmlns:a16="http://schemas.microsoft.com/office/drawing/2014/main" id="{A17E66B4-2AA1-4DAF-A559-41812FBAFA87}"/>
                </a:ext>
              </a:extLst>
            </p:cNvPr>
            <p:cNvSpPr>
              <a:spLocks noChangeShapeType="1"/>
            </p:cNvSpPr>
            <p:nvPr/>
          </p:nvSpPr>
          <p:spPr bwMode="auto">
            <a:xfrm>
              <a:off x="3808" y="3104"/>
              <a:ext cx="106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45" name="Group 45">
            <a:extLst>
              <a:ext uri="{FF2B5EF4-FFF2-40B4-BE49-F238E27FC236}">
                <a16:creationId xmlns:a16="http://schemas.microsoft.com/office/drawing/2014/main" id="{24FE7EB6-246A-402B-99A3-2773FC1D1755}"/>
              </a:ext>
            </a:extLst>
          </p:cNvPr>
          <p:cNvGrpSpPr>
            <a:grpSpLocks/>
          </p:cNvGrpSpPr>
          <p:nvPr/>
        </p:nvGrpSpPr>
        <p:grpSpPr bwMode="auto">
          <a:xfrm>
            <a:off x="4816475" y="5981700"/>
            <a:ext cx="4081463" cy="569913"/>
            <a:chOff x="3034" y="3768"/>
            <a:chExt cx="2571" cy="359"/>
          </a:xfrm>
        </p:grpSpPr>
        <p:sp>
          <p:nvSpPr>
            <p:cNvPr id="46" name="Text Box 46">
              <a:extLst>
                <a:ext uri="{FF2B5EF4-FFF2-40B4-BE49-F238E27FC236}">
                  <a16:creationId xmlns:a16="http://schemas.microsoft.com/office/drawing/2014/main" id="{9C4A193A-238C-41BA-A32C-2AFBBAF2B6FA}"/>
                </a:ext>
              </a:extLst>
            </p:cNvPr>
            <p:cNvSpPr txBox="1">
              <a:spLocks noChangeArrowheads="1"/>
            </p:cNvSpPr>
            <p:nvPr/>
          </p:nvSpPr>
          <p:spPr bwMode="auto">
            <a:xfrm>
              <a:off x="3034" y="3800"/>
              <a:ext cx="2571"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25000" noProof="0">
                  <a:ln>
                    <a:noFill/>
                  </a:ln>
                  <a:effectLst/>
                  <a:uLnTx/>
                  <a:uFillTx/>
                  <a:latin typeface="Times New Roman" panose="02020603050405020304" pitchFamily="18" charset="0"/>
                  <a:ea typeface="宋体" panose="02010600030101010101" pitchFamily="2" charset="-122"/>
                  <a:cs typeface="+mn-cs"/>
                </a:rPr>
                <a:t>2</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•(B+D)•(A+B+C+D)</a:t>
              </a:r>
              <a:endPar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47" name="Line 47">
              <a:extLst>
                <a:ext uri="{FF2B5EF4-FFF2-40B4-BE49-F238E27FC236}">
                  <a16:creationId xmlns:a16="http://schemas.microsoft.com/office/drawing/2014/main" id="{B51E752F-4BF8-4C38-A0B6-DC03CFDDBD91}"/>
                </a:ext>
              </a:extLst>
            </p:cNvPr>
            <p:cNvSpPr>
              <a:spLocks noChangeShapeType="1"/>
            </p:cNvSpPr>
            <p:nvPr/>
          </p:nvSpPr>
          <p:spPr bwMode="auto">
            <a:xfrm>
              <a:off x="3460" y="38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Line 48">
              <a:extLst>
                <a:ext uri="{FF2B5EF4-FFF2-40B4-BE49-F238E27FC236}">
                  <a16:creationId xmlns:a16="http://schemas.microsoft.com/office/drawing/2014/main" id="{9E22CFBF-E2D6-46DB-933F-0A13051D97DE}"/>
                </a:ext>
              </a:extLst>
            </p:cNvPr>
            <p:cNvSpPr>
              <a:spLocks noChangeShapeType="1"/>
            </p:cNvSpPr>
            <p:nvPr/>
          </p:nvSpPr>
          <p:spPr bwMode="auto">
            <a:xfrm>
              <a:off x="3737" y="386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Line 49">
              <a:extLst>
                <a:ext uri="{FF2B5EF4-FFF2-40B4-BE49-F238E27FC236}">
                  <a16:creationId xmlns:a16="http://schemas.microsoft.com/office/drawing/2014/main" id="{0A43E0C1-0BD4-49D9-9E71-69E76BABFC94}"/>
                </a:ext>
              </a:extLst>
            </p:cNvPr>
            <p:cNvSpPr>
              <a:spLocks noChangeShapeType="1"/>
            </p:cNvSpPr>
            <p:nvPr/>
          </p:nvSpPr>
          <p:spPr bwMode="auto">
            <a:xfrm>
              <a:off x="4441" y="3863"/>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Line 50">
              <a:extLst>
                <a:ext uri="{FF2B5EF4-FFF2-40B4-BE49-F238E27FC236}">
                  <a16:creationId xmlns:a16="http://schemas.microsoft.com/office/drawing/2014/main" id="{42D1820E-1DAA-479E-A293-6086A996BFB2}"/>
                </a:ext>
              </a:extLst>
            </p:cNvPr>
            <p:cNvSpPr>
              <a:spLocks noChangeShapeType="1"/>
            </p:cNvSpPr>
            <p:nvPr/>
          </p:nvSpPr>
          <p:spPr bwMode="auto">
            <a:xfrm>
              <a:off x="4708" y="38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Line 51">
              <a:extLst>
                <a:ext uri="{FF2B5EF4-FFF2-40B4-BE49-F238E27FC236}">
                  <a16:creationId xmlns:a16="http://schemas.microsoft.com/office/drawing/2014/main" id="{EA956F8A-0305-463E-A465-83BAAD88BD3E}"/>
                </a:ext>
              </a:extLst>
            </p:cNvPr>
            <p:cNvSpPr>
              <a:spLocks noChangeShapeType="1"/>
            </p:cNvSpPr>
            <p:nvPr/>
          </p:nvSpPr>
          <p:spPr bwMode="auto">
            <a:xfrm>
              <a:off x="5262" y="3852"/>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Line 52">
              <a:extLst>
                <a:ext uri="{FF2B5EF4-FFF2-40B4-BE49-F238E27FC236}">
                  <a16:creationId xmlns:a16="http://schemas.microsoft.com/office/drawing/2014/main" id="{AC8D5DC1-758C-414C-A0F1-C459BAE852E4}"/>
                </a:ext>
              </a:extLst>
            </p:cNvPr>
            <p:cNvSpPr>
              <a:spLocks noChangeShapeType="1"/>
            </p:cNvSpPr>
            <p:nvPr/>
          </p:nvSpPr>
          <p:spPr bwMode="auto">
            <a:xfrm>
              <a:off x="3727" y="3822"/>
              <a:ext cx="45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Line 53">
              <a:extLst>
                <a:ext uri="{FF2B5EF4-FFF2-40B4-BE49-F238E27FC236}">
                  <a16:creationId xmlns:a16="http://schemas.microsoft.com/office/drawing/2014/main" id="{2DDC7354-6E32-42B9-806C-3672F244BA3C}"/>
                </a:ext>
              </a:extLst>
            </p:cNvPr>
            <p:cNvSpPr>
              <a:spLocks noChangeShapeType="1"/>
            </p:cNvSpPr>
            <p:nvPr/>
          </p:nvSpPr>
          <p:spPr bwMode="auto">
            <a:xfrm>
              <a:off x="3706" y="3768"/>
              <a:ext cx="178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Line 54">
              <a:extLst>
                <a:ext uri="{FF2B5EF4-FFF2-40B4-BE49-F238E27FC236}">
                  <a16:creationId xmlns:a16="http://schemas.microsoft.com/office/drawing/2014/main" id="{F9CA3113-4955-478B-A456-D55D2F514BC6}"/>
                </a:ext>
              </a:extLst>
            </p:cNvPr>
            <p:cNvSpPr>
              <a:spLocks noChangeShapeType="1"/>
            </p:cNvSpPr>
            <p:nvPr/>
          </p:nvSpPr>
          <p:spPr bwMode="auto">
            <a:xfrm>
              <a:off x="3092" y="3838"/>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Tree>
    <p:extLst>
      <p:ext uri="{BB962C8B-B14F-4D97-AF65-F5344CB8AC3E}">
        <p14:creationId xmlns:p14="http://schemas.microsoft.com/office/powerpoint/2010/main" val="263797599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left)">
                                      <p:cBhvr>
                                        <p:cTn id="38" dur="5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5"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p:cTn id="58" dur="1000" fill="hold"/>
                                        <p:tgtEl>
                                          <p:spTgt spid="26"/>
                                        </p:tgtEl>
                                        <p:attrNameLst>
                                          <p:attrName>ppt_w</p:attrName>
                                        </p:attrNameLst>
                                      </p:cBhvr>
                                      <p:tavLst>
                                        <p:tav tm="0">
                                          <p:val>
                                            <p:fltVal val="0"/>
                                          </p:val>
                                        </p:tav>
                                        <p:tav tm="100000">
                                          <p:val>
                                            <p:strVal val="#ppt_w"/>
                                          </p:val>
                                        </p:tav>
                                      </p:tavLst>
                                    </p:anim>
                                    <p:anim calcmode="lin" valueType="num">
                                      <p:cBhvr>
                                        <p:cTn id="59" dur="1000" fill="hold"/>
                                        <p:tgtEl>
                                          <p:spTgt spid="26"/>
                                        </p:tgtEl>
                                        <p:attrNameLst>
                                          <p:attrName>ppt_h</p:attrName>
                                        </p:attrNameLst>
                                      </p:cBhvr>
                                      <p:tavLst>
                                        <p:tav tm="0">
                                          <p:val>
                                            <p:fltVal val="0"/>
                                          </p:val>
                                        </p:tav>
                                        <p:tav tm="100000">
                                          <p:val>
                                            <p:strVal val="#ppt_h"/>
                                          </p:val>
                                        </p:tav>
                                      </p:tavLst>
                                    </p:anim>
                                    <p:anim calcmode="lin" valueType="num">
                                      <p:cBhvr>
                                        <p:cTn id="60"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wipe(left)">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wipe(left)">
                                      <p:cBhvr>
                                        <p:cTn id="71" dur="500"/>
                                        <p:tgtEl>
                                          <p:spTgt spid="3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wipe(left)">
                                      <p:cBhvr>
                                        <p:cTn id="76" dur="500"/>
                                        <p:tgtEl>
                                          <p:spTgt spid="3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wipe(left)">
                                      <p:cBhvr>
                                        <p:cTn id="8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nimBg="1" autoUpdateAnimBg="0"/>
      <p:bldP spid="9" grpId="0" animBg="1" autoUpdateAnimBg="0"/>
      <p:bldP spid="20" grpId="0" animBg="1" autoUpdateAnimBg="0"/>
      <p:bldP spid="21" grpId="0" animBg="1" autoUpdateAnimBg="0"/>
      <p:bldP spid="22" grpId="0" animBg="1" autoUpdateAnimBg="0"/>
      <p:bldP spid="26"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8DDD670-2057-40DA-ABB5-872EA0D7DAA2}"/>
              </a:ext>
            </a:extLst>
          </p:cNvPr>
          <p:cNvSpPr>
            <a:spLocks noChangeArrowheads="1"/>
          </p:cNvSpPr>
          <p:nvPr/>
        </p:nvSpPr>
        <p:spPr bwMode="auto">
          <a:xfrm>
            <a:off x="525463" y="2489200"/>
            <a:ext cx="7805737" cy="1608138"/>
          </a:xfrm>
          <a:prstGeom prst="rect">
            <a:avLst/>
          </a:prstGeom>
          <a:solidFill>
            <a:schemeClr val="bg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3" name="Rectangle 3">
            <a:extLst>
              <a:ext uri="{FF2B5EF4-FFF2-40B4-BE49-F238E27FC236}">
                <a16:creationId xmlns:a16="http://schemas.microsoft.com/office/drawing/2014/main" id="{C7E9113A-287F-49F6-89E2-C0DBEB5AE4F5}"/>
              </a:ext>
            </a:extLst>
          </p:cNvPr>
          <p:cNvSpPr txBox="1">
            <a:spLocks noChangeArrowheads="1"/>
          </p:cNvSpPr>
          <p:nvPr/>
        </p:nvSpPr>
        <p:spPr>
          <a:xfrm>
            <a:off x="279400" y="203200"/>
            <a:ext cx="2778125" cy="500063"/>
          </a:xfrm>
          <a:prstGeom prst="rect">
            <a:avLst/>
          </a:prstGeom>
          <a:ln>
            <a:noFill/>
          </a:ln>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2800"/>
              <a:t>3)</a:t>
            </a:r>
            <a:r>
              <a:rPr lang="zh-CN" altLang="en-US" sz="2800"/>
              <a:t>对偶规则：</a:t>
            </a:r>
          </a:p>
        </p:txBody>
      </p:sp>
      <p:sp>
        <p:nvSpPr>
          <p:cNvPr id="4" name="Text Box 4">
            <a:extLst>
              <a:ext uri="{FF2B5EF4-FFF2-40B4-BE49-F238E27FC236}">
                <a16:creationId xmlns:a16="http://schemas.microsoft.com/office/drawing/2014/main" id="{F05B7B69-1E26-4058-AF74-0D2164AE0EB1}"/>
              </a:ext>
            </a:extLst>
          </p:cNvPr>
          <p:cNvSpPr txBox="1">
            <a:spLocks noChangeArrowheads="1"/>
          </p:cNvSpPr>
          <p:nvPr/>
        </p:nvSpPr>
        <p:spPr bwMode="auto">
          <a:xfrm>
            <a:off x="1370013" y="895350"/>
            <a:ext cx="6908800"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若：“</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”,“0”“1”,“1”“0”</a:t>
            </a:r>
          </a:p>
        </p:txBody>
      </p:sp>
      <p:sp>
        <p:nvSpPr>
          <p:cNvPr id="5" name="Text Box 5">
            <a:extLst>
              <a:ext uri="{FF2B5EF4-FFF2-40B4-BE49-F238E27FC236}">
                <a16:creationId xmlns:a16="http://schemas.microsoft.com/office/drawing/2014/main" id="{5D6DE942-50FC-4AAA-935B-3DDF3350497F}"/>
              </a:ext>
            </a:extLst>
          </p:cNvPr>
          <p:cNvSpPr txBox="1">
            <a:spLocks noChangeArrowheads="1"/>
          </p:cNvSpPr>
          <p:nvPr/>
        </p:nvSpPr>
        <p:spPr bwMode="auto">
          <a:xfrm>
            <a:off x="762000" y="828675"/>
            <a:ext cx="677863"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F:</a:t>
            </a:r>
          </a:p>
        </p:txBody>
      </p:sp>
      <p:sp>
        <p:nvSpPr>
          <p:cNvPr id="6" name="Text Box 6">
            <a:extLst>
              <a:ext uri="{FF2B5EF4-FFF2-40B4-BE49-F238E27FC236}">
                <a16:creationId xmlns:a16="http://schemas.microsoft.com/office/drawing/2014/main" id="{0E8FF95F-A1D6-41E8-A12A-68EA2964A5B8}"/>
              </a:ext>
            </a:extLst>
          </p:cNvPr>
          <p:cNvSpPr txBox="1">
            <a:spLocks noChangeArrowheads="1"/>
          </p:cNvSpPr>
          <p:nvPr/>
        </p:nvSpPr>
        <p:spPr bwMode="auto">
          <a:xfrm>
            <a:off x="711200" y="1690688"/>
            <a:ext cx="2151063"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则：</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F</a:t>
            </a:r>
            <a:r>
              <a:rPr kumimoji="1" lang="en-US" altLang="zh-CN" sz="2800" b="1" i="0" u="none" strike="noStrike" kern="1200" cap="none" spc="0" normalizeH="0" baseline="3000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D</a:t>
            </a:r>
          </a:p>
        </p:txBody>
      </p:sp>
      <p:sp>
        <p:nvSpPr>
          <p:cNvPr id="7" name="Text Box 7">
            <a:extLst>
              <a:ext uri="{FF2B5EF4-FFF2-40B4-BE49-F238E27FC236}">
                <a16:creationId xmlns:a16="http://schemas.microsoft.com/office/drawing/2014/main" id="{AD23F37D-F701-4494-9661-D900FBE28376}"/>
              </a:ext>
            </a:extLst>
          </p:cNvPr>
          <p:cNvSpPr txBox="1">
            <a:spLocks noChangeArrowheads="1"/>
          </p:cNvSpPr>
          <p:nvPr/>
        </p:nvSpPr>
        <p:spPr bwMode="auto">
          <a:xfrm>
            <a:off x="2706687" y="1725613"/>
            <a:ext cx="3641725" cy="523220"/>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与</a:t>
            </a:r>
            <a:r>
              <a:rPr kumimoji="1" lang="en-US" altLang="zh-CN"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F</a:t>
            </a:r>
            <a:r>
              <a:rPr kumimoji="1" lang="en-US" altLang="zh-CN" sz="2800" b="1" i="0" u="none" strike="noStrike" kern="1200" cap="none" spc="0" normalizeH="0" baseline="30000" noProof="0" dirty="0">
                <a:ln>
                  <a:noFill/>
                </a:ln>
                <a:effectLst/>
                <a:uLnTx/>
                <a:uFillTx/>
                <a:latin typeface="Times New Roman" panose="02020603050405020304" pitchFamily="18" charset="0"/>
                <a:ea typeface="宋体" panose="02010600030101010101" pitchFamily="2" charset="-122"/>
                <a:cs typeface="+mn-cs"/>
              </a:rPr>
              <a:t>D</a:t>
            </a: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sym typeface="Symbol" panose="05050102010706020507" pitchFamily="18" charset="2"/>
              </a:rPr>
              <a:t>互为对偶函数</a:t>
            </a:r>
            <a:endPar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8" name="Text Box 8">
            <a:extLst>
              <a:ext uri="{FF2B5EF4-FFF2-40B4-BE49-F238E27FC236}">
                <a16:creationId xmlns:a16="http://schemas.microsoft.com/office/drawing/2014/main" id="{6A657E6B-61C7-427B-8BB2-765147204FC7}"/>
              </a:ext>
            </a:extLst>
          </p:cNvPr>
          <p:cNvSpPr txBox="1">
            <a:spLocks noChangeArrowheads="1"/>
          </p:cNvSpPr>
          <p:nvPr/>
        </p:nvSpPr>
        <p:spPr bwMode="auto">
          <a:xfrm>
            <a:off x="728663" y="2608263"/>
            <a:ext cx="7469187"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如果两个函数相等，则它们的对偶函数也相等。</a:t>
            </a:r>
          </a:p>
        </p:txBody>
      </p:sp>
      <p:sp>
        <p:nvSpPr>
          <p:cNvPr id="9" name="Text Box 9">
            <a:extLst>
              <a:ext uri="{FF2B5EF4-FFF2-40B4-BE49-F238E27FC236}">
                <a16:creationId xmlns:a16="http://schemas.microsoft.com/office/drawing/2014/main" id="{8FFA09B8-DDD8-4CAE-A08A-2AB19762B1C8}"/>
              </a:ext>
            </a:extLst>
          </p:cNvPr>
          <p:cNvSpPr txBox="1">
            <a:spLocks noChangeArrowheads="1"/>
          </p:cNvSpPr>
          <p:nvPr/>
        </p:nvSpPr>
        <p:spPr bwMode="auto">
          <a:xfrm>
            <a:off x="949325" y="4403725"/>
            <a:ext cx="1557338"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A=A</a:t>
            </a:r>
          </a:p>
        </p:txBody>
      </p:sp>
      <p:sp>
        <p:nvSpPr>
          <p:cNvPr id="10" name="Text Box 10">
            <a:extLst>
              <a:ext uri="{FF2B5EF4-FFF2-40B4-BE49-F238E27FC236}">
                <a16:creationId xmlns:a16="http://schemas.microsoft.com/office/drawing/2014/main" id="{4A6BA1D4-0EFD-4F9B-B261-36BC0E6DE5E6}"/>
              </a:ext>
            </a:extLst>
          </p:cNvPr>
          <p:cNvSpPr txBox="1">
            <a:spLocks noChangeArrowheads="1"/>
          </p:cNvSpPr>
          <p:nvPr/>
        </p:nvSpPr>
        <p:spPr bwMode="auto">
          <a:xfrm>
            <a:off x="950913" y="5300663"/>
            <a:ext cx="1490662" cy="519112"/>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0+A=A</a:t>
            </a:r>
          </a:p>
        </p:txBody>
      </p:sp>
      <p:sp>
        <p:nvSpPr>
          <p:cNvPr id="11" name="AutoShape 11">
            <a:extLst>
              <a:ext uri="{FF2B5EF4-FFF2-40B4-BE49-F238E27FC236}">
                <a16:creationId xmlns:a16="http://schemas.microsoft.com/office/drawing/2014/main" id="{2C3529FA-D451-4F5D-8D05-7D5A4D191EF9}"/>
              </a:ext>
            </a:extLst>
          </p:cNvPr>
          <p:cNvSpPr>
            <a:spLocks noChangeArrowheads="1"/>
          </p:cNvSpPr>
          <p:nvPr/>
        </p:nvSpPr>
        <p:spPr bwMode="auto">
          <a:xfrm>
            <a:off x="1423988" y="4860925"/>
            <a:ext cx="171132" cy="490538"/>
          </a:xfrm>
          <a:prstGeom prst="downArrow">
            <a:avLst>
              <a:gd name="adj1" fmla="val 50000"/>
              <a:gd name="adj2" fmla="val 137947"/>
            </a:avLst>
          </a:prstGeom>
          <a:solidFill>
            <a:srgbClr val="FF3300"/>
          </a:soli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grpSp>
        <p:nvGrpSpPr>
          <p:cNvPr id="12" name="Group 12">
            <a:extLst>
              <a:ext uri="{FF2B5EF4-FFF2-40B4-BE49-F238E27FC236}">
                <a16:creationId xmlns:a16="http://schemas.microsoft.com/office/drawing/2014/main" id="{81F48692-5F80-4756-9885-AF035208B38C}"/>
              </a:ext>
            </a:extLst>
          </p:cNvPr>
          <p:cNvGrpSpPr>
            <a:grpSpLocks/>
          </p:cNvGrpSpPr>
          <p:nvPr/>
        </p:nvGrpSpPr>
        <p:grpSpPr bwMode="auto">
          <a:xfrm>
            <a:off x="4083050" y="4402138"/>
            <a:ext cx="3640138" cy="519112"/>
            <a:chOff x="3051" y="2997"/>
            <a:chExt cx="2293" cy="327"/>
          </a:xfrm>
        </p:grpSpPr>
        <p:sp>
          <p:nvSpPr>
            <p:cNvPr id="13" name="Text Box 13">
              <a:extLst>
                <a:ext uri="{FF2B5EF4-FFF2-40B4-BE49-F238E27FC236}">
                  <a16:creationId xmlns:a16="http://schemas.microsoft.com/office/drawing/2014/main" id="{C587FFB9-B04D-4158-8C79-335CA2E6A648}"/>
                </a:ext>
              </a:extLst>
            </p:cNvPr>
            <p:cNvSpPr txBox="1">
              <a:spLocks noChangeArrowheads="1"/>
            </p:cNvSpPr>
            <p:nvPr/>
          </p:nvSpPr>
          <p:spPr bwMode="auto">
            <a:xfrm>
              <a:off x="3051" y="2997"/>
              <a:ext cx="2293"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AB+AC+BC=AB+AC</a:t>
              </a:r>
            </a:p>
          </p:txBody>
        </p:sp>
        <p:sp>
          <p:nvSpPr>
            <p:cNvPr id="14" name="Line 14">
              <a:extLst>
                <a:ext uri="{FF2B5EF4-FFF2-40B4-BE49-F238E27FC236}">
                  <a16:creationId xmlns:a16="http://schemas.microsoft.com/office/drawing/2014/main" id="{6D971418-B945-45D9-A8D5-3D1A015189D3}"/>
                </a:ext>
              </a:extLst>
            </p:cNvPr>
            <p:cNvSpPr>
              <a:spLocks noChangeShapeType="1"/>
            </p:cNvSpPr>
            <p:nvPr/>
          </p:nvSpPr>
          <p:spPr bwMode="auto">
            <a:xfrm>
              <a:off x="3573" y="306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Line 15">
              <a:extLst>
                <a:ext uri="{FF2B5EF4-FFF2-40B4-BE49-F238E27FC236}">
                  <a16:creationId xmlns:a16="http://schemas.microsoft.com/office/drawing/2014/main" id="{6388FDDA-9B11-4766-949F-F0138F4095E4}"/>
                </a:ext>
              </a:extLst>
            </p:cNvPr>
            <p:cNvSpPr>
              <a:spLocks noChangeShapeType="1"/>
            </p:cNvSpPr>
            <p:nvPr/>
          </p:nvSpPr>
          <p:spPr bwMode="auto">
            <a:xfrm>
              <a:off x="4917" y="3061"/>
              <a:ext cx="13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6" name="Group 16">
            <a:extLst>
              <a:ext uri="{FF2B5EF4-FFF2-40B4-BE49-F238E27FC236}">
                <a16:creationId xmlns:a16="http://schemas.microsoft.com/office/drawing/2014/main" id="{1BAE1492-7522-4978-B9FA-4D91037048A7}"/>
              </a:ext>
            </a:extLst>
          </p:cNvPr>
          <p:cNvGrpSpPr>
            <a:grpSpLocks/>
          </p:cNvGrpSpPr>
          <p:nvPr/>
        </p:nvGrpSpPr>
        <p:grpSpPr bwMode="auto">
          <a:xfrm>
            <a:off x="6556375" y="5316538"/>
            <a:ext cx="2185988" cy="519112"/>
            <a:chOff x="2368" y="3670"/>
            <a:chExt cx="1377" cy="327"/>
          </a:xfrm>
        </p:grpSpPr>
        <p:sp>
          <p:nvSpPr>
            <p:cNvPr id="17" name="Text Box 17">
              <a:extLst>
                <a:ext uri="{FF2B5EF4-FFF2-40B4-BE49-F238E27FC236}">
                  <a16:creationId xmlns:a16="http://schemas.microsoft.com/office/drawing/2014/main" id="{CEAB6A86-F7CA-430D-8D21-6E90D101D738}"/>
                </a:ext>
              </a:extLst>
            </p:cNvPr>
            <p:cNvSpPr txBox="1">
              <a:spLocks noChangeArrowheads="1"/>
            </p:cNvSpPr>
            <p:nvPr/>
          </p:nvSpPr>
          <p:spPr bwMode="auto">
            <a:xfrm>
              <a:off x="2368" y="3670"/>
              <a:ext cx="1377"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a:t>
              </a:r>
            </a:p>
          </p:txBody>
        </p:sp>
        <p:sp>
          <p:nvSpPr>
            <p:cNvPr id="18" name="Line 18">
              <a:extLst>
                <a:ext uri="{FF2B5EF4-FFF2-40B4-BE49-F238E27FC236}">
                  <a16:creationId xmlns:a16="http://schemas.microsoft.com/office/drawing/2014/main" id="{1668E3EE-66F4-4CF8-A8C5-79824030BE5C}"/>
                </a:ext>
              </a:extLst>
            </p:cNvPr>
            <p:cNvSpPr>
              <a:spLocks noChangeShapeType="1"/>
            </p:cNvSpPr>
            <p:nvPr/>
          </p:nvSpPr>
          <p:spPr bwMode="auto">
            <a:xfrm>
              <a:off x="3102" y="3733"/>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9" name="Text Box 19">
            <a:extLst>
              <a:ext uri="{FF2B5EF4-FFF2-40B4-BE49-F238E27FC236}">
                <a16:creationId xmlns:a16="http://schemas.microsoft.com/office/drawing/2014/main" id="{A5227219-03F4-4F3E-B5E5-B85F3EE49692}"/>
              </a:ext>
            </a:extLst>
          </p:cNvPr>
          <p:cNvSpPr txBox="1">
            <a:spLocks noChangeArrowheads="1"/>
          </p:cNvSpPr>
          <p:nvPr/>
        </p:nvSpPr>
        <p:spPr bwMode="auto">
          <a:xfrm>
            <a:off x="744538" y="3387725"/>
            <a:ext cx="5603875"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函数对偶式的对偶式为函数本身。</a:t>
            </a:r>
          </a:p>
        </p:txBody>
      </p:sp>
      <p:grpSp>
        <p:nvGrpSpPr>
          <p:cNvPr id="20" name="Group 20">
            <a:extLst>
              <a:ext uri="{FF2B5EF4-FFF2-40B4-BE49-F238E27FC236}">
                <a16:creationId xmlns:a16="http://schemas.microsoft.com/office/drawing/2014/main" id="{06D14A2E-ABFF-4F4F-BF7B-480F0A89994A}"/>
              </a:ext>
            </a:extLst>
          </p:cNvPr>
          <p:cNvGrpSpPr>
            <a:grpSpLocks/>
          </p:cNvGrpSpPr>
          <p:nvPr/>
        </p:nvGrpSpPr>
        <p:grpSpPr bwMode="auto">
          <a:xfrm>
            <a:off x="3370263" y="5348288"/>
            <a:ext cx="3454400" cy="519112"/>
            <a:chOff x="501" y="3477"/>
            <a:chExt cx="2176" cy="327"/>
          </a:xfrm>
        </p:grpSpPr>
        <p:sp>
          <p:nvSpPr>
            <p:cNvPr id="21" name="Line 21">
              <a:extLst>
                <a:ext uri="{FF2B5EF4-FFF2-40B4-BE49-F238E27FC236}">
                  <a16:creationId xmlns:a16="http://schemas.microsoft.com/office/drawing/2014/main" id="{6E726481-A9E6-4991-9966-0F4ABA59F423}"/>
                </a:ext>
              </a:extLst>
            </p:cNvPr>
            <p:cNvSpPr>
              <a:spLocks noChangeShapeType="1"/>
            </p:cNvSpPr>
            <p:nvPr/>
          </p:nvSpPr>
          <p:spPr bwMode="auto">
            <a:xfrm>
              <a:off x="1236" y="3531"/>
              <a:ext cx="1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Text Box 22">
              <a:extLst>
                <a:ext uri="{FF2B5EF4-FFF2-40B4-BE49-F238E27FC236}">
                  <a16:creationId xmlns:a16="http://schemas.microsoft.com/office/drawing/2014/main" id="{56BC5236-8A30-483B-BF83-866C6FE9C9B8}"/>
                </a:ext>
              </a:extLst>
            </p:cNvPr>
            <p:cNvSpPr txBox="1">
              <a:spLocks noChangeArrowheads="1"/>
            </p:cNvSpPr>
            <p:nvPr/>
          </p:nvSpPr>
          <p:spPr bwMode="auto">
            <a:xfrm>
              <a:off x="501" y="3477"/>
              <a:ext cx="2176" cy="327"/>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(A+B)(A+C)(B+C)</a:t>
              </a:r>
            </a:p>
          </p:txBody>
        </p:sp>
      </p:grpSp>
      <p:sp>
        <p:nvSpPr>
          <p:cNvPr id="23" name="AutoShape 23">
            <a:extLst>
              <a:ext uri="{FF2B5EF4-FFF2-40B4-BE49-F238E27FC236}">
                <a16:creationId xmlns:a16="http://schemas.microsoft.com/office/drawing/2014/main" id="{663E2C33-62FB-45B9-8F42-D1B4E97A98CD}"/>
              </a:ext>
            </a:extLst>
          </p:cNvPr>
          <p:cNvSpPr>
            <a:spLocks noChangeArrowheads="1"/>
          </p:cNvSpPr>
          <p:nvPr/>
        </p:nvSpPr>
        <p:spPr bwMode="auto">
          <a:xfrm>
            <a:off x="4991100" y="4841875"/>
            <a:ext cx="163513" cy="490538"/>
          </a:xfrm>
          <a:prstGeom prst="downArrow">
            <a:avLst>
              <a:gd name="adj1" fmla="val 50000"/>
              <a:gd name="adj2" fmla="val 137947"/>
            </a:avLst>
          </a:prstGeom>
          <a:solidFill>
            <a:srgbClr val="FF3300"/>
          </a:soli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4" name="AutoShape 24">
            <a:extLst>
              <a:ext uri="{FF2B5EF4-FFF2-40B4-BE49-F238E27FC236}">
                <a16:creationId xmlns:a16="http://schemas.microsoft.com/office/drawing/2014/main" id="{31EDBA4C-2E8D-4345-8D8E-F3C6117390D4}"/>
              </a:ext>
            </a:extLst>
          </p:cNvPr>
          <p:cNvSpPr>
            <a:spLocks noChangeArrowheads="1"/>
          </p:cNvSpPr>
          <p:nvPr/>
        </p:nvSpPr>
        <p:spPr bwMode="auto">
          <a:xfrm flipH="1">
            <a:off x="7102474" y="4875213"/>
            <a:ext cx="163513" cy="490537"/>
          </a:xfrm>
          <a:prstGeom prst="downArrow">
            <a:avLst>
              <a:gd name="adj1" fmla="val 50000"/>
              <a:gd name="adj2" fmla="val 137946"/>
            </a:avLst>
          </a:prstGeom>
          <a:solidFill>
            <a:srgbClr val="FF3300"/>
          </a:soli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endParaRPr>
          </a:p>
        </p:txBody>
      </p:sp>
      <p:sp>
        <p:nvSpPr>
          <p:cNvPr id="25" name="Text Box 25">
            <a:extLst>
              <a:ext uri="{FF2B5EF4-FFF2-40B4-BE49-F238E27FC236}">
                <a16:creationId xmlns:a16="http://schemas.microsoft.com/office/drawing/2014/main" id="{AD3AD1F1-4678-4AC6-A97F-A7E108D0F984}"/>
              </a:ext>
            </a:extLst>
          </p:cNvPr>
          <p:cNvSpPr txBox="1">
            <a:spLocks noChangeArrowheads="1"/>
          </p:cNvSpPr>
          <p:nvPr/>
        </p:nvSpPr>
        <p:spPr bwMode="auto">
          <a:xfrm>
            <a:off x="6284913" y="5365750"/>
            <a:ext cx="574675" cy="519113"/>
          </a:xfrm>
          <a:prstGeom prst="rect">
            <a:avLst/>
          </a:prstGeom>
          <a:noFill/>
          <a:ln w="381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a:t>
            </a:r>
          </a:p>
        </p:txBody>
      </p:sp>
    </p:spTree>
    <p:extLst>
      <p:ext uri="{BB962C8B-B14F-4D97-AF65-F5344CB8AC3E}">
        <p14:creationId xmlns:p14="http://schemas.microsoft.com/office/powerpoint/2010/main" val="3361043560"/>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left)">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par>
                          <p:cTn id="39" fill="hold">
                            <p:stCondLst>
                              <p:cond delay="500"/>
                            </p:stCondLst>
                            <p:childTnLst>
                              <p:par>
                                <p:cTn id="40" presetID="4" presetClass="entr" presetSubtype="16" fill="hold" grpId="0" nodeType="afterEffect">
                                  <p:stCondLst>
                                    <p:cond delay="2000"/>
                                  </p:stCondLst>
                                  <p:childTnLst>
                                    <p:set>
                                      <p:cBhvr>
                                        <p:cTn id="41" dur="1" fill="hold">
                                          <p:stCondLst>
                                            <p:cond delay="0"/>
                                          </p:stCondLst>
                                        </p:cTn>
                                        <p:tgtEl>
                                          <p:spTgt spid="2"/>
                                        </p:tgtEl>
                                        <p:attrNameLst>
                                          <p:attrName>style.visibility</p:attrName>
                                        </p:attrNameLst>
                                      </p:cBhvr>
                                      <p:to>
                                        <p:strVal val="visible"/>
                                      </p:to>
                                    </p:set>
                                    <p:animEffect transition="in" filter="box(in)">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up)">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10"/>
                                        </p:tgtEl>
                                        <p:attrNameLst>
                                          <p:attrName>style.visibility</p:attrName>
                                        </p:attrNameLst>
                                      </p:cBhvr>
                                      <p:to>
                                        <p:strVal val="visible"/>
                                      </p:to>
                                    </p:set>
                                    <p:animEffect transition="in" filter="wipe(left)">
                                      <p:cBhvr>
                                        <p:cTn id="57" dur="3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up)">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left)">
                                      <p:cBhvr>
                                        <p:cTn id="72" dur="500"/>
                                        <p:tgtEl>
                                          <p:spTgt spid="2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wipe(up)">
                                      <p:cBhvr>
                                        <p:cTn id="77" dur="5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19" presetClass="entr" presetSubtype="1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p:cTn id="87" dur="5000" fill="hold"/>
                                        <p:tgtEl>
                                          <p:spTgt spid="25"/>
                                        </p:tgtEl>
                                        <p:attrNameLst>
                                          <p:attrName>ppt_w</p:attrName>
                                        </p:attrNameLst>
                                      </p:cBhvr>
                                      <p:tavLst>
                                        <p:tav tm="0" fmla="#ppt_w*sin(2.5*pi*$)">
                                          <p:val>
                                            <p:fltVal val="0"/>
                                          </p:val>
                                        </p:tav>
                                        <p:tav tm="100000">
                                          <p:val>
                                            <p:fltVal val="1"/>
                                          </p:val>
                                        </p:tav>
                                      </p:tavLst>
                                    </p:anim>
                                    <p:anim calcmode="lin" valueType="num">
                                      <p:cBhvr>
                                        <p:cTn id="88" dur="5000" fill="hold"/>
                                        <p:tgtEl>
                                          <p:spTgt spid="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utoUpdateAnimBg="0"/>
      <p:bldP spid="4" grpId="0" animBg="1" autoUpdateAnimBg="0"/>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p:bldP spid="19" grpId="0" animBg="1" autoUpdateAnimBg="0"/>
      <p:bldP spid="23" grpId="0" animBg="1"/>
      <p:bldP spid="24" grpId="0" animBg="1"/>
      <p:bldP spid="25"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
            <a:extLst>
              <a:ext uri="{FF2B5EF4-FFF2-40B4-BE49-F238E27FC236}">
                <a16:creationId xmlns:a16="http://schemas.microsoft.com/office/drawing/2014/main" id="{5DA86D44-A349-48A1-9275-018D8F0DA017}"/>
              </a:ext>
            </a:extLst>
          </p:cNvPr>
          <p:cNvSpPr>
            <a:spLocks/>
          </p:cNvSpPr>
          <p:nvPr/>
        </p:nvSpPr>
        <p:spPr bwMode="auto">
          <a:xfrm>
            <a:off x="889596" y="1395413"/>
            <a:ext cx="291504" cy="5296332"/>
          </a:xfrm>
          <a:prstGeom prst="leftBrace">
            <a:avLst>
              <a:gd name="adj1" fmla="val 121154"/>
              <a:gd name="adj2" fmla="val 50000"/>
            </a:avLst>
          </a:prstGeom>
          <a:noFill/>
          <a:ln w="38100">
            <a:solidFill>
              <a:srgbClr val="0066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Text Box 10">
            <a:extLst>
              <a:ext uri="{FF2B5EF4-FFF2-40B4-BE49-F238E27FC236}">
                <a16:creationId xmlns:a16="http://schemas.microsoft.com/office/drawing/2014/main" id="{BF8FBBE9-A010-498E-B877-F81F47A1B580}"/>
              </a:ext>
            </a:extLst>
          </p:cNvPr>
          <p:cNvSpPr txBox="1">
            <a:spLocks noChangeArrowheads="1"/>
          </p:cNvSpPr>
          <p:nvPr/>
        </p:nvSpPr>
        <p:spPr bwMode="auto">
          <a:xfrm>
            <a:off x="226418" y="2740025"/>
            <a:ext cx="615553" cy="224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lstStyle/>
          <a:p>
            <a:pPr algn="l"/>
            <a:r>
              <a:rPr lang="zh-CN" altLang="en-US" sz="2800" dirty="0">
                <a:solidFill>
                  <a:srgbClr val="D60093"/>
                </a:solidFill>
              </a:rPr>
              <a:t>五种表示方法</a:t>
            </a:r>
          </a:p>
        </p:txBody>
      </p:sp>
      <p:sp>
        <p:nvSpPr>
          <p:cNvPr id="4" name="Text Box 16">
            <a:extLst>
              <a:ext uri="{FF2B5EF4-FFF2-40B4-BE49-F238E27FC236}">
                <a16:creationId xmlns:a16="http://schemas.microsoft.com/office/drawing/2014/main" id="{4A15920D-5055-4805-BC7F-97DB9B923615}"/>
              </a:ext>
            </a:extLst>
          </p:cNvPr>
          <p:cNvSpPr txBox="1">
            <a:spLocks noChangeArrowheads="1"/>
          </p:cNvSpPr>
          <p:nvPr/>
        </p:nvSpPr>
        <p:spPr bwMode="auto">
          <a:xfrm>
            <a:off x="1179513" y="3287713"/>
            <a:ext cx="73818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2800">
                <a:solidFill>
                  <a:srgbClr val="006600"/>
                </a:solidFill>
              </a:rPr>
              <a:t>逻辑函数式</a:t>
            </a:r>
            <a:r>
              <a:rPr lang="zh-CN" altLang="en-US" sz="2800">
                <a:solidFill>
                  <a:schemeClr val="accent2"/>
                </a:solidFill>
              </a:rPr>
              <a:t>  </a:t>
            </a:r>
            <a:r>
              <a:rPr lang="en-US" altLang="zh-CN" sz="2800">
                <a:solidFill>
                  <a:schemeClr val="tx1"/>
                </a:solidFill>
              </a:rPr>
              <a:t>(</a:t>
            </a:r>
            <a:r>
              <a:rPr lang="zh-CN" altLang="en-US" sz="2800">
                <a:solidFill>
                  <a:schemeClr val="tx1"/>
                </a:solidFill>
              </a:rPr>
              <a:t>逻辑表示式</a:t>
            </a:r>
            <a:r>
              <a:rPr lang="en-US" altLang="zh-CN" sz="2800">
                <a:solidFill>
                  <a:schemeClr val="tx1"/>
                </a:solidFill>
              </a:rPr>
              <a:t>,  </a:t>
            </a:r>
            <a:r>
              <a:rPr lang="zh-CN" altLang="en-US" sz="2800">
                <a:solidFill>
                  <a:schemeClr val="tx1"/>
                </a:solidFill>
              </a:rPr>
              <a:t>逻辑代数式</a:t>
            </a:r>
            <a:r>
              <a:rPr lang="en-US" altLang="zh-CN" sz="2800">
                <a:solidFill>
                  <a:schemeClr val="tx1"/>
                </a:solidFill>
              </a:rPr>
              <a:t>)</a:t>
            </a:r>
          </a:p>
        </p:txBody>
      </p:sp>
      <p:grpSp>
        <p:nvGrpSpPr>
          <p:cNvPr id="5" name="Group 18">
            <a:extLst>
              <a:ext uri="{FF2B5EF4-FFF2-40B4-BE49-F238E27FC236}">
                <a16:creationId xmlns:a16="http://schemas.microsoft.com/office/drawing/2014/main" id="{046A6E3E-254B-4033-9FBB-3024EA904AF0}"/>
              </a:ext>
            </a:extLst>
          </p:cNvPr>
          <p:cNvGrpSpPr>
            <a:grpSpLocks/>
          </p:cNvGrpSpPr>
          <p:nvPr/>
        </p:nvGrpSpPr>
        <p:grpSpPr bwMode="auto">
          <a:xfrm>
            <a:off x="3578225" y="4695825"/>
            <a:ext cx="3778250" cy="1508125"/>
            <a:chOff x="728" y="2913"/>
            <a:chExt cx="2056" cy="806"/>
          </a:xfrm>
        </p:grpSpPr>
        <p:grpSp>
          <p:nvGrpSpPr>
            <p:cNvPr id="6" name="Group 19">
              <a:extLst>
                <a:ext uri="{FF2B5EF4-FFF2-40B4-BE49-F238E27FC236}">
                  <a16:creationId xmlns:a16="http://schemas.microsoft.com/office/drawing/2014/main" id="{BE5DC939-950D-402D-BE16-148C633FC587}"/>
                </a:ext>
              </a:extLst>
            </p:cNvPr>
            <p:cNvGrpSpPr>
              <a:grpSpLocks/>
            </p:cNvGrpSpPr>
            <p:nvPr/>
          </p:nvGrpSpPr>
          <p:grpSpPr bwMode="auto">
            <a:xfrm>
              <a:off x="1168" y="3376"/>
              <a:ext cx="545" cy="269"/>
              <a:chOff x="3984" y="1872"/>
              <a:chExt cx="960" cy="528"/>
            </a:xfrm>
          </p:grpSpPr>
          <p:sp>
            <p:nvSpPr>
              <p:cNvPr id="42" name="Rectangle 20">
                <a:extLst>
                  <a:ext uri="{FF2B5EF4-FFF2-40B4-BE49-F238E27FC236}">
                    <a16:creationId xmlns:a16="http://schemas.microsoft.com/office/drawing/2014/main" id="{E4CD346C-A153-486E-AA3E-F63DA7CBBB4F}"/>
                  </a:ext>
                </a:extLst>
              </p:cNvPr>
              <p:cNvSpPr>
                <a:spLocks noChangeArrowheads="1"/>
              </p:cNvSpPr>
              <p:nvPr/>
            </p:nvSpPr>
            <p:spPr bwMode="auto">
              <a:xfrm>
                <a:off x="4224" y="1872"/>
                <a:ext cx="384" cy="528"/>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21">
                <a:extLst>
                  <a:ext uri="{FF2B5EF4-FFF2-40B4-BE49-F238E27FC236}">
                    <a16:creationId xmlns:a16="http://schemas.microsoft.com/office/drawing/2014/main" id="{7C4AAF25-C7AC-4E40-83BD-DABD87A35B3E}"/>
                  </a:ext>
                </a:extLst>
              </p:cNvPr>
              <p:cNvSpPr>
                <a:spLocks noChangeShapeType="1"/>
              </p:cNvSpPr>
              <p:nvPr/>
            </p:nvSpPr>
            <p:spPr bwMode="auto">
              <a:xfrm>
                <a:off x="3984" y="2112"/>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22">
                <a:extLst>
                  <a:ext uri="{FF2B5EF4-FFF2-40B4-BE49-F238E27FC236}">
                    <a16:creationId xmlns:a16="http://schemas.microsoft.com/office/drawing/2014/main" id="{38433A2A-F5F3-457D-B243-B955BDB2FC5C}"/>
                  </a:ext>
                </a:extLst>
              </p:cNvPr>
              <p:cNvSpPr>
                <a:spLocks noChangeShapeType="1"/>
              </p:cNvSpPr>
              <p:nvPr/>
            </p:nvSpPr>
            <p:spPr bwMode="auto">
              <a:xfrm>
                <a:off x="4704" y="2112"/>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Oval 23">
                <a:extLst>
                  <a:ext uri="{FF2B5EF4-FFF2-40B4-BE49-F238E27FC236}">
                    <a16:creationId xmlns:a16="http://schemas.microsoft.com/office/drawing/2014/main" id="{B437CFF0-EE0E-491D-87AA-10E401A8C06D}"/>
                  </a:ext>
                </a:extLst>
              </p:cNvPr>
              <p:cNvSpPr>
                <a:spLocks noChangeArrowheads="1"/>
              </p:cNvSpPr>
              <p:nvPr/>
            </p:nvSpPr>
            <p:spPr bwMode="auto">
              <a:xfrm>
                <a:off x="4608" y="2064"/>
                <a:ext cx="96" cy="96"/>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Text Box 24">
              <a:extLst>
                <a:ext uri="{FF2B5EF4-FFF2-40B4-BE49-F238E27FC236}">
                  <a16:creationId xmlns:a16="http://schemas.microsoft.com/office/drawing/2014/main" id="{3588902C-6FD2-4D37-8364-6BE91598BF93}"/>
                </a:ext>
              </a:extLst>
            </p:cNvPr>
            <p:cNvSpPr txBox="1">
              <a:spLocks noChangeArrowheads="1"/>
            </p:cNvSpPr>
            <p:nvPr/>
          </p:nvSpPr>
          <p:spPr bwMode="auto">
            <a:xfrm>
              <a:off x="1339" y="3369"/>
              <a:ext cx="116"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dirty="0">
                  <a:solidFill>
                    <a:schemeClr val="tx1"/>
                  </a:solidFill>
                </a:rPr>
                <a:t>1</a:t>
              </a:r>
            </a:p>
          </p:txBody>
        </p:sp>
        <p:sp>
          <p:nvSpPr>
            <p:cNvPr id="8" name="Rectangle 25">
              <a:extLst>
                <a:ext uri="{FF2B5EF4-FFF2-40B4-BE49-F238E27FC236}">
                  <a16:creationId xmlns:a16="http://schemas.microsoft.com/office/drawing/2014/main" id="{71E42B5B-C4A3-453C-B30C-0D24ABF0288D}"/>
                </a:ext>
              </a:extLst>
            </p:cNvPr>
            <p:cNvSpPr>
              <a:spLocks noChangeArrowheads="1"/>
            </p:cNvSpPr>
            <p:nvPr/>
          </p:nvSpPr>
          <p:spPr bwMode="auto">
            <a:xfrm>
              <a:off x="1304" y="2920"/>
              <a:ext cx="218" cy="269"/>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26">
              <a:extLst>
                <a:ext uri="{FF2B5EF4-FFF2-40B4-BE49-F238E27FC236}">
                  <a16:creationId xmlns:a16="http://schemas.microsoft.com/office/drawing/2014/main" id="{A043C983-CC08-4C9C-8CC8-93CCAF91569C}"/>
                </a:ext>
              </a:extLst>
            </p:cNvPr>
            <p:cNvSpPr>
              <a:spLocks noChangeShapeType="1"/>
            </p:cNvSpPr>
            <p:nvPr/>
          </p:nvSpPr>
          <p:spPr bwMode="auto">
            <a:xfrm>
              <a:off x="927" y="3034"/>
              <a:ext cx="377" cy="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27">
              <a:extLst>
                <a:ext uri="{FF2B5EF4-FFF2-40B4-BE49-F238E27FC236}">
                  <a16:creationId xmlns:a16="http://schemas.microsoft.com/office/drawing/2014/main" id="{8B436F01-F881-48EE-AF9C-B1284242A050}"/>
                </a:ext>
              </a:extLst>
            </p:cNvPr>
            <p:cNvSpPr>
              <a:spLocks noChangeShapeType="1"/>
            </p:cNvSpPr>
            <p:nvPr/>
          </p:nvSpPr>
          <p:spPr bwMode="auto">
            <a:xfrm>
              <a:off x="1577" y="3042"/>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28">
              <a:extLst>
                <a:ext uri="{FF2B5EF4-FFF2-40B4-BE49-F238E27FC236}">
                  <a16:creationId xmlns:a16="http://schemas.microsoft.com/office/drawing/2014/main" id="{1E9B5076-6648-4675-9EE0-3BA268B540D3}"/>
                </a:ext>
              </a:extLst>
            </p:cNvPr>
            <p:cNvSpPr>
              <a:spLocks noChangeArrowheads="1"/>
            </p:cNvSpPr>
            <p:nvPr/>
          </p:nvSpPr>
          <p:spPr bwMode="auto">
            <a:xfrm>
              <a:off x="1522" y="3018"/>
              <a:ext cx="55" cy="49"/>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29">
              <a:extLst>
                <a:ext uri="{FF2B5EF4-FFF2-40B4-BE49-F238E27FC236}">
                  <a16:creationId xmlns:a16="http://schemas.microsoft.com/office/drawing/2014/main" id="{D62E35EC-2E4D-47BC-A309-5B7558ECBDDE}"/>
                </a:ext>
              </a:extLst>
            </p:cNvPr>
            <p:cNvSpPr txBox="1">
              <a:spLocks noChangeArrowheads="1"/>
            </p:cNvSpPr>
            <p:nvPr/>
          </p:nvSpPr>
          <p:spPr bwMode="auto">
            <a:xfrm>
              <a:off x="1338" y="2913"/>
              <a:ext cx="116"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1</a:t>
              </a:r>
            </a:p>
          </p:txBody>
        </p:sp>
        <p:sp>
          <p:nvSpPr>
            <p:cNvPr id="13" name="Line 30">
              <a:extLst>
                <a:ext uri="{FF2B5EF4-FFF2-40B4-BE49-F238E27FC236}">
                  <a16:creationId xmlns:a16="http://schemas.microsoft.com/office/drawing/2014/main" id="{E42CA1A9-E3C9-40E5-BB5F-48C895E9EEC2}"/>
                </a:ext>
              </a:extLst>
            </p:cNvPr>
            <p:cNvSpPr>
              <a:spLocks noChangeShapeType="1"/>
            </p:cNvSpPr>
            <p:nvPr/>
          </p:nvSpPr>
          <p:spPr bwMode="auto">
            <a:xfrm>
              <a:off x="2066" y="3572"/>
              <a:ext cx="1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31">
              <a:extLst>
                <a:ext uri="{FF2B5EF4-FFF2-40B4-BE49-F238E27FC236}">
                  <a16:creationId xmlns:a16="http://schemas.microsoft.com/office/drawing/2014/main" id="{2A38EED9-64E2-4F15-8823-2772B007F070}"/>
                </a:ext>
              </a:extLst>
            </p:cNvPr>
            <p:cNvSpPr>
              <a:spLocks noChangeArrowheads="1"/>
            </p:cNvSpPr>
            <p:nvPr/>
          </p:nvSpPr>
          <p:spPr bwMode="auto">
            <a:xfrm>
              <a:off x="1848" y="3450"/>
              <a:ext cx="218" cy="269"/>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32">
              <a:extLst>
                <a:ext uri="{FF2B5EF4-FFF2-40B4-BE49-F238E27FC236}">
                  <a16:creationId xmlns:a16="http://schemas.microsoft.com/office/drawing/2014/main" id="{2CC548EC-8928-4497-9CA8-8CAB5633E6B4}"/>
                </a:ext>
              </a:extLst>
            </p:cNvPr>
            <p:cNvSpPr>
              <a:spLocks noChangeShapeType="1"/>
            </p:cNvSpPr>
            <p:nvPr/>
          </p:nvSpPr>
          <p:spPr bwMode="auto">
            <a:xfrm>
              <a:off x="1712" y="3646"/>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33">
              <a:extLst>
                <a:ext uri="{FF2B5EF4-FFF2-40B4-BE49-F238E27FC236}">
                  <a16:creationId xmlns:a16="http://schemas.microsoft.com/office/drawing/2014/main" id="{D870BEE3-6F7F-4716-9D50-D36BE1C4ED96}"/>
                </a:ext>
              </a:extLst>
            </p:cNvPr>
            <p:cNvSpPr>
              <a:spLocks noChangeShapeType="1"/>
            </p:cNvSpPr>
            <p:nvPr/>
          </p:nvSpPr>
          <p:spPr bwMode="auto">
            <a:xfrm>
              <a:off x="1712" y="3499"/>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Text Box 34">
              <a:extLst>
                <a:ext uri="{FF2B5EF4-FFF2-40B4-BE49-F238E27FC236}">
                  <a16:creationId xmlns:a16="http://schemas.microsoft.com/office/drawing/2014/main" id="{C2698074-FBC2-4084-B910-356B24D24373}"/>
                </a:ext>
              </a:extLst>
            </p:cNvPr>
            <p:cNvSpPr txBox="1">
              <a:spLocks noChangeArrowheads="1"/>
            </p:cNvSpPr>
            <p:nvPr/>
          </p:nvSpPr>
          <p:spPr bwMode="auto">
            <a:xfrm>
              <a:off x="1903" y="3427"/>
              <a:ext cx="219"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&amp;</a:t>
              </a:r>
            </a:p>
          </p:txBody>
        </p:sp>
        <p:sp>
          <p:nvSpPr>
            <p:cNvPr id="18" name="Line 35">
              <a:extLst>
                <a:ext uri="{FF2B5EF4-FFF2-40B4-BE49-F238E27FC236}">
                  <a16:creationId xmlns:a16="http://schemas.microsoft.com/office/drawing/2014/main" id="{873D3371-9486-4567-AEF9-101B62CC20A7}"/>
                </a:ext>
              </a:extLst>
            </p:cNvPr>
            <p:cNvSpPr>
              <a:spLocks noChangeShapeType="1"/>
            </p:cNvSpPr>
            <p:nvPr/>
          </p:nvSpPr>
          <p:spPr bwMode="auto">
            <a:xfrm>
              <a:off x="2065" y="3117"/>
              <a:ext cx="1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36">
              <a:extLst>
                <a:ext uri="{FF2B5EF4-FFF2-40B4-BE49-F238E27FC236}">
                  <a16:creationId xmlns:a16="http://schemas.microsoft.com/office/drawing/2014/main" id="{B6704BA6-8A29-4FAD-8C8D-A87F0B289968}"/>
                </a:ext>
              </a:extLst>
            </p:cNvPr>
            <p:cNvSpPr>
              <a:spLocks noChangeArrowheads="1"/>
            </p:cNvSpPr>
            <p:nvPr/>
          </p:nvSpPr>
          <p:spPr bwMode="auto">
            <a:xfrm>
              <a:off x="1847" y="2994"/>
              <a:ext cx="218" cy="27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37">
              <a:extLst>
                <a:ext uri="{FF2B5EF4-FFF2-40B4-BE49-F238E27FC236}">
                  <a16:creationId xmlns:a16="http://schemas.microsoft.com/office/drawing/2014/main" id="{72B5F9E6-5175-438C-A6E7-3A56777C2EDA}"/>
                </a:ext>
              </a:extLst>
            </p:cNvPr>
            <p:cNvSpPr>
              <a:spLocks noChangeShapeType="1"/>
            </p:cNvSpPr>
            <p:nvPr/>
          </p:nvSpPr>
          <p:spPr bwMode="auto">
            <a:xfrm>
              <a:off x="1711" y="3190"/>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38">
              <a:extLst>
                <a:ext uri="{FF2B5EF4-FFF2-40B4-BE49-F238E27FC236}">
                  <a16:creationId xmlns:a16="http://schemas.microsoft.com/office/drawing/2014/main" id="{7C0C1F14-8FC0-4FB5-A189-9377D68C408C}"/>
                </a:ext>
              </a:extLst>
            </p:cNvPr>
            <p:cNvSpPr>
              <a:spLocks noChangeShapeType="1"/>
            </p:cNvSpPr>
            <p:nvPr/>
          </p:nvSpPr>
          <p:spPr bwMode="auto">
            <a:xfrm>
              <a:off x="1711" y="3043"/>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39">
              <a:extLst>
                <a:ext uri="{FF2B5EF4-FFF2-40B4-BE49-F238E27FC236}">
                  <a16:creationId xmlns:a16="http://schemas.microsoft.com/office/drawing/2014/main" id="{39CD174D-CB8F-49AF-9DBA-BB4499B03216}"/>
                </a:ext>
              </a:extLst>
            </p:cNvPr>
            <p:cNvSpPr txBox="1">
              <a:spLocks noChangeArrowheads="1"/>
            </p:cNvSpPr>
            <p:nvPr/>
          </p:nvSpPr>
          <p:spPr bwMode="auto">
            <a:xfrm>
              <a:off x="1902" y="2971"/>
              <a:ext cx="21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&amp;</a:t>
              </a:r>
            </a:p>
          </p:txBody>
        </p:sp>
        <p:sp>
          <p:nvSpPr>
            <p:cNvPr id="23" name="Rectangle 40">
              <a:extLst>
                <a:ext uri="{FF2B5EF4-FFF2-40B4-BE49-F238E27FC236}">
                  <a16:creationId xmlns:a16="http://schemas.microsoft.com/office/drawing/2014/main" id="{F6862A3C-7512-4AA1-A3C8-4EBE26C2D69A}"/>
                </a:ext>
              </a:extLst>
            </p:cNvPr>
            <p:cNvSpPr>
              <a:spLocks noChangeArrowheads="1"/>
            </p:cNvSpPr>
            <p:nvPr/>
          </p:nvSpPr>
          <p:spPr bwMode="auto">
            <a:xfrm>
              <a:off x="2327" y="3218"/>
              <a:ext cx="219" cy="27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41">
              <a:extLst>
                <a:ext uri="{FF2B5EF4-FFF2-40B4-BE49-F238E27FC236}">
                  <a16:creationId xmlns:a16="http://schemas.microsoft.com/office/drawing/2014/main" id="{E5335820-85C3-44E6-A5E8-B7658352E980}"/>
                </a:ext>
              </a:extLst>
            </p:cNvPr>
            <p:cNvSpPr>
              <a:spLocks noChangeShapeType="1"/>
            </p:cNvSpPr>
            <p:nvPr/>
          </p:nvSpPr>
          <p:spPr bwMode="auto">
            <a:xfrm>
              <a:off x="2546" y="3341"/>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42">
              <a:extLst>
                <a:ext uri="{FF2B5EF4-FFF2-40B4-BE49-F238E27FC236}">
                  <a16:creationId xmlns:a16="http://schemas.microsoft.com/office/drawing/2014/main" id="{1D89249B-9F98-4C5E-8A2C-A8CCBD580FF5}"/>
                </a:ext>
              </a:extLst>
            </p:cNvPr>
            <p:cNvSpPr>
              <a:spLocks noChangeShapeType="1"/>
            </p:cNvSpPr>
            <p:nvPr/>
          </p:nvSpPr>
          <p:spPr bwMode="auto">
            <a:xfrm>
              <a:off x="2191" y="3439"/>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43">
              <a:extLst>
                <a:ext uri="{FF2B5EF4-FFF2-40B4-BE49-F238E27FC236}">
                  <a16:creationId xmlns:a16="http://schemas.microsoft.com/office/drawing/2014/main" id="{27B28BB0-5715-43F0-B53D-4F36D2DAD998}"/>
                </a:ext>
              </a:extLst>
            </p:cNvPr>
            <p:cNvSpPr>
              <a:spLocks noChangeShapeType="1"/>
            </p:cNvSpPr>
            <p:nvPr/>
          </p:nvSpPr>
          <p:spPr bwMode="auto">
            <a:xfrm>
              <a:off x="2191" y="3267"/>
              <a:ext cx="1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Text Box 44">
              <a:extLst>
                <a:ext uri="{FF2B5EF4-FFF2-40B4-BE49-F238E27FC236}">
                  <a16:creationId xmlns:a16="http://schemas.microsoft.com/office/drawing/2014/main" id="{535EF9B4-395F-4187-AE48-4A052A92C54F}"/>
                </a:ext>
              </a:extLst>
            </p:cNvPr>
            <p:cNvSpPr txBox="1">
              <a:spLocks noChangeArrowheads="1"/>
            </p:cNvSpPr>
            <p:nvPr/>
          </p:nvSpPr>
          <p:spPr bwMode="auto">
            <a:xfrm>
              <a:off x="2271" y="3219"/>
              <a:ext cx="381"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≥1</a:t>
              </a:r>
            </a:p>
          </p:txBody>
        </p:sp>
        <p:sp>
          <p:nvSpPr>
            <p:cNvPr id="28" name="Line 45">
              <a:extLst>
                <a:ext uri="{FF2B5EF4-FFF2-40B4-BE49-F238E27FC236}">
                  <a16:creationId xmlns:a16="http://schemas.microsoft.com/office/drawing/2014/main" id="{25181A9F-98A8-408F-8CCC-376F60E9BDF5}"/>
                </a:ext>
              </a:extLst>
            </p:cNvPr>
            <p:cNvSpPr>
              <a:spLocks noChangeShapeType="1"/>
            </p:cNvSpPr>
            <p:nvPr/>
          </p:nvSpPr>
          <p:spPr bwMode="auto">
            <a:xfrm>
              <a:off x="893" y="3498"/>
              <a:ext cx="28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46">
              <a:extLst>
                <a:ext uri="{FF2B5EF4-FFF2-40B4-BE49-F238E27FC236}">
                  <a16:creationId xmlns:a16="http://schemas.microsoft.com/office/drawing/2014/main" id="{6C06E83E-D824-4EC2-B659-ED5EF84D1E7B}"/>
                </a:ext>
              </a:extLst>
            </p:cNvPr>
            <p:cNvSpPr>
              <a:spLocks noChangeShapeType="1"/>
            </p:cNvSpPr>
            <p:nvPr/>
          </p:nvSpPr>
          <p:spPr bwMode="auto">
            <a:xfrm flipV="1">
              <a:off x="1125" y="3267"/>
              <a:ext cx="0" cy="2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47">
              <a:extLst>
                <a:ext uri="{FF2B5EF4-FFF2-40B4-BE49-F238E27FC236}">
                  <a16:creationId xmlns:a16="http://schemas.microsoft.com/office/drawing/2014/main" id="{93E8A883-E352-497E-9E0E-1B80BCF2F17A}"/>
                </a:ext>
              </a:extLst>
            </p:cNvPr>
            <p:cNvSpPr>
              <a:spLocks noChangeShapeType="1"/>
            </p:cNvSpPr>
            <p:nvPr/>
          </p:nvSpPr>
          <p:spPr bwMode="auto">
            <a:xfrm flipV="1">
              <a:off x="1125" y="3267"/>
              <a:ext cx="5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8">
              <a:extLst>
                <a:ext uri="{FF2B5EF4-FFF2-40B4-BE49-F238E27FC236}">
                  <a16:creationId xmlns:a16="http://schemas.microsoft.com/office/drawing/2014/main" id="{49B11031-C2F0-4611-B05E-B3E01DED125A}"/>
                </a:ext>
              </a:extLst>
            </p:cNvPr>
            <p:cNvSpPr>
              <a:spLocks noChangeShapeType="1"/>
            </p:cNvSpPr>
            <p:nvPr/>
          </p:nvSpPr>
          <p:spPr bwMode="auto">
            <a:xfrm>
              <a:off x="1715" y="3193"/>
              <a:ext cx="0" cy="7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49">
              <a:extLst>
                <a:ext uri="{FF2B5EF4-FFF2-40B4-BE49-F238E27FC236}">
                  <a16:creationId xmlns:a16="http://schemas.microsoft.com/office/drawing/2014/main" id="{0ABCB9AA-DD2F-4378-8474-12C3E4CD23F4}"/>
                </a:ext>
              </a:extLst>
            </p:cNvPr>
            <p:cNvSpPr>
              <a:spLocks noChangeShapeType="1"/>
            </p:cNvSpPr>
            <p:nvPr/>
          </p:nvSpPr>
          <p:spPr bwMode="auto">
            <a:xfrm>
              <a:off x="1033" y="3044"/>
              <a:ext cx="0" cy="67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50">
              <a:extLst>
                <a:ext uri="{FF2B5EF4-FFF2-40B4-BE49-F238E27FC236}">
                  <a16:creationId xmlns:a16="http://schemas.microsoft.com/office/drawing/2014/main" id="{C3642F92-C371-4423-ACD4-67B36DADA465}"/>
                </a:ext>
              </a:extLst>
            </p:cNvPr>
            <p:cNvSpPr>
              <a:spLocks noChangeShapeType="1"/>
            </p:cNvSpPr>
            <p:nvPr/>
          </p:nvSpPr>
          <p:spPr bwMode="auto">
            <a:xfrm>
              <a:off x="1033" y="3714"/>
              <a:ext cx="69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51">
              <a:extLst>
                <a:ext uri="{FF2B5EF4-FFF2-40B4-BE49-F238E27FC236}">
                  <a16:creationId xmlns:a16="http://schemas.microsoft.com/office/drawing/2014/main" id="{C027F105-7F04-460B-91D2-E9C926AEA13F}"/>
                </a:ext>
              </a:extLst>
            </p:cNvPr>
            <p:cNvSpPr>
              <a:spLocks noChangeShapeType="1"/>
            </p:cNvSpPr>
            <p:nvPr/>
          </p:nvSpPr>
          <p:spPr bwMode="auto">
            <a:xfrm>
              <a:off x="1715" y="3648"/>
              <a:ext cx="0" cy="6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52">
              <a:extLst>
                <a:ext uri="{FF2B5EF4-FFF2-40B4-BE49-F238E27FC236}">
                  <a16:creationId xmlns:a16="http://schemas.microsoft.com/office/drawing/2014/main" id="{B86695C5-987B-446C-A111-C7F666468682}"/>
                </a:ext>
              </a:extLst>
            </p:cNvPr>
            <p:cNvSpPr>
              <a:spLocks noChangeShapeType="1"/>
            </p:cNvSpPr>
            <p:nvPr/>
          </p:nvSpPr>
          <p:spPr bwMode="auto">
            <a:xfrm>
              <a:off x="2194" y="3118"/>
              <a:ext cx="0" cy="14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53">
              <a:extLst>
                <a:ext uri="{FF2B5EF4-FFF2-40B4-BE49-F238E27FC236}">
                  <a16:creationId xmlns:a16="http://schemas.microsoft.com/office/drawing/2014/main" id="{F0053DB8-E70E-43BF-84C8-63523020A7E2}"/>
                </a:ext>
              </a:extLst>
            </p:cNvPr>
            <p:cNvSpPr>
              <a:spLocks noChangeShapeType="1"/>
            </p:cNvSpPr>
            <p:nvPr/>
          </p:nvSpPr>
          <p:spPr bwMode="auto">
            <a:xfrm>
              <a:off x="2194" y="3441"/>
              <a:ext cx="0" cy="1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54">
              <a:extLst>
                <a:ext uri="{FF2B5EF4-FFF2-40B4-BE49-F238E27FC236}">
                  <a16:creationId xmlns:a16="http://schemas.microsoft.com/office/drawing/2014/main" id="{B35B8149-3C2C-459B-A583-965E81DDC0FA}"/>
                </a:ext>
              </a:extLst>
            </p:cNvPr>
            <p:cNvSpPr txBox="1">
              <a:spLocks noChangeArrowheads="1"/>
            </p:cNvSpPr>
            <p:nvPr/>
          </p:nvSpPr>
          <p:spPr bwMode="auto">
            <a:xfrm>
              <a:off x="748" y="2921"/>
              <a:ext cx="194"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A</a:t>
              </a:r>
            </a:p>
          </p:txBody>
        </p:sp>
        <p:sp>
          <p:nvSpPr>
            <p:cNvPr id="38" name="Text Box 55">
              <a:extLst>
                <a:ext uri="{FF2B5EF4-FFF2-40B4-BE49-F238E27FC236}">
                  <a16:creationId xmlns:a16="http://schemas.microsoft.com/office/drawing/2014/main" id="{47285285-F7BC-4D58-A615-0EF16664F2D5}"/>
                </a:ext>
              </a:extLst>
            </p:cNvPr>
            <p:cNvSpPr txBox="1">
              <a:spLocks noChangeArrowheads="1"/>
            </p:cNvSpPr>
            <p:nvPr/>
          </p:nvSpPr>
          <p:spPr bwMode="auto">
            <a:xfrm>
              <a:off x="728" y="3383"/>
              <a:ext cx="20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B</a:t>
              </a:r>
            </a:p>
          </p:txBody>
        </p:sp>
        <p:sp>
          <p:nvSpPr>
            <p:cNvPr id="39" name="Oval 56">
              <a:extLst>
                <a:ext uri="{FF2B5EF4-FFF2-40B4-BE49-F238E27FC236}">
                  <a16:creationId xmlns:a16="http://schemas.microsoft.com/office/drawing/2014/main" id="{21A1DE93-E645-4CC1-A08C-CCB58B91AB2E}"/>
                </a:ext>
              </a:extLst>
            </p:cNvPr>
            <p:cNvSpPr>
              <a:spLocks noChangeArrowheads="1"/>
            </p:cNvSpPr>
            <p:nvPr/>
          </p:nvSpPr>
          <p:spPr bwMode="auto">
            <a:xfrm>
              <a:off x="1111" y="3488"/>
              <a:ext cx="28" cy="2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57">
              <a:extLst>
                <a:ext uri="{FF2B5EF4-FFF2-40B4-BE49-F238E27FC236}">
                  <a16:creationId xmlns:a16="http://schemas.microsoft.com/office/drawing/2014/main" id="{9462FC6A-3428-4154-B033-F7F6DAC7A978}"/>
                </a:ext>
              </a:extLst>
            </p:cNvPr>
            <p:cNvSpPr>
              <a:spLocks noChangeArrowheads="1"/>
            </p:cNvSpPr>
            <p:nvPr/>
          </p:nvSpPr>
          <p:spPr bwMode="auto">
            <a:xfrm>
              <a:off x="1028" y="3032"/>
              <a:ext cx="27" cy="25"/>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Text Box 58">
              <a:extLst>
                <a:ext uri="{FF2B5EF4-FFF2-40B4-BE49-F238E27FC236}">
                  <a16:creationId xmlns:a16="http://schemas.microsoft.com/office/drawing/2014/main" id="{5341BA7E-AF77-4EDC-94E9-89AD767BF13F}"/>
                </a:ext>
              </a:extLst>
            </p:cNvPr>
            <p:cNvSpPr txBox="1">
              <a:spLocks noChangeArrowheads="1"/>
            </p:cNvSpPr>
            <p:nvPr/>
          </p:nvSpPr>
          <p:spPr bwMode="auto">
            <a:xfrm>
              <a:off x="2590" y="3124"/>
              <a:ext cx="194"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800">
                  <a:solidFill>
                    <a:schemeClr val="tx1"/>
                  </a:solidFill>
                </a:rPr>
                <a:t>Y</a:t>
              </a:r>
            </a:p>
          </p:txBody>
        </p:sp>
      </p:grpSp>
      <p:sp>
        <p:nvSpPr>
          <p:cNvPr id="46" name="Text Box 59">
            <a:extLst>
              <a:ext uri="{FF2B5EF4-FFF2-40B4-BE49-F238E27FC236}">
                <a16:creationId xmlns:a16="http://schemas.microsoft.com/office/drawing/2014/main" id="{B6B26136-C21B-47AF-8E0D-153FCE1E92CE}"/>
              </a:ext>
            </a:extLst>
          </p:cNvPr>
          <p:cNvSpPr txBox="1">
            <a:spLocks noChangeArrowheads="1"/>
          </p:cNvSpPr>
          <p:nvPr/>
        </p:nvSpPr>
        <p:spPr bwMode="auto">
          <a:xfrm>
            <a:off x="1042988" y="4662488"/>
            <a:ext cx="25685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zh-CN" sz="2800">
                <a:solidFill>
                  <a:srgbClr val="006600"/>
                </a:solidFill>
              </a:rPr>
              <a:t> </a:t>
            </a:r>
            <a:r>
              <a:rPr lang="zh-CN" altLang="en-US" sz="2800">
                <a:solidFill>
                  <a:srgbClr val="006600"/>
                </a:solidFill>
              </a:rPr>
              <a:t>逻辑图</a:t>
            </a:r>
            <a:r>
              <a:rPr lang="en-US" altLang="zh-CN" sz="2800">
                <a:solidFill>
                  <a:srgbClr val="006600"/>
                </a:solidFill>
              </a:rPr>
              <a:t>:</a:t>
            </a:r>
          </a:p>
        </p:txBody>
      </p:sp>
      <p:sp>
        <p:nvSpPr>
          <p:cNvPr id="47" name="Text Box 60">
            <a:extLst>
              <a:ext uri="{FF2B5EF4-FFF2-40B4-BE49-F238E27FC236}">
                <a16:creationId xmlns:a16="http://schemas.microsoft.com/office/drawing/2014/main" id="{B39F1725-4EEA-4B2E-B794-EA3743905590}"/>
              </a:ext>
            </a:extLst>
          </p:cNvPr>
          <p:cNvSpPr txBox="1">
            <a:spLocks noChangeArrowheads="1"/>
          </p:cNvSpPr>
          <p:nvPr/>
        </p:nvSpPr>
        <p:spPr bwMode="auto">
          <a:xfrm>
            <a:off x="1223963" y="5843588"/>
            <a:ext cx="18081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zh-CN" altLang="en-US" sz="2800" dirty="0">
                <a:solidFill>
                  <a:srgbClr val="006600"/>
                </a:solidFill>
              </a:rPr>
              <a:t>波形图</a:t>
            </a:r>
            <a:r>
              <a:rPr lang="en-US" altLang="zh-CN" sz="2800" dirty="0">
                <a:solidFill>
                  <a:srgbClr val="006600"/>
                </a:solidFill>
              </a:rPr>
              <a:t>:</a:t>
            </a:r>
            <a:endParaRPr lang="zh-CN" altLang="en-US" sz="2800" dirty="0">
              <a:solidFill>
                <a:srgbClr val="006600"/>
              </a:solidFill>
            </a:endParaRPr>
          </a:p>
        </p:txBody>
      </p:sp>
      <p:grpSp>
        <p:nvGrpSpPr>
          <p:cNvPr id="48" name="Group 63">
            <a:extLst>
              <a:ext uri="{FF2B5EF4-FFF2-40B4-BE49-F238E27FC236}">
                <a16:creationId xmlns:a16="http://schemas.microsoft.com/office/drawing/2014/main" id="{F5C855A7-7D04-48B5-8FBB-5B65FDE2CCD8}"/>
              </a:ext>
            </a:extLst>
          </p:cNvPr>
          <p:cNvGrpSpPr>
            <a:grpSpLocks/>
          </p:cNvGrpSpPr>
          <p:nvPr/>
        </p:nvGrpSpPr>
        <p:grpSpPr bwMode="auto">
          <a:xfrm>
            <a:off x="2379663" y="2592390"/>
            <a:ext cx="6537919" cy="730815"/>
            <a:chOff x="952" y="3308"/>
            <a:chExt cx="3803" cy="601"/>
          </a:xfrm>
        </p:grpSpPr>
        <p:graphicFrame>
          <p:nvGraphicFramePr>
            <p:cNvPr id="49" name="Object 64">
              <a:extLst>
                <a:ext uri="{FF2B5EF4-FFF2-40B4-BE49-F238E27FC236}">
                  <a16:creationId xmlns:a16="http://schemas.microsoft.com/office/drawing/2014/main" id="{9E284715-B163-4EA2-A66C-68546AEEDFC0}"/>
                </a:ext>
              </a:extLst>
            </p:cNvPr>
            <p:cNvGraphicFramePr>
              <a:graphicFrameLocks noChangeAspect="1"/>
            </p:cNvGraphicFramePr>
            <p:nvPr/>
          </p:nvGraphicFramePr>
          <p:xfrm>
            <a:off x="3246" y="3326"/>
            <a:ext cx="355" cy="332"/>
          </p:xfrm>
          <a:graphic>
            <a:graphicData uri="http://schemas.openxmlformats.org/presentationml/2006/ole">
              <mc:AlternateContent xmlns:mc="http://schemas.openxmlformats.org/markup-compatibility/2006">
                <mc:Choice xmlns:v="urn:schemas-microsoft-com:vml" Requires="v">
                  <p:oleObj spid="_x0000_s6168" name="公式" r:id="rId3" imgW="177480" imgH="190440" progId="Equation.3">
                    <p:embed/>
                  </p:oleObj>
                </mc:Choice>
                <mc:Fallback>
                  <p:oleObj name="公式" r:id="rId3" imgW="177480" imgH="190440" progId="Equation.3">
                    <p:embed/>
                    <p:pic>
                      <p:nvPicPr>
                        <p:cNvPr id="52" name="Object 64">
                          <a:extLst>
                            <a:ext uri="{FF2B5EF4-FFF2-40B4-BE49-F238E27FC236}">
                              <a16:creationId xmlns:a16="http://schemas.microsoft.com/office/drawing/2014/main" id="{DD68EA24-3A8C-4B36-AC2F-F71DEB7387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 y="3326"/>
                          <a:ext cx="355"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 name="Rectangle 65">
              <a:extLst>
                <a:ext uri="{FF2B5EF4-FFF2-40B4-BE49-F238E27FC236}">
                  <a16:creationId xmlns:a16="http://schemas.microsoft.com/office/drawing/2014/main" id="{DC5C8AEC-A924-462F-854A-B1F1F0E7E4D6}"/>
                </a:ext>
              </a:extLst>
            </p:cNvPr>
            <p:cNvSpPr>
              <a:spLocks noChangeArrowheads="1"/>
            </p:cNvSpPr>
            <p:nvPr/>
          </p:nvSpPr>
          <p:spPr bwMode="auto">
            <a:xfrm>
              <a:off x="952" y="3308"/>
              <a:ext cx="3803" cy="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800" i="1" dirty="0">
                  <a:solidFill>
                    <a:schemeClr val="tx1"/>
                  </a:solidFill>
                </a:rPr>
                <a:t>n</a:t>
              </a:r>
              <a:r>
                <a:rPr lang="zh-CN" altLang="en-US" sz="2800" dirty="0">
                  <a:solidFill>
                    <a:schemeClr val="tx1"/>
                  </a:solidFill>
                </a:rPr>
                <a:t>个输入变量                        种组合</a:t>
              </a:r>
              <a:r>
                <a:rPr lang="zh-CN" altLang="en-US" dirty="0">
                  <a:solidFill>
                    <a:schemeClr val="tx1"/>
                  </a:solidFill>
                </a:rPr>
                <a:t>。</a:t>
              </a:r>
            </a:p>
          </p:txBody>
        </p:sp>
        <p:sp>
          <p:nvSpPr>
            <p:cNvPr id="51" name="Line 66">
              <a:extLst>
                <a:ext uri="{FF2B5EF4-FFF2-40B4-BE49-F238E27FC236}">
                  <a16:creationId xmlns:a16="http://schemas.microsoft.com/office/drawing/2014/main" id="{ED80B175-CA21-4EAF-AE95-C483F048D2FB}"/>
                </a:ext>
              </a:extLst>
            </p:cNvPr>
            <p:cNvSpPr>
              <a:spLocks noChangeShapeType="1"/>
            </p:cNvSpPr>
            <p:nvPr/>
          </p:nvSpPr>
          <p:spPr bwMode="auto">
            <a:xfrm>
              <a:off x="2464" y="3512"/>
              <a:ext cx="752" cy="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 name="Rectangle 67">
            <a:extLst>
              <a:ext uri="{FF2B5EF4-FFF2-40B4-BE49-F238E27FC236}">
                <a16:creationId xmlns:a16="http://schemas.microsoft.com/office/drawing/2014/main" id="{00FED878-FAD8-4896-886A-FF888E51A885}"/>
              </a:ext>
            </a:extLst>
          </p:cNvPr>
          <p:cNvSpPr>
            <a:spLocks noChangeArrowheads="1"/>
          </p:cNvSpPr>
          <p:nvPr/>
        </p:nvSpPr>
        <p:spPr bwMode="auto">
          <a:xfrm>
            <a:off x="1295400" y="1192213"/>
            <a:ext cx="7513638" cy="1373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6688" indent="-1436688"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1627188"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817688"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2008188"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198688"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65588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1308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7028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2748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dirty="0">
                <a:solidFill>
                  <a:srgbClr val="006600"/>
                </a:solidFill>
              </a:rPr>
              <a:t>真值表：</a:t>
            </a:r>
            <a:r>
              <a:rPr lang="zh-CN" altLang="en-US" sz="2800" dirty="0"/>
              <a:t>将逻辑函数输入变量取值的不同组合与所对应的输出变量值用列表的方式一一对应列出的表格。</a:t>
            </a:r>
          </a:p>
        </p:txBody>
      </p:sp>
      <p:graphicFrame>
        <p:nvGraphicFramePr>
          <p:cNvPr id="53" name="Object 68">
            <a:extLst>
              <a:ext uri="{FF2B5EF4-FFF2-40B4-BE49-F238E27FC236}">
                <a16:creationId xmlns:a16="http://schemas.microsoft.com/office/drawing/2014/main" id="{87BD7A26-EB8C-45C2-A898-F2FC85818D2C}"/>
              </a:ext>
            </a:extLst>
          </p:cNvPr>
          <p:cNvGraphicFramePr>
            <a:graphicFrameLocks noChangeAspect="1"/>
          </p:cNvGraphicFramePr>
          <p:nvPr>
            <p:extLst>
              <p:ext uri="{D42A27DB-BD31-4B8C-83A1-F6EECF244321}">
                <p14:modId xmlns:p14="http://schemas.microsoft.com/office/powerpoint/2010/main" val="316522229"/>
              </p:ext>
            </p:extLst>
          </p:nvPr>
        </p:nvGraphicFramePr>
        <p:xfrm>
          <a:off x="2857500" y="3887788"/>
          <a:ext cx="2212975" cy="533400"/>
        </p:xfrm>
        <a:graphic>
          <a:graphicData uri="http://schemas.openxmlformats.org/presentationml/2006/ole">
            <mc:AlternateContent xmlns:mc="http://schemas.openxmlformats.org/markup-compatibility/2006">
              <mc:Choice xmlns:v="urn:schemas-microsoft-com:vml" Requires="v">
                <p:oleObj spid="_x0000_s6169" name="公式" r:id="rId5" imgW="838080" imgH="203040" progId="Equation.3">
                  <p:embed/>
                </p:oleObj>
              </mc:Choice>
              <mc:Fallback>
                <p:oleObj name="公式" r:id="rId5" imgW="838080" imgH="203040" progId="Equation.3">
                  <p:embed/>
                  <p:pic>
                    <p:nvPicPr>
                      <p:cNvPr id="56" name="Object 68">
                        <a:extLst>
                          <a:ext uri="{FF2B5EF4-FFF2-40B4-BE49-F238E27FC236}">
                            <a16:creationId xmlns:a16="http://schemas.microsoft.com/office/drawing/2014/main" id="{257D7C6B-AC14-4B88-AB6A-3121045BE4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3887788"/>
                        <a:ext cx="22129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 name="标题 3">
            <a:extLst>
              <a:ext uri="{FF2B5EF4-FFF2-40B4-BE49-F238E27FC236}">
                <a16:creationId xmlns:a16="http://schemas.microsoft.com/office/drawing/2014/main" id="{48289DB0-8706-4EEF-96A0-7F28696C0B91}"/>
              </a:ext>
            </a:extLst>
          </p:cNvPr>
          <p:cNvSpPr txBox="1">
            <a:spLocks/>
          </p:cNvSpPr>
          <p:nvPr/>
        </p:nvSpPr>
        <p:spPr bwMode="auto">
          <a:xfrm>
            <a:off x="2189163" y="309563"/>
            <a:ext cx="6954837" cy="58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sz="3600">
                <a:solidFill>
                  <a:schemeClr val="tx1"/>
                </a:solidFill>
                <a:latin typeface="+mn-ea"/>
                <a:ea typeface="+mn-ea"/>
                <a:cs typeface="Times New Roman" panose="02020603050405020304" pitchFamily="18" charset="0"/>
              </a:rPr>
              <a:t>§2</a:t>
            </a:r>
            <a:r>
              <a:rPr lang="en-US" altLang="zh-CN" sz="3600">
                <a:solidFill>
                  <a:schemeClr val="tx1"/>
                </a:solidFill>
                <a:latin typeface="+mn-ea"/>
                <a:ea typeface="+mn-ea"/>
              </a:rPr>
              <a:t>—4 </a:t>
            </a:r>
            <a:r>
              <a:rPr lang="zh-CN" altLang="en-US" sz="3600">
                <a:solidFill>
                  <a:schemeClr val="tx1"/>
                </a:solidFill>
                <a:latin typeface="+mn-ea"/>
                <a:ea typeface="+mn-ea"/>
              </a:rPr>
              <a:t>逻辑函数的表示方法</a:t>
            </a:r>
            <a:endParaRPr lang="zh-CN" altLang="en-US" sz="3600" dirty="0">
              <a:solidFill>
                <a:schemeClr val="tx1"/>
              </a:solidFill>
              <a:latin typeface="+mn-ea"/>
              <a:ea typeface="+mn-ea"/>
            </a:endParaRPr>
          </a:p>
        </p:txBody>
      </p:sp>
      <p:sp>
        <p:nvSpPr>
          <p:cNvPr id="55" name="Text Box 60">
            <a:extLst>
              <a:ext uri="{FF2B5EF4-FFF2-40B4-BE49-F238E27FC236}">
                <a16:creationId xmlns:a16="http://schemas.microsoft.com/office/drawing/2014/main" id="{CE6BB8C0-B0D9-431C-B067-00218A8BB381}"/>
              </a:ext>
            </a:extLst>
          </p:cNvPr>
          <p:cNvSpPr txBox="1">
            <a:spLocks noChangeArrowheads="1"/>
          </p:cNvSpPr>
          <p:nvPr/>
        </p:nvSpPr>
        <p:spPr bwMode="auto">
          <a:xfrm>
            <a:off x="1223962" y="6370063"/>
            <a:ext cx="330586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zh-CN" altLang="en-US" dirty="0">
                <a:solidFill>
                  <a:srgbClr val="006600"/>
                </a:solidFill>
              </a:rPr>
              <a:t>硬件描述语言</a:t>
            </a:r>
            <a:r>
              <a:rPr lang="en-US" altLang="zh-CN" sz="2800" dirty="0">
                <a:solidFill>
                  <a:srgbClr val="006600"/>
                </a:solidFill>
              </a:rPr>
              <a:t>:</a:t>
            </a:r>
            <a:endParaRPr lang="zh-CN" altLang="en-US" sz="2800" dirty="0">
              <a:solidFill>
                <a:srgbClr val="006600"/>
              </a:solidFill>
            </a:endParaRPr>
          </a:p>
        </p:txBody>
      </p:sp>
    </p:spTree>
    <p:extLst>
      <p:ext uri="{BB962C8B-B14F-4D97-AF65-F5344CB8AC3E}">
        <p14:creationId xmlns:p14="http://schemas.microsoft.com/office/powerpoint/2010/main" val="413255803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left)">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wipe(left)">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50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wipe(left)">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left)">
                                      <p:cBhvr>
                                        <p:cTn id="5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46" grpId="0" autoUpdateAnimBg="0"/>
      <p:bldP spid="47" grpId="0" autoUpdateAnimBg="0"/>
      <p:bldP spid="52" grpId="0" autoUpdateAnimBg="0"/>
      <p:bldP spid="5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83D0B6E-0EBF-4F65-AFA0-9A8EA9DFFA5E}"/>
              </a:ext>
            </a:extLst>
          </p:cNvPr>
          <p:cNvSpPr>
            <a:spLocks noChangeArrowheads="1"/>
          </p:cNvSpPr>
          <p:nvPr/>
        </p:nvSpPr>
        <p:spPr bwMode="auto">
          <a:xfrm>
            <a:off x="666750" y="72736"/>
            <a:ext cx="7772400" cy="1070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1" lang="zh-CN" altLang="en-US" sz="4400" b="0" i="0" u="none" strike="noStrike" kern="0" cap="none" spc="0" normalizeH="0" baseline="0" noProof="0">
                <a:ln>
                  <a:noFill/>
                </a:ln>
                <a:solidFill>
                  <a:srgbClr val="FF00FF"/>
                </a:solidFill>
                <a:effectLst/>
                <a:uLnTx/>
                <a:uFillTx/>
                <a:latin typeface="Times New Roman" panose="02020603050405020304" pitchFamily="18" charset="0"/>
                <a:ea typeface="宋体" panose="02010600030101010101" pitchFamily="2" charset="-122"/>
              </a:rPr>
              <a:t>逻辑问题：裁判电路</a:t>
            </a:r>
          </a:p>
        </p:txBody>
      </p:sp>
      <p:sp>
        <p:nvSpPr>
          <p:cNvPr id="3" name="Rectangle 4">
            <a:extLst>
              <a:ext uri="{FF2B5EF4-FFF2-40B4-BE49-F238E27FC236}">
                <a16:creationId xmlns:a16="http://schemas.microsoft.com/office/drawing/2014/main" id="{3491A9E4-1B22-4C90-AE2F-ADA4312D32B7}"/>
              </a:ext>
            </a:extLst>
          </p:cNvPr>
          <p:cNvSpPr>
            <a:spLocks noChangeArrowheads="1"/>
          </p:cNvSpPr>
          <p:nvPr/>
        </p:nvSpPr>
        <p:spPr bwMode="auto">
          <a:xfrm>
            <a:off x="696913" y="4297363"/>
            <a:ext cx="8018462"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buClr>
                <a:srgbClr val="000000"/>
              </a:buClr>
              <a:buSzPct val="75000"/>
              <a:buFont typeface="Wingdings" panose="05000000000000000000" pitchFamily="2" charset="2"/>
              <a:buChar char="n"/>
            </a:pPr>
            <a:r>
              <a:rPr lang="zh-CN" altLang="en-US" sz="3200">
                <a:solidFill>
                  <a:srgbClr val="0000FF"/>
                </a:solidFill>
                <a:latin typeface="Times New Roman" panose="02020603050405020304" pitchFamily="18" charset="0"/>
              </a:rPr>
              <a:t>问题抽象：</a:t>
            </a:r>
            <a:r>
              <a:rPr lang="zh-CN" altLang="en-US" sz="3200">
                <a:solidFill>
                  <a:srgbClr val="000000"/>
                </a:solidFill>
                <a:latin typeface="Times New Roman" panose="02020603050405020304" pitchFamily="18" charset="0"/>
              </a:rPr>
              <a:t>输入变量</a:t>
            </a:r>
            <a:r>
              <a:rPr lang="en-US" altLang="zh-CN" sz="3200">
                <a:solidFill>
                  <a:srgbClr val="000000"/>
                </a:solidFill>
                <a:latin typeface="Times New Roman" panose="02020603050405020304" pitchFamily="18" charset="0"/>
              </a:rPr>
              <a:t>A</a:t>
            </a:r>
            <a:r>
              <a:rPr lang="zh-CN" altLang="en-US" sz="3200">
                <a:solidFill>
                  <a:srgbClr val="000000"/>
                </a:solidFill>
                <a:latin typeface="Times New Roman" panose="02020603050405020304" pitchFamily="18" charset="0"/>
              </a:rPr>
              <a:t>、</a:t>
            </a:r>
            <a:r>
              <a:rPr lang="en-US" altLang="zh-CN" sz="3200">
                <a:solidFill>
                  <a:srgbClr val="000000"/>
                </a:solidFill>
                <a:latin typeface="Times New Roman" panose="02020603050405020304" pitchFamily="18" charset="0"/>
              </a:rPr>
              <a:t>B</a:t>
            </a:r>
            <a:r>
              <a:rPr lang="zh-CN" altLang="en-US" sz="3200">
                <a:solidFill>
                  <a:srgbClr val="000000"/>
                </a:solidFill>
                <a:latin typeface="Times New Roman" panose="02020603050405020304" pitchFamily="18" charset="0"/>
              </a:rPr>
              <a:t>、</a:t>
            </a:r>
            <a:r>
              <a:rPr lang="en-US" altLang="zh-CN" sz="3200">
                <a:solidFill>
                  <a:srgbClr val="000000"/>
                </a:solidFill>
                <a:latin typeface="Times New Roman" panose="02020603050405020304" pitchFamily="18" charset="0"/>
              </a:rPr>
              <a:t>C</a:t>
            </a:r>
            <a:r>
              <a:rPr lang="zh-CN" altLang="en-US" sz="3200">
                <a:solidFill>
                  <a:srgbClr val="000000"/>
                </a:solidFill>
                <a:latin typeface="Times New Roman" panose="02020603050405020304" pitchFamily="18" charset="0"/>
              </a:rPr>
              <a:t>分别代表主裁和两个副裁，同意为</a:t>
            </a:r>
            <a:r>
              <a:rPr lang="en-US" altLang="zh-CN" sz="3200">
                <a:solidFill>
                  <a:srgbClr val="000000"/>
                </a:solidFill>
                <a:latin typeface="Times New Roman" panose="02020603050405020304" pitchFamily="18" charset="0"/>
              </a:rPr>
              <a:t>1</a:t>
            </a:r>
            <a:r>
              <a:rPr lang="zh-CN" altLang="en-US" sz="3200">
                <a:solidFill>
                  <a:srgbClr val="000000"/>
                </a:solidFill>
                <a:latin typeface="Times New Roman" panose="02020603050405020304" pitchFamily="18" charset="0"/>
              </a:rPr>
              <a:t>；输出变量</a:t>
            </a:r>
            <a:r>
              <a:rPr lang="en-US" altLang="zh-CN" sz="3200">
                <a:solidFill>
                  <a:srgbClr val="000000"/>
                </a:solidFill>
                <a:latin typeface="Times New Roman" panose="02020603050405020304" pitchFamily="18" charset="0"/>
              </a:rPr>
              <a:t>Y</a:t>
            </a:r>
            <a:r>
              <a:rPr lang="zh-CN" altLang="en-US" sz="3200">
                <a:solidFill>
                  <a:srgbClr val="000000"/>
                </a:solidFill>
                <a:latin typeface="Times New Roman" panose="02020603050405020304" pitchFamily="18" charset="0"/>
              </a:rPr>
              <a:t>代表运动员成绩，有效为</a:t>
            </a:r>
            <a:r>
              <a:rPr lang="en-US" altLang="zh-CN" sz="3200">
                <a:solidFill>
                  <a:srgbClr val="000000"/>
                </a:solidFill>
                <a:latin typeface="Times New Roman" panose="02020603050405020304" pitchFamily="18" charset="0"/>
              </a:rPr>
              <a:t>1</a:t>
            </a:r>
            <a:r>
              <a:rPr lang="zh-CN" altLang="en-US" sz="3200">
                <a:solidFill>
                  <a:srgbClr val="000000"/>
                </a:solidFill>
                <a:latin typeface="Times New Roman" panose="02020603050405020304" pitchFamily="18" charset="0"/>
              </a:rPr>
              <a:t>。</a:t>
            </a:r>
          </a:p>
        </p:txBody>
      </p:sp>
      <p:sp>
        <p:nvSpPr>
          <p:cNvPr id="4" name="Rectangle 5">
            <a:extLst>
              <a:ext uri="{FF2B5EF4-FFF2-40B4-BE49-F238E27FC236}">
                <a16:creationId xmlns:a16="http://schemas.microsoft.com/office/drawing/2014/main" id="{6CC2C71E-D746-4EF6-ABF0-963ADCFB151D}"/>
              </a:ext>
            </a:extLst>
          </p:cNvPr>
          <p:cNvSpPr>
            <a:spLocks noChangeArrowheads="1"/>
          </p:cNvSpPr>
          <p:nvPr/>
        </p:nvSpPr>
        <p:spPr bwMode="auto">
          <a:xfrm>
            <a:off x="685800" y="1254125"/>
            <a:ext cx="7867650" cy="277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Clr>
                <a:srgbClr val="000000"/>
              </a:buClr>
              <a:buSzPct val="75000"/>
              <a:buFont typeface="Wingdings" panose="05000000000000000000" pitchFamily="2" charset="2"/>
              <a:buChar char="n"/>
            </a:pPr>
            <a:r>
              <a:rPr lang="zh-CN" altLang="en-US" sz="3200">
                <a:solidFill>
                  <a:srgbClr val="0000FF"/>
                </a:solidFill>
                <a:latin typeface="Times New Roman" panose="02020603050405020304" pitchFamily="18" charset="0"/>
              </a:rPr>
              <a:t>问题描述如下：</a:t>
            </a:r>
          </a:p>
          <a:p>
            <a:pPr eaLnBrk="1" hangingPunct="1">
              <a:spcBef>
                <a:spcPct val="50000"/>
              </a:spcBef>
              <a:buClr>
                <a:srgbClr val="000000"/>
              </a:buClr>
              <a:buSzPct val="75000"/>
              <a:buFont typeface="Wingdings" panose="05000000000000000000" pitchFamily="2" charset="2"/>
              <a:buNone/>
            </a:pPr>
            <a:r>
              <a:rPr lang="zh-CN" altLang="en-US" sz="3200">
                <a:solidFill>
                  <a:srgbClr val="000000"/>
                </a:solidFill>
                <a:latin typeface="Times New Roman" panose="02020603050405020304" pitchFamily="18" charset="0"/>
              </a:rPr>
              <a:t>       举重比赛中有</a:t>
            </a:r>
            <a:r>
              <a:rPr lang="en-US" altLang="zh-CN" sz="3200">
                <a:solidFill>
                  <a:srgbClr val="000000"/>
                </a:solidFill>
                <a:latin typeface="Times New Roman" panose="02020603050405020304" pitchFamily="18" charset="0"/>
              </a:rPr>
              <a:t>A</a:t>
            </a:r>
            <a:r>
              <a:rPr lang="zh-CN" altLang="en-US" sz="3200">
                <a:solidFill>
                  <a:srgbClr val="000000"/>
                </a:solidFill>
                <a:latin typeface="Times New Roman" panose="02020603050405020304" pitchFamily="18" charset="0"/>
              </a:rPr>
              <a:t>、</a:t>
            </a:r>
            <a:r>
              <a:rPr lang="en-US" altLang="zh-CN" sz="3200">
                <a:solidFill>
                  <a:srgbClr val="000000"/>
                </a:solidFill>
                <a:latin typeface="Times New Roman" panose="02020603050405020304" pitchFamily="18" charset="0"/>
              </a:rPr>
              <a:t>B</a:t>
            </a:r>
            <a:r>
              <a:rPr lang="zh-CN" altLang="en-US" sz="3200">
                <a:solidFill>
                  <a:srgbClr val="000000"/>
                </a:solidFill>
                <a:latin typeface="Times New Roman" panose="02020603050405020304" pitchFamily="18" charset="0"/>
              </a:rPr>
              <a:t>、</a:t>
            </a:r>
            <a:r>
              <a:rPr lang="en-US" altLang="zh-CN" sz="3200">
                <a:solidFill>
                  <a:srgbClr val="000000"/>
                </a:solidFill>
                <a:latin typeface="Times New Roman" panose="02020603050405020304" pitchFamily="18" charset="0"/>
              </a:rPr>
              <a:t>C</a:t>
            </a:r>
            <a:r>
              <a:rPr lang="zh-CN" altLang="en-US" sz="3200">
                <a:solidFill>
                  <a:srgbClr val="000000"/>
                </a:solidFill>
                <a:latin typeface="Times New Roman" panose="02020603050405020304" pitchFamily="18" charset="0"/>
              </a:rPr>
              <a:t>三个裁判，</a:t>
            </a:r>
            <a:r>
              <a:rPr lang="en-US" altLang="zh-CN" sz="3200">
                <a:solidFill>
                  <a:srgbClr val="000000"/>
                </a:solidFill>
                <a:latin typeface="Times New Roman" panose="02020603050405020304" pitchFamily="18" charset="0"/>
              </a:rPr>
              <a:t>A</a:t>
            </a:r>
            <a:r>
              <a:rPr lang="zh-CN" altLang="en-US" sz="3200">
                <a:solidFill>
                  <a:srgbClr val="000000"/>
                </a:solidFill>
                <a:latin typeface="Times New Roman" panose="02020603050405020304" pitchFamily="18" charset="0"/>
              </a:rPr>
              <a:t>为主裁，</a:t>
            </a:r>
            <a:r>
              <a:rPr lang="en-US" altLang="zh-CN" sz="3200">
                <a:solidFill>
                  <a:srgbClr val="000000"/>
                </a:solidFill>
                <a:latin typeface="Times New Roman" panose="02020603050405020304" pitchFamily="18" charset="0"/>
              </a:rPr>
              <a:t>B</a:t>
            </a:r>
            <a:r>
              <a:rPr lang="zh-CN" altLang="en-US" sz="3200">
                <a:solidFill>
                  <a:srgbClr val="000000"/>
                </a:solidFill>
                <a:latin typeface="Times New Roman" panose="02020603050405020304" pitchFamily="18" charset="0"/>
              </a:rPr>
              <a:t>、</a:t>
            </a:r>
            <a:r>
              <a:rPr lang="en-US" altLang="zh-CN" sz="3200">
                <a:solidFill>
                  <a:srgbClr val="000000"/>
                </a:solidFill>
                <a:latin typeface="Times New Roman" panose="02020603050405020304" pitchFamily="18" charset="0"/>
              </a:rPr>
              <a:t>C</a:t>
            </a:r>
            <a:r>
              <a:rPr lang="zh-CN" altLang="en-US" sz="3200">
                <a:solidFill>
                  <a:srgbClr val="000000"/>
                </a:solidFill>
                <a:latin typeface="Times New Roman" panose="02020603050405020304" pitchFamily="18" charset="0"/>
              </a:rPr>
              <a:t>为副裁，规定当主裁和至少一个副裁认定成绩有效时，则运动员成绩</a:t>
            </a:r>
            <a:r>
              <a:rPr lang="en-US" altLang="zh-CN" sz="3200">
                <a:solidFill>
                  <a:srgbClr val="000000"/>
                </a:solidFill>
                <a:latin typeface="Times New Roman" panose="02020603050405020304" pitchFamily="18" charset="0"/>
              </a:rPr>
              <a:t>Y</a:t>
            </a:r>
            <a:r>
              <a:rPr lang="zh-CN" altLang="en-US" sz="3200">
                <a:solidFill>
                  <a:srgbClr val="000000"/>
                </a:solidFill>
                <a:latin typeface="Times New Roman" panose="02020603050405020304" pitchFamily="18" charset="0"/>
              </a:rPr>
              <a:t>有效；否则无效。</a:t>
            </a:r>
          </a:p>
        </p:txBody>
      </p:sp>
    </p:spTree>
    <p:extLst>
      <p:ext uri="{BB962C8B-B14F-4D97-AF65-F5344CB8AC3E}">
        <p14:creationId xmlns:p14="http://schemas.microsoft.com/office/powerpoint/2010/main" val="172685823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8DE51C3E-0233-4424-9E04-A06A702F5ACB}"/>
              </a:ext>
            </a:extLst>
          </p:cNvPr>
          <p:cNvGraphicFramePr>
            <a:graphicFrameLocks noChangeAspect="1"/>
          </p:cNvGraphicFramePr>
          <p:nvPr>
            <p:extLst>
              <p:ext uri="{D42A27DB-BD31-4B8C-83A1-F6EECF244321}">
                <p14:modId xmlns:p14="http://schemas.microsoft.com/office/powerpoint/2010/main" val="1844484105"/>
              </p:ext>
            </p:extLst>
          </p:nvPr>
        </p:nvGraphicFramePr>
        <p:xfrm>
          <a:off x="4876801" y="1492828"/>
          <a:ext cx="2933700" cy="4781550"/>
        </p:xfrm>
        <a:graphic>
          <a:graphicData uri="http://schemas.openxmlformats.org/presentationml/2006/ole">
            <mc:AlternateContent xmlns:mc="http://schemas.openxmlformats.org/markup-compatibility/2006">
              <mc:Choice xmlns:v="urn:schemas-microsoft-com:vml" Requires="v">
                <p:oleObj spid="_x0000_s7181" name="文档" r:id="rId3" imgW="2580591" imgH="4208054" progId="Word.Document.8">
                  <p:embed/>
                </p:oleObj>
              </mc:Choice>
              <mc:Fallback>
                <p:oleObj name="文档" r:id="rId3" imgW="2580591" imgH="4208054" progId="Word.Document.8">
                  <p:embed/>
                  <p:pic>
                    <p:nvPicPr>
                      <p:cNvPr id="273410" name="Object 2">
                        <a:extLst>
                          <a:ext uri="{FF2B5EF4-FFF2-40B4-BE49-F238E27FC236}">
                            <a16:creationId xmlns:a16="http://schemas.microsoft.com/office/drawing/2014/main" id="{7C2060C9-40B4-4FF5-A42B-9592C3BF89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1" y="1492828"/>
                        <a:ext cx="2933700"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3">
            <a:extLst>
              <a:ext uri="{FF2B5EF4-FFF2-40B4-BE49-F238E27FC236}">
                <a16:creationId xmlns:a16="http://schemas.microsoft.com/office/drawing/2014/main" id="{9F48AF42-70A9-432D-A201-C6CD9F862656}"/>
              </a:ext>
            </a:extLst>
          </p:cNvPr>
          <p:cNvSpPr txBox="1">
            <a:spLocks noChangeArrowheads="1"/>
          </p:cNvSpPr>
          <p:nvPr/>
        </p:nvSpPr>
        <p:spPr bwMode="auto">
          <a:xfrm>
            <a:off x="685801" y="1630362"/>
            <a:ext cx="35814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484188" indent="-484188"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525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430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lang="zh-CN" altLang="en-US" sz="3200" dirty="0">
                <a:solidFill>
                  <a:srgbClr val="D60093"/>
                </a:solidFill>
              </a:rPr>
              <a:t>列真值表的方法：</a:t>
            </a:r>
            <a:r>
              <a:rPr lang="zh-CN" altLang="en-US" sz="3200" dirty="0"/>
              <a:t>一般按二进制的顺序，输出与输入状态一一对应，列出所有可能的状态。</a:t>
            </a:r>
          </a:p>
        </p:txBody>
      </p:sp>
      <p:sp>
        <p:nvSpPr>
          <p:cNvPr id="4" name="Rectangle 5">
            <a:extLst>
              <a:ext uri="{FF2B5EF4-FFF2-40B4-BE49-F238E27FC236}">
                <a16:creationId xmlns:a16="http://schemas.microsoft.com/office/drawing/2014/main" id="{4B672814-5702-4BF0-920B-D8582879A91E}"/>
              </a:ext>
            </a:extLst>
          </p:cNvPr>
          <p:cNvSpPr>
            <a:spLocks noChangeArrowheads="1"/>
          </p:cNvSpPr>
          <p:nvPr/>
        </p:nvSpPr>
        <p:spPr bwMode="auto">
          <a:xfrm>
            <a:off x="2527300" y="126423"/>
            <a:ext cx="3143250" cy="800100"/>
          </a:xfrm>
          <a:prstGeom prst="rect">
            <a:avLst/>
          </a:prstGeom>
          <a:gradFill rotWithShape="0">
            <a:gsLst>
              <a:gs pos="0">
                <a:srgbClr val="FFFFFF"/>
              </a:gs>
              <a:gs pos="100000">
                <a:srgbClr val="CCFFCC"/>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400" dirty="0">
                <a:solidFill>
                  <a:srgbClr val="0000FF"/>
                </a:solidFill>
              </a:rPr>
              <a:t>一、真值表</a:t>
            </a:r>
          </a:p>
        </p:txBody>
      </p:sp>
    </p:spTree>
    <p:extLst>
      <p:ext uri="{BB962C8B-B14F-4D97-AF65-F5344CB8AC3E}">
        <p14:creationId xmlns:p14="http://schemas.microsoft.com/office/powerpoint/2010/main" val="293078831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6C17248-A195-47A1-98A1-01328A2FAFA2}"/>
              </a:ext>
            </a:extLst>
          </p:cNvPr>
          <p:cNvSpPr>
            <a:spLocks noChangeArrowheads="1"/>
          </p:cNvSpPr>
          <p:nvPr/>
        </p:nvSpPr>
        <p:spPr bwMode="auto">
          <a:xfrm>
            <a:off x="2246169" y="74469"/>
            <a:ext cx="4248150" cy="800100"/>
          </a:xfrm>
          <a:prstGeom prst="rect">
            <a:avLst/>
          </a:prstGeom>
          <a:gradFill rotWithShape="0">
            <a:gsLst>
              <a:gs pos="0">
                <a:srgbClr val="FFFFFF"/>
              </a:gs>
              <a:gs pos="100000">
                <a:srgbClr val="CCFFCC"/>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400" dirty="0">
                <a:solidFill>
                  <a:srgbClr val="0000FF"/>
                </a:solidFill>
              </a:rPr>
              <a:t>二、逻辑函数式</a:t>
            </a:r>
          </a:p>
        </p:txBody>
      </p:sp>
      <p:sp>
        <p:nvSpPr>
          <p:cNvPr id="3" name="Rectangle 4">
            <a:extLst>
              <a:ext uri="{FF2B5EF4-FFF2-40B4-BE49-F238E27FC236}">
                <a16:creationId xmlns:a16="http://schemas.microsoft.com/office/drawing/2014/main" id="{C4C41FFF-D485-496F-9606-22529140500C}"/>
              </a:ext>
            </a:extLst>
          </p:cNvPr>
          <p:cNvSpPr>
            <a:spLocks noChangeArrowheads="1"/>
          </p:cNvSpPr>
          <p:nvPr/>
        </p:nvSpPr>
        <p:spPr bwMode="auto">
          <a:xfrm>
            <a:off x="1096241" y="1606984"/>
            <a:ext cx="7334250" cy="399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
                <a:schemeClr val="tx2"/>
              </a:buClr>
              <a:buSzPct val="75000"/>
              <a:buFont typeface="Wingdings" panose="05000000000000000000" pitchFamily="2" charset="2"/>
              <a:buChar char="n"/>
            </a:pPr>
            <a:r>
              <a:rPr lang="zh-CN" altLang="en-US" dirty="0">
                <a:solidFill>
                  <a:schemeClr val="tx1"/>
                </a:solidFill>
              </a:rPr>
              <a:t>由规定当主裁</a:t>
            </a:r>
            <a:r>
              <a:rPr lang="en-US" altLang="zh-CN" dirty="0">
                <a:solidFill>
                  <a:schemeClr val="tx1"/>
                </a:solidFill>
              </a:rPr>
              <a:t>A</a:t>
            </a:r>
            <a:r>
              <a:rPr lang="zh-CN" altLang="en-US" dirty="0">
                <a:solidFill>
                  <a:schemeClr val="tx1"/>
                </a:solidFill>
              </a:rPr>
              <a:t>和至少一个副裁</a:t>
            </a:r>
            <a:r>
              <a:rPr lang="en-US" altLang="zh-CN" dirty="0">
                <a:solidFill>
                  <a:schemeClr val="tx1"/>
                </a:solidFill>
              </a:rPr>
              <a:t>B</a:t>
            </a:r>
            <a:r>
              <a:rPr lang="zh-CN" altLang="en-US" dirty="0">
                <a:solidFill>
                  <a:schemeClr val="tx1"/>
                </a:solidFill>
              </a:rPr>
              <a:t>、</a:t>
            </a:r>
            <a:r>
              <a:rPr lang="en-US" altLang="zh-CN" dirty="0">
                <a:solidFill>
                  <a:schemeClr val="tx1"/>
                </a:solidFill>
              </a:rPr>
              <a:t>C</a:t>
            </a:r>
            <a:r>
              <a:rPr lang="zh-CN" altLang="en-US" dirty="0">
                <a:solidFill>
                  <a:schemeClr val="tx1"/>
                </a:solidFill>
              </a:rPr>
              <a:t>认定成绩有效时，则运动员成绩</a:t>
            </a:r>
            <a:r>
              <a:rPr lang="en-US" altLang="zh-CN" dirty="0">
                <a:solidFill>
                  <a:schemeClr val="tx1"/>
                </a:solidFill>
              </a:rPr>
              <a:t>Y</a:t>
            </a:r>
            <a:r>
              <a:rPr lang="zh-CN" altLang="en-US" dirty="0">
                <a:solidFill>
                  <a:schemeClr val="tx1"/>
                </a:solidFill>
              </a:rPr>
              <a:t>有效，可知：</a:t>
            </a:r>
          </a:p>
          <a:p>
            <a:pPr algn="l">
              <a:buClr>
                <a:schemeClr val="tx2"/>
              </a:buClr>
              <a:buSzPct val="75000"/>
              <a:buFont typeface="Wingdings" panose="05000000000000000000" pitchFamily="2" charset="2"/>
              <a:buNone/>
            </a:pPr>
            <a:r>
              <a:rPr lang="zh-CN" altLang="en-US" dirty="0">
                <a:solidFill>
                  <a:schemeClr val="tx1"/>
                </a:solidFill>
              </a:rPr>
              <a:t>                      </a:t>
            </a:r>
            <a:r>
              <a:rPr lang="en-US" altLang="zh-CN" dirty="0">
                <a:solidFill>
                  <a:schemeClr val="tx1"/>
                </a:solidFill>
              </a:rPr>
              <a:t>Y=A ·</a:t>
            </a:r>
            <a:r>
              <a:rPr lang="zh-CN" altLang="en-US" dirty="0">
                <a:solidFill>
                  <a:schemeClr val="tx1"/>
                </a:solidFill>
              </a:rPr>
              <a:t>（</a:t>
            </a:r>
            <a:r>
              <a:rPr lang="en-US" altLang="zh-CN" dirty="0">
                <a:solidFill>
                  <a:schemeClr val="tx1"/>
                </a:solidFill>
              </a:rPr>
              <a:t>B+C</a:t>
            </a:r>
            <a:r>
              <a:rPr lang="zh-CN" altLang="en-US" dirty="0">
                <a:solidFill>
                  <a:schemeClr val="tx1"/>
                </a:solidFill>
              </a:rPr>
              <a:t>）</a:t>
            </a:r>
          </a:p>
          <a:p>
            <a:pPr algn="l">
              <a:buClr>
                <a:schemeClr val="tx2"/>
              </a:buClr>
              <a:buSzPct val="75000"/>
              <a:buFont typeface="Wingdings" panose="05000000000000000000" pitchFamily="2" charset="2"/>
              <a:buChar char="n"/>
            </a:pPr>
            <a:r>
              <a:rPr lang="zh-CN" altLang="en-US" dirty="0">
                <a:solidFill>
                  <a:schemeClr val="tx1"/>
                </a:solidFill>
              </a:rPr>
              <a:t>对于较复杂的逻辑问题，往往很难直接写出逻辑函数式，可以通过真值表的帮助来获得逻辑函数式。</a:t>
            </a:r>
          </a:p>
        </p:txBody>
      </p:sp>
    </p:spTree>
    <p:extLst>
      <p:ext uri="{BB962C8B-B14F-4D97-AF65-F5344CB8AC3E}">
        <p14:creationId xmlns:p14="http://schemas.microsoft.com/office/powerpoint/2010/main" val="195041089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28A371EB-08F4-49AC-8FCB-E2D44BD70F8A}"/>
              </a:ext>
            </a:extLst>
          </p:cNvPr>
          <p:cNvSpPr txBox="1">
            <a:spLocks noChangeArrowheads="1"/>
          </p:cNvSpPr>
          <p:nvPr/>
        </p:nvSpPr>
        <p:spPr bwMode="auto">
          <a:xfrm>
            <a:off x="1081088" y="1382713"/>
            <a:ext cx="710723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dirty="0">
                <a:solidFill>
                  <a:schemeClr val="tx1"/>
                </a:solidFill>
              </a:rPr>
              <a:t>        </a:t>
            </a:r>
            <a:r>
              <a:rPr lang="zh-CN" altLang="en-US" dirty="0">
                <a:solidFill>
                  <a:schemeClr val="tx1"/>
                </a:solidFill>
              </a:rPr>
              <a:t>把相应的逻辑关系用逻辑符号和连线表示出来，就构成了</a:t>
            </a:r>
            <a:r>
              <a:rPr lang="zh-CN" altLang="en-US" dirty="0">
                <a:solidFill>
                  <a:srgbClr val="FF0000"/>
                </a:solidFill>
              </a:rPr>
              <a:t>逻辑图</a:t>
            </a:r>
            <a:r>
              <a:rPr lang="zh-CN" altLang="en-US" dirty="0">
                <a:solidFill>
                  <a:schemeClr val="tx1"/>
                </a:solidFill>
              </a:rPr>
              <a:t>。</a:t>
            </a:r>
          </a:p>
        </p:txBody>
      </p:sp>
      <p:grpSp>
        <p:nvGrpSpPr>
          <p:cNvPr id="3" name="Group 35">
            <a:extLst>
              <a:ext uri="{FF2B5EF4-FFF2-40B4-BE49-F238E27FC236}">
                <a16:creationId xmlns:a16="http://schemas.microsoft.com/office/drawing/2014/main" id="{C07E0DEA-8C24-44F8-BD5D-CFBF089FC634}"/>
              </a:ext>
            </a:extLst>
          </p:cNvPr>
          <p:cNvGrpSpPr>
            <a:grpSpLocks/>
          </p:cNvGrpSpPr>
          <p:nvPr/>
        </p:nvGrpSpPr>
        <p:grpSpPr bwMode="auto">
          <a:xfrm>
            <a:off x="1893888" y="2949575"/>
            <a:ext cx="6184900" cy="2819400"/>
            <a:chOff x="748" y="1380"/>
            <a:chExt cx="3896" cy="1776"/>
          </a:xfrm>
        </p:grpSpPr>
        <p:grpSp>
          <p:nvGrpSpPr>
            <p:cNvPr id="4" name="Group 11">
              <a:extLst>
                <a:ext uri="{FF2B5EF4-FFF2-40B4-BE49-F238E27FC236}">
                  <a16:creationId xmlns:a16="http://schemas.microsoft.com/office/drawing/2014/main" id="{AD9A266D-9824-4B14-976C-0D3EE041F0EF}"/>
                </a:ext>
              </a:extLst>
            </p:cNvPr>
            <p:cNvGrpSpPr>
              <a:grpSpLocks/>
            </p:cNvGrpSpPr>
            <p:nvPr/>
          </p:nvGrpSpPr>
          <p:grpSpPr bwMode="auto">
            <a:xfrm>
              <a:off x="748" y="1380"/>
              <a:ext cx="1508" cy="768"/>
              <a:chOff x="748" y="1380"/>
              <a:chExt cx="1508" cy="768"/>
            </a:xfrm>
          </p:grpSpPr>
          <p:sp>
            <p:nvSpPr>
              <p:cNvPr id="28" name="Rectangle 4">
                <a:extLst>
                  <a:ext uri="{FF2B5EF4-FFF2-40B4-BE49-F238E27FC236}">
                    <a16:creationId xmlns:a16="http://schemas.microsoft.com/office/drawing/2014/main" id="{A0E90D98-02DC-4445-912C-8834D47017C8}"/>
                  </a:ext>
                </a:extLst>
              </p:cNvPr>
              <p:cNvSpPr>
                <a:spLocks noChangeArrowheads="1"/>
              </p:cNvSpPr>
              <p:nvPr/>
            </p:nvSpPr>
            <p:spPr bwMode="auto">
              <a:xfrm>
                <a:off x="1380" y="1416"/>
                <a:ext cx="540" cy="7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 name="Line 5">
                <a:extLst>
                  <a:ext uri="{FF2B5EF4-FFF2-40B4-BE49-F238E27FC236}">
                    <a16:creationId xmlns:a16="http://schemas.microsoft.com/office/drawing/2014/main" id="{0A98BEF9-8042-4E5F-8F52-42F6D6962004}"/>
                  </a:ext>
                </a:extLst>
              </p:cNvPr>
              <p:cNvSpPr>
                <a:spLocks noChangeShapeType="1"/>
              </p:cNvSpPr>
              <p:nvPr/>
            </p:nvSpPr>
            <p:spPr bwMode="auto">
              <a:xfrm>
                <a:off x="1044" y="1608"/>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0" name="Line 6">
                <a:extLst>
                  <a:ext uri="{FF2B5EF4-FFF2-40B4-BE49-F238E27FC236}">
                    <a16:creationId xmlns:a16="http://schemas.microsoft.com/office/drawing/2014/main" id="{72C2F241-1CB0-4BD8-B0D4-D8D36B1349A4}"/>
                  </a:ext>
                </a:extLst>
              </p:cNvPr>
              <p:cNvSpPr>
                <a:spLocks noChangeShapeType="1"/>
              </p:cNvSpPr>
              <p:nvPr/>
            </p:nvSpPr>
            <p:spPr bwMode="auto">
              <a:xfrm>
                <a:off x="1044" y="1956"/>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1" name="Line 7">
                <a:extLst>
                  <a:ext uri="{FF2B5EF4-FFF2-40B4-BE49-F238E27FC236}">
                    <a16:creationId xmlns:a16="http://schemas.microsoft.com/office/drawing/2014/main" id="{BC61A0CD-2434-4773-919D-D4D4784195FE}"/>
                  </a:ext>
                </a:extLst>
              </p:cNvPr>
              <p:cNvSpPr>
                <a:spLocks noChangeShapeType="1"/>
              </p:cNvSpPr>
              <p:nvPr/>
            </p:nvSpPr>
            <p:spPr bwMode="auto">
              <a:xfrm>
                <a:off x="1920" y="1764"/>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2" name="Text Box 8">
                <a:extLst>
                  <a:ext uri="{FF2B5EF4-FFF2-40B4-BE49-F238E27FC236}">
                    <a16:creationId xmlns:a16="http://schemas.microsoft.com/office/drawing/2014/main" id="{E5600A2E-93BB-4782-A5BC-2A84C60EA33B}"/>
                  </a:ext>
                </a:extLst>
              </p:cNvPr>
              <p:cNvSpPr txBox="1">
                <a:spLocks noChangeArrowheads="1"/>
              </p:cNvSpPr>
              <p:nvPr/>
            </p:nvSpPr>
            <p:spPr bwMode="auto">
              <a:xfrm>
                <a:off x="1440" y="1380"/>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dirty="0">
                    <a:solidFill>
                      <a:schemeClr val="tx1"/>
                    </a:solidFill>
                  </a:rPr>
                  <a:t>&amp;</a:t>
                </a:r>
              </a:p>
            </p:txBody>
          </p:sp>
          <p:sp>
            <p:nvSpPr>
              <p:cNvPr id="33" name="Text Box 9">
                <a:extLst>
                  <a:ext uri="{FF2B5EF4-FFF2-40B4-BE49-F238E27FC236}">
                    <a16:creationId xmlns:a16="http://schemas.microsoft.com/office/drawing/2014/main" id="{64FD2C72-96A4-4894-9592-D460332B1B27}"/>
                  </a:ext>
                </a:extLst>
              </p:cNvPr>
              <p:cNvSpPr txBox="1">
                <a:spLocks noChangeArrowheads="1"/>
              </p:cNvSpPr>
              <p:nvPr/>
            </p:nvSpPr>
            <p:spPr bwMode="auto">
              <a:xfrm>
                <a:off x="748" y="139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A</a:t>
                </a:r>
              </a:p>
            </p:txBody>
          </p:sp>
          <p:sp>
            <p:nvSpPr>
              <p:cNvPr id="34" name="Text Box 10">
                <a:extLst>
                  <a:ext uri="{FF2B5EF4-FFF2-40B4-BE49-F238E27FC236}">
                    <a16:creationId xmlns:a16="http://schemas.microsoft.com/office/drawing/2014/main" id="{89B35E05-58C9-4A09-8884-552E8C9ECE1D}"/>
                  </a:ext>
                </a:extLst>
              </p:cNvPr>
              <p:cNvSpPr txBox="1">
                <a:spLocks noChangeArrowheads="1"/>
              </p:cNvSpPr>
              <p:nvPr/>
            </p:nvSpPr>
            <p:spPr bwMode="auto">
              <a:xfrm>
                <a:off x="748" y="1740"/>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B</a:t>
                </a:r>
              </a:p>
            </p:txBody>
          </p:sp>
        </p:grpSp>
        <p:grpSp>
          <p:nvGrpSpPr>
            <p:cNvPr id="5" name="Group 12">
              <a:extLst>
                <a:ext uri="{FF2B5EF4-FFF2-40B4-BE49-F238E27FC236}">
                  <a16:creationId xmlns:a16="http://schemas.microsoft.com/office/drawing/2014/main" id="{33A97E59-0A80-4AEE-B29E-24662CE69BDE}"/>
                </a:ext>
              </a:extLst>
            </p:cNvPr>
            <p:cNvGrpSpPr>
              <a:grpSpLocks/>
            </p:cNvGrpSpPr>
            <p:nvPr/>
          </p:nvGrpSpPr>
          <p:grpSpPr bwMode="auto">
            <a:xfrm>
              <a:off x="748" y="2388"/>
              <a:ext cx="1508" cy="768"/>
              <a:chOff x="748" y="1380"/>
              <a:chExt cx="1508" cy="768"/>
            </a:xfrm>
          </p:grpSpPr>
          <p:sp>
            <p:nvSpPr>
              <p:cNvPr id="21" name="Rectangle 13">
                <a:extLst>
                  <a:ext uri="{FF2B5EF4-FFF2-40B4-BE49-F238E27FC236}">
                    <a16:creationId xmlns:a16="http://schemas.microsoft.com/office/drawing/2014/main" id="{9F1600F6-987A-4FAA-B27F-56FE2864D8F0}"/>
                  </a:ext>
                </a:extLst>
              </p:cNvPr>
              <p:cNvSpPr>
                <a:spLocks noChangeArrowheads="1"/>
              </p:cNvSpPr>
              <p:nvPr/>
            </p:nvSpPr>
            <p:spPr bwMode="auto">
              <a:xfrm>
                <a:off x="1380" y="1416"/>
                <a:ext cx="540" cy="7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2" name="Line 14">
                <a:extLst>
                  <a:ext uri="{FF2B5EF4-FFF2-40B4-BE49-F238E27FC236}">
                    <a16:creationId xmlns:a16="http://schemas.microsoft.com/office/drawing/2014/main" id="{14DC9828-A1E9-42C5-976A-111A2AA9FDF2}"/>
                  </a:ext>
                </a:extLst>
              </p:cNvPr>
              <p:cNvSpPr>
                <a:spLocks noChangeShapeType="1"/>
              </p:cNvSpPr>
              <p:nvPr/>
            </p:nvSpPr>
            <p:spPr bwMode="auto">
              <a:xfrm>
                <a:off x="1044" y="1608"/>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3" name="Line 15">
                <a:extLst>
                  <a:ext uri="{FF2B5EF4-FFF2-40B4-BE49-F238E27FC236}">
                    <a16:creationId xmlns:a16="http://schemas.microsoft.com/office/drawing/2014/main" id="{327B1685-4495-4E53-AC47-D29D362C172B}"/>
                  </a:ext>
                </a:extLst>
              </p:cNvPr>
              <p:cNvSpPr>
                <a:spLocks noChangeShapeType="1"/>
              </p:cNvSpPr>
              <p:nvPr/>
            </p:nvSpPr>
            <p:spPr bwMode="auto">
              <a:xfrm>
                <a:off x="1044" y="1956"/>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4" name="Line 16">
                <a:extLst>
                  <a:ext uri="{FF2B5EF4-FFF2-40B4-BE49-F238E27FC236}">
                    <a16:creationId xmlns:a16="http://schemas.microsoft.com/office/drawing/2014/main" id="{C74DEF62-2D36-48FC-83FE-133D5BC468EE}"/>
                  </a:ext>
                </a:extLst>
              </p:cNvPr>
              <p:cNvSpPr>
                <a:spLocks noChangeShapeType="1"/>
              </p:cNvSpPr>
              <p:nvPr/>
            </p:nvSpPr>
            <p:spPr bwMode="auto">
              <a:xfrm>
                <a:off x="1920" y="1764"/>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5" name="Text Box 17">
                <a:extLst>
                  <a:ext uri="{FF2B5EF4-FFF2-40B4-BE49-F238E27FC236}">
                    <a16:creationId xmlns:a16="http://schemas.microsoft.com/office/drawing/2014/main" id="{FA526157-A28E-45B1-B765-8FD150E01F18}"/>
                  </a:ext>
                </a:extLst>
              </p:cNvPr>
              <p:cNvSpPr txBox="1">
                <a:spLocks noChangeArrowheads="1"/>
              </p:cNvSpPr>
              <p:nvPr/>
            </p:nvSpPr>
            <p:spPr bwMode="auto">
              <a:xfrm>
                <a:off x="1440" y="1380"/>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&amp;</a:t>
                </a:r>
              </a:p>
            </p:txBody>
          </p:sp>
          <p:sp>
            <p:nvSpPr>
              <p:cNvPr id="26" name="Text Box 18">
                <a:extLst>
                  <a:ext uri="{FF2B5EF4-FFF2-40B4-BE49-F238E27FC236}">
                    <a16:creationId xmlns:a16="http://schemas.microsoft.com/office/drawing/2014/main" id="{7A6CE181-B68D-4649-8E88-29BC5E668AC0}"/>
                  </a:ext>
                </a:extLst>
              </p:cNvPr>
              <p:cNvSpPr txBox="1">
                <a:spLocks noChangeArrowheads="1"/>
              </p:cNvSpPr>
              <p:nvPr/>
            </p:nvSpPr>
            <p:spPr bwMode="auto">
              <a:xfrm>
                <a:off x="748" y="139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C</a:t>
                </a:r>
              </a:p>
            </p:txBody>
          </p:sp>
          <p:sp>
            <p:nvSpPr>
              <p:cNvPr id="27" name="Text Box 19">
                <a:extLst>
                  <a:ext uri="{FF2B5EF4-FFF2-40B4-BE49-F238E27FC236}">
                    <a16:creationId xmlns:a16="http://schemas.microsoft.com/office/drawing/2014/main" id="{70A4260E-DC63-459E-9EAA-206449E2E4E4}"/>
                  </a:ext>
                </a:extLst>
              </p:cNvPr>
              <p:cNvSpPr txBox="1">
                <a:spLocks noChangeArrowheads="1"/>
              </p:cNvSpPr>
              <p:nvPr/>
            </p:nvSpPr>
            <p:spPr bwMode="auto">
              <a:xfrm>
                <a:off x="748" y="1740"/>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A</a:t>
                </a:r>
              </a:p>
            </p:txBody>
          </p:sp>
        </p:grpSp>
        <p:grpSp>
          <p:nvGrpSpPr>
            <p:cNvPr id="6" name="Group 20">
              <a:extLst>
                <a:ext uri="{FF2B5EF4-FFF2-40B4-BE49-F238E27FC236}">
                  <a16:creationId xmlns:a16="http://schemas.microsoft.com/office/drawing/2014/main" id="{0F9671C9-5D6B-4CDB-AB71-E2636CEB1ADF}"/>
                </a:ext>
              </a:extLst>
            </p:cNvPr>
            <p:cNvGrpSpPr>
              <a:grpSpLocks/>
            </p:cNvGrpSpPr>
            <p:nvPr/>
          </p:nvGrpSpPr>
          <p:grpSpPr bwMode="auto">
            <a:xfrm>
              <a:off x="2512" y="1824"/>
              <a:ext cx="1508" cy="768"/>
              <a:chOff x="748" y="1380"/>
              <a:chExt cx="1508" cy="768"/>
            </a:xfrm>
          </p:grpSpPr>
          <p:sp>
            <p:nvSpPr>
              <p:cNvPr id="14" name="Rectangle 21">
                <a:extLst>
                  <a:ext uri="{FF2B5EF4-FFF2-40B4-BE49-F238E27FC236}">
                    <a16:creationId xmlns:a16="http://schemas.microsoft.com/office/drawing/2014/main" id="{3857042A-C382-4A0F-A6CC-36A340D689C9}"/>
                  </a:ext>
                </a:extLst>
              </p:cNvPr>
              <p:cNvSpPr>
                <a:spLocks noChangeArrowheads="1"/>
              </p:cNvSpPr>
              <p:nvPr/>
            </p:nvSpPr>
            <p:spPr bwMode="auto">
              <a:xfrm>
                <a:off x="1380" y="1416"/>
                <a:ext cx="540" cy="7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5" name="Line 22">
                <a:extLst>
                  <a:ext uri="{FF2B5EF4-FFF2-40B4-BE49-F238E27FC236}">
                    <a16:creationId xmlns:a16="http://schemas.microsoft.com/office/drawing/2014/main" id="{46C969E4-2767-4E42-BEC2-BAC4A07FF4EB}"/>
                  </a:ext>
                </a:extLst>
              </p:cNvPr>
              <p:cNvSpPr>
                <a:spLocks noChangeShapeType="1"/>
              </p:cNvSpPr>
              <p:nvPr/>
            </p:nvSpPr>
            <p:spPr bwMode="auto">
              <a:xfrm>
                <a:off x="1044" y="1608"/>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6" name="Line 23">
                <a:extLst>
                  <a:ext uri="{FF2B5EF4-FFF2-40B4-BE49-F238E27FC236}">
                    <a16:creationId xmlns:a16="http://schemas.microsoft.com/office/drawing/2014/main" id="{A317F707-CCA9-41DA-969F-E056300605EF}"/>
                  </a:ext>
                </a:extLst>
              </p:cNvPr>
              <p:cNvSpPr>
                <a:spLocks noChangeShapeType="1"/>
              </p:cNvSpPr>
              <p:nvPr/>
            </p:nvSpPr>
            <p:spPr bwMode="auto">
              <a:xfrm>
                <a:off x="1044" y="1956"/>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7" name="Line 24">
                <a:extLst>
                  <a:ext uri="{FF2B5EF4-FFF2-40B4-BE49-F238E27FC236}">
                    <a16:creationId xmlns:a16="http://schemas.microsoft.com/office/drawing/2014/main" id="{8A22C25F-7FC1-40EA-9BB6-05087009525F}"/>
                  </a:ext>
                </a:extLst>
              </p:cNvPr>
              <p:cNvSpPr>
                <a:spLocks noChangeShapeType="1"/>
              </p:cNvSpPr>
              <p:nvPr/>
            </p:nvSpPr>
            <p:spPr bwMode="auto">
              <a:xfrm>
                <a:off x="1920" y="1764"/>
                <a:ext cx="33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8" name="Text Box 25">
                <a:extLst>
                  <a:ext uri="{FF2B5EF4-FFF2-40B4-BE49-F238E27FC236}">
                    <a16:creationId xmlns:a16="http://schemas.microsoft.com/office/drawing/2014/main" id="{136589CC-22A5-4481-B868-CB715F1E3CA7}"/>
                  </a:ext>
                </a:extLst>
              </p:cNvPr>
              <p:cNvSpPr txBox="1">
                <a:spLocks noChangeArrowheads="1"/>
              </p:cNvSpPr>
              <p:nvPr/>
            </p:nvSpPr>
            <p:spPr bwMode="auto">
              <a:xfrm>
                <a:off x="1440" y="1380"/>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sym typeface="Symbol" panose="05050102010706020507" pitchFamily="18" charset="2"/>
                  </a:rPr>
                  <a:t>1</a:t>
                </a:r>
                <a:endParaRPr lang="en-US" altLang="zh-CN" sz="2800">
                  <a:solidFill>
                    <a:schemeClr val="tx1"/>
                  </a:solidFill>
                </a:endParaRPr>
              </a:p>
            </p:txBody>
          </p:sp>
          <p:sp>
            <p:nvSpPr>
              <p:cNvPr id="19" name="Text Box 26">
                <a:extLst>
                  <a:ext uri="{FF2B5EF4-FFF2-40B4-BE49-F238E27FC236}">
                    <a16:creationId xmlns:a16="http://schemas.microsoft.com/office/drawing/2014/main" id="{D3E7F196-B3A6-41E3-94D4-F7A8400F269D}"/>
                  </a:ext>
                </a:extLst>
              </p:cNvPr>
              <p:cNvSpPr txBox="1">
                <a:spLocks noChangeArrowheads="1"/>
              </p:cNvSpPr>
              <p:nvPr/>
            </p:nvSpPr>
            <p:spPr bwMode="auto">
              <a:xfrm>
                <a:off x="748" y="139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endParaRPr lang="zh-CN" altLang="zh-CN" sz="2800">
                  <a:solidFill>
                    <a:schemeClr val="tx1"/>
                  </a:solidFill>
                </a:endParaRPr>
              </a:p>
            </p:txBody>
          </p:sp>
          <p:sp>
            <p:nvSpPr>
              <p:cNvPr id="20" name="Text Box 27">
                <a:extLst>
                  <a:ext uri="{FF2B5EF4-FFF2-40B4-BE49-F238E27FC236}">
                    <a16:creationId xmlns:a16="http://schemas.microsoft.com/office/drawing/2014/main" id="{76F34EE6-3628-4728-AF69-452E7DBA5AB9}"/>
                  </a:ext>
                </a:extLst>
              </p:cNvPr>
              <p:cNvSpPr txBox="1">
                <a:spLocks noChangeArrowheads="1"/>
              </p:cNvSpPr>
              <p:nvPr/>
            </p:nvSpPr>
            <p:spPr bwMode="auto">
              <a:xfrm>
                <a:off x="748" y="1740"/>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endParaRPr lang="zh-CN" altLang="zh-CN" sz="2800">
                  <a:solidFill>
                    <a:schemeClr val="tx1"/>
                  </a:solidFill>
                </a:endParaRPr>
              </a:p>
            </p:txBody>
          </p:sp>
        </p:grpSp>
        <p:sp>
          <p:nvSpPr>
            <p:cNvPr id="7" name="Line 28">
              <a:extLst>
                <a:ext uri="{FF2B5EF4-FFF2-40B4-BE49-F238E27FC236}">
                  <a16:creationId xmlns:a16="http://schemas.microsoft.com/office/drawing/2014/main" id="{5C3D60B2-E606-4B68-8D43-F7D47C9876D0}"/>
                </a:ext>
              </a:extLst>
            </p:cNvPr>
            <p:cNvSpPr>
              <a:spLocks noChangeShapeType="1"/>
            </p:cNvSpPr>
            <p:nvPr/>
          </p:nvSpPr>
          <p:spPr bwMode="auto">
            <a:xfrm>
              <a:off x="2212" y="2772"/>
              <a:ext cx="42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8" name="Line 29">
              <a:extLst>
                <a:ext uri="{FF2B5EF4-FFF2-40B4-BE49-F238E27FC236}">
                  <a16:creationId xmlns:a16="http://schemas.microsoft.com/office/drawing/2014/main" id="{200226BC-22F1-4740-A86F-CAF585ECE49B}"/>
                </a:ext>
              </a:extLst>
            </p:cNvPr>
            <p:cNvSpPr>
              <a:spLocks noChangeShapeType="1"/>
            </p:cNvSpPr>
            <p:nvPr/>
          </p:nvSpPr>
          <p:spPr bwMode="auto">
            <a:xfrm>
              <a:off x="2224" y="1764"/>
              <a:ext cx="42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9" name="Line 30">
              <a:extLst>
                <a:ext uri="{FF2B5EF4-FFF2-40B4-BE49-F238E27FC236}">
                  <a16:creationId xmlns:a16="http://schemas.microsoft.com/office/drawing/2014/main" id="{B9D09BC0-0E4F-4C04-AF63-68C7D8B591B3}"/>
                </a:ext>
              </a:extLst>
            </p:cNvPr>
            <p:cNvSpPr>
              <a:spLocks noChangeShapeType="1"/>
            </p:cNvSpPr>
            <p:nvPr/>
          </p:nvSpPr>
          <p:spPr bwMode="auto">
            <a:xfrm flipH="1">
              <a:off x="2632" y="2052"/>
              <a:ext cx="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 name="Line 31">
              <a:extLst>
                <a:ext uri="{FF2B5EF4-FFF2-40B4-BE49-F238E27FC236}">
                  <a16:creationId xmlns:a16="http://schemas.microsoft.com/office/drawing/2014/main" id="{97F9FF54-32F4-4E24-A9FE-CD6859E9225A}"/>
                </a:ext>
              </a:extLst>
            </p:cNvPr>
            <p:cNvSpPr>
              <a:spLocks noChangeShapeType="1"/>
            </p:cNvSpPr>
            <p:nvPr/>
          </p:nvSpPr>
          <p:spPr bwMode="auto">
            <a:xfrm flipH="1">
              <a:off x="2632" y="2400"/>
              <a:ext cx="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1" name="Line 32">
              <a:extLst>
                <a:ext uri="{FF2B5EF4-FFF2-40B4-BE49-F238E27FC236}">
                  <a16:creationId xmlns:a16="http://schemas.microsoft.com/office/drawing/2014/main" id="{87A5CA01-8123-467E-B118-C0634C57C720}"/>
                </a:ext>
              </a:extLst>
            </p:cNvPr>
            <p:cNvSpPr>
              <a:spLocks noChangeShapeType="1"/>
            </p:cNvSpPr>
            <p:nvPr/>
          </p:nvSpPr>
          <p:spPr bwMode="auto">
            <a:xfrm>
              <a:off x="2632" y="2400"/>
              <a:ext cx="0"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2" name="Line 33">
              <a:extLst>
                <a:ext uri="{FF2B5EF4-FFF2-40B4-BE49-F238E27FC236}">
                  <a16:creationId xmlns:a16="http://schemas.microsoft.com/office/drawing/2014/main" id="{B5A9E17E-463D-4801-B21C-1C3F96C2258F}"/>
                </a:ext>
              </a:extLst>
            </p:cNvPr>
            <p:cNvSpPr>
              <a:spLocks noChangeShapeType="1"/>
            </p:cNvSpPr>
            <p:nvPr/>
          </p:nvSpPr>
          <p:spPr bwMode="auto">
            <a:xfrm>
              <a:off x="2632" y="1752"/>
              <a:ext cx="0" cy="3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3" name="Text Box 34">
              <a:extLst>
                <a:ext uri="{FF2B5EF4-FFF2-40B4-BE49-F238E27FC236}">
                  <a16:creationId xmlns:a16="http://schemas.microsoft.com/office/drawing/2014/main" id="{092FD082-CE99-4FE9-9899-4A1867A18371}"/>
                </a:ext>
              </a:extLst>
            </p:cNvPr>
            <p:cNvSpPr txBox="1">
              <a:spLocks noChangeArrowheads="1"/>
            </p:cNvSpPr>
            <p:nvPr/>
          </p:nvSpPr>
          <p:spPr bwMode="auto">
            <a:xfrm>
              <a:off x="4116" y="1980"/>
              <a:ext cx="5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l"/>
              <a:r>
                <a:rPr lang="en-US" altLang="zh-CN" sz="2800">
                  <a:solidFill>
                    <a:schemeClr val="tx1"/>
                  </a:solidFill>
                </a:rPr>
                <a:t>Y</a:t>
              </a:r>
            </a:p>
          </p:txBody>
        </p:sp>
      </p:grpSp>
      <p:sp>
        <p:nvSpPr>
          <p:cNvPr id="35" name="Rectangle 37">
            <a:extLst>
              <a:ext uri="{FF2B5EF4-FFF2-40B4-BE49-F238E27FC236}">
                <a16:creationId xmlns:a16="http://schemas.microsoft.com/office/drawing/2014/main" id="{90881016-5D85-44C3-A8F2-8B9CBED7AE52}"/>
              </a:ext>
            </a:extLst>
          </p:cNvPr>
          <p:cNvSpPr>
            <a:spLocks noChangeArrowheads="1"/>
          </p:cNvSpPr>
          <p:nvPr/>
        </p:nvSpPr>
        <p:spPr bwMode="auto">
          <a:xfrm>
            <a:off x="2630488" y="25401"/>
            <a:ext cx="3429000" cy="857250"/>
          </a:xfrm>
          <a:prstGeom prst="rect">
            <a:avLst/>
          </a:prstGeom>
          <a:gradFill rotWithShape="0">
            <a:gsLst>
              <a:gs pos="0">
                <a:srgbClr val="FFFFFF"/>
              </a:gs>
              <a:gs pos="100000">
                <a:srgbClr val="CCFFCC"/>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4400" dirty="0">
                <a:solidFill>
                  <a:srgbClr val="0000FF"/>
                </a:solidFill>
              </a:rPr>
              <a:t>三、逻辑图</a:t>
            </a:r>
          </a:p>
        </p:txBody>
      </p:sp>
    </p:spTree>
    <p:extLst>
      <p:ext uri="{BB962C8B-B14F-4D97-AF65-F5344CB8AC3E}">
        <p14:creationId xmlns:p14="http://schemas.microsoft.com/office/powerpoint/2010/main" val="190346986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567EE3D-C618-42F7-9FBB-550FBECB117D}"/>
              </a:ext>
            </a:extLst>
          </p:cNvPr>
          <p:cNvSpPr txBox="1">
            <a:spLocks noChangeArrowheads="1"/>
          </p:cNvSpPr>
          <p:nvPr/>
        </p:nvSpPr>
        <p:spPr>
          <a:xfrm>
            <a:off x="2641601" y="97631"/>
            <a:ext cx="3417887" cy="750888"/>
          </a:xfrm>
          <a:prstGeom prst="rect">
            <a:avLst/>
          </a:prstGeom>
          <a:solidFill>
            <a:srgbClr val="CCFFCC"/>
          </a:solidFill>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3600">
                <a:solidFill>
                  <a:srgbClr val="0000FF"/>
                </a:solidFill>
              </a:rPr>
              <a:t>四、波形图</a:t>
            </a:r>
            <a:endParaRPr lang="zh-CN" altLang="en-US" sz="3600" dirty="0">
              <a:solidFill>
                <a:srgbClr val="0000FF"/>
              </a:solidFill>
            </a:endParaRPr>
          </a:p>
        </p:txBody>
      </p:sp>
      <p:grpSp>
        <p:nvGrpSpPr>
          <p:cNvPr id="3" name="Group 134">
            <a:extLst>
              <a:ext uri="{FF2B5EF4-FFF2-40B4-BE49-F238E27FC236}">
                <a16:creationId xmlns:a16="http://schemas.microsoft.com/office/drawing/2014/main" id="{31C14D5A-178F-463D-908F-63E288A1523D}"/>
              </a:ext>
            </a:extLst>
          </p:cNvPr>
          <p:cNvGrpSpPr>
            <a:grpSpLocks/>
          </p:cNvGrpSpPr>
          <p:nvPr/>
        </p:nvGrpSpPr>
        <p:grpSpPr bwMode="auto">
          <a:xfrm>
            <a:off x="2406650" y="2413000"/>
            <a:ext cx="4648200" cy="3810000"/>
            <a:chOff x="1580" y="1301"/>
            <a:chExt cx="2928" cy="2400"/>
          </a:xfrm>
        </p:grpSpPr>
        <p:sp>
          <p:nvSpPr>
            <p:cNvPr id="4" name="Freeform 8">
              <a:extLst>
                <a:ext uri="{FF2B5EF4-FFF2-40B4-BE49-F238E27FC236}">
                  <a16:creationId xmlns:a16="http://schemas.microsoft.com/office/drawing/2014/main" id="{3F92C767-0FDE-4A94-BE45-9B5A8F8482A3}"/>
                </a:ext>
              </a:extLst>
            </p:cNvPr>
            <p:cNvSpPr>
              <a:spLocks/>
            </p:cNvSpPr>
            <p:nvPr/>
          </p:nvSpPr>
          <p:spPr bwMode="auto">
            <a:xfrm>
              <a:off x="1868" y="1781"/>
              <a:ext cx="2640" cy="384"/>
            </a:xfrm>
            <a:custGeom>
              <a:avLst/>
              <a:gdLst>
                <a:gd name="T0" fmla="*/ 0 w 2304"/>
                <a:gd name="T1" fmla="*/ 0 h 384"/>
                <a:gd name="T2" fmla="*/ 0 w 2304"/>
                <a:gd name="T3" fmla="*/ 384 h 384"/>
                <a:gd name="T4" fmla="*/ 2304 w 2304"/>
                <a:gd name="T5" fmla="*/ 384 h 384"/>
              </a:gdLst>
              <a:ahLst/>
              <a:cxnLst>
                <a:cxn ang="0">
                  <a:pos x="T0" y="T1"/>
                </a:cxn>
                <a:cxn ang="0">
                  <a:pos x="T2" y="T3"/>
                </a:cxn>
                <a:cxn ang="0">
                  <a:pos x="T4" y="T5"/>
                </a:cxn>
              </a:cxnLst>
              <a:rect l="0" t="0" r="r" b="b"/>
              <a:pathLst>
                <a:path w="2304" h="384">
                  <a:moveTo>
                    <a:pt x="0" y="0"/>
                  </a:moveTo>
                  <a:lnTo>
                    <a:pt x="0" y="384"/>
                  </a:lnTo>
                  <a:lnTo>
                    <a:pt x="2304" y="384"/>
                  </a:lnTo>
                </a:path>
              </a:pathLst>
            </a:custGeom>
            <a:noFill/>
            <a:ln w="28575" cap="flat" cmpd="sng">
              <a:solidFill>
                <a:schemeClr val="tx2"/>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 name="Freeform 9">
              <a:extLst>
                <a:ext uri="{FF2B5EF4-FFF2-40B4-BE49-F238E27FC236}">
                  <a16:creationId xmlns:a16="http://schemas.microsoft.com/office/drawing/2014/main" id="{FD1E7014-0C7F-45FB-8BD5-B2B99D3B41EF}"/>
                </a:ext>
              </a:extLst>
            </p:cNvPr>
            <p:cNvSpPr>
              <a:spLocks/>
            </p:cNvSpPr>
            <p:nvPr/>
          </p:nvSpPr>
          <p:spPr bwMode="auto">
            <a:xfrm>
              <a:off x="1868" y="2213"/>
              <a:ext cx="2640" cy="384"/>
            </a:xfrm>
            <a:custGeom>
              <a:avLst/>
              <a:gdLst>
                <a:gd name="T0" fmla="*/ 0 w 2304"/>
                <a:gd name="T1" fmla="*/ 0 h 384"/>
                <a:gd name="T2" fmla="*/ 0 w 2304"/>
                <a:gd name="T3" fmla="*/ 384 h 384"/>
                <a:gd name="T4" fmla="*/ 2304 w 2304"/>
                <a:gd name="T5" fmla="*/ 384 h 384"/>
              </a:gdLst>
              <a:ahLst/>
              <a:cxnLst>
                <a:cxn ang="0">
                  <a:pos x="T0" y="T1"/>
                </a:cxn>
                <a:cxn ang="0">
                  <a:pos x="T2" y="T3"/>
                </a:cxn>
                <a:cxn ang="0">
                  <a:pos x="T4" y="T5"/>
                </a:cxn>
              </a:cxnLst>
              <a:rect l="0" t="0" r="r" b="b"/>
              <a:pathLst>
                <a:path w="2304" h="384">
                  <a:moveTo>
                    <a:pt x="0" y="0"/>
                  </a:moveTo>
                  <a:lnTo>
                    <a:pt x="0" y="384"/>
                  </a:lnTo>
                  <a:lnTo>
                    <a:pt x="2304" y="384"/>
                  </a:lnTo>
                </a:path>
              </a:pathLst>
            </a:custGeom>
            <a:noFill/>
            <a:ln w="28575" cap="flat" cmpd="sng">
              <a:solidFill>
                <a:schemeClr val="tx2"/>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Freeform 10">
              <a:extLst>
                <a:ext uri="{FF2B5EF4-FFF2-40B4-BE49-F238E27FC236}">
                  <a16:creationId xmlns:a16="http://schemas.microsoft.com/office/drawing/2014/main" id="{6EB0D076-D4AC-4CF2-B7BE-A7FC1E786D75}"/>
                </a:ext>
              </a:extLst>
            </p:cNvPr>
            <p:cNvSpPr>
              <a:spLocks/>
            </p:cNvSpPr>
            <p:nvPr/>
          </p:nvSpPr>
          <p:spPr bwMode="auto">
            <a:xfrm>
              <a:off x="1868" y="2645"/>
              <a:ext cx="2640" cy="384"/>
            </a:xfrm>
            <a:custGeom>
              <a:avLst/>
              <a:gdLst>
                <a:gd name="T0" fmla="*/ 0 w 2304"/>
                <a:gd name="T1" fmla="*/ 0 h 384"/>
                <a:gd name="T2" fmla="*/ 0 w 2304"/>
                <a:gd name="T3" fmla="*/ 384 h 384"/>
                <a:gd name="T4" fmla="*/ 2304 w 2304"/>
                <a:gd name="T5" fmla="*/ 384 h 384"/>
              </a:gdLst>
              <a:ahLst/>
              <a:cxnLst>
                <a:cxn ang="0">
                  <a:pos x="T0" y="T1"/>
                </a:cxn>
                <a:cxn ang="0">
                  <a:pos x="T2" y="T3"/>
                </a:cxn>
                <a:cxn ang="0">
                  <a:pos x="T4" y="T5"/>
                </a:cxn>
              </a:cxnLst>
              <a:rect l="0" t="0" r="r" b="b"/>
              <a:pathLst>
                <a:path w="2304" h="384">
                  <a:moveTo>
                    <a:pt x="0" y="0"/>
                  </a:moveTo>
                  <a:lnTo>
                    <a:pt x="0" y="384"/>
                  </a:lnTo>
                  <a:lnTo>
                    <a:pt x="2304" y="384"/>
                  </a:lnTo>
                </a:path>
              </a:pathLst>
            </a:custGeom>
            <a:noFill/>
            <a:ln w="28575" cap="flat" cmpd="sng">
              <a:solidFill>
                <a:schemeClr val="tx2"/>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Freeform 11">
              <a:extLst>
                <a:ext uri="{FF2B5EF4-FFF2-40B4-BE49-F238E27FC236}">
                  <a16:creationId xmlns:a16="http://schemas.microsoft.com/office/drawing/2014/main" id="{0E8E76DF-CE28-498B-BFB5-C047375D4EF1}"/>
                </a:ext>
              </a:extLst>
            </p:cNvPr>
            <p:cNvSpPr>
              <a:spLocks/>
            </p:cNvSpPr>
            <p:nvPr/>
          </p:nvSpPr>
          <p:spPr bwMode="auto">
            <a:xfrm>
              <a:off x="1868" y="3077"/>
              <a:ext cx="2640" cy="384"/>
            </a:xfrm>
            <a:custGeom>
              <a:avLst/>
              <a:gdLst>
                <a:gd name="T0" fmla="*/ 0 w 2304"/>
                <a:gd name="T1" fmla="*/ 0 h 384"/>
                <a:gd name="T2" fmla="*/ 0 w 2304"/>
                <a:gd name="T3" fmla="*/ 384 h 384"/>
                <a:gd name="T4" fmla="*/ 2304 w 2304"/>
                <a:gd name="T5" fmla="*/ 384 h 384"/>
              </a:gdLst>
              <a:ahLst/>
              <a:cxnLst>
                <a:cxn ang="0">
                  <a:pos x="T0" y="T1"/>
                </a:cxn>
                <a:cxn ang="0">
                  <a:pos x="T2" y="T3"/>
                </a:cxn>
                <a:cxn ang="0">
                  <a:pos x="T4" y="T5"/>
                </a:cxn>
              </a:cxnLst>
              <a:rect l="0" t="0" r="r" b="b"/>
              <a:pathLst>
                <a:path w="2304" h="384">
                  <a:moveTo>
                    <a:pt x="0" y="0"/>
                  </a:moveTo>
                  <a:lnTo>
                    <a:pt x="0" y="384"/>
                  </a:lnTo>
                  <a:lnTo>
                    <a:pt x="2304" y="384"/>
                  </a:lnTo>
                </a:path>
              </a:pathLst>
            </a:custGeom>
            <a:noFill/>
            <a:ln w="28575" cap="flat" cmpd="sng">
              <a:solidFill>
                <a:schemeClr val="tx2"/>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Rectangle 12">
              <a:extLst>
                <a:ext uri="{FF2B5EF4-FFF2-40B4-BE49-F238E27FC236}">
                  <a16:creationId xmlns:a16="http://schemas.microsoft.com/office/drawing/2014/main" id="{21A6BB96-AF8B-4283-8981-F8C157741153}"/>
                </a:ext>
              </a:extLst>
            </p:cNvPr>
            <p:cNvSpPr>
              <a:spLocks noChangeArrowheads="1"/>
            </p:cNvSpPr>
            <p:nvPr/>
          </p:nvSpPr>
          <p:spPr bwMode="auto">
            <a:xfrm>
              <a:off x="1580" y="1301"/>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endParaRPr lang="zh-CN" altLang="zh-CN" sz="2800">
                <a:solidFill>
                  <a:srgbClr val="0000FF"/>
                </a:solidFill>
                <a:latin typeface="宋体" panose="02010600030101010101" pitchFamily="2" charset="-122"/>
              </a:endParaRPr>
            </a:p>
          </p:txBody>
        </p:sp>
        <p:sp>
          <p:nvSpPr>
            <p:cNvPr id="9" name="Rectangle 13">
              <a:extLst>
                <a:ext uri="{FF2B5EF4-FFF2-40B4-BE49-F238E27FC236}">
                  <a16:creationId xmlns:a16="http://schemas.microsoft.com/office/drawing/2014/main" id="{C6C4607F-6227-4356-9841-E382CF45BB43}"/>
                </a:ext>
              </a:extLst>
            </p:cNvPr>
            <p:cNvSpPr>
              <a:spLocks noChangeArrowheads="1"/>
            </p:cNvSpPr>
            <p:nvPr/>
          </p:nvSpPr>
          <p:spPr bwMode="auto">
            <a:xfrm>
              <a:off x="1580" y="1733"/>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A</a:t>
              </a:r>
              <a:endParaRPr lang="en-US" altLang="zh-CN" sz="2000" b="0" baseline="-25000">
                <a:solidFill>
                  <a:srgbClr val="0000FF"/>
                </a:solidFill>
                <a:latin typeface="Arial Black" panose="020B0A04020102020204" pitchFamily="34" charset="0"/>
                <a:ea typeface="幼圆" panose="02010509060101010101" pitchFamily="49" charset="-122"/>
              </a:endParaRPr>
            </a:p>
          </p:txBody>
        </p:sp>
        <p:sp>
          <p:nvSpPr>
            <p:cNvPr id="10" name="Rectangle 14">
              <a:extLst>
                <a:ext uri="{FF2B5EF4-FFF2-40B4-BE49-F238E27FC236}">
                  <a16:creationId xmlns:a16="http://schemas.microsoft.com/office/drawing/2014/main" id="{8E082BBD-A15F-4356-8806-12A2055A5AB9}"/>
                </a:ext>
              </a:extLst>
            </p:cNvPr>
            <p:cNvSpPr>
              <a:spLocks noChangeArrowheads="1"/>
            </p:cNvSpPr>
            <p:nvPr/>
          </p:nvSpPr>
          <p:spPr bwMode="auto">
            <a:xfrm>
              <a:off x="1580" y="2107"/>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B</a:t>
              </a:r>
              <a:endParaRPr lang="en-US" altLang="zh-CN" sz="2000" b="0" baseline="-25000">
                <a:solidFill>
                  <a:srgbClr val="0000FF"/>
                </a:solidFill>
                <a:latin typeface="Arial Black" panose="020B0A04020102020204" pitchFamily="34" charset="0"/>
                <a:ea typeface="幼圆" panose="02010509060101010101" pitchFamily="49" charset="-122"/>
              </a:endParaRPr>
            </a:p>
          </p:txBody>
        </p:sp>
        <p:sp>
          <p:nvSpPr>
            <p:cNvPr id="11" name="Rectangle 15">
              <a:extLst>
                <a:ext uri="{FF2B5EF4-FFF2-40B4-BE49-F238E27FC236}">
                  <a16:creationId xmlns:a16="http://schemas.microsoft.com/office/drawing/2014/main" id="{B6B22799-276A-452E-9487-C24966B80BD2}"/>
                </a:ext>
              </a:extLst>
            </p:cNvPr>
            <p:cNvSpPr>
              <a:spLocks noChangeArrowheads="1"/>
            </p:cNvSpPr>
            <p:nvPr/>
          </p:nvSpPr>
          <p:spPr bwMode="auto">
            <a:xfrm>
              <a:off x="1580" y="254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C</a:t>
              </a:r>
              <a:endParaRPr lang="en-US" altLang="zh-CN" sz="2000" b="0" baseline="-25000">
                <a:solidFill>
                  <a:srgbClr val="0000FF"/>
                </a:solidFill>
                <a:latin typeface="Arial Black" panose="020B0A04020102020204" pitchFamily="34" charset="0"/>
                <a:ea typeface="幼圆" panose="02010509060101010101" pitchFamily="49" charset="-122"/>
              </a:endParaRPr>
            </a:p>
          </p:txBody>
        </p:sp>
        <p:sp>
          <p:nvSpPr>
            <p:cNvPr id="12" name="Rectangle 16">
              <a:extLst>
                <a:ext uri="{FF2B5EF4-FFF2-40B4-BE49-F238E27FC236}">
                  <a16:creationId xmlns:a16="http://schemas.microsoft.com/office/drawing/2014/main" id="{6FAD0547-161C-4C73-8FF4-92590569E146}"/>
                </a:ext>
              </a:extLst>
            </p:cNvPr>
            <p:cNvSpPr>
              <a:spLocks noChangeArrowheads="1"/>
            </p:cNvSpPr>
            <p:nvPr/>
          </p:nvSpPr>
          <p:spPr bwMode="auto">
            <a:xfrm>
              <a:off x="1580" y="3019"/>
              <a:ext cx="2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Y </a:t>
              </a:r>
            </a:p>
          </p:txBody>
        </p:sp>
        <p:sp>
          <p:nvSpPr>
            <p:cNvPr id="13" name="Rectangle 17">
              <a:extLst>
                <a:ext uri="{FF2B5EF4-FFF2-40B4-BE49-F238E27FC236}">
                  <a16:creationId xmlns:a16="http://schemas.microsoft.com/office/drawing/2014/main" id="{DB2012AE-BB31-47DF-BD12-F47AB97ABEF0}"/>
                </a:ext>
              </a:extLst>
            </p:cNvPr>
            <p:cNvSpPr>
              <a:spLocks noChangeArrowheads="1"/>
            </p:cNvSpPr>
            <p:nvPr/>
          </p:nvSpPr>
          <p:spPr bwMode="auto">
            <a:xfrm>
              <a:off x="4321" y="1771"/>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t</a:t>
              </a:r>
            </a:p>
          </p:txBody>
        </p:sp>
        <p:sp>
          <p:nvSpPr>
            <p:cNvPr id="14" name="Rectangle 18">
              <a:extLst>
                <a:ext uri="{FF2B5EF4-FFF2-40B4-BE49-F238E27FC236}">
                  <a16:creationId xmlns:a16="http://schemas.microsoft.com/office/drawing/2014/main" id="{05CEF0FA-DF00-4BD7-B466-C2AAFB7A0F34}"/>
                </a:ext>
              </a:extLst>
            </p:cNvPr>
            <p:cNvSpPr>
              <a:spLocks noChangeArrowheads="1"/>
            </p:cNvSpPr>
            <p:nvPr/>
          </p:nvSpPr>
          <p:spPr bwMode="auto">
            <a:xfrm>
              <a:off x="4316" y="2165"/>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t</a:t>
              </a:r>
            </a:p>
          </p:txBody>
        </p:sp>
        <p:sp>
          <p:nvSpPr>
            <p:cNvPr id="15" name="Rectangle 19">
              <a:extLst>
                <a:ext uri="{FF2B5EF4-FFF2-40B4-BE49-F238E27FC236}">
                  <a16:creationId xmlns:a16="http://schemas.microsoft.com/office/drawing/2014/main" id="{B128A0A9-4329-4F13-94B9-5A0658F93BC3}"/>
                </a:ext>
              </a:extLst>
            </p:cNvPr>
            <p:cNvSpPr>
              <a:spLocks noChangeArrowheads="1"/>
            </p:cNvSpPr>
            <p:nvPr/>
          </p:nvSpPr>
          <p:spPr bwMode="auto">
            <a:xfrm>
              <a:off x="4316" y="2587"/>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t</a:t>
              </a:r>
            </a:p>
          </p:txBody>
        </p:sp>
        <p:sp>
          <p:nvSpPr>
            <p:cNvPr id="16" name="Rectangle 20">
              <a:extLst>
                <a:ext uri="{FF2B5EF4-FFF2-40B4-BE49-F238E27FC236}">
                  <a16:creationId xmlns:a16="http://schemas.microsoft.com/office/drawing/2014/main" id="{9B7035EB-2346-4C95-B9DD-A0E6C2B5C4CC}"/>
                </a:ext>
              </a:extLst>
            </p:cNvPr>
            <p:cNvSpPr>
              <a:spLocks noChangeArrowheads="1"/>
            </p:cNvSpPr>
            <p:nvPr/>
          </p:nvSpPr>
          <p:spPr bwMode="auto">
            <a:xfrm>
              <a:off x="4316" y="3019"/>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t</a:t>
              </a:r>
            </a:p>
          </p:txBody>
        </p:sp>
        <p:sp>
          <p:nvSpPr>
            <p:cNvPr id="17" name="Rectangle 21">
              <a:extLst>
                <a:ext uri="{FF2B5EF4-FFF2-40B4-BE49-F238E27FC236}">
                  <a16:creationId xmlns:a16="http://schemas.microsoft.com/office/drawing/2014/main" id="{451A219C-D667-49CA-BB3B-422FA63904DC}"/>
                </a:ext>
              </a:extLst>
            </p:cNvPr>
            <p:cNvSpPr>
              <a:spLocks noChangeArrowheads="1"/>
            </p:cNvSpPr>
            <p:nvPr/>
          </p:nvSpPr>
          <p:spPr bwMode="auto">
            <a:xfrm>
              <a:off x="4321" y="3451"/>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000" b="0">
                  <a:solidFill>
                    <a:srgbClr val="0000FF"/>
                  </a:solidFill>
                  <a:latin typeface="Arial Black" panose="020B0A04020102020204" pitchFamily="34" charset="0"/>
                  <a:ea typeface="幼圆" panose="02010509060101010101" pitchFamily="49" charset="-122"/>
                </a:rPr>
                <a:t>t</a:t>
              </a:r>
            </a:p>
          </p:txBody>
        </p:sp>
        <p:sp>
          <p:nvSpPr>
            <p:cNvPr id="18" name="Line 40">
              <a:extLst>
                <a:ext uri="{FF2B5EF4-FFF2-40B4-BE49-F238E27FC236}">
                  <a16:creationId xmlns:a16="http://schemas.microsoft.com/office/drawing/2014/main" id="{3706F9CF-3138-4AFF-91F5-4DAE203EE816}"/>
                </a:ext>
              </a:extLst>
            </p:cNvPr>
            <p:cNvSpPr>
              <a:spLocks noChangeShapeType="1"/>
            </p:cNvSpPr>
            <p:nvPr/>
          </p:nvSpPr>
          <p:spPr bwMode="auto">
            <a:xfrm>
              <a:off x="2156"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42">
              <a:extLst>
                <a:ext uri="{FF2B5EF4-FFF2-40B4-BE49-F238E27FC236}">
                  <a16:creationId xmlns:a16="http://schemas.microsoft.com/office/drawing/2014/main" id="{B1CAC3B6-DC5C-447F-BBEF-1259639AAC22}"/>
                </a:ext>
              </a:extLst>
            </p:cNvPr>
            <p:cNvSpPr>
              <a:spLocks noChangeShapeType="1"/>
            </p:cNvSpPr>
            <p:nvPr/>
          </p:nvSpPr>
          <p:spPr bwMode="auto">
            <a:xfrm>
              <a:off x="1877" y="2117"/>
              <a:ext cx="1156"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43">
              <a:extLst>
                <a:ext uri="{FF2B5EF4-FFF2-40B4-BE49-F238E27FC236}">
                  <a16:creationId xmlns:a16="http://schemas.microsoft.com/office/drawing/2014/main" id="{3E81E87D-CBB4-4D5C-9EF1-9BF375FD09EC}"/>
                </a:ext>
              </a:extLst>
            </p:cNvPr>
            <p:cNvSpPr>
              <a:spLocks noChangeShapeType="1"/>
            </p:cNvSpPr>
            <p:nvPr/>
          </p:nvSpPr>
          <p:spPr bwMode="auto">
            <a:xfrm>
              <a:off x="1868" y="2548"/>
              <a:ext cx="590"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45">
              <a:extLst>
                <a:ext uri="{FF2B5EF4-FFF2-40B4-BE49-F238E27FC236}">
                  <a16:creationId xmlns:a16="http://schemas.microsoft.com/office/drawing/2014/main" id="{C3509CDD-6188-49A5-AF5F-3BB3C2B96C64}"/>
                </a:ext>
              </a:extLst>
            </p:cNvPr>
            <p:cNvSpPr>
              <a:spLocks noChangeShapeType="1"/>
            </p:cNvSpPr>
            <p:nvPr/>
          </p:nvSpPr>
          <p:spPr bwMode="auto">
            <a:xfrm>
              <a:off x="1868" y="3412"/>
              <a:ext cx="1430" cy="5"/>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46">
              <a:extLst>
                <a:ext uri="{FF2B5EF4-FFF2-40B4-BE49-F238E27FC236}">
                  <a16:creationId xmlns:a16="http://schemas.microsoft.com/office/drawing/2014/main" id="{85892355-F5E4-4E11-BA4E-6EDCBFE8E0FC}"/>
                </a:ext>
              </a:extLst>
            </p:cNvPr>
            <p:cNvSpPr>
              <a:spLocks noChangeShapeType="1"/>
            </p:cNvSpPr>
            <p:nvPr/>
          </p:nvSpPr>
          <p:spPr bwMode="auto">
            <a:xfrm>
              <a:off x="2443"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52">
              <a:extLst>
                <a:ext uri="{FF2B5EF4-FFF2-40B4-BE49-F238E27FC236}">
                  <a16:creationId xmlns:a16="http://schemas.microsoft.com/office/drawing/2014/main" id="{2DE168D7-0BC3-4475-80C5-104B9A2D2719}"/>
                </a:ext>
              </a:extLst>
            </p:cNvPr>
            <p:cNvSpPr>
              <a:spLocks noChangeShapeType="1"/>
            </p:cNvSpPr>
            <p:nvPr/>
          </p:nvSpPr>
          <p:spPr bwMode="auto">
            <a:xfrm>
              <a:off x="2732"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58">
              <a:extLst>
                <a:ext uri="{FF2B5EF4-FFF2-40B4-BE49-F238E27FC236}">
                  <a16:creationId xmlns:a16="http://schemas.microsoft.com/office/drawing/2014/main" id="{CB4B7007-84A7-4DAA-86A3-C10B09DE20CC}"/>
                </a:ext>
              </a:extLst>
            </p:cNvPr>
            <p:cNvSpPr>
              <a:spLocks noChangeShapeType="1"/>
            </p:cNvSpPr>
            <p:nvPr/>
          </p:nvSpPr>
          <p:spPr bwMode="auto">
            <a:xfrm>
              <a:off x="3020"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Line 64">
              <a:extLst>
                <a:ext uri="{FF2B5EF4-FFF2-40B4-BE49-F238E27FC236}">
                  <a16:creationId xmlns:a16="http://schemas.microsoft.com/office/drawing/2014/main" id="{F08D3A6B-B409-4B42-9E18-58EC37DCDF61}"/>
                </a:ext>
              </a:extLst>
            </p:cNvPr>
            <p:cNvSpPr>
              <a:spLocks noChangeShapeType="1"/>
            </p:cNvSpPr>
            <p:nvPr/>
          </p:nvSpPr>
          <p:spPr bwMode="auto">
            <a:xfrm>
              <a:off x="3308"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Line 70">
              <a:extLst>
                <a:ext uri="{FF2B5EF4-FFF2-40B4-BE49-F238E27FC236}">
                  <a16:creationId xmlns:a16="http://schemas.microsoft.com/office/drawing/2014/main" id="{378555AA-4A4A-4D71-841A-D2C76A500CF8}"/>
                </a:ext>
              </a:extLst>
            </p:cNvPr>
            <p:cNvSpPr>
              <a:spLocks noChangeShapeType="1"/>
            </p:cNvSpPr>
            <p:nvPr/>
          </p:nvSpPr>
          <p:spPr bwMode="auto">
            <a:xfrm>
              <a:off x="3595"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 name="Line 76">
              <a:extLst>
                <a:ext uri="{FF2B5EF4-FFF2-40B4-BE49-F238E27FC236}">
                  <a16:creationId xmlns:a16="http://schemas.microsoft.com/office/drawing/2014/main" id="{C11D1826-EDBF-4DC0-A93B-8AC83F731BF3}"/>
                </a:ext>
              </a:extLst>
            </p:cNvPr>
            <p:cNvSpPr>
              <a:spLocks noChangeShapeType="1"/>
            </p:cNvSpPr>
            <p:nvPr/>
          </p:nvSpPr>
          <p:spPr bwMode="auto">
            <a:xfrm>
              <a:off x="3883"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82">
              <a:extLst>
                <a:ext uri="{FF2B5EF4-FFF2-40B4-BE49-F238E27FC236}">
                  <a16:creationId xmlns:a16="http://schemas.microsoft.com/office/drawing/2014/main" id="{183964E1-191F-42BD-B380-8F1A2FCB958D}"/>
                </a:ext>
              </a:extLst>
            </p:cNvPr>
            <p:cNvSpPr>
              <a:spLocks noChangeShapeType="1"/>
            </p:cNvSpPr>
            <p:nvPr/>
          </p:nvSpPr>
          <p:spPr bwMode="auto">
            <a:xfrm>
              <a:off x="4172" y="1685"/>
              <a:ext cx="1" cy="1776"/>
            </a:xfrm>
            <a:prstGeom prst="line">
              <a:avLst/>
            </a:prstGeom>
            <a:noFill/>
            <a:ln w="28575">
              <a:solidFill>
                <a:srgbClr val="FF00FF"/>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88">
              <a:extLst>
                <a:ext uri="{FF2B5EF4-FFF2-40B4-BE49-F238E27FC236}">
                  <a16:creationId xmlns:a16="http://schemas.microsoft.com/office/drawing/2014/main" id="{8E3B85A1-D230-4A1B-9FFE-F72E87A49D40}"/>
                </a:ext>
              </a:extLst>
            </p:cNvPr>
            <p:cNvSpPr>
              <a:spLocks noChangeShapeType="1"/>
            </p:cNvSpPr>
            <p:nvPr/>
          </p:nvSpPr>
          <p:spPr bwMode="auto">
            <a:xfrm flipV="1">
              <a:off x="3017" y="1856"/>
              <a:ext cx="0" cy="2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 name="Line 89">
              <a:extLst>
                <a:ext uri="{FF2B5EF4-FFF2-40B4-BE49-F238E27FC236}">
                  <a16:creationId xmlns:a16="http://schemas.microsoft.com/office/drawing/2014/main" id="{674BB26F-7F04-4825-B8D7-8F4B4067A64E}"/>
                </a:ext>
              </a:extLst>
            </p:cNvPr>
            <p:cNvSpPr>
              <a:spLocks noChangeShapeType="1"/>
            </p:cNvSpPr>
            <p:nvPr/>
          </p:nvSpPr>
          <p:spPr bwMode="auto">
            <a:xfrm>
              <a:off x="3027" y="1865"/>
              <a:ext cx="11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90">
              <a:extLst>
                <a:ext uri="{FF2B5EF4-FFF2-40B4-BE49-F238E27FC236}">
                  <a16:creationId xmlns:a16="http://schemas.microsoft.com/office/drawing/2014/main" id="{799D28C2-B1F9-4AAC-BA99-1F105691C855}"/>
                </a:ext>
              </a:extLst>
            </p:cNvPr>
            <p:cNvSpPr>
              <a:spLocks noChangeShapeType="1"/>
            </p:cNvSpPr>
            <p:nvPr/>
          </p:nvSpPr>
          <p:spPr bwMode="auto">
            <a:xfrm flipV="1">
              <a:off x="2441" y="2331"/>
              <a:ext cx="0" cy="22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91">
              <a:extLst>
                <a:ext uri="{FF2B5EF4-FFF2-40B4-BE49-F238E27FC236}">
                  <a16:creationId xmlns:a16="http://schemas.microsoft.com/office/drawing/2014/main" id="{25E9E988-D4D0-47B8-AF56-8EEF432927ED}"/>
                </a:ext>
              </a:extLst>
            </p:cNvPr>
            <p:cNvSpPr>
              <a:spLocks noChangeShapeType="1"/>
            </p:cNvSpPr>
            <p:nvPr/>
          </p:nvSpPr>
          <p:spPr bwMode="auto">
            <a:xfrm>
              <a:off x="2441" y="2331"/>
              <a:ext cx="58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92">
              <a:extLst>
                <a:ext uri="{FF2B5EF4-FFF2-40B4-BE49-F238E27FC236}">
                  <a16:creationId xmlns:a16="http://schemas.microsoft.com/office/drawing/2014/main" id="{0E313D17-1A13-4255-B593-4B93B698C79B}"/>
                </a:ext>
              </a:extLst>
            </p:cNvPr>
            <p:cNvSpPr>
              <a:spLocks noChangeShapeType="1"/>
            </p:cNvSpPr>
            <p:nvPr/>
          </p:nvSpPr>
          <p:spPr bwMode="auto">
            <a:xfrm>
              <a:off x="3019" y="2556"/>
              <a:ext cx="590"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93">
              <a:extLst>
                <a:ext uri="{FF2B5EF4-FFF2-40B4-BE49-F238E27FC236}">
                  <a16:creationId xmlns:a16="http://schemas.microsoft.com/office/drawing/2014/main" id="{1566E016-6A32-4100-A742-74E8B8D03C1A}"/>
                </a:ext>
              </a:extLst>
            </p:cNvPr>
            <p:cNvSpPr>
              <a:spLocks noChangeShapeType="1"/>
            </p:cNvSpPr>
            <p:nvPr/>
          </p:nvSpPr>
          <p:spPr bwMode="auto">
            <a:xfrm flipV="1">
              <a:off x="3592" y="2339"/>
              <a:ext cx="0" cy="22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94">
              <a:extLst>
                <a:ext uri="{FF2B5EF4-FFF2-40B4-BE49-F238E27FC236}">
                  <a16:creationId xmlns:a16="http://schemas.microsoft.com/office/drawing/2014/main" id="{BE2C7586-5922-456C-99A9-3B0E6EDD5E22}"/>
                </a:ext>
              </a:extLst>
            </p:cNvPr>
            <p:cNvSpPr>
              <a:spLocks noChangeShapeType="1"/>
            </p:cNvSpPr>
            <p:nvPr/>
          </p:nvSpPr>
          <p:spPr bwMode="auto">
            <a:xfrm>
              <a:off x="3592" y="2339"/>
              <a:ext cx="585"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95">
              <a:extLst>
                <a:ext uri="{FF2B5EF4-FFF2-40B4-BE49-F238E27FC236}">
                  <a16:creationId xmlns:a16="http://schemas.microsoft.com/office/drawing/2014/main" id="{D0115963-EDB2-45F4-B079-F087A0F08844}"/>
                </a:ext>
              </a:extLst>
            </p:cNvPr>
            <p:cNvSpPr>
              <a:spLocks noChangeShapeType="1"/>
            </p:cNvSpPr>
            <p:nvPr/>
          </p:nvSpPr>
          <p:spPr bwMode="auto">
            <a:xfrm>
              <a:off x="3026" y="2331"/>
              <a:ext cx="0" cy="2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7" name="Group 98">
              <a:extLst>
                <a:ext uri="{FF2B5EF4-FFF2-40B4-BE49-F238E27FC236}">
                  <a16:creationId xmlns:a16="http://schemas.microsoft.com/office/drawing/2014/main" id="{055B1CBE-13C8-4EC5-A600-8E72B67C19BA}"/>
                </a:ext>
              </a:extLst>
            </p:cNvPr>
            <p:cNvGrpSpPr>
              <a:grpSpLocks/>
            </p:cNvGrpSpPr>
            <p:nvPr/>
          </p:nvGrpSpPr>
          <p:grpSpPr bwMode="auto">
            <a:xfrm>
              <a:off x="1868" y="2734"/>
              <a:ext cx="573" cy="247"/>
              <a:chOff x="1868" y="2734"/>
              <a:chExt cx="573" cy="247"/>
            </a:xfrm>
          </p:grpSpPr>
          <p:sp>
            <p:nvSpPr>
              <p:cNvPr id="71" name="Line 44">
                <a:extLst>
                  <a:ext uri="{FF2B5EF4-FFF2-40B4-BE49-F238E27FC236}">
                    <a16:creationId xmlns:a16="http://schemas.microsoft.com/office/drawing/2014/main" id="{037261B5-760F-4E20-BDDF-AE2323545816}"/>
                  </a:ext>
                </a:extLst>
              </p:cNvPr>
              <p:cNvSpPr>
                <a:spLocks noChangeShapeType="1"/>
              </p:cNvSpPr>
              <p:nvPr/>
            </p:nvSpPr>
            <p:spPr bwMode="auto">
              <a:xfrm>
                <a:off x="1868" y="2980"/>
                <a:ext cx="288"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2" name="Line 96">
                <a:extLst>
                  <a:ext uri="{FF2B5EF4-FFF2-40B4-BE49-F238E27FC236}">
                    <a16:creationId xmlns:a16="http://schemas.microsoft.com/office/drawing/2014/main" id="{F22A1018-A6F5-4747-93A4-4D5FFE868BC1}"/>
                  </a:ext>
                </a:extLst>
              </p:cNvPr>
              <p:cNvSpPr>
                <a:spLocks noChangeShapeType="1"/>
              </p:cNvSpPr>
              <p:nvPr/>
            </p:nvSpPr>
            <p:spPr bwMode="auto">
              <a:xfrm flipV="1">
                <a:off x="2149" y="2743"/>
                <a:ext cx="0" cy="23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 name="Line 97">
                <a:extLst>
                  <a:ext uri="{FF2B5EF4-FFF2-40B4-BE49-F238E27FC236}">
                    <a16:creationId xmlns:a16="http://schemas.microsoft.com/office/drawing/2014/main" id="{C86727FA-DA04-40ED-91F4-BBA727FCB549}"/>
                  </a:ext>
                </a:extLst>
              </p:cNvPr>
              <p:cNvSpPr>
                <a:spLocks noChangeShapeType="1"/>
              </p:cNvSpPr>
              <p:nvPr/>
            </p:nvSpPr>
            <p:spPr bwMode="auto">
              <a:xfrm>
                <a:off x="2139" y="2734"/>
                <a:ext cx="30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8" name="Group 99">
              <a:extLst>
                <a:ext uri="{FF2B5EF4-FFF2-40B4-BE49-F238E27FC236}">
                  <a16:creationId xmlns:a16="http://schemas.microsoft.com/office/drawing/2014/main" id="{5221159E-A984-41BE-87A1-880EAAEA58E5}"/>
                </a:ext>
              </a:extLst>
            </p:cNvPr>
            <p:cNvGrpSpPr>
              <a:grpSpLocks/>
            </p:cNvGrpSpPr>
            <p:nvPr/>
          </p:nvGrpSpPr>
          <p:grpSpPr bwMode="auto">
            <a:xfrm>
              <a:off x="2434" y="2733"/>
              <a:ext cx="573" cy="247"/>
              <a:chOff x="1868" y="2734"/>
              <a:chExt cx="573" cy="247"/>
            </a:xfrm>
          </p:grpSpPr>
          <p:sp>
            <p:nvSpPr>
              <p:cNvPr id="68" name="Line 100">
                <a:extLst>
                  <a:ext uri="{FF2B5EF4-FFF2-40B4-BE49-F238E27FC236}">
                    <a16:creationId xmlns:a16="http://schemas.microsoft.com/office/drawing/2014/main" id="{F9B43F43-354D-4C37-AE77-A9C6C62F2C19}"/>
                  </a:ext>
                </a:extLst>
              </p:cNvPr>
              <p:cNvSpPr>
                <a:spLocks noChangeShapeType="1"/>
              </p:cNvSpPr>
              <p:nvPr/>
            </p:nvSpPr>
            <p:spPr bwMode="auto">
              <a:xfrm>
                <a:off x="1868" y="2980"/>
                <a:ext cx="288"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9" name="Line 101">
                <a:extLst>
                  <a:ext uri="{FF2B5EF4-FFF2-40B4-BE49-F238E27FC236}">
                    <a16:creationId xmlns:a16="http://schemas.microsoft.com/office/drawing/2014/main" id="{02DA6E1C-78C9-4FF3-A28D-7854BA3690C1}"/>
                  </a:ext>
                </a:extLst>
              </p:cNvPr>
              <p:cNvSpPr>
                <a:spLocks noChangeShapeType="1"/>
              </p:cNvSpPr>
              <p:nvPr/>
            </p:nvSpPr>
            <p:spPr bwMode="auto">
              <a:xfrm flipV="1">
                <a:off x="2149" y="2743"/>
                <a:ext cx="0" cy="23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 name="Line 102">
                <a:extLst>
                  <a:ext uri="{FF2B5EF4-FFF2-40B4-BE49-F238E27FC236}">
                    <a16:creationId xmlns:a16="http://schemas.microsoft.com/office/drawing/2014/main" id="{6C8C1F82-2081-424B-81AA-D36A84E63D29}"/>
                  </a:ext>
                </a:extLst>
              </p:cNvPr>
              <p:cNvSpPr>
                <a:spLocks noChangeShapeType="1"/>
              </p:cNvSpPr>
              <p:nvPr/>
            </p:nvSpPr>
            <p:spPr bwMode="auto">
              <a:xfrm>
                <a:off x="2139" y="2734"/>
                <a:ext cx="30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9" name="Group 103">
              <a:extLst>
                <a:ext uri="{FF2B5EF4-FFF2-40B4-BE49-F238E27FC236}">
                  <a16:creationId xmlns:a16="http://schemas.microsoft.com/office/drawing/2014/main" id="{B95212EA-A21F-40B9-BAC1-AF6726A3F98A}"/>
                </a:ext>
              </a:extLst>
            </p:cNvPr>
            <p:cNvGrpSpPr>
              <a:grpSpLocks/>
            </p:cNvGrpSpPr>
            <p:nvPr/>
          </p:nvGrpSpPr>
          <p:grpSpPr bwMode="auto">
            <a:xfrm>
              <a:off x="3593" y="2741"/>
              <a:ext cx="573" cy="247"/>
              <a:chOff x="1868" y="2734"/>
              <a:chExt cx="573" cy="247"/>
            </a:xfrm>
          </p:grpSpPr>
          <p:sp>
            <p:nvSpPr>
              <p:cNvPr id="65" name="Line 104">
                <a:extLst>
                  <a:ext uri="{FF2B5EF4-FFF2-40B4-BE49-F238E27FC236}">
                    <a16:creationId xmlns:a16="http://schemas.microsoft.com/office/drawing/2014/main" id="{2A5F05EE-9858-4AFE-A21A-6B220CA89468}"/>
                  </a:ext>
                </a:extLst>
              </p:cNvPr>
              <p:cNvSpPr>
                <a:spLocks noChangeShapeType="1"/>
              </p:cNvSpPr>
              <p:nvPr/>
            </p:nvSpPr>
            <p:spPr bwMode="auto">
              <a:xfrm>
                <a:off x="1868" y="2980"/>
                <a:ext cx="288"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Line 105">
                <a:extLst>
                  <a:ext uri="{FF2B5EF4-FFF2-40B4-BE49-F238E27FC236}">
                    <a16:creationId xmlns:a16="http://schemas.microsoft.com/office/drawing/2014/main" id="{A16EF1A2-EC7B-4C74-9CA3-75918638A2FD}"/>
                  </a:ext>
                </a:extLst>
              </p:cNvPr>
              <p:cNvSpPr>
                <a:spLocks noChangeShapeType="1"/>
              </p:cNvSpPr>
              <p:nvPr/>
            </p:nvSpPr>
            <p:spPr bwMode="auto">
              <a:xfrm flipV="1">
                <a:off x="2149" y="2743"/>
                <a:ext cx="0" cy="23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Line 106">
                <a:extLst>
                  <a:ext uri="{FF2B5EF4-FFF2-40B4-BE49-F238E27FC236}">
                    <a16:creationId xmlns:a16="http://schemas.microsoft.com/office/drawing/2014/main" id="{0E76A559-FC68-4070-A9CA-3EC36487CB17}"/>
                  </a:ext>
                </a:extLst>
              </p:cNvPr>
              <p:cNvSpPr>
                <a:spLocks noChangeShapeType="1"/>
              </p:cNvSpPr>
              <p:nvPr/>
            </p:nvSpPr>
            <p:spPr bwMode="auto">
              <a:xfrm>
                <a:off x="2139" y="2734"/>
                <a:ext cx="30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0" name="Group 107">
              <a:extLst>
                <a:ext uri="{FF2B5EF4-FFF2-40B4-BE49-F238E27FC236}">
                  <a16:creationId xmlns:a16="http://schemas.microsoft.com/office/drawing/2014/main" id="{9B423A07-B26A-4FC9-8A53-E30BD98FEBB3}"/>
                </a:ext>
              </a:extLst>
            </p:cNvPr>
            <p:cNvGrpSpPr>
              <a:grpSpLocks/>
            </p:cNvGrpSpPr>
            <p:nvPr/>
          </p:nvGrpSpPr>
          <p:grpSpPr bwMode="auto">
            <a:xfrm>
              <a:off x="3028" y="2733"/>
              <a:ext cx="573" cy="247"/>
              <a:chOff x="1868" y="2734"/>
              <a:chExt cx="573" cy="247"/>
            </a:xfrm>
          </p:grpSpPr>
          <p:sp>
            <p:nvSpPr>
              <p:cNvPr id="62" name="Line 108">
                <a:extLst>
                  <a:ext uri="{FF2B5EF4-FFF2-40B4-BE49-F238E27FC236}">
                    <a16:creationId xmlns:a16="http://schemas.microsoft.com/office/drawing/2014/main" id="{FA94D483-8577-4EC3-B03A-73AB68493CCB}"/>
                  </a:ext>
                </a:extLst>
              </p:cNvPr>
              <p:cNvSpPr>
                <a:spLocks noChangeShapeType="1"/>
              </p:cNvSpPr>
              <p:nvPr/>
            </p:nvSpPr>
            <p:spPr bwMode="auto">
              <a:xfrm>
                <a:off x="1868" y="2980"/>
                <a:ext cx="288" cy="1"/>
              </a:xfrm>
              <a:prstGeom prst="line">
                <a:avLst/>
              </a:prstGeom>
              <a:noFill/>
              <a:ln w="38100">
                <a:solidFill>
                  <a:srgbClr val="3333FF"/>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109">
                <a:extLst>
                  <a:ext uri="{FF2B5EF4-FFF2-40B4-BE49-F238E27FC236}">
                    <a16:creationId xmlns:a16="http://schemas.microsoft.com/office/drawing/2014/main" id="{33A68388-6ABD-43F0-892F-95152A30D61F}"/>
                  </a:ext>
                </a:extLst>
              </p:cNvPr>
              <p:cNvSpPr>
                <a:spLocks noChangeShapeType="1"/>
              </p:cNvSpPr>
              <p:nvPr/>
            </p:nvSpPr>
            <p:spPr bwMode="auto">
              <a:xfrm flipV="1">
                <a:off x="2149" y="2743"/>
                <a:ext cx="0" cy="238"/>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110">
                <a:extLst>
                  <a:ext uri="{FF2B5EF4-FFF2-40B4-BE49-F238E27FC236}">
                    <a16:creationId xmlns:a16="http://schemas.microsoft.com/office/drawing/2014/main" id="{EC385672-DD09-4141-88CB-2A02E443E435}"/>
                  </a:ext>
                </a:extLst>
              </p:cNvPr>
              <p:cNvSpPr>
                <a:spLocks noChangeShapeType="1"/>
              </p:cNvSpPr>
              <p:nvPr/>
            </p:nvSpPr>
            <p:spPr bwMode="auto">
              <a:xfrm>
                <a:off x="2139" y="2734"/>
                <a:ext cx="30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1" name="Line 111">
              <a:extLst>
                <a:ext uri="{FF2B5EF4-FFF2-40B4-BE49-F238E27FC236}">
                  <a16:creationId xmlns:a16="http://schemas.microsoft.com/office/drawing/2014/main" id="{04216BA2-9B32-4727-AA05-F5F3CEDE94FF}"/>
                </a:ext>
              </a:extLst>
            </p:cNvPr>
            <p:cNvSpPr>
              <a:spLocks noChangeShapeType="1"/>
            </p:cNvSpPr>
            <p:nvPr/>
          </p:nvSpPr>
          <p:spPr bwMode="auto">
            <a:xfrm>
              <a:off x="2432" y="2734"/>
              <a:ext cx="0" cy="23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112">
              <a:extLst>
                <a:ext uri="{FF2B5EF4-FFF2-40B4-BE49-F238E27FC236}">
                  <a16:creationId xmlns:a16="http://schemas.microsoft.com/office/drawing/2014/main" id="{9D4EEFC6-EF71-49AC-9850-585254D7F12E}"/>
                </a:ext>
              </a:extLst>
            </p:cNvPr>
            <p:cNvSpPr>
              <a:spLocks noChangeShapeType="1"/>
            </p:cNvSpPr>
            <p:nvPr/>
          </p:nvSpPr>
          <p:spPr bwMode="auto">
            <a:xfrm>
              <a:off x="3017" y="2734"/>
              <a:ext cx="0" cy="26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113">
              <a:extLst>
                <a:ext uri="{FF2B5EF4-FFF2-40B4-BE49-F238E27FC236}">
                  <a16:creationId xmlns:a16="http://schemas.microsoft.com/office/drawing/2014/main" id="{0834E0C0-6805-461B-BC32-8A916F2847BC}"/>
                </a:ext>
              </a:extLst>
            </p:cNvPr>
            <p:cNvSpPr>
              <a:spLocks noChangeShapeType="1"/>
            </p:cNvSpPr>
            <p:nvPr/>
          </p:nvSpPr>
          <p:spPr bwMode="auto">
            <a:xfrm>
              <a:off x="3602" y="2734"/>
              <a:ext cx="0" cy="23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114">
              <a:extLst>
                <a:ext uri="{FF2B5EF4-FFF2-40B4-BE49-F238E27FC236}">
                  <a16:creationId xmlns:a16="http://schemas.microsoft.com/office/drawing/2014/main" id="{B4875F09-A393-4080-98F8-0212984D9FB5}"/>
                </a:ext>
              </a:extLst>
            </p:cNvPr>
            <p:cNvSpPr>
              <a:spLocks noChangeShapeType="1"/>
            </p:cNvSpPr>
            <p:nvPr/>
          </p:nvSpPr>
          <p:spPr bwMode="auto">
            <a:xfrm>
              <a:off x="4178" y="2734"/>
              <a:ext cx="0" cy="265"/>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 name="Line 116">
              <a:extLst>
                <a:ext uri="{FF2B5EF4-FFF2-40B4-BE49-F238E27FC236}">
                  <a16:creationId xmlns:a16="http://schemas.microsoft.com/office/drawing/2014/main" id="{7B666B2B-049F-4656-AA2A-5EDD45E17AA2}"/>
                </a:ext>
              </a:extLst>
            </p:cNvPr>
            <p:cNvSpPr>
              <a:spLocks noChangeShapeType="1"/>
            </p:cNvSpPr>
            <p:nvPr/>
          </p:nvSpPr>
          <p:spPr bwMode="auto">
            <a:xfrm>
              <a:off x="4169" y="1865"/>
              <a:ext cx="0" cy="24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117">
              <a:extLst>
                <a:ext uri="{FF2B5EF4-FFF2-40B4-BE49-F238E27FC236}">
                  <a16:creationId xmlns:a16="http://schemas.microsoft.com/office/drawing/2014/main" id="{86972409-B5C7-4BD5-AF89-06618A5B90B9}"/>
                </a:ext>
              </a:extLst>
            </p:cNvPr>
            <p:cNvSpPr>
              <a:spLocks noChangeShapeType="1"/>
            </p:cNvSpPr>
            <p:nvPr/>
          </p:nvSpPr>
          <p:spPr bwMode="auto">
            <a:xfrm>
              <a:off x="4169" y="2121"/>
              <a:ext cx="18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Line 118">
              <a:extLst>
                <a:ext uri="{FF2B5EF4-FFF2-40B4-BE49-F238E27FC236}">
                  <a16:creationId xmlns:a16="http://schemas.microsoft.com/office/drawing/2014/main" id="{97E58758-AF60-4C51-9610-34B3D3549152}"/>
                </a:ext>
              </a:extLst>
            </p:cNvPr>
            <p:cNvSpPr>
              <a:spLocks noChangeShapeType="1"/>
            </p:cNvSpPr>
            <p:nvPr/>
          </p:nvSpPr>
          <p:spPr bwMode="auto">
            <a:xfrm>
              <a:off x="4177" y="2339"/>
              <a:ext cx="0" cy="21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8" name="Line 119">
              <a:extLst>
                <a:ext uri="{FF2B5EF4-FFF2-40B4-BE49-F238E27FC236}">
                  <a16:creationId xmlns:a16="http://schemas.microsoft.com/office/drawing/2014/main" id="{F16BF8B5-B631-4939-8975-9D14217991A3}"/>
                </a:ext>
              </a:extLst>
            </p:cNvPr>
            <p:cNvSpPr>
              <a:spLocks noChangeShapeType="1"/>
            </p:cNvSpPr>
            <p:nvPr/>
          </p:nvSpPr>
          <p:spPr bwMode="auto">
            <a:xfrm>
              <a:off x="4177" y="2568"/>
              <a:ext cx="18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9" name="Line 120">
              <a:extLst>
                <a:ext uri="{FF2B5EF4-FFF2-40B4-BE49-F238E27FC236}">
                  <a16:creationId xmlns:a16="http://schemas.microsoft.com/office/drawing/2014/main" id="{C793A0FE-85D3-410F-808B-73761D0A0FFC}"/>
                </a:ext>
              </a:extLst>
            </p:cNvPr>
            <p:cNvSpPr>
              <a:spLocks noChangeShapeType="1"/>
            </p:cNvSpPr>
            <p:nvPr/>
          </p:nvSpPr>
          <p:spPr bwMode="auto">
            <a:xfrm>
              <a:off x="4166" y="2987"/>
              <a:ext cx="183"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0" name="Line 121">
              <a:extLst>
                <a:ext uri="{FF2B5EF4-FFF2-40B4-BE49-F238E27FC236}">
                  <a16:creationId xmlns:a16="http://schemas.microsoft.com/office/drawing/2014/main" id="{36195D1A-A6C4-4D14-BD41-584F8A8240A2}"/>
                </a:ext>
              </a:extLst>
            </p:cNvPr>
            <p:cNvSpPr>
              <a:spLocks noChangeShapeType="1"/>
            </p:cNvSpPr>
            <p:nvPr/>
          </p:nvSpPr>
          <p:spPr bwMode="auto">
            <a:xfrm flipV="1">
              <a:off x="3310" y="3173"/>
              <a:ext cx="0" cy="237"/>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 name="Line 122">
              <a:extLst>
                <a:ext uri="{FF2B5EF4-FFF2-40B4-BE49-F238E27FC236}">
                  <a16:creationId xmlns:a16="http://schemas.microsoft.com/office/drawing/2014/main" id="{B61D9A3A-6D78-4EFE-A542-29A4DA6EBA37}"/>
                </a:ext>
              </a:extLst>
            </p:cNvPr>
            <p:cNvSpPr>
              <a:spLocks noChangeShapeType="1"/>
            </p:cNvSpPr>
            <p:nvPr/>
          </p:nvSpPr>
          <p:spPr bwMode="auto">
            <a:xfrm>
              <a:off x="3310" y="3173"/>
              <a:ext cx="85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 name="Line 123">
              <a:extLst>
                <a:ext uri="{FF2B5EF4-FFF2-40B4-BE49-F238E27FC236}">
                  <a16:creationId xmlns:a16="http://schemas.microsoft.com/office/drawing/2014/main" id="{F0875694-53EE-4FDB-B760-1B9DB3E36ADF}"/>
                </a:ext>
              </a:extLst>
            </p:cNvPr>
            <p:cNvSpPr>
              <a:spLocks noChangeShapeType="1"/>
            </p:cNvSpPr>
            <p:nvPr/>
          </p:nvSpPr>
          <p:spPr bwMode="auto">
            <a:xfrm>
              <a:off x="4169" y="3173"/>
              <a:ext cx="0" cy="256"/>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3" name="Line 124">
              <a:extLst>
                <a:ext uri="{FF2B5EF4-FFF2-40B4-BE49-F238E27FC236}">
                  <a16:creationId xmlns:a16="http://schemas.microsoft.com/office/drawing/2014/main" id="{B6B4CB8D-5EDD-4115-A683-0B37825627A0}"/>
                </a:ext>
              </a:extLst>
            </p:cNvPr>
            <p:cNvSpPr>
              <a:spLocks noChangeShapeType="1"/>
            </p:cNvSpPr>
            <p:nvPr/>
          </p:nvSpPr>
          <p:spPr bwMode="auto">
            <a:xfrm>
              <a:off x="4169" y="3429"/>
              <a:ext cx="15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Rectangle 125">
              <a:extLst>
                <a:ext uri="{FF2B5EF4-FFF2-40B4-BE49-F238E27FC236}">
                  <a16:creationId xmlns:a16="http://schemas.microsoft.com/office/drawing/2014/main" id="{3D0541FC-EC65-435F-B725-E959FF5F9DCF}"/>
                </a:ext>
              </a:extLst>
            </p:cNvPr>
            <p:cNvSpPr>
              <a:spLocks noChangeArrowheads="1"/>
            </p:cNvSpPr>
            <p:nvPr/>
          </p:nvSpPr>
          <p:spPr bwMode="auto">
            <a:xfrm>
              <a:off x="1910" y="1713"/>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endParaRPr lang="en-US" altLang="zh-CN" sz="2400" baseline="-25000">
                <a:solidFill>
                  <a:srgbClr val="FF3300"/>
                </a:solidFill>
                <a:latin typeface="宋体" panose="02010600030101010101" pitchFamily="2" charset="-122"/>
              </a:endParaRPr>
            </a:p>
          </p:txBody>
        </p:sp>
        <p:sp>
          <p:nvSpPr>
            <p:cNvPr id="55" name="Rectangle 126">
              <a:extLst>
                <a:ext uri="{FF2B5EF4-FFF2-40B4-BE49-F238E27FC236}">
                  <a16:creationId xmlns:a16="http://schemas.microsoft.com/office/drawing/2014/main" id="{7ED00FCB-56DA-47B9-918E-4B0278627FE6}"/>
                </a:ext>
              </a:extLst>
            </p:cNvPr>
            <p:cNvSpPr>
              <a:spLocks noChangeArrowheads="1"/>
            </p:cNvSpPr>
            <p:nvPr/>
          </p:nvSpPr>
          <p:spPr bwMode="auto">
            <a:xfrm>
              <a:off x="2174" y="1721"/>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endParaRPr lang="en-US" altLang="zh-CN" sz="2400" baseline="-25000">
                <a:solidFill>
                  <a:srgbClr val="FF3300"/>
                </a:solidFill>
                <a:latin typeface="宋体" panose="02010600030101010101" pitchFamily="2" charset="-122"/>
              </a:endParaRPr>
            </a:p>
          </p:txBody>
        </p:sp>
        <p:sp>
          <p:nvSpPr>
            <p:cNvPr id="56" name="Rectangle 127">
              <a:extLst>
                <a:ext uri="{FF2B5EF4-FFF2-40B4-BE49-F238E27FC236}">
                  <a16:creationId xmlns:a16="http://schemas.microsoft.com/office/drawing/2014/main" id="{520DED39-25F4-4756-A382-7460FE596A2B}"/>
                </a:ext>
              </a:extLst>
            </p:cNvPr>
            <p:cNvSpPr>
              <a:spLocks noChangeArrowheads="1"/>
            </p:cNvSpPr>
            <p:nvPr/>
          </p:nvSpPr>
          <p:spPr bwMode="auto">
            <a:xfrm>
              <a:off x="2476" y="1730"/>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endParaRPr lang="en-US" altLang="zh-CN" sz="2400" baseline="-25000">
                <a:solidFill>
                  <a:srgbClr val="FF3300"/>
                </a:solidFill>
                <a:latin typeface="宋体" panose="02010600030101010101" pitchFamily="2" charset="-122"/>
              </a:endParaRPr>
            </a:p>
          </p:txBody>
        </p:sp>
        <p:sp>
          <p:nvSpPr>
            <p:cNvPr id="57" name="Rectangle 128">
              <a:extLst>
                <a:ext uri="{FF2B5EF4-FFF2-40B4-BE49-F238E27FC236}">
                  <a16:creationId xmlns:a16="http://schemas.microsoft.com/office/drawing/2014/main" id="{559A5B2C-9FDD-40D2-8B6B-3C5F1F550E07}"/>
                </a:ext>
              </a:extLst>
            </p:cNvPr>
            <p:cNvSpPr>
              <a:spLocks noChangeArrowheads="1"/>
            </p:cNvSpPr>
            <p:nvPr/>
          </p:nvSpPr>
          <p:spPr bwMode="auto">
            <a:xfrm>
              <a:off x="2759" y="1731"/>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endParaRPr lang="en-US" altLang="zh-CN" sz="2400" baseline="-25000">
                <a:solidFill>
                  <a:srgbClr val="FF3300"/>
                </a:solidFill>
                <a:latin typeface="宋体" panose="02010600030101010101" pitchFamily="2" charset="-122"/>
              </a:endParaRPr>
            </a:p>
          </p:txBody>
        </p:sp>
        <p:sp>
          <p:nvSpPr>
            <p:cNvPr id="58" name="Rectangle 129">
              <a:extLst>
                <a:ext uri="{FF2B5EF4-FFF2-40B4-BE49-F238E27FC236}">
                  <a16:creationId xmlns:a16="http://schemas.microsoft.com/office/drawing/2014/main" id="{07609940-F030-49BD-8087-61FE55F64718}"/>
                </a:ext>
              </a:extLst>
            </p:cNvPr>
            <p:cNvSpPr>
              <a:spLocks noChangeArrowheads="1"/>
            </p:cNvSpPr>
            <p:nvPr/>
          </p:nvSpPr>
          <p:spPr bwMode="auto">
            <a:xfrm>
              <a:off x="3060" y="1722"/>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endParaRPr lang="en-US" altLang="zh-CN" sz="2400" baseline="-25000">
                <a:solidFill>
                  <a:srgbClr val="FF3300"/>
                </a:solidFill>
                <a:latin typeface="宋体" panose="02010600030101010101" pitchFamily="2" charset="-122"/>
              </a:endParaRPr>
            </a:p>
          </p:txBody>
        </p:sp>
        <p:sp>
          <p:nvSpPr>
            <p:cNvPr id="59" name="Rectangle 130">
              <a:extLst>
                <a:ext uri="{FF2B5EF4-FFF2-40B4-BE49-F238E27FC236}">
                  <a16:creationId xmlns:a16="http://schemas.microsoft.com/office/drawing/2014/main" id="{F2F2EC95-5A96-4620-97EF-964656D4C821}"/>
                </a:ext>
              </a:extLst>
            </p:cNvPr>
            <p:cNvSpPr>
              <a:spLocks noChangeArrowheads="1"/>
            </p:cNvSpPr>
            <p:nvPr/>
          </p:nvSpPr>
          <p:spPr bwMode="auto">
            <a:xfrm>
              <a:off x="3353" y="1721"/>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endParaRPr lang="en-US" altLang="zh-CN" sz="2400" baseline="-25000">
                <a:solidFill>
                  <a:srgbClr val="FF3300"/>
                </a:solidFill>
                <a:latin typeface="宋体" panose="02010600030101010101" pitchFamily="2" charset="-122"/>
              </a:endParaRPr>
            </a:p>
          </p:txBody>
        </p:sp>
        <p:sp>
          <p:nvSpPr>
            <p:cNvPr id="60" name="Rectangle 131">
              <a:extLst>
                <a:ext uri="{FF2B5EF4-FFF2-40B4-BE49-F238E27FC236}">
                  <a16:creationId xmlns:a16="http://schemas.microsoft.com/office/drawing/2014/main" id="{5D5CC6C6-2C9B-44F9-970A-EB6068F48C8B}"/>
                </a:ext>
              </a:extLst>
            </p:cNvPr>
            <p:cNvSpPr>
              <a:spLocks noChangeArrowheads="1"/>
            </p:cNvSpPr>
            <p:nvPr/>
          </p:nvSpPr>
          <p:spPr bwMode="auto">
            <a:xfrm>
              <a:off x="3635" y="1720"/>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0</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endParaRPr lang="en-US" altLang="zh-CN" sz="2400" baseline="-25000">
                <a:solidFill>
                  <a:srgbClr val="FF3300"/>
                </a:solidFill>
                <a:latin typeface="宋体" panose="02010600030101010101" pitchFamily="2" charset="-122"/>
              </a:endParaRPr>
            </a:p>
          </p:txBody>
        </p:sp>
        <p:sp>
          <p:nvSpPr>
            <p:cNvPr id="61" name="Rectangle 132">
              <a:extLst>
                <a:ext uri="{FF2B5EF4-FFF2-40B4-BE49-F238E27FC236}">
                  <a16:creationId xmlns:a16="http://schemas.microsoft.com/office/drawing/2014/main" id="{B479BBA3-79CC-46D7-9F33-C324A116C4BB}"/>
                </a:ext>
              </a:extLst>
            </p:cNvPr>
            <p:cNvSpPr>
              <a:spLocks noChangeArrowheads="1"/>
            </p:cNvSpPr>
            <p:nvPr/>
          </p:nvSpPr>
          <p:spPr bwMode="auto">
            <a:xfrm>
              <a:off x="3901" y="1721"/>
              <a:ext cx="212" cy="1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p>
            <a:p>
              <a:pPr algn="l">
                <a:spcBef>
                  <a:spcPct val="0"/>
                </a:spcBef>
              </a:pPr>
              <a:endParaRPr lang="en-US" altLang="zh-CN" sz="2400">
                <a:solidFill>
                  <a:srgbClr val="FF3300"/>
                </a:solidFill>
                <a:latin typeface="宋体" panose="02010600030101010101" pitchFamily="2" charset="-122"/>
              </a:endParaRPr>
            </a:p>
            <a:p>
              <a:pPr algn="l">
                <a:spcBef>
                  <a:spcPct val="0"/>
                </a:spcBef>
              </a:pPr>
              <a:r>
                <a:rPr lang="en-US" altLang="zh-CN" sz="2400">
                  <a:solidFill>
                    <a:srgbClr val="FF3300"/>
                  </a:solidFill>
                  <a:latin typeface="宋体" panose="02010600030101010101" pitchFamily="2" charset="-122"/>
                </a:rPr>
                <a:t>1</a:t>
              </a:r>
              <a:endParaRPr lang="en-US" altLang="zh-CN" sz="2400" baseline="-25000">
                <a:solidFill>
                  <a:srgbClr val="FF3300"/>
                </a:solidFill>
                <a:latin typeface="宋体" panose="02010600030101010101" pitchFamily="2" charset="-122"/>
              </a:endParaRPr>
            </a:p>
          </p:txBody>
        </p:sp>
      </p:grpSp>
      <p:sp>
        <p:nvSpPr>
          <p:cNvPr id="74" name="Rectangle 133">
            <a:extLst>
              <a:ext uri="{FF2B5EF4-FFF2-40B4-BE49-F238E27FC236}">
                <a16:creationId xmlns:a16="http://schemas.microsoft.com/office/drawing/2014/main" id="{CDE2979F-5B5B-4A3E-85A0-7DF0F692CA06}"/>
              </a:ext>
            </a:extLst>
          </p:cNvPr>
          <p:cNvSpPr>
            <a:spLocks noChangeArrowheads="1"/>
          </p:cNvSpPr>
          <p:nvPr/>
        </p:nvSpPr>
        <p:spPr bwMode="auto">
          <a:xfrm>
            <a:off x="982663" y="1425575"/>
            <a:ext cx="7415212"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a:solidFill>
                  <a:srgbClr val="FF0000"/>
                </a:solidFill>
              </a:rPr>
              <a:t>波形图：</a:t>
            </a:r>
            <a:r>
              <a:rPr lang="zh-CN" altLang="en-US" sz="2800">
                <a:solidFill>
                  <a:schemeClr val="tx2"/>
                </a:solidFill>
              </a:rPr>
              <a:t>将逻辑函数输入变量每一种可能出现的取值与对应的输出值按时间顺序依次排列起来的图形。</a:t>
            </a:r>
          </a:p>
        </p:txBody>
      </p:sp>
    </p:spTree>
    <p:extLst>
      <p:ext uri="{BB962C8B-B14F-4D97-AF65-F5344CB8AC3E}">
        <p14:creationId xmlns:p14="http://schemas.microsoft.com/office/powerpoint/2010/main" val="190608849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blinds(horizontal)">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AC550AA-88B7-49BE-B921-03FDCCA09780}"/>
              </a:ext>
            </a:extLst>
          </p:cNvPr>
          <p:cNvSpPr txBox="1">
            <a:spLocks noChangeArrowheads="1"/>
          </p:cNvSpPr>
          <p:nvPr/>
        </p:nvSpPr>
        <p:spPr>
          <a:xfrm>
            <a:off x="2641601" y="97631"/>
            <a:ext cx="4268354" cy="750888"/>
          </a:xfrm>
          <a:prstGeom prst="rect">
            <a:avLst/>
          </a:prstGeom>
          <a:solidFill>
            <a:srgbClr val="CCFFCC"/>
          </a:solidFill>
        </p:spPr>
        <p:txBody>
          <a:bodyPr/>
          <a:lstStyle>
            <a:lvl1pPr algn="l" rtl="0" eaLnBrk="1" fontAlgn="base" hangingPunct="1">
              <a:spcBef>
                <a:spcPct val="0"/>
              </a:spcBef>
              <a:spcAft>
                <a:spcPct val="0"/>
              </a:spcAft>
              <a:defRPr kumimoji="1" sz="4000" b="1"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zh-CN" altLang="en-US" sz="3600">
                <a:solidFill>
                  <a:srgbClr val="0000FF"/>
                </a:solidFill>
              </a:rPr>
              <a:t>五、硬件描述语言</a:t>
            </a:r>
            <a:endParaRPr lang="zh-CN" altLang="en-US" sz="3600" dirty="0">
              <a:solidFill>
                <a:srgbClr val="0000FF"/>
              </a:solidFill>
            </a:endParaRPr>
          </a:p>
        </p:txBody>
      </p:sp>
      <p:sp>
        <p:nvSpPr>
          <p:cNvPr id="3" name="Rectangle 3" descr="Rectangle: Click to edit Master text styles&#10;Second level&#10;Third level&#10;Fourth level&#10;Fifth level">
            <a:extLst>
              <a:ext uri="{FF2B5EF4-FFF2-40B4-BE49-F238E27FC236}">
                <a16:creationId xmlns:a16="http://schemas.microsoft.com/office/drawing/2014/main" id="{ADF9109B-C9EE-432A-9F32-6D7A18F751E6}"/>
              </a:ext>
            </a:extLst>
          </p:cNvPr>
          <p:cNvSpPr txBox="1">
            <a:spLocks noChangeArrowheads="1"/>
          </p:cNvSpPr>
          <p:nvPr/>
        </p:nvSpPr>
        <p:spPr>
          <a:xfrm>
            <a:off x="775278" y="1074071"/>
            <a:ext cx="8001000" cy="2677047"/>
          </a:xfrm>
          <a:prstGeom prst="rect">
            <a:avLst/>
          </a:prstGeom>
        </p:spPr>
        <p:txBody>
          <a:bodyPr/>
          <a:lstStyle>
            <a:lvl1pPr marL="0" indent="0" algn="l" rtl="0" eaLnBrk="1" fontAlgn="base" hangingPunct="1">
              <a:spcBef>
                <a:spcPct val="20000"/>
              </a:spcBef>
              <a:spcAft>
                <a:spcPct val="0"/>
              </a:spcAft>
              <a:buClr>
                <a:schemeClr val="folHlink"/>
              </a:buClr>
              <a:buSzPct val="60000"/>
              <a:buFont typeface="Wingdings" panose="05000000000000000000" pitchFamily="2" charset="2"/>
              <a:buNone/>
              <a:defRPr kumimoji="1" sz="3200" b="1" kern="1200">
                <a:solidFill>
                  <a:schemeClr val="tx1"/>
                </a:solidFill>
                <a:latin typeface="+mn-lt"/>
                <a:ea typeface="+mn-ea"/>
                <a:cs typeface="+mn-cs"/>
              </a:defRPr>
            </a:lvl1pPr>
            <a:lvl2pPr marL="457200" indent="0" algn="l" rtl="0" eaLnBrk="1" fontAlgn="base" hangingPunct="1">
              <a:spcBef>
                <a:spcPct val="20000"/>
              </a:spcBef>
              <a:spcAft>
                <a:spcPct val="0"/>
              </a:spcAft>
              <a:buClr>
                <a:schemeClr val="hlink"/>
              </a:buClr>
              <a:buSzPct val="55000"/>
              <a:buFont typeface="Wingdings" panose="05000000000000000000" pitchFamily="2" charset="2"/>
              <a:buNone/>
              <a:defRPr kumimoji="1" sz="2800" b="1" kern="1200">
                <a:solidFill>
                  <a:schemeClr val="tx1"/>
                </a:solidFill>
                <a:latin typeface="+mn-lt"/>
                <a:ea typeface="+mn-ea"/>
                <a:cs typeface="+mn-cs"/>
              </a:defRPr>
            </a:lvl2pPr>
            <a:lvl3pPr marL="914400" indent="0" algn="l" rtl="0" eaLnBrk="1" fontAlgn="base" hangingPunct="1">
              <a:spcBef>
                <a:spcPct val="20000"/>
              </a:spcBef>
              <a:spcAft>
                <a:spcPct val="0"/>
              </a:spcAft>
              <a:buClr>
                <a:schemeClr val="folHlink"/>
              </a:buClr>
              <a:buSzPct val="50000"/>
              <a:buFont typeface="Wingdings" panose="05000000000000000000" pitchFamily="2" charset="2"/>
              <a:buNone/>
              <a:defRPr kumimoji="1" sz="2400" b="1" kern="1200">
                <a:solidFill>
                  <a:schemeClr val="tx1"/>
                </a:solidFill>
                <a:latin typeface="+mn-lt"/>
                <a:ea typeface="+mn-ea"/>
                <a:cs typeface="+mn-cs"/>
              </a:defRPr>
            </a:lvl3pPr>
            <a:lvl4pPr marL="1371600" indent="0" algn="l" rtl="0" eaLnBrk="1" fontAlgn="base" hangingPunct="1">
              <a:spcBef>
                <a:spcPct val="20000"/>
              </a:spcBef>
              <a:spcAft>
                <a:spcPct val="0"/>
              </a:spcAft>
              <a:buClr>
                <a:schemeClr val="accent2"/>
              </a:buClr>
              <a:buSzPct val="55000"/>
              <a:buFont typeface="Wingdings" panose="05000000000000000000" pitchFamily="2" charset="2"/>
              <a:buNone/>
              <a:defRPr kumimoji="1" sz="2000" b="1" kern="1200">
                <a:solidFill>
                  <a:schemeClr val="tx1"/>
                </a:solidFill>
                <a:latin typeface="+mn-lt"/>
                <a:ea typeface="+mn-ea"/>
                <a:cs typeface="+mn-cs"/>
              </a:defRPr>
            </a:lvl4pPr>
            <a:lvl5pPr marL="1828800" indent="0" algn="l" rtl="0" eaLnBrk="1" fontAlgn="base" hangingPunct="1">
              <a:spcBef>
                <a:spcPct val="20000"/>
              </a:spcBef>
              <a:spcAft>
                <a:spcPct val="0"/>
              </a:spcAft>
              <a:buClr>
                <a:schemeClr val="accent1"/>
              </a:buClr>
              <a:buSzPct val="50000"/>
              <a:buFont typeface="Wingdings" panose="05000000000000000000" pitchFamily="2" charset="2"/>
              <a:buNone/>
              <a:defRPr kumimoji="1"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zh-CN" altLang="en-US" sz="2800" dirty="0"/>
              <a:t>裁判电路的的例子：</a:t>
            </a:r>
            <a:endParaRPr lang="en-US" altLang="zh-CN" sz="2800" dirty="0"/>
          </a:p>
          <a:p>
            <a:pPr>
              <a:lnSpc>
                <a:spcPct val="80000"/>
              </a:lnSpc>
            </a:pPr>
            <a:r>
              <a:rPr lang="en-US" altLang="zh-CN" sz="2800" dirty="0"/>
              <a:t>module Judge(A,B,C,Y) </a:t>
            </a:r>
          </a:p>
          <a:p>
            <a:pPr>
              <a:lnSpc>
                <a:spcPct val="80000"/>
              </a:lnSpc>
            </a:pPr>
            <a:r>
              <a:rPr lang="en-US" altLang="zh-CN" sz="2800" dirty="0"/>
              <a:t>     input A,B,C; </a:t>
            </a:r>
          </a:p>
          <a:p>
            <a:pPr>
              <a:lnSpc>
                <a:spcPct val="80000"/>
              </a:lnSpc>
            </a:pPr>
            <a:r>
              <a:rPr lang="en-US" altLang="zh-CN" sz="2800" dirty="0"/>
              <a:t>     output Y; </a:t>
            </a:r>
          </a:p>
          <a:p>
            <a:pPr>
              <a:lnSpc>
                <a:spcPct val="80000"/>
              </a:lnSpc>
            </a:pPr>
            <a:r>
              <a:rPr lang="en-US" altLang="zh-CN" sz="2800" dirty="0"/>
              <a:t>	assign Y = (A&amp;(B|C));</a:t>
            </a:r>
          </a:p>
          <a:p>
            <a:pPr>
              <a:lnSpc>
                <a:spcPct val="80000"/>
              </a:lnSpc>
            </a:pPr>
            <a:r>
              <a:rPr lang="en-US" altLang="zh-CN" sz="2800" dirty="0" err="1"/>
              <a:t>endmodule</a:t>
            </a:r>
            <a:r>
              <a:rPr lang="en-US" altLang="zh-CN" sz="2800" dirty="0"/>
              <a:t> </a:t>
            </a:r>
          </a:p>
        </p:txBody>
      </p:sp>
      <p:sp>
        <p:nvSpPr>
          <p:cNvPr id="4" name="矩形 3">
            <a:extLst>
              <a:ext uri="{FF2B5EF4-FFF2-40B4-BE49-F238E27FC236}">
                <a16:creationId xmlns:a16="http://schemas.microsoft.com/office/drawing/2014/main" id="{BC7A0BB5-8105-4BA9-9B92-FB6AD3874AE8}"/>
              </a:ext>
            </a:extLst>
          </p:cNvPr>
          <p:cNvSpPr/>
          <p:nvPr/>
        </p:nvSpPr>
        <p:spPr>
          <a:xfrm>
            <a:off x="1943708" y="3853138"/>
            <a:ext cx="5256584" cy="2031325"/>
          </a:xfrm>
          <a:prstGeom prst="rect">
            <a:avLst/>
          </a:prstGeom>
          <a:solidFill>
            <a:srgbClr val="FFFF66"/>
          </a:solidFill>
        </p:spPr>
        <p:txBody>
          <a:bodyPr wrap="square">
            <a:spAutoFit/>
          </a:bodyPr>
          <a:lstStyle/>
          <a:p>
            <a:pPr eaLnBrk="1" hangingPunct="1">
              <a:lnSpc>
                <a:spcPct val="150000"/>
              </a:lnSpc>
            </a:pPr>
            <a:r>
              <a:rPr lang="en-US" altLang="zh-CN" dirty="0">
                <a:solidFill>
                  <a:schemeClr val="tx1"/>
                </a:solidFill>
              </a:rPr>
              <a:t>always @(A,B,C)</a:t>
            </a:r>
          </a:p>
          <a:p>
            <a:pPr eaLnBrk="1" hangingPunct="1">
              <a:lnSpc>
                <a:spcPct val="150000"/>
              </a:lnSpc>
            </a:pPr>
            <a:r>
              <a:rPr lang="en-US" altLang="zh-CN" dirty="0">
                <a:solidFill>
                  <a:schemeClr val="tx1"/>
                </a:solidFill>
              </a:rPr>
              <a:t>  if (A &amp; (B | C))  y=1’b1;</a:t>
            </a:r>
          </a:p>
          <a:p>
            <a:pPr eaLnBrk="1" hangingPunct="1">
              <a:lnSpc>
                <a:spcPct val="150000"/>
              </a:lnSpc>
            </a:pPr>
            <a:r>
              <a:rPr lang="en-US" altLang="zh-CN" dirty="0">
                <a:solidFill>
                  <a:schemeClr val="tx1"/>
                </a:solidFill>
              </a:rPr>
              <a:t>  else Y=1’b0;</a:t>
            </a:r>
          </a:p>
        </p:txBody>
      </p:sp>
      <p:sp>
        <p:nvSpPr>
          <p:cNvPr id="5" name="矩形 4">
            <a:extLst>
              <a:ext uri="{FF2B5EF4-FFF2-40B4-BE49-F238E27FC236}">
                <a16:creationId xmlns:a16="http://schemas.microsoft.com/office/drawing/2014/main" id="{793319D0-A63F-43F5-A7DF-EA801C1EE028}"/>
              </a:ext>
            </a:extLst>
          </p:cNvPr>
          <p:cNvSpPr/>
          <p:nvPr/>
        </p:nvSpPr>
        <p:spPr>
          <a:xfrm>
            <a:off x="5860473" y="1182231"/>
            <a:ext cx="3044536" cy="2246769"/>
          </a:xfrm>
          <a:prstGeom prst="rect">
            <a:avLst/>
          </a:prstGeom>
        </p:spPr>
        <p:txBody>
          <a:bodyPr wrap="square">
            <a:spAutoFit/>
          </a:bodyPr>
          <a:lstStyle/>
          <a:p>
            <a:r>
              <a:rPr lang="zh-CN" altLang="en-US" b="0" dirty="0">
                <a:solidFill>
                  <a:schemeClr val="tx1"/>
                </a:solidFill>
              </a:rPr>
              <a:t>以硬件描述语言（</a:t>
            </a:r>
            <a:r>
              <a:rPr lang="en-US" altLang="zh-CN" b="0" dirty="0">
                <a:solidFill>
                  <a:schemeClr val="tx1"/>
                </a:solidFill>
                <a:hlinkClick r:id="rId2"/>
              </a:rPr>
              <a:t>Verilog</a:t>
            </a:r>
            <a:r>
              <a:rPr lang="zh-CN" altLang="en-US" b="0" dirty="0">
                <a:solidFill>
                  <a:schemeClr val="tx1"/>
                </a:solidFill>
              </a:rPr>
              <a:t>或</a:t>
            </a:r>
            <a:r>
              <a:rPr lang="en-US" altLang="zh-CN" b="0" dirty="0">
                <a:solidFill>
                  <a:schemeClr val="tx1"/>
                </a:solidFill>
                <a:hlinkClick r:id="rId3"/>
              </a:rPr>
              <a:t>VHDL</a:t>
            </a:r>
            <a:r>
              <a:rPr lang="zh-CN" altLang="en-US" b="0" dirty="0">
                <a:solidFill>
                  <a:schemeClr val="tx1"/>
                </a:solidFill>
              </a:rPr>
              <a:t>）完成</a:t>
            </a:r>
            <a:r>
              <a:rPr lang="zh-CN" altLang="en-US" b="0" dirty="0">
                <a:solidFill>
                  <a:schemeClr val="tx1"/>
                </a:solidFill>
                <a:hlinkClick r:id="rId4"/>
              </a:rPr>
              <a:t>电路</a:t>
            </a:r>
            <a:r>
              <a:rPr lang="zh-CN" altLang="en-US" b="0" dirty="0">
                <a:solidFill>
                  <a:schemeClr val="tx1"/>
                </a:solidFill>
              </a:rPr>
              <a:t>设计，</a:t>
            </a:r>
            <a:r>
              <a:rPr lang="zh-CN" altLang="en-US" b="0" dirty="0">
                <a:solidFill>
                  <a:schemeClr val="tx1"/>
                </a:solidFill>
                <a:hlinkClick r:id="rId5"/>
              </a:rPr>
              <a:t>烧录</a:t>
            </a:r>
            <a:r>
              <a:rPr lang="zh-CN" altLang="en-US" b="0" dirty="0">
                <a:solidFill>
                  <a:schemeClr val="tx1"/>
                </a:solidFill>
              </a:rPr>
              <a:t>至 可编程逻辑器件工作。</a:t>
            </a:r>
            <a:endParaRPr lang="zh-CN" altLang="en-US" dirty="0">
              <a:solidFill>
                <a:schemeClr val="tx1"/>
              </a:solidFill>
            </a:endParaRPr>
          </a:p>
        </p:txBody>
      </p:sp>
    </p:spTree>
    <p:extLst>
      <p:ext uri="{BB962C8B-B14F-4D97-AF65-F5344CB8AC3E}">
        <p14:creationId xmlns:p14="http://schemas.microsoft.com/office/powerpoint/2010/main" val="267053827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id="{E81AB809-F493-4A41-97BD-5BAF60FB9E5C}"/>
              </a:ext>
            </a:extLst>
          </p:cNvPr>
          <p:cNvSpPr txBox="1">
            <a:spLocks noChangeArrowheads="1"/>
          </p:cNvSpPr>
          <p:nvPr/>
        </p:nvSpPr>
        <p:spPr bwMode="auto">
          <a:xfrm>
            <a:off x="5162550" y="1300163"/>
            <a:ext cx="34480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zh-CN" altLang="en-US" sz="2800">
                <a:solidFill>
                  <a:srgbClr val="FF3300"/>
                </a:solidFill>
              </a:rPr>
              <a:t>方法：</a:t>
            </a:r>
          </a:p>
          <a:p>
            <a:pPr algn="l">
              <a:spcBef>
                <a:spcPct val="0"/>
              </a:spcBef>
            </a:pPr>
            <a:r>
              <a:rPr lang="zh-CN" altLang="en-US" sz="2800">
                <a:solidFill>
                  <a:schemeClr val="tx1"/>
                </a:solidFill>
              </a:rPr>
              <a:t>      </a:t>
            </a:r>
            <a:r>
              <a:rPr lang="zh-CN" altLang="en-US" sz="2800">
                <a:solidFill>
                  <a:schemeClr val="tx1"/>
                </a:solidFill>
                <a:ea typeface="GungsuhChe" panose="020B0503020000020004" pitchFamily="49" charset="-127"/>
              </a:rPr>
              <a:t>①</a:t>
            </a:r>
            <a:r>
              <a:rPr lang="zh-CN" altLang="en-US" sz="2800">
                <a:solidFill>
                  <a:schemeClr val="tx1"/>
                </a:solidFill>
              </a:rPr>
              <a:t>找出所有使输出为</a:t>
            </a:r>
            <a:r>
              <a:rPr lang="en-US" altLang="zh-CN" sz="2800">
                <a:solidFill>
                  <a:schemeClr val="tx1"/>
                </a:solidFill>
              </a:rPr>
              <a:t>1</a:t>
            </a:r>
            <a:r>
              <a:rPr lang="zh-CN" altLang="en-US" sz="2800">
                <a:solidFill>
                  <a:schemeClr val="tx1"/>
                </a:solidFill>
              </a:rPr>
              <a:t>的输入组合；</a:t>
            </a:r>
          </a:p>
        </p:txBody>
      </p:sp>
      <p:sp>
        <p:nvSpPr>
          <p:cNvPr id="3" name="Text Box 6">
            <a:extLst>
              <a:ext uri="{FF2B5EF4-FFF2-40B4-BE49-F238E27FC236}">
                <a16:creationId xmlns:a16="http://schemas.microsoft.com/office/drawing/2014/main" id="{8E90988D-23D3-45D2-ACCD-A62D565822D2}"/>
              </a:ext>
            </a:extLst>
          </p:cNvPr>
          <p:cNvSpPr txBox="1">
            <a:spLocks noChangeArrowheads="1"/>
          </p:cNvSpPr>
          <p:nvPr/>
        </p:nvSpPr>
        <p:spPr bwMode="auto">
          <a:xfrm>
            <a:off x="5162550" y="2711450"/>
            <a:ext cx="39814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800" b="0">
                <a:solidFill>
                  <a:schemeClr val="tx1"/>
                </a:solidFill>
                <a:effectLst>
                  <a:outerShdw blurRad="38100" dist="38100" dir="2700000" algn="tl">
                    <a:srgbClr val="C0C0C0"/>
                  </a:outerShdw>
                </a:effectLst>
                <a:ea typeface="GungsuhChe" panose="020B0503020000020004" pitchFamily="49" charset="-127"/>
              </a:rPr>
              <a:t>      </a:t>
            </a:r>
            <a:r>
              <a:rPr lang="en-US" altLang="zh-CN" sz="2800">
                <a:solidFill>
                  <a:schemeClr val="tx1"/>
                </a:solidFill>
                <a:ea typeface="GungsuhChe" panose="020B0503020000020004" pitchFamily="49" charset="-127"/>
              </a:rPr>
              <a:t>②</a:t>
            </a:r>
            <a:r>
              <a:rPr lang="en-US" altLang="zh-CN" sz="2800">
                <a:solidFill>
                  <a:schemeClr val="tx1"/>
                </a:solidFill>
              </a:rPr>
              <a:t> </a:t>
            </a:r>
            <a:r>
              <a:rPr lang="zh-CN" altLang="en-US" sz="2800">
                <a:solidFill>
                  <a:schemeClr val="tx1"/>
                </a:solidFill>
              </a:rPr>
              <a:t>将每一种组合以</a:t>
            </a:r>
            <a:r>
              <a:rPr lang="en-US" altLang="zh-CN" sz="2800">
                <a:solidFill>
                  <a:schemeClr val="tx1"/>
                </a:solidFill>
              </a:rPr>
              <a:t>1</a:t>
            </a:r>
            <a:r>
              <a:rPr lang="zh-CN" altLang="en-US" sz="2800">
                <a:solidFill>
                  <a:schemeClr val="tx1"/>
                </a:solidFill>
              </a:rPr>
              <a:t>对应原变量， </a:t>
            </a:r>
            <a:r>
              <a:rPr lang="en-US" altLang="zh-CN" sz="2800">
                <a:solidFill>
                  <a:schemeClr val="tx1"/>
                </a:solidFill>
              </a:rPr>
              <a:t>0</a:t>
            </a:r>
            <a:r>
              <a:rPr lang="zh-CN" altLang="en-US" sz="2800">
                <a:solidFill>
                  <a:schemeClr val="tx1"/>
                </a:solidFill>
              </a:rPr>
              <a:t>对应反变量的方法变换为逻辑符号与的形式；</a:t>
            </a:r>
          </a:p>
        </p:txBody>
      </p:sp>
      <p:sp>
        <p:nvSpPr>
          <p:cNvPr id="4" name="Text Box 7">
            <a:extLst>
              <a:ext uri="{FF2B5EF4-FFF2-40B4-BE49-F238E27FC236}">
                <a16:creationId xmlns:a16="http://schemas.microsoft.com/office/drawing/2014/main" id="{F9C05102-5C68-4DBB-9D99-7C987CCAD272}"/>
              </a:ext>
            </a:extLst>
          </p:cNvPr>
          <p:cNvSpPr txBox="1">
            <a:spLocks noChangeArrowheads="1"/>
          </p:cNvSpPr>
          <p:nvPr/>
        </p:nvSpPr>
        <p:spPr bwMode="auto">
          <a:xfrm>
            <a:off x="5162550" y="4572000"/>
            <a:ext cx="36766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0"/>
              </a:spcBef>
            </a:pPr>
            <a:r>
              <a:rPr lang="en-US" altLang="zh-CN" sz="2800" b="0">
                <a:solidFill>
                  <a:schemeClr val="tx1"/>
                </a:solidFill>
                <a:effectLst>
                  <a:outerShdw blurRad="38100" dist="38100" dir="2700000" algn="tl">
                    <a:srgbClr val="C0C0C0"/>
                  </a:outerShdw>
                </a:effectLst>
                <a:ea typeface="GungsuhChe" panose="020B0503020000020004" pitchFamily="49" charset="-127"/>
              </a:rPr>
              <a:t>      </a:t>
            </a:r>
            <a:r>
              <a:rPr lang="en-US" altLang="zh-CN" sz="2800">
                <a:solidFill>
                  <a:schemeClr val="tx1"/>
                </a:solidFill>
                <a:ea typeface="GungsuhChe" panose="020B0503020000020004" pitchFamily="49" charset="-127"/>
              </a:rPr>
              <a:t>③</a:t>
            </a:r>
            <a:r>
              <a:rPr lang="en-US" altLang="zh-CN" sz="2800">
                <a:solidFill>
                  <a:schemeClr val="tx1"/>
                </a:solidFill>
              </a:rPr>
              <a:t> </a:t>
            </a:r>
            <a:r>
              <a:rPr lang="zh-CN" altLang="en-US" sz="2800">
                <a:solidFill>
                  <a:schemeClr val="tx1"/>
                </a:solidFill>
              </a:rPr>
              <a:t>将所有</a:t>
            </a:r>
            <a:r>
              <a:rPr lang="zh-CN" altLang="en-US" sz="2800">
                <a:solidFill>
                  <a:schemeClr val="tx1"/>
                </a:solidFill>
                <a:ea typeface="GungsuhChe" panose="020B0503020000020004" pitchFamily="49" charset="-127"/>
              </a:rPr>
              <a:t>②</a:t>
            </a:r>
            <a:r>
              <a:rPr lang="zh-CN" altLang="en-US" sz="2800">
                <a:solidFill>
                  <a:schemeClr val="tx1"/>
                </a:solidFill>
              </a:rPr>
              <a:t> 的结果相加</a:t>
            </a:r>
            <a:r>
              <a:rPr lang="en-US" altLang="zh-CN" sz="2800">
                <a:solidFill>
                  <a:schemeClr val="tx1"/>
                </a:solidFill>
              </a:rPr>
              <a:t>(</a:t>
            </a:r>
            <a:r>
              <a:rPr lang="zh-CN" altLang="en-US" sz="2800">
                <a:solidFill>
                  <a:schemeClr val="tx1"/>
                </a:solidFill>
              </a:rPr>
              <a:t>或</a:t>
            </a:r>
            <a:r>
              <a:rPr lang="en-US" altLang="zh-CN" sz="2800">
                <a:solidFill>
                  <a:schemeClr val="tx1"/>
                </a:solidFill>
              </a:rPr>
              <a:t>)</a:t>
            </a:r>
            <a:r>
              <a:rPr lang="zh-CN" altLang="en-US" sz="2800">
                <a:solidFill>
                  <a:schemeClr val="tx1"/>
                </a:solidFill>
              </a:rPr>
              <a:t>，得到的函数式就是</a:t>
            </a:r>
            <a:r>
              <a:rPr lang="en-US" altLang="zh-CN" sz="2800">
                <a:solidFill>
                  <a:schemeClr val="tx1"/>
                </a:solidFill>
              </a:rPr>
              <a:t>Y</a:t>
            </a:r>
            <a:r>
              <a:rPr lang="zh-CN" altLang="en-US" sz="2800">
                <a:solidFill>
                  <a:schemeClr val="tx1"/>
                </a:solidFill>
              </a:rPr>
              <a:t>。</a:t>
            </a:r>
          </a:p>
        </p:txBody>
      </p:sp>
      <p:grpSp>
        <p:nvGrpSpPr>
          <p:cNvPr id="5" name="Group 35">
            <a:extLst>
              <a:ext uri="{FF2B5EF4-FFF2-40B4-BE49-F238E27FC236}">
                <a16:creationId xmlns:a16="http://schemas.microsoft.com/office/drawing/2014/main" id="{7C9D3388-1C68-4900-93DA-92B1682CFD84}"/>
              </a:ext>
            </a:extLst>
          </p:cNvPr>
          <p:cNvGrpSpPr>
            <a:grpSpLocks/>
          </p:cNvGrpSpPr>
          <p:nvPr/>
        </p:nvGrpSpPr>
        <p:grpSpPr bwMode="auto">
          <a:xfrm>
            <a:off x="5089526" y="5938837"/>
            <a:ext cx="3749675" cy="579438"/>
            <a:chOff x="1471" y="3644"/>
            <a:chExt cx="2362" cy="365"/>
          </a:xfrm>
        </p:grpSpPr>
        <p:sp>
          <p:nvSpPr>
            <p:cNvPr id="6" name="Text Box 36">
              <a:extLst>
                <a:ext uri="{FF2B5EF4-FFF2-40B4-BE49-F238E27FC236}">
                  <a16:creationId xmlns:a16="http://schemas.microsoft.com/office/drawing/2014/main" id="{19330548-0701-4942-A4CF-BB9315F8AD05}"/>
                </a:ext>
              </a:extLst>
            </p:cNvPr>
            <p:cNvSpPr txBox="1">
              <a:spLocks noChangeArrowheads="1"/>
            </p:cNvSpPr>
            <p:nvPr/>
          </p:nvSpPr>
          <p:spPr bwMode="auto">
            <a:xfrm>
              <a:off x="1471" y="3644"/>
              <a:ext cx="236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dirty="0">
                  <a:solidFill>
                    <a:schemeClr val="tx1"/>
                  </a:solidFill>
                  <a:effectLst>
                    <a:outerShdw blurRad="38100" dist="38100" dir="2700000" algn="tl">
                      <a:srgbClr val="C0C0C0"/>
                    </a:outerShdw>
                  </a:effectLst>
                </a:rPr>
                <a:t>Y=ABC+ABC+ABC</a:t>
              </a:r>
            </a:p>
          </p:txBody>
        </p:sp>
        <p:sp>
          <p:nvSpPr>
            <p:cNvPr id="7" name="Line 37">
              <a:extLst>
                <a:ext uri="{FF2B5EF4-FFF2-40B4-BE49-F238E27FC236}">
                  <a16:creationId xmlns:a16="http://schemas.microsoft.com/office/drawing/2014/main" id="{69D885CC-5CBA-4F49-92A1-04C12720402C}"/>
                </a:ext>
              </a:extLst>
            </p:cNvPr>
            <p:cNvSpPr>
              <a:spLocks noChangeShapeType="1"/>
            </p:cNvSpPr>
            <p:nvPr/>
          </p:nvSpPr>
          <p:spPr bwMode="auto">
            <a:xfrm>
              <a:off x="2002" y="3709"/>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38">
              <a:extLst>
                <a:ext uri="{FF2B5EF4-FFF2-40B4-BE49-F238E27FC236}">
                  <a16:creationId xmlns:a16="http://schemas.microsoft.com/office/drawing/2014/main" id="{4A123A48-7D8C-4C9A-88F2-8D8DD9AEE48B}"/>
                </a:ext>
              </a:extLst>
            </p:cNvPr>
            <p:cNvSpPr>
              <a:spLocks noChangeShapeType="1"/>
            </p:cNvSpPr>
            <p:nvPr/>
          </p:nvSpPr>
          <p:spPr bwMode="auto">
            <a:xfrm>
              <a:off x="2830" y="3709"/>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 name="Rectangle 39">
            <a:extLst>
              <a:ext uri="{FF2B5EF4-FFF2-40B4-BE49-F238E27FC236}">
                <a16:creationId xmlns:a16="http://schemas.microsoft.com/office/drawing/2014/main" id="{9FC84431-FC2E-409A-B630-725717A5EA53}"/>
              </a:ext>
            </a:extLst>
          </p:cNvPr>
          <p:cNvSpPr>
            <a:spLocks noChangeArrowheads="1"/>
          </p:cNvSpPr>
          <p:nvPr/>
        </p:nvSpPr>
        <p:spPr bwMode="auto">
          <a:xfrm>
            <a:off x="506413" y="1012825"/>
            <a:ext cx="42259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a:solidFill>
                  <a:srgbClr val="0000FF"/>
                </a:solidFill>
              </a:rPr>
              <a:t>1</a:t>
            </a:r>
            <a:r>
              <a:rPr lang="zh-CN" altLang="en-US" sz="3200">
                <a:solidFill>
                  <a:srgbClr val="0000FF"/>
                </a:solidFill>
              </a:rPr>
              <a:t>、由真值表写函数式</a:t>
            </a:r>
          </a:p>
        </p:txBody>
      </p:sp>
      <p:graphicFrame>
        <p:nvGraphicFramePr>
          <p:cNvPr id="10" name="Object 40">
            <a:extLst>
              <a:ext uri="{FF2B5EF4-FFF2-40B4-BE49-F238E27FC236}">
                <a16:creationId xmlns:a16="http://schemas.microsoft.com/office/drawing/2014/main" id="{3B2835CE-B7FA-4FA0-9F33-5AD9804CE8EA}"/>
              </a:ext>
            </a:extLst>
          </p:cNvPr>
          <p:cNvGraphicFramePr>
            <a:graphicFrameLocks noChangeAspect="1"/>
          </p:cNvGraphicFramePr>
          <p:nvPr>
            <p:extLst>
              <p:ext uri="{D42A27DB-BD31-4B8C-83A1-F6EECF244321}">
                <p14:modId xmlns:p14="http://schemas.microsoft.com/office/powerpoint/2010/main" val="2948949521"/>
              </p:ext>
            </p:extLst>
          </p:nvPr>
        </p:nvGraphicFramePr>
        <p:xfrm>
          <a:off x="666750" y="1985963"/>
          <a:ext cx="2933700" cy="4781550"/>
        </p:xfrm>
        <a:graphic>
          <a:graphicData uri="http://schemas.openxmlformats.org/presentationml/2006/ole">
            <mc:AlternateContent xmlns:mc="http://schemas.openxmlformats.org/markup-compatibility/2006">
              <mc:Choice xmlns:v="urn:schemas-microsoft-com:vml" Requires="v">
                <p:oleObj spid="_x0000_s8238" name="文档" r:id="rId3" imgW="2580591" imgH="4208054" progId="Word.Document.8">
                  <p:embed/>
                </p:oleObj>
              </mc:Choice>
              <mc:Fallback>
                <p:oleObj name="文档" r:id="rId3" imgW="2580591" imgH="4208054" progId="Word.Document.8">
                  <p:embed/>
                  <p:pic>
                    <p:nvPicPr>
                      <p:cNvPr id="275496" name="Object 40">
                        <a:extLst>
                          <a:ext uri="{FF2B5EF4-FFF2-40B4-BE49-F238E27FC236}">
                            <a16:creationId xmlns:a16="http://schemas.microsoft.com/office/drawing/2014/main" id="{CE733F57-325C-49F8-8EE5-32AED6CDA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 y="1985963"/>
                        <a:ext cx="2933700"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AutoShape 41">
            <a:extLst>
              <a:ext uri="{FF2B5EF4-FFF2-40B4-BE49-F238E27FC236}">
                <a16:creationId xmlns:a16="http://schemas.microsoft.com/office/drawing/2014/main" id="{85837BFD-40D4-4E1A-B32C-D24F9A9D7E09}"/>
              </a:ext>
            </a:extLst>
          </p:cNvPr>
          <p:cNvSpPr>
            <a:spLocks noChangeArrowheads="1"/>
          </p:cNvSpPr>
          <p:nvPr/>
        </p:nvSpPr>
        <p:spPr bwMode="auto">
          <a:xfrm>
            <a:off x="3562350" y="5029200"/>
            <a:ext cx="342900" cy="17145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42">
            <a:extLst>
              <a:ext uri="{FF2B5EF4-FFF2-40B4-BE49-F238E27FC236}">
                <a16:creationId xmlns:a16="http://schemas.microsoft.com/office/drawing/2014/main" id="{52EA4560-0F8B-439A-A9B0-2956ECF5DAB5}"/>
              </a:ext>
            </a:extLst>
          </p:cNvPr>
          <p:cNvSpPr>
            <a:spLocks noChangeArrowheads="1"/>
          </p:cNvSpPr>
          <p:nvPr/>
        </p:nvSpPr>
        <p:spPr bwMode="auto">
          <a:xfrm>
            <a:off x="3562350" y="5467350"/>
            <a:ext cx="342900" cy="17145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43">
            <a:extLst>
              <a:ext uri="{FF2B5EF4-FFF2-40B4-BE49-F238E27FC236}">
                <a16:creationId xmlns:a16="http://schemas.microsoft.com/office/drawing/2014/main" id="{13CC6426-5183-4A9E-8FF6-5E6E391DB70F}"/>
              </a:ext>
            </a:extLst>
          </p:cNvPr>
          <p:cNvSpPr>
            <a:spLocks noChangeArrowheads="1"/>
          </p:cNvSpPr>
          <p:nvPr/>
        </p:nvSpPr>
        <p:spPr bwMode="auto">
          <a:xfrm>
            <a:off x="3581400" y="5924550"/>
            <a:ext cx="342900" cy="171450"/>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 name="Object 44">
            <a:extLst>
              <a:ext uri="{FF2B5EF4-FFF2-40B4-BE49-F238E27FC236}">
                <a16:creationId xmlns:a16="http://schemas.microsoft.com/office/drawing/2014/main" id="{34022A83-5540-467F-8DE8-277CE225D356}"/>
              </a:ext>
            </a:extLst>
          </p:cNvPr>
          <p:cNvGraphicFramePr>
            <a:graphicFrameLocks noChangeAspect="1"/>
          </p:cNvGraphicFramePr>
          <p:nvPr>
            <p:extLst>
              <p:ext uri="{D42A27DB-BD31-4B8C-83A1-F6EECF244321}">
                <p14:modId xmlns:p14="http://schemas.microsoft.com/office/powerpoint/2010/main" val="1862935790"/>
              </p:ext>
            </p:extLst>
          </p:nvPr>
        </p:nvGraphicFramePr>
        <p:xfrm>
          <a:off x="3968750" y="4810125"/>
          <a:ext cx="839788" cy="428625"/>
        </p:xfrm>
        <a:graphic>
          <a:graphicData uri="http://schemas.openxmlformats.org/presentationml/2006/ole">
            <mc:AlternateContent xmlns:mc="http://schemas.openxmlformats.org/markup-compatibility/2006">
              <mc:Choice xmlns:v="urn:schemas-microsoft-com:vml" Requires="v">
                <p:oleObj spid="_x0000_s8239" name="Equation" r:id="rId5" imgW="672840" imgH="342720" progId="Equation.3">
                  <p:embed/>
                </p:oleObj>
              </mc:Choice>
              <mc:Fallback>
                <p:oleObj name="Equation" r:id="rId5" imgW="672840" imgH="342720" progId="Equation.3">
                  <p:embed/>
                  <p:pic>
                    <p:nvPicPr>
                      <p:cNvPr id="275500" name="Object 44">
                        <a:extLst>
                          <a:ext uri="{FF2B5EF4-FFF2-40B4-BE49-F238E27FC236}">
                            <a16:creationId xmlns:a16="http://schemas.microsoft.com/office/drawing/2014/main" id="{42C68A43-618F-4E2C-B5E2-9D48B1CD5B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8750" y="4810125"/>
                        <a:ext cx="839788"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45">
            <a:extLst>
              <a:ext uri="{FF2B5EF4-FFF2-40B4-BE49-F238E27FC236}">
                <a16:creationId xmlns:a16="http://schemas.microsoft.com/office/drawing/2014/main" id="{7C18969C-5A3F-4E42-A531-22BCF6DDF090}"/>
              </a:ext>
            </a:extLst>
          </p:cNvPr>
          <p:cNvGraphicFramePr>
            <a:graphicFrameLocks noChangeAspect="1"/>
          </p:cNvGraphicFramePr>
          <p:nvPr>
            <p:extLst>
              <p:ext uri="{D42A27DB-BD31-4B8C-83A1-F6EECF244321}">
                <p14:modId xmlns:p14="http://schemas.microsoft.com/office/powerpoint/2010/main" val="4034146479"/>
              </p:ext>
            </p:extLst>
          </p:nvPr>
        </p:nvGraphicFramePr>
        <p:xfrm>
          <a:off x="3979863" y="5305425"/>
          <a:ext cx="836612" cy="419100"/>
        </p:xfrm>
        <a:graphic>
          <a:graphicData uri="http://schemas.openxmlformats.org/presentationml/2006/ole">
            <mc:AlternateContent xmlns:mc="http://schemas.openxmlformats.org/markup-compatibility/2006">
              <mc:Choice xmlns:v="urn:schemas-microsoft-com:vml" Requires="v">
                <p:oleObj spid="_x0000_s8240" name="Equation" r:id="rId7" imgW="685800" imgH="342720" progId="Equation.3">
                  <p:embed/>
                </p:oleObj>
              </mc:Choice>
              <mc:Fallback>
                <p:oleObj name="Equation" r:id="rId7" imgW="685800" imgH="342720" progId="Equation.3">
                  <p:embed/>
                  <p:pic>
                    <p:nvPicPr>
                      <p:cNvPr id="275501" name="Object 45">
                        <a:extLst>
                          <a:ext uri="{FF2B5EF4-FFF2-40B4-BE49-F238E27FC236}">
                            <a16:creationId xmlns:a16="http://schemas.microsoft.com/office/drawing/2014/main" id="{55BB422E-5216-47DC-A7D7-B2A80F3AA3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9863" y="5305425"/>
                        <a:ext cx="8366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46">
            <a:extLst>
              <a:ext uri="{FF2B5EF4-FFF2-40B4-BE49-F238E27FC236}">
                <a16:creationId xmlns:a16="http://schemas.microsoft.com/office/drawing/2014/main" id="{0F2261B5-35BC-4F98-B784-DB5EC1FE2EC7}"/>
              </a:ext>
            </a:extLst>
          </p:cNvPr>
          <p:cNvGraphicFramePr>
            <a:graphicFrameLocks noChangeAspect="1"/>
          </p:cNvGraphicFramePr>
          <p:nvPr>
            <p:extLst>
              <p:ext uri="{D42A27DB-BD31-4B8C-83A1-F6EECF244321}">
                <p14:modId xmlns:p14="http://schemas.microsoft.com/office/powerpoint/2010/main" val="2690616175"/>
              </p:ext>
            </p:extLst>
          </p:nvPr>
        </p:nvGraphicFramePr>
        <p:xfrm>
          <a:off x="4019550" y="5811838"/>
          <a:ext cx="815975" cy="349250"/>
        </p:xfrm>
        <a:graphic>
          <a:graphicData uri="http://schemas.openxmlformats.org/presentationml/2006/ole">
            <mc:AlternateContent xmlns:mc="http://schemas.openxmlformats.org/markup-compatibility/2006">
              <mc:Choice xmlns:v="urn:schemas-microsoft-com:vml" Requires="v">
                <p:oleObj spid="_x0000_s8241" name="Equation" r:id="rId9" imgW="685800" imgH="291960" progId="Equation.3">
                  <p:embed/>
                </p:oleObj>
              </mc:Choice>
              <mc:Fallback>
                <p:oleObj name="Equation" r:id="rId9" imgW="685800" imgH="291960" progId="Equation.3">
                  <p:embed/>
                  <p:pic>
                    <p:nvPicPr>
                      <p:cNvPr id="275502" name="Object 46">
                        <a:extLst>
                          <a:ext uri="{FF2B5EF4-FFF2-40B4-BE49-F238E27FC236}">
                            <a16:creationId xmlns:a16="http://schemas.microsoft.com/office/drawing/2014/main" id="{66928667-19F5-447E-A620-21315D9E92C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9550" y="5811838"/>
                        <a:ext cx="815975" cy="34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 name="Group 57">
            <a:extLst>
              <a:ext uri="{FF2B5EF4-FFF2-40B4-BE49-F238E27FC236}">
                <a16:creationId xmlns:a16="http://schemas.microsoft.com/office/drawing/2014/main" id="{4063CE50-C451-4DFB-BBB8-12B8FB13D4C0}"/>
              </a:ext>
            </a:extLst>
          </p:cNvPr>
          <p:cNvGrpSpPr>
            <a:grpSpLocks/>
          </p:cNvGrpSpPr>
          <p:nvPr/>
        </p:nvGrpSpPr>
        <p:grpSpPr bwMode="auto">
          <a:xfrm>
            <a:off x="762000" y="4886327"/>
            <a:ext cx="1893888" cy="1343026"/>
            <a:chOff x="480" y="2778"/>
            <a:chExt cx="1193" cy="846"/>
          </a:xfrm>
        </p:grpSpPr>
        <p:sp>
          <p:nvSpPr>
            <p:cNvPr id="18" name="Text Box 50">
              <a:extLst>
                <a:ext uri="{FF2B5EF4-FFF2-40B4-BE49-F238E27FC236}">
                  <a16:creationId xmlns:a16="http://schemas.microsoft.com/office/drawing/2014/main" id="{752F84CD-0B1C-4650-8E6A-781F9F364616}"/>
                </a:ext>
              </a:extLst>
            </p:cNvPr>
            <p:cNvSpPr txBox="1">
              <a:spLocks noChangeArrowheads="1"/>
            </p:cNvSpPr>
            <p:nvPr/>
          </p:nvSpPr>
          <p:spPr bwMode="auto">
            <a:xfrm>
              <a:off x="480" y="2778"/>
              <a:ext cx="1193" cy="33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800" b="0" dirty="0">
                  <a:solidFill>
                    <a:srgbClr val="FF66FF"/>
                  </a:solidFill>
                </a:rPr>
                <a:t>1     0     1</a:t>
              </a:r>
            </a:p>
          </p:txBody>
        </p:sp>
        <p:sp>
          <p:nvSpPr>
            <p:cNvPr id="19" name="Text Box 53">
              <a:extLst>
                <a:ext uri="{FF2B5EF4-FFF2-40B4-BE49-F238E27FC236}">
                  <a16:creationId xmlns:a16="http://schemas.microsoft.com/office/drawing/2014/main" id="{F5394688-3BD4-4032-BB2C-69FF290C0DCF}"/>
                </a:ext>
              </a:extLst>
            </p:cNvPr>
            <p:cNvSpPr txBox="1">
              <a:spLocks noChangeArrowheads="1"/>
            </p:cNvSpPr>
            <p:nvPr/>
          </p:nvSpPr>
          <p:spPr bwMode="auto">
            <a:xfrm>
              <a:off x="480" y="3042"/>
              <a:ext cx="1193" cy="33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800" b="0" dirty="0">
                  <a:solidFill>
                    <a:srgbClr val="FF66FF"/>
                  </a:solidFill>
                </a:rPr>
                <a:t>1     1     0</a:t>
              </a:r>
            </a:p>
          </p:txBody>
        </p:sp>
        <p:sp>
          <p:nvSpPr>
            <p:cNvPr id="20" name="Text Box 56">
              <a:extLst>
                <a:ext uri="{FF2B5EF4-FFF2-40B4-BE49-F238E27FC236}">
                  <a16:creationId xmlns:a16="http://schemas.microsoft.com/office/drawing/2014/main" id="{BA0FB997-2B6C-4885-8345-225F30BE186E}"/>
                </a:ext>
              </a:extLst>
            </p:cNvPr>
            <p:cNvSpPr txBox="1">
              <a:spLocks noChangeArrowheads="1"/>
            </p:cNvSpPr>
            <p:nvPr/>
          </p:nvSpPr>
          <p:spPr bwMode="auto">
            <a:xfrm>
              <a:off x="480" y="3294"/>
              <a:ext cx="1193" cy="33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en-US" altLang="zh-CN" sz="2800" b="0" dirty="0">
                  <a:solidFill>
                    <a:srgbClr val="FF66FF"/>
                  </a:solidFill>
                </a:rPr>
                <a:t>1     1     1</a:t>
              </a:r>
            </a:p>
          </p:txBody>
        </p:sp>
      </p:grpSp>
      <p:sp>
        <p:nvSpPr>
          <p:cNvPr id="21" name="Rectangle 58">
            <a:extLst>
              <a:ext uri="{FF2B5EF4-FFF2-40B4-BE49-F238E27FC236}">
                <a16:creationId xmlns:a16="http://schemas.microsoft.com/office/drawing/2014/main" id="{914A361D-FFA4-4D13-8126-E9AB3330E498}"/>
              </a:ext>
            </a:extLst>
          </p:cNvPr>
          <p:cNvSpPr>
            <a:spLocks noChangeArrowheads="1"/>
          </p:cNvSpPr>
          <p:nvPr/>
        </p:nvSpPr>
        <p:spPr bwMode="auto">
          <a:xfrm>
            <a:off x="1150938" y="171450"/>
            <a:ext cx="6931025" cy="75088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4400">
                <a:solidFill>
                  <a:schemeClr val="tx2"/>
                </a:solidFill>
                <a:latin typeface="Times New Roman" panose="02020603050405020304" pitchFamily="18" charset="0"/>
                <a:ea typeface="宋体" panose="02010600030101010101" pitchFamily="2" charset="-122"/>
              </a:defRPr>
            </a:lvl1pPr>
            <a:lvl2pPr>
              <a:spcBef>
                <a:spcPct val="0"/>
              </a:spcBef>
              <a:defRPr kumimoji="1" sz="4400">
                <a:solidFill>
                  <a:schemeClr val="tx2"/>
                </a:solidFill>
                <a:latin typeface="Times New Roman" panose="02020603050405020304" pitchFamily="18" charset="0"/>
                <a:ea typeface="宋体" panose="02010600030101010101" pitchFamily="2" charset="-122"/>
              </a:defRPr>
            </a:lvl2pPr>
            <a:lvl3pPr>
              <a:spcBef>
                <a:spcPct val="0"/>
              </a:spcBef>
              <a:defRPr kumimoji="1" sz="4400">
                <a:solidFill>
                  <a:schemeClr val="tx2"/>
                </a:solidFill>
                <a:latin typeface="Times New Roman" panose="02020603050405020304" pitchFamily="18" charset="0"/>
                <a:ea typeface="宋体" panose="02010600030101010101" pitchFamily="2" charset="-122"/>
              </a:defRPr>
            </a:lvl3pPr>
            <a:lvl4pPr>
              <a:spcBef>
                <a:spcPct val="0"/>
              </a:spcBef>
              <a:defRPr kumimoji="1" sz="4400">
                <a:solidFill>
                  <a:schemeClr val="tx2"/>
                </a:solidFill>
                <a:latin typeface="Times New Roman" panose="02020603050405020304" pitchFamily="18" charset="0"/>
                <a:ea typeface="宋体" panose="02010600030101010101" pitchFamily="2" charset="-122"/>
              </a:defRPr>
            </a:lvl4pPr>
            <a:lvl5pPr>
              <a:spcBef>
                <a:spcPct val="0"/>
              </a:spcBef>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r>
              <a:rPr lang="zh-CN" altLang="en-US" sz="3600" dirty="0">
                <a:solidFill>
                  <a:srgbClr val="0000FF"/>
                </a:solidFill>
              </a:rPr>
              <a:t>六、各种表示方法间的相互转换</a:t>
            </a:r>
          </a:p>
        </p:txBody>
      </p:sp>
    </p:spTree>
    <p:extLst>
      <p:ext uri="{BB962C8B-B14F-4D97-AF65-F5344CB8AC3E}">
        <p14:creationId xmlns:p14="http://schemas.microsoft.com/office/powerpoint/2010/main" val="171452736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ox(ou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up)">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linds(horizontal)">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blinds(horizontal)">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linds(horizontal)">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wipe(up)">
                                      <p:cBhvr>
                                        <p:cTn id="63" dur="500"/>
                                        <p:tgtEl>
                                          <p:spTgt spid="4"/>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5"/>
                                        </p:tgtEl>
                                        <p:attrNameLst>
                                          <p:attrName>style.visibility</p:attrName>
                                        </p:attrNameLst>
                                      </p:cBhvr>
                                      <p:to>
                                        <p:strVal val="visible"/>
                                      </p:to>
                                    </p:set>
                                    <p:anim calcmode="lin" valueType="num">
                                      <p:cBhvr additive="base">
                                        <p:cTn id="68" dur="500" fill="hold"/>
                                        <p:tgtEl>
                                          <p:spTgt spid="5"/>
                                        </p:tgtEl>
                                        <p:attrNameLst>
                                          <p:attrName>ppt_x</p:attrName>
                                        </p:attrNameLst>
                                      </p:cBhvr>
                                      <p:tavLst>
                                        <p:tav tm="0">
                                          <p:val>
                                            <p:strVal val="#ppt_x"/>
                                          </p:val>
                                        </p:tav>
                                        <p:tav tm="100000">
                                          <p:val>
                                            <p:strVal val="#ppt_x"/>
                                          </p:val>
                                        </p:tav>
                                      </p:tavLst>
                                    </p:anim>
                                    <p:anim calcmode="lin" valueType="num">
                                      <p:cBhvr additive="base">
                                        <p:cTn id="6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AAF3A20-D2CD-44CA-A44D-D515B0E8510D}"/>
              </a:ext>
            </a:extLst>
          </p:cNvPr>
          <p:cNvSpPr>
            <a:spLocks noChangeArrowheads="1"/>
          </p:cNvSpPr>
          <p:nvPr/>
        </p:nvSpPr>
        <p:spPr bwMode="auto">
          <a:xfrm>
            <a:off x="609600" y="228600"/>
            <a:ext cx="75247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a:solidFill>
                  <a:srgbClr val="0000FF"/>
                </a:solidFill>
              </a:rPr>
              <a:t>2</a:t>
            </a:r>
            <a:r>
              <a:rPr lang="zh-CN" altLang="en-US" sz="3200">
                <a:solidFill>
                  <a:srgbClr val="0000FF"/>
                </a:solidFill>
              </a:rPr>
              <a:t>、由函数式写真值表</a:t>
            </a:r>
          </a:p>
        </p:txBody>
      </p:sp>
      <p:sp>
        <p:nvSpPr>
          <p:cNvPr id="3" name="Rectangle 3">
            <a:extLst>
              <a:ext uri="{FF2B5EF4-FFF2-40B4-BE49-F238E27FC236}">
                <a16:creationId xmlns:a16="http://schemas.microsoft.com/office/drawing/2014/main" id="{361E8EFF-ADC6-44D1-83FF-6D83D119E269}"/>
              </a:ext>
            </a:extLst>
          </p:cNvPr>
          <p:cNvSpPr>
            <a:spLocks noChangeArrowheads="1"/>
          </p:cNvSpPr>
          <p:nvPr/>
        </p:nvSpPr>
        <p:spPr bwMode="auto">
          <a:xfrm>
            <a:off x="495300" y="896360"/>
            <a:ext cx="82867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
                <a:schemeClr val="tx2"/>
              </a:buClr>
              <a:buSzPct val="75000"/>
              <a:buFont typeface="Wingdings" panose="05000000000000000000" pitchFamily="2" charset="2"/>
              <a:buChar char="n"/>
            </a:pPr>
            <a:r>
              <a:rPr lang="zh-CN" altLang="en-US">
                <a:solidFill>
                  <a:schemeClr val="tx1"/>
                </a:solidFill>
              </a:rPr>
              <a:t>将输入变量的各种组合一一代入函数式中计算输出变量值，全部完成后得到</a:t>
            </a:r>
            <a:r>
              <a:rPr lang="zh-CN" altLang="en-US">
                <a:solidFill>
                  <a:schemeClr val="tx1"/>
                </a:solidFill>
                <a:ea typeface="华文隶书" panose="02010800040101010101" pitchFamily="2" charset="-122"/>
              </a:rPr>
              <a:t>真值表</a:t>
            </a:r>
            <a:r>
              <a:rPr lang="zh-CN" altLang="en-US">
                <a:solidFill>
                  <a:schemeClr val="tx1"/>
                </a:solidFill>
              </a:rPr>
              <a:t>。</a:t>
            </a:r>
          </a:p>
        </p:txBody>
      </p:sp>
      <p:grpSp>
        <p:nvGrpSpPr>
          <p:cNvPr id="4" name="Group 4">
            <a:extLst>
              <a:ext uri="{FF2B5EF4-FFF2-40B4-BE49-F238E27FC236}">
                <a16:creationId xmlns:a16="http://schemas.microsoft.com/office/drawing/2014/main" id="{CDEEF172-DF01-473A-9228-EF397D53BC09}"/>
              </a:ext>
            </a:extLst>
          </p:cNvPr>
          <p:cNvGrpSpPr>
            <a:grpSpLocks/>
          </p:cNvGrpSpPr>
          <p:nvPr/>
        </p:nvGrpSpPr>
        <p:grpSpPr bwMode="auto">
          <a:xfrm>
            <a:off x="3886200" y="1759524"/>
            <a:ext cx="3962400" cy="4648200"/>
            <a:chOff x="1680" y="768"/>
            <a:chExt cx="2496" cy="2928"/>
          </a:xfrm>
        </p:grpSpPr>
        <p:sp>
          <p:nvSpPr>
            <p:cNvPr id="5" name="Rectangle 5">
              <a:extLst>
                <a:ext uri="{FF2B5EF4-FFF2-40B4-BE49-F238E27FC236}">
                  <a16:creationId xmlns:a16="http://schemas.microsoft.com/office/drawing/2014/main" id="{D0D042FA-DE71-441A-BC7B-00CE828C8496}"/>
                </a:ext>
              </a:extLst>
            </p:cNvPr>
            <p:cNvSpPr>
              <a:spLocks noChangeArrowheads="1"/>
            </p:cNvSpPr>
            <p:nvPr/>
          </p:nvSpPr>
          <p:spPr bwMode="auto">
            <a:xfrm>
              <a:off x="2256" y="1105"/>
              <a:ext cx="288" cy="2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0</a:t>
              </a:r>
            </a:p>
            <a:p>
              <a:pPr algn="ctr">
                <a:buFontTx/>
                <a:buNone/>
              </a:pPr>
              <a:r>
                <a:rPr lang="en-US" altLang="zh-CN" b="0"/>
                <a:t>1</a:t>
              </a:r>
            </a:p>
            <a:p>
              <a:pPr algn="ctr">
                <a:buFontTx/>
                <a:buNone/>
              </a:pPr>
              <a:r>
                <a:rPr lang="en-US" altLang="zh-CN" b="0"/>
                <a:t>0</a:t>
              </a:r>
            </a:p>
            <a:p>
              <a:pPr algn="ctr">
                <a:buFontTx/>
                <a:buNone/>
              </a:pPr>
              <a:r>
                <a:rPr lang="en-US" altLang="zh-CN" b="0"/>
                <a:t>1</a:t>
              </a:r>
            </a:p>
            <a:p>
              <a:pPr algn="ctr">
                <a:buFontTx/>
                <a:buNone/>
              </a:pPr>
              <a:r>
                <a:rPr lang="en-US" altLang="zh-CN" b="0"/>
                <a:t>0</a:t>
              </a:r>
            </a:p>
            <a:p>
              <a:pPr algn="ctr">
                <a:buFontTx/>
                <a:buNone/>
              </a:pPr>
              <a:r>
                <a:rPr lang="en-US" altLang="zh-CN" b="0"/>
                <a:t>1</a:t>
              </a:r>
            </a:p>
            <a:p>
              <a:pPr algn="ctr">
                <a:buFontTx/>
                <a:buNone/>
              </a:pPr>
              <a:r>
                <a:rPr lang="en-US" altLang="zh-CN" b="0"/>
                <a:t>0</a:t>
              </a:r>
            </a:p>
            <a:p>
              <a:pPr algn="ctr">
                <a:buFontTx/>
                <a:buNone/>
              </a:pPr>
              <a:r>
                <a:rPr lang="en-US" altLang="zh-CN" b="0"/>
                <a:t>1</a:t>
              </a:r>
            </a:p>
          </p:txBody>
        </p:sp>
        <p:sp>
          <p:nvSpPr>
            <p:cNvPr id="6" name="Rectangle 6">
              <a:extLst>
                <a:ext uri="{FF2B5EF4-FFF2-40B4-BE49-F238E27FC236}">
                  <a16:creationId xmlns:a16="http://schemas.microsoft.com/office/drawing/2014/main" id="{E9871280-0206-4C05-80F5-202BAC2A47B7}"/>
                </a:ext>
              </a:extLst>
            </p:cNvPr>
            <p:cNvSpPr>
              <a:spLocks noChangeArrowheads="1"/>
            </p:cNvSpPr>
            <p:nvPr/>
          </p:nvSpPr>
          <p:spPr bwMode="auto">
            <a:xfrm>
              <a:off x="2256" y="768"/>
              <a:ext cx="28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C</a:t>
              </a:r>
            </a:p>
          </p:txBody>
        </p:sp>
        <p:sp>
          <p:nvSpPr>
            <p:cNvPr id="7" name="Rectangle 7">
              <a:extLst>
                <a:ext uri="{FF2B5EF4-FFF2-40B4-BE49-F238E27FC236}">
                  <a16:creationId xmlns:a16="http://schemas.microsoft.com/office/drawing/2014/main" id="{F0D35525-4169-485C-8B41-7B9F69EAF6B3}"/>
                </a:ext>
              </a:extLst>
            </p:cNvPr>
            <p:cNvSpPr>
              <a:spLocks noChangeArrowheads="1"/>
            </p:cNvSpPr>
            <p:nvPr/>
          </p:nvSpPr>
          <p:spPr bwMode="auto">
            <a:xfrm>
              <a:off x="1968" y="1105"/>
              <a:ext cx="288" cy="2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0</a:t>
              </a:r>
            </a:p>
            <a:p>
              <a:pPr algn="ctr">
                <a:buFontTx/>
                <a:buNone/>
              </a:pPr>
              <a:r>
                <a:rPr lang="en-US" altLang="zh-CN" b="0"/>
                <a:t>0</a:t>
              </a:r>
            </a:p>
            <a:p>
              <a:pPr algn="ctr">
                <a:buFontTx/>
                <a:buNone/>
              </a:pPr>
              <a:r>
                <a:rPr lang="en-US" altLang="zh-CN" b="0"/>
                <a:t>1</a:t>
              </a:r>
            </a:p>
            <a:p>
              <a:pPr algn="ctr">
                <a:buFontTx/>
                <a:buNone/>
              </a:pPr>
              <a:r>
                <a:rPr lang="en-US" altLang="zh-CN" b="0"/>
                <a:t>1</a:t>
              </a:r>
            </a:p>
            <a:p>
              <a:pPr algn="ctr">
                <a:buFontTx/>
                <a:buNone/>
              </a:pPr>
              <a:r>
                <a:rPr lang="en-US" altLang="zh-CN" b="0"/>
                <a:t>0</a:t>
              </a:r>
            </a:p>
            <a:p>
              <a:pPr algn="ctr">
                <a:buFontTx/>
                <a:buNone/>
              </a:pPr>
              <a:r>
                <a:rPr lang="en-US" altLang="zh-CN" b="0"/>
                <a:t>0</a:t>
              </a:r>
            </a:p>
            <a:p>
              <a:pPr algn="ctr">
                <a:buFontTx/>
                <a:buNone/>
              </a:pPr>
              <a:r>
                <a:rPr lang="en-US" altLang="zh-CN" b="0"/>
                <a:t>1</a:t>
              </a:r>
            </a:p>
            <a:p>
              <a:pPr algn="ctr">
                <a:buFontTx/>
                <a:buNone/>
              </a:pPr>
              <a:r>
                <a:rPr lang="en-US" altLang="zh-CN" b="0"/>
                <a:t>1</a:t>
              </a:r>
            </a:p>
          </p:txBody>
        </p:sp>
        <p:sp>
          <p:nvSpPr>
            <p:cNvPr id="8" name="Rectangle 8">
              <a:extLst>
                <a:ext uri="{FF2B5EF4-FFF2-40B4-BE49-F238E27FC236}">
                  <a16:creationId xmlns:a16="http://schemas.microsoft.com/office/drawing/2014/main" id="{0F060BEB-989A-452F-812C-7994170D2262}"/>
                </a:ext>
              </a:extLst>
            </p:cNvPr>
            <p:cNvSpPr>
              <a:spLocks noChangeArrowheads="1"/>
            </p:cNvSpPr>
            <p:nvPr/>
          </p:nvSpPr>
          <p:spPr bwMode="auto">
            <a:xfrm>
              <a:off x="1968" y="768"/>
              <a:ext cx="28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B</a:t>
              </a:r>
            </a:p>
          </p:txBody>
        </p:sp>
        <p:sp>
          <p:nvSpPr>
            <p:cNvPr id="9" name="Rectangle 9">
              <a:extLst>
                <a:ext uri="{FF2B5EF4-FFF2-40B4-BE49-F238E27FC236}">
                  <a16:creationId xmlns:a16="http://schemas.microsoft.com/office/drawing/2014/main" id="{E9DA14CE-2C9C-4F87-B8E6-3D89878FE46E}"/>
                </a:ext>
              </a:extLst>
            </p:cNvPr>
            <p:cNvSpPr>
              <a:spLocks noChangeArrowheads="1"/>
            </p:cNvSpPr>
            <p:nvPr/>
          </p:nvSpPr>
          <p:spPr bwMode="auto">
            <a:xfrm>
              <a:off x="2544" y="1105"/>
              <a:ext cx="1632" cy="2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endParaRPr lang="zh-CN" altLang="zh-CN" b="0"/>
            </a:p>
          </p:txBody>
        </p:sp>
        <p:sp>
          <p:nvSpPr>
            <p:cNvPr id="10" name="Rectangle 10">
              <a:extLst>
                <a:ext uri="{FF2B5EF4-FFF2-40B4-BE49-F238E27FC236}">
                  <a16:creationId xmlns:a16="http://schemas.microsoft.com/office/drawing/2014/main" id="{FD26077D-ED36-4EBC-9EF6-4EB9A2969EC1}"/>
                </a:ext>
              </a:extLst>
            </p:cNvPr>
            <p:cNvSpPr>
              <a:spLocks noChangeArrowheads="1"/>
            </p:cNvSpPr>
            <p:nvPr/>
          </p:nvSpPr>
          <p:spPr bwMode="auto">
            <a:xfrm>
              <a:off x="1680" y="1105"/>
              <a:ext cx="288" cy="2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0</a:t>
              </a:r>
            </a:p>
            <a:p>
              <a:pPr algn="ctr">
                <a:buFontTx/>
                <a:buNone/>
              </a:pPr>
              <a:r>
                <a:rPr lang="en-US" altLang="zh-CN" b="0"/>
                <a:t>0</a:t>
              </a:r>
            </a:p>
            <a:p>
              <a:pPr algn="ctr">
                <a:buFontTx/>
                <a:buNone/>
              </a:pPr>
              <a:r>
                <a:rPr lang="en-US" altLang="zh-CN" b="0"/>
                <a:t>0</a:t>
              </a:r>
            </a:p>
            <a:p>
              <a:pPr algn="ctr">
                <a:buFontTx/>
                <a:buNone/>
              </a:pPr>
              <a:r>
                <a:rPr lang="en-US" altLang="zh-CN" b="0"/>
                <a:t>0</a:t>
              </a:r>
            </a:p>
            <a:p>
              <a:pPr algn="ctr">
                <a:buFontTx/>
                <a:buNone/>
              </a:pPr>
              <a:r>
                <a:rPr lang="en-US" altLang="zh-CN" b="0"/>
                <a:t>1</a:t>
              </a:r>
            </a:p>
            <a:p>
              <a:pPr algn="ctr">
                <a:buFontTx/>
                <a:buNone/>
              </a:pPr>
              <a:r>
                <a:rPr lang="en-US" altLang="zh-CN" b="0"/>
                <a:t>1</a:t>
              </a:r>
            </a:p>
            <a:p>
              <a:pPr algn="ctr">
                <a:buFontTx/>
                <a:buNone/>
              </a:pPr>
              <a:r>
                <a:rPr lang="en-US" altLang="zh-CN" b="0"/>
                <a:t>1</a:t>
              </a:r>
            </a:p>
            <a:p>
              <a:pPr algn="ctr">
                <a:buFontTx/>
                <a:buNone/>
              </a:pPr>
              <a:r>
                <a:rPr lang="en-US" altLang="zh-CN" b="0"/>
                <a:t>1</a:t>
              </a:r>
            </a:p>
          </p:txBody>
        </p:sp>
        <p:sp>
          <p:nvSpPr>
            <p:cNvPr id="11" name="Rectangle 11">
              <a:extLst>
                <a:ext uri="{FF2B5EF4-FFF2-40B4-BE49-F238E27FC236}">
                  <a16:creationId xmlns:a16="http://schemas.microsoft.com/office/drawing/2014/main" id="{3146EBB2-C498-41A2-8508-1E017F56B801}"/>
                </a:ext>
              </a:extLst>
            </p:cNvPr>
            <p:cNvSpPr>
              <a:spLocks noChangeArrowheads="1"/>
            </p:cNvSpPr>
            <p:nvPr/>
          </p:nvSpPr>
          <p:spPr bwMode="auto">
            <a:xfrm>
              <a:off x="2544" y="768"/>
              <a:ext cx="163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r>
                <a:rPr lang="en-US" altLang="zh-CN" b="0"/>
                <a:t>Y=A+BC+ABC</a:t>
              </a:r>
            </a:p>
          </p:txBody>
        </p:sp>
        <p:sp>
          <p:nvSpPr>
            <p:cNvPr id="12" name="Rectangle 12">
              <a:extLst>
                <a:ext uri="{FF2B5EF4-FFF2-40B4-BE49-F238E27FC236}">
                  <a16:creationId xmlns:a16="http://schemas.microsoft.com/office/drawing/2014/main" id="{1151C36D-FAA3-4E16-8519-C7A352DDB46E}"/>
                </a:ext>
              </a:extLst>
            </p:cNvPr>
            <p:cNvSpPr>
              <a:spLocks noChangeArrowheads="1"/>
            </p:cNvSpPr>
            <p:nvPr/>
          </p:nvSpPr>
          <p:spPr bwMode="auto">
            <a:xfrm>
              <a:off x="1680" y="768"/>
              <a:ext cx="28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buFontTx/>
                <a:buNone/>
              </a:pPr>
              <a:r>
                <a:rPr lang="en-US" altLang="zh-CN" b="0"/>
                <a:t>A</a:t>
              </a:r>
            </a:p>
          </p:txBody>
        </p:sp>
        <p:sp>
          <p:nvSpPr>
            <p:cNvPr id="13" name="Line 13">
              <a:extLst>
                <a:ext uri="{FF2B5EF4-FFF2-40B4-BE49-F238E27FC236}">
                  <a16:creationId xmlns:a16="http://schemas.microsoft.com/office/drawing/2014/main" id="{DBE56BBE-F632-40E3-8936-9FEC7F8CB970}"/>
                </a:ext>
              </a:extLst>
            </p:cNvPr>
            <p:cNvSpPr>
              <a:spLocks noChangeShapeType="1"/>
            </p:cNvSpPr>
            <p:nvPr/>
          </p:nvSpPr>
          <p:spPr bwMode="auto">
            <a:xfrm>
              <a:off x="1680" y="768"/>
              <a:ext cx="249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4">
              <a:extLst>
                <a:ext uri="{FF2B5EF4-FFF2-40B4-BE49-F238E27FC236}">
                  <a16:creationId xmlns:a16="http://schemas.microsoft.com/office/drawing/2014/main" id="{D5A25DDD-3B7B-4437-ACB5-D04A68D2E264}"/>
                </a:ext>
              </a:extLst>
            </p:cNvPr>
            <p:cNvSpPr>
              <a:spLocks noChangeShapeType="1"/>
            </p:cNvSpPr>
            <p:nvPr/>
          </p:nvSpPr>
          <p:spPr bwMode="auto">
            <a:xfrm>
              <a:off x="1680" y="1105"/>
              <a:ext cx="249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5">
              <a:extLst>
                <a:ext uri="{FF2B5EF4-FFF2-40B4-BE49-F238E27FC236}">
                  <a16:creationId xmlns:a16="http://schemas.microsoft.com/office/drawing/2014/main" id="{8F24316B-B9C5-485D-948B-4943AAB4B2B6}"/>
                </a:ext>
              </a:extLst>
            </p:cNvPr>
            <p:cNvSpPr>
              <a:spLocks noChangeShapeType="1"/>
            </p:cNvSpPr>
            <p:nvPr/>
          </p:nvSpPr>
          <p:spPr bwMode="auto">
            <a:xfrm>
              <a:off x="1680" y="3696"/>
              <a:ext cx="249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6">
              <a:extLst>
                <a:ext uri="{FF2B5EF4-FFF2-40B4-BE49-F238E27FC236}">
                  <a16:creationId xmlns:a16="http://schemas.microsoft.com/office/drawing/2014/main" id="{46DAA08D-2FE9-4DF6-BD62-64E5A233FC52}"/>
                </a:ext>
              </a:extLst>
            </p:cNvPr>
            <p:cNvSpPr>
              <a:spLocks noChangeShapeType="1"/>
            </p:cNvSpPr>
            <p:nvPr/>
          </p:nvSpPr>
          <p:spPr bwMode="auto">
            <a:xfrm>
              <a:off x="2544" y="768"/>
              <a:ext cx="0" cy="292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7">
              <a:extLst>
                <a:ext uri="{FF2B5EF4-FFF2-40B4-BE49-F238E27FC236}">
                  <a16:creationId xmlns:a16="http://schemas.microsoft.com/office/drawing/2014/main" id="{5C40A0F9-E413-4677-BE18-E8BAB131049E}"/>
                </a:ext>
              </a:extLst>
            </p:cNvPr>
            <p:cNvSpPr>
              <a:spLocks noChangeShapeType="1"/>
            </p:cNvSpPr>
            <p:nvPr/>
          </p:nvSpPr>
          <p:spPr bwMode="auto">
            <a:xfrm>
              <a:off x="3168" y="816"/>
              <a:ext cx="14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8">
              <a:extLst>
                <a:ext uri="{FF2B5EF4-FFF2-40B4-BE49-F238E27FC236}">
                  <a16:creationId xmlns:a16="http://schemas.microsoft.com/office/drawing/2014/main" id="{ADCCD16F-D10F-4B7C-B758-36432803110B}"/>
                </a:ext>
              </a:extLst>
            </p:cNvPr>
            <p:cNvSpPr>
              <a:spLocks noChangeShapeType="1"/>
            </p:cNvSpPr>
            <p:nvPr/>
          </p:nvSpPr>
          <p:spPr bwMode="auto">
            <a:xfrm>
              <a:off x="3600" y="816"/>
              <a:ext cx="14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9">
              <a:extLst>
                <a:ext uri="{FF2B5EF4-FFF2-40B4-BE49-F238E27FC236}">
                  <a16:creationId xmlns:a16="http://schemas.microsoft.com/office/drawing/2014/main" id="{D05B6907-759C-455B-834B-0EE01D7B843C}"/>
                </a:ext>
              </a:extLst>
            </p:cNvPr>
            <p:cNvSpPr>
              <a:spLocks noChangeShapeType="1"/>
            </p:cNvSpPr>
            <p:nvPr/>
          </p:nvSpPr>
          <p:spPr bwMode="auto">
            <a:xfrm>
              <a:off x="3888" y="816"/>
              <a:ext cx="14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 name="Text Box 24">
            <a:extLst>
              <a:ext uri="{FF2B5EF4-FFF2-40B4-BE49-F238E27FC236}">
                <a16:creationId xmlns:a16="http://schemas.microsoft.com/office/drawing/2014/main" id="{6E0BE5FC-1C5D-4BBF-B2B2-7E6A315FF3E8}"/>
              </a:ext>
            </a:extLst>
          </p:cNvPr>
          <p:cNvSpPr txBox="1">
            <a:spLocks noChangeArrowheads="1"/>
          </p:cNvSpPr>
          <p:nvPr/>
        </p:nvSpPr>
        <p:spPr bwMode="auto">
          <a:xfrm>
            <a:off x="6083300" y="2197674"/>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0</a:t>
            </a:r>
          </a:p>
        </p:txBody>
      </p:sp>
      <p:sp>
        <p:nvSpPr>
          <p:cNvPr id="21" name="Text Box 25">
            <a:extLst>
              <a:ext uri="{FF2B5EF4-FFF2-40B4-BE49-F238E27FC236}">
                <a16:creationId xmlns:a16="http://schemas.microsoft.com/office/drawing/2014/main" id="{99A3D12F-2D50-408B-BD75-02257C057E17}"/>
              </a:ext>
            </a:extLst>
          </p:cNvPr>
          <p:cNvSpPr txBox="1">
            <a:spLocks noChangeArrowheads="1"/>
          </p:cNvSpPr>
          <p:nvPr/>
        </p:nvSpPr>
        <p:spPr bwMode="auto">
          <a:xfrm>
            <a:off x="6083300" y="2699324"/>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sp>
        <p:nvSpPr>
          <p:cNvPr id="22" name="Text Box 26">
            <a:extLst>
              <a:ext uri="{FF2B5EF4-FFF2-40B4-BE49-F238E27FC236}">
                <a16:creationId xmlns:a16="http://schemas.microsoft.com/office/drawing/2014/main" id="{500301AB-8250-43EA-A6F4-0E703AD14B71}"/>
              </a:ext>
            </a:extLst>
          </p:cNvPr>
          <p:cNvSpPr txBox="1">
            <a:spLocks noChangeArrowheads="1"/>
          </p:cNvSpPr>
          <p:nvPr/>
        </p:nvSpPr>
        <p:spPr bwMode="auto">
          <a:xfrm>
            <a:off x="6083300" y="3232724"/>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grpSp>
        <p:nvGrpSpPr>
          <p:cNvPr id="23" name="Group 27">
            <a:extLst>
              <a:ext uri="{FF2B5EF4-FFF2-40B4-BE49-F238E27FC236}">
                <a16:creationId xmlns:a16="http://schemas.microsoft.com/office/drawing/2014/main" id="{3FE867D5-378F-4BC4-8611-465A040B9B51}"/>
              </a:ext>
            </a:extLst>
          </p:cNvPr>
          <p:cNvGrpSpPr>
            <a:grpSpLocks/>
          </p:cNvGrpSpPr>
          <p:nvPr/>
        </p:nvGrpSpPr>
        <p:grpSpPr bwMode="auto">
          <a:xfrm>
            <a:off x="6083300" y="3766124"/>
            <a:ext cx="2268538" cy="2165350"/>
            <a:chOff x="2860" y="2284"/>
            <a:chExt cx="1429" cy="1364"/>
          </a:xfrm>
        </p:grpSpPr>
        <p:sp>
          <p:nvSpPr>
            <p:cNvPr id="24" name="Text Box 28">
              <a:extLst>
                <a:ext uri="{FF2B5EF4-FFF2-40B4-BE49-F238E27FC236}">
                  <a16:creationId xmlns:a16="http://schemas.microsoft.com/office/drawing/2014/main" id="{300582FA-9CEA-4BEB-A55B-D74ACCF53D40}"/>
                </a:ext>
              </a:extLst>
            </p:cNvPr>
            <p:cNvSpPr txBox="1">
              <a:spLocks noChangeArrowheads="1"/>
            </p:cNvSpPr>
            <p:nvPr/>
          </p:nvSpPr>
          <p:spPr bwMode="auto">
            <a:xfrm>
              <a:off x="4125" y="2612"/>
              <a:ext cx="164"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rgbClr val="CCFF99"/>
                  </a:solidFill>
                </a:rPr>
                <a:t>·</a:t>
              </a:r>
            </a:p>
            <a:p>
              <a:pPr>
                <a:spcBef>
                  <a:spcPct val="0"/>
                </a:spcBef>
              </a:pPr>
              <a:r>
                <a:rPr lang="en-US" altLang="zh-CN" sz="2400">
                  <a:solidFill>
                    <a:srgbClr val="CCFF99"/>
                  </a:solidFill>
                </a:rPr>
                <a:t>·</a:t>
              </a:r>
            </a:p>
            <a:p>
              <a:pPr>
                <a:spcBef>
                  <a:spcPct val="0"/>
                </a:spcBef>
              </a:pPr>
              <a:r>
                <a:rPr lang="en-US" altLang="zh-CN" sz="2400">
                  <a:solidFill>
                    <a:srgbClr val="CCFF99"/>
                  </a:solidFill>
                </a:rPr>
                <a:t>·</a:t>
              </a:r>
            </a:p>
          </p:txBody>
        </p:sp>
        <p:sp>
          <p:nvSpPr>
            <p:cNvPr id="25" name="Text Box 29">
              <a:extLst>
                <a:ext uri="{FF2B5EF4-FFF2-40B4-BE49-F238E27FC236}">
                  <a16:creationId xmlns:a16="http://schemas.microsoft.com/office/drawing/2014/main" id="{E3973383-0D20-4DDE-B218-C3F649EEB93D}"/>
                </a:ext>
              </a:extLst>
            </p:cNvPr>
            <p:cNvSpPr txBox="1">
              <a:spLocks noChangeArrowheads="1"/>
            </p:cNvSpPr>
            <p:nvPr/>
          </p:nvSpPr>
          <p:spPr bwMode="auto">
            <a:xfrm>
              <a:off x="2860" y="2284"/>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0</a:t>
              </a:r>
            </a:p>
          </p:txBody>
        </p:sp>
        <p:sp>
          <p:nvSpPr>
            <p:cNvPr id="26" name="Text Box 30">
              <a:extLst>
                <a:ext uri="{FF2B5EF4-FFF2-40B4-BE49-F238E27FC236}">
                  <a16:creationId xmlns:a16="http://schemas.microsoft.com/office/drawing/2014/main" id="{761BEB34-5D8F-48C1-9E23-9A136B4F3E4F}"/>
                </a:ext>
              </a:extLst>
            </p:cNvPr>
            <p:cNvSpPr txBox="1">
              <a:spLocks noChangeArrowheads="1"/>
            </p:cNvSpPr>
            <p:nvPr/>
          </p:nvSpPr>
          <p:spPr bwMode="auto">
            <a:xfrm>
              <a:off x="2860" y="2620"/>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sp>
          <p:nvSpPr>
            <p:cNvPr id="27" name="Text Box 31">
              <a:extLst>
                <a:ext uri="{FF2B5EF4-FFF2-40B4-BE49-F238E27FC236}">
                  <a16:creationId xmlns:a16="http://schemas.microsoft.com/office/drawing/2014/main" id="{004EB73D-1FD2-4C6C-8B1A-3E57BCF43A3E}"/>
                </a:ext>
              </a:extLst>
            </p:cNvPr>
            <p:cNvSpPr txBox="1">
              <a:spLocks noChangeArrowheads="1"/>
            </p:cNvSpPr>
            <p:nvPr/>
          </p:nvSpPr>
          <p:spPr bwMode="auto">
            <a:xfrm>
              <a:off x="2860" y="2956"/>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sp>
          <p:nvSpPr>
            <p:cNvPr id="28" name="Text Box 32">
              <a:extLst>
                <a:ext uri="{FF2B5EF4-FFF2-40B4-BE49-F238E27FC236}">
                  <a16:creationId xmlns:a16="http://schemas.microsoft.com/office/drawing/2014/main" id="{846F8734-109B-45BF-A216-8D13D0A2626D}"/>
                </a:ext>
              </a:extLst>
            </p:cNvPr>
            <p:cNvSpPr txBox="1">
              <a:spLocks noChangeArrowheads="1"/>
            </p:cNvSpPr>
            <p:nvPr/>
          </p:nvSpPr>
          <p:spPr bwMode="auto">
            <a:xfrm>
              <a:off x="2860" y="3244"/>
              <a:ext cx="26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grpSp>
      <p:sp>
        <p:nvSpPr>
          <p:cNvPr id="29" name="Text Box 33">
            <a:extLst>
              <a:ext uri="{FF2B5EF4-FFF2-40B4-BE49-F238E27FC236}">
                <a16:creationId xmlns:a16="http://schemas.microsoft.com/office/drawing/2014/main" id="{47447CDD-F8E4-4935-B77A-2C704148D566}"/>
              </a:ext>
            </a:extLst>
          </p:cNvPr>
          <p:cNvSpPr txBox="1">
            <a:spLocks noChangeArrowheads="1"/>
          </p:cNvSpPr>
          <p:nvPr/>
        </p:nvSpPr>
        <p:spPr bwMode="auto">
          <a:xfrm>
            <a:off x="6083300" y="5842574"/>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3600">
                <a:solidFill>
                  <a:srgbClr val="FF3300"/>
                </a:solidFill>
              </a:rPr>
              <a:t>1</a:t>
            </a:r>
          </a:p>
        </p:txBody>
      </p:sp>
      <p:grpSp>
        <p:nvGrpSpPr>
          <p:cNvPr id="30" name="Group 39">
            <a:extLst>
              <a:ext uri="{FF2B5EF4-FFF2-40B4-BE49-F238E27FC236}">
                <a16:creationId xmlns:a16="http://schemas.microsoft.com/office/drawing/2014/main" id="{8556E5DB-FE94-44A0-9801-8F7B2477AFC3}"/>
              </a:ext>
            </a:extLst>
          </p:cNvPr>
          <p:cNvGrpSpPr>
            <a:grpSpLocks/>
          </p:cNvGrpSpPr>
          <p:nvPr/>
        </p:nvGrpSpPr>
        <p:grpSpPr bwMode="auto">
          <a:xfrm>
            <a:off x="447675" y="2923597"/>
            <a:ext cx="3143250" cy="1554163"/>
            <a:chOff x="210" y="1894"/>
            <a:chExt cx="1980" cy="979"/>
          </a:xfrm>
        </p:grpSpPr>
        <p:sp>
          <p:nvSpPr>
            <p:cNvPr id="31" name="Rectangle 34">
              <a:extLst>
                <a:ext uri="{FF2B5EF4-FFF2-40B4-BE49-F238E27FC236}">
                  <a16:creationId xmlns:a16="http://schemas.microsoft.com/office/drawing/2014/main" id="{DACFE9E2-E257-4769-A511-E2A375E899B0}"/>
                </a:ext>
              </a:extLst>
            </p:cNvPr>
            <p:cNvSpPr>
              <a:spLocks noChangeArrowheads="1"/>
            </p:cNvSpPr>
            <p:nvPr/>
          </p:nvSpPr>
          <p:spPr bwMode="auto">
            <a:xfrm>
              <a:off x="210" y="1894"/>
              <a:ext cx="1980" cy="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a:solidFill>
                    <a:schemeClr val="tx1"/>
                  </a:solidFill>
                </a:rPr>
                <a:t>例如：</a:t>
              </a:r>
              <a:r>
                <a:rPr lang="en-US" altLang="zh-CN">
                  <a:solidFill>
                    <a:schemeClr val="tx1"/>
                  </a:solidFill>
                </a:rPr>
                <a:t>Y=A+BC+ABC</a:t>
              </a:r>
              <a:r>
                <a:rPr lang="zh-CN" altLang="en-US">
                  <a:solidFill>
                    <a:schemeClr val="tx1"/>
                  </a:solidFill>
                </a:rPr>
                <a:t>求它的真值表。</a:t>
              </a:r>
            </a:p>
          </p:txBody>
        </p:sp>
        <p:sp>
          <p:nvSpPr>
            <p:cNvPr id="32" name="Line 36">
              <a:extLst>
                <a:ext uri="{FF2B5EF4-FFF2-40B4-BE49-F238E27FC236}">
                  <a16:creationId xmlns:a16="http://schemas.microsoft.com/office/drawing/2014/main" id="{E0765DB9-0BA2-4E5E-AE62-4D3DE82C0119}"/>
                </a:ext>
              </a:extLst>
            </p:cNvPr>
            <p:cNvSpPr>
              <a:spLocks noChangeShapeType="1"/>
            </p:cNvSpPr>
            <p:nvPr/>
          </p:nvSpPr>
          <p:spPr bwMode="auto">
            <a:xfrm>
              <a:off x="936" y="2212"/>
              <a:ext cx="13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7">
              <a:extLst>
                <a:ext uri="{FF2B5EF4-FFF2-40B4-BE49-F238E27FC236}">
                  <a16:creationId xmlns:a16="http://schemas.microsoft.com/office/drawing/2014/main" id="{0519F558-5CA0-4A17-BE68-5657A12F58E4}"/>
                </a:ext>
              </a:extLst>
            </p:cNvPr>
            <p:cNvSpPr>
              <a:spLocks noChangeShapeType="1"/>
            </p:cNvSpPr>
            <p:nvPr/>
          </p:nvSpPr>
          <p:spPr bwMode="auto">
            <a:xfrm>
              <a:off x="1728" y="2219"/>
              <a:ext cx="156"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38">
              <a:extLst>
                <a:ext uri="{FF2B5EF4-FFF2-40B4-BE49-F238E27FC236}">
                  <a16:creationId xmlns:a16="http://schemas.microsoft.com/office/drawing/2014/main" id="{4E0C3A68-9937-4206-8929-410FE73A25F1}"/>
                </a:ext>
              </a:extLst>
            </p:cNvPr>
            <p:cNvSpPr>
              <a:spLocks noChangeShapeType="1"/>
            </p:cNvSpPr>
            <p:nvPr/>
          </p:nvSpPr>
          <p:spPr bwMode="auto">
            <a:xfrm>
              <a:off x="1440" y="2217"/>
              <a:ext cx="132"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228709065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additive="base">
                                        <p:cTn id="18" dur="500" fill="hold"/>
                                        <p:tgtEl>
                                          <p:spTgt spid="30"/>
                                        </p:tgtEl>
                                        <p:attrNameLst>
                                          <p:attrName>ppt_x</p:attrName>
                                        </p:attrNameLst>
                                      </p:cBhvr>
                                      <p:tavLst>
                                        <p:tav tm="0">
                                          <p:val>
                                            <p:strVal val="0-#ppt_w/2"/>
                                          </p:val>
                                        </p:tav>
                                        <p:tav tm="100000">
                                          <p:val>
                                            <p:strVal val="#ppt_x"/>
                                          </p:val>
                                        </p:tav>
                                      </p:tavLst>
                                    </p:anim>
                                    <p:anim calcmode="lin" valueType="num">
                                      <p:cBhvr additive="base">
                                        <p:cTn id="19"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500"/>
                                        <p:tgtEl>
                                          <p:spTgt spid="20"/>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up)">
                                      <p:cBhvr>
                                        <p:cTn id="34" dur="500"/>
                                        <p:tgtEl>
                                          <p:spTgt spid="21"/>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up)">
                                      <p:cBhvr>
                                        <p:cTn id="39" dur="500"/>
                                        <p:tgtEl>
                                          <p:spTgt spid="22"/>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up)">
                                      <p:cBhvr>
                                        <p:cTn id="49" dur="500"/>
                                        <p:tgtEl>
                                          <p:spTgt spid="29"/>
                                        </p:tgtEl>
                                      </p:cBhvr>
                                    </p:animEffec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20" grpId="0" autoUpdateAnimBg="0"/>
      <p:bldP spid="21" grpId="0" autoUpdateAnimBg="0"/>
      <p:bldP spid="22" grpId="0" autoUpdateAnimBg="0"/>
      <p:bldP spid="2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4AF5D304-A786-422C-90C1-FFE90AF9B119}"/>
              </a:ext>
            </a:extLst>
          </p:cNvPr>
          <p:cNvGrpSpPr>
            <a:grpSpLocks/>
          </p:cNvGrpSpPr>
          <p:nvPr/>
        </p:nvGrpSpPr>
        <p:grpSpPr bwMode="auto">
          <a:xfrm>
            <a:off x="2816225" y="3632200"/>
            <a:ext cx="644525" cy="519113"/>
            <a:chOff x="1786" y="2444"/>
            <a:chExt cx="406" cy="327"/>
          </a:xfrm>
        </p:grpSpPr>
        <p:sp>
          <p:nvSpPr>
            <p:cNvPr id="3" name="Text Box 5">
              <a:extLst>
                <a:ext uri="{FF2B5EF4-FFF2-40B4-BE49-F238E27FC236}">
                  <a16:creationId xmlns:a16="http://schemas.microsoft.com/office/drawing/2014/main" id="{A13B29C1-6E38-42D8-A17D-EC54732A0FE6}"/>
                </a:ext>
              </a:extLst>
            </p:cNvPr>
            <p:cNvSpPr txBox="1">
              <a:spLocks noChangeArrowheads="1"/>
            </p:cNvSpPr>
            <p:nvPr/>
          </p:nvSpPr>
          <p:spPr bwMode="auto">
            <a:xfrm>
              <a:off x="1786" y="2444"/>
              <a:ext cx="40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rgbClr val="FF0000"/>
                  </a:solidFill>
                </a:rPr>
                <a:t>B</a:t>
              </a:r>
            </a:p>
          </p:txBody>
        </p:sp>
        <p:sp>
          <p:nvSpPr>
            <p:cNvPr id="4" name="Line 6">
              <a:extLst>
                <a:ext uri="{FF2B5EF4-FFF2-40B4-BE49-F238E27FC236}">
                  <a16:creationId xmlns:a16="http://schemas.microsoft.com/office/drawing/2014/main" id="{EC536CA8-7E3F-409D-8DF6-D500600544E8}"/>
                </a:ext>
              </a:extLst>
            </p:cNvPr>
            <p:cNvSpPr>
              <a:spLocks noChangeShapeType="1"/>
            </p:cNvSpPr>
            <p:nvPr/>
          </p:nvSpPr>
          <p:spPr bwMode="auto">
            <a:xfrm flipV="1">
              <a:off x="1851" y="2476"/>
              <a:ext cx="162" cy="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Text Box 7">
            <a:extLst>
              <a:ext uri="{FF2B5EF4-FFF2-40B4-BE49-F238E27FC236}">
                <a16:creationId xmlns:a16="http://schemas.microsoft.com/office/drawing/2014/main" id="{DA99206D-A36E-4E94-B15E-CB5D72E3E059}"/>
              </a:ext>
            </a:extLst>
          </p:cNvPr>
          <p:cNvSpPr txBox="1">
            <a:spLocks noChangeArrowheads="1"/>
          </p:cNvSpPr>
          <p:nvPr/>
        </p:nvSpPr>
        <p:spPr bwMode="auto">
          <a:xfrm>
            <a:off x="4843463" y="5111750"/>
            <a:ext cx="7461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rgbClr val="FF0000"/>
                </a:solidFill>
              </a:rPr>
              <a:t>AB</a:t>
            </a:r>
            <a:endParaRPr lang="en-US" altLang="zh-CN" sz="2800">
              <a:solidFill>
                <a:schemeClr val="tx1"/>
              </a:solidFill>
            </a:endParaRPr>
          </a:p>
        </p:txBody>
      </p:sp>
      <p:grpSp>
        <p:nvGrpSpPr>
          <p:cNvPr id="6" name="Group 8">
            <a:extLst>
              <a:ext uri="{FF2B5EF4-FFF2-40B4-BE49-F238E27FC236}">
                <a16:creationId xmlns:a16="http://schemas.microsoft.com/office/drawing/2014/main" id="{617D7FB3-2777-4BC9-AEBB-56E79556AB1E}"/>
              </a:ext>
            </a:extLst>
          </p:cNvPr>
          <p:cNvGrpSpPr>
            <a:grpSpLocks/>
          </p:cNvGrpSpPr>
          <p:nvPr/>
        </p:nvGrpSpPr>
        <p:grpSpPr bwMode="auto">
          <a:xfrm>
            <a:off x="6315075" y="3629025"/>
            <a:ext cx="2166938" cy="519113"/>
            <a:chOff x="4059" y="2498"/>
            <a:chExt cx="1365" cy="327"/>
          </a:xfrm>
        </p:grpSpPr>
        <p:sp>
          <p:nvSpPr>
            <p:cNvPr id="7" name="Text Box 9">
              <a:extLst>
                <a:ext uri="{FF2B5EF4-FFF2-40B4-BE49-F238E27FC236}">
                  <a16:creationId xmlns:a16="http://schemas.microsoft.com/office/drawing/2014/main" id="{0D175736-58AB-404A-B21A-273F2E07E762}"/>
                </a:ext>
              </a:extLst>
            </p:cNvPr>
            <p:cNvSpPr txBox="1">
              <a:spLocks noChangeArrowheads="1"/>
            </p:cNvSpPr>
            <p:nvPr/>
          </p:nvSpPr>
          <p:spPr bwMode="auto">
            <a:xfrm>
              <a:off x="4059" y="2498"/>
              <a:ext cx="13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rgbClr val="FF0000"/>
                  </a:solidFill>
                </a:rPr>
                <a:t>Y=A B+AB</a:t>
              </a:r>
              <a:endParaRPr lang="en-US" altLang="zh-CN" sz="2800">
                <a:solidFill>
                  <a:schemeClr val="tx1"/>
                </a:solidFill>
              </a:endParaRPr>
            </a:p>
          </p:txBody>
        </p:sp>
        <p:sp>
          <p:nvSpPr>
            <p:cNvPr id="8" name="Line 10">
              <a:extLst>
                <a:ext uri="{FF2B5EF4-FFF2-40B4-BE49-F238E27FC236}">
                  <a16:creationId xmlns:a16="http://schemas.microsoft.com/office/drawing/2014/main" id="{5CF0EF50-D3BC-4FB7-BFDB-7E4BBD4B760C}"/>
                </a:ext>
              </a:extLst>
            </p:cNvPr>
            <p:cNvSpPr>
              <a:spLocks noChangeShapeType="1"/>
            </p:cNvSpPr>
            <p:nvPr/>
          </p:nvSpPr>
          <p:spPr bwMode="auto">
            <a:xfrm flipV="1">
              <a:off x="4400" y="2545"/>
              <a:ext cx="146" cy="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1">
              <a:extLst>
                <a:ext uri="{FF2B5EF4-FFF2-40B4-BE49-F238E27FC236}">
                  <a16:creationId xmlns:a16="http://schemas.microsoft.com/office/drawing/2014/main" id="{C4333F39-B05B-412F-AB33-E4659AA94887}"/>
                </a:ext>
              </a:extLst>
            </p:cNvPr>
            <p:cNvSpPr>
              <a:spLocks noChangeShapeType="1"/>
            </p:cNvSpPr>
            <p:nvPr/>
          </p:nvSpPr>
          <p:spPr bwMode="auto">
            <a:xfrm flipV="1">
              <a:off x="4593" y="2543"/>
              <a:ext cx="146" cy="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2">
              <a:extLst>
                <a:ext uri="{FF2B5EF4-FFF2-40B4-BE49-F238E27FC236}">
                  <a16:creationId xmlns:a16="http://schemas.microsoft.com/office/drawing/2014/main" id="{615C5FCB-DB52-45C5-83FC-6D5A060EFB5E}"/>
                </a:ext>
              </a:extLst>
            </p:cNvPr>
            <p:cNvSpPr>
              <a:spLocks noChangeShapeType="1"/>
            </p:cNvSpPr>
            <p:nvPr/>
          </p:nvSpPr>
          <p:spPr bwMode="auto">
            <a:xfrm>
              <a:off x="4416" y="2498"/>
              <a:ext cx="73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13">
            <a:extLst>
              <a:ext uri="{FF2B5EF4-FFF2-40B4-BE49-F238E27FC236}">
                <a16:creationId xmlns:a16="http://schemas.microsoft.com/office/drawing/2014/main" id="{4E578FDC-DE93-4676-BC24-94819557F630}"/>
              </a:ext>
            </a:extLst>
          </p:cNvPr>
          <p:cNvGrpSpPr>
            <a:grpSpLocks/>
          </p:cNvGrpSpPr>
          <p:nvPr/>
        </p:nvGrpSpPr>
        <p:grpSpPr bwMode="auto">
          <a:xfrm>
            <a:off x="4532313" y="1992313"/>
            <a:ext cx="823912" cy="519112"/>
            <a:chOff x="2867" y="1411"/>
            <a:chExt cx="519" cy="327"/>
          </a:xfrm>
        </p:grpSpPr>
        <p:sp>
          <p:nvSpPr>
            <p:cNvPr id="12" name="Text Box 14">
              <a:extLst>
                <a:ext uri="{FF2B5EF4-FFF2-40B4-BE49-F238E27FC236}">
                  <a16:creationId xmlns:a16="http://schemas.microsoft.com/office/drawing/2014/main" id="{85FE62C1-DB9D-4AA9-BFDA-F0265FB9B3F1}"/>
                </a:ext>
              </a:extLst>
            </p:cNvPr>
            <p:cNvSpPr txBox="1">
              <a:spLocks noChangeArrowheads="1"/>
            </p:cNvSpPr>
            <p:nvPr/>
          </p:nvSpPr>
          <p:spPr bwMode="auto">
            <a:xfrm>
              <a:off x="2867" y="1411"/>
              <a:ext cx="51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rgbClr val="FF0000"/>
                  </a:solidFill>
                </a:rPr>
                <a:t>A B</a:t>
              </a:r>
              <a:endParaRPr lang="en-US" altLang="zh-CN" sz="2800">
                <a:solidFill>
                  <a:schemeClr val="tx1"/>
                </a:solidFill>
              </a:endParaRPr>
            </a:p>
          </p:txBody>
        </p:sp>
        <p:sp>
          <p:nvSpPr>
            <p:cNvPr id="13" name="Line 15">
              <a:extLst>
                <a:ext uri="{FF2B5EF4-FFF2-40B4-BE49-F238E27FC236}">
                  <a16:creationId xmlns:a16="http://schemas.microsoft.com/office/drawing/2014/main" id="{C055AC53-AAD3-4BA1-9527-10C68AAE61AF}"/>
                </a:ext>
              </a:extLst>
            </p:cNvPr>
            <p:cNvSpPr>
              <a:spLocks noChangeShapeType="1"/>
            </p:cNvSpPr>
            <p:nvPr/>
          </p:nvSpPr>
          <p:spPr bwMode="auto">
            <a:xfrm>
              <a:off x="3128" y="1444"/>
              <a:ext cx="17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6">
              <a:extLst>
                <a:ext uri="{FF2B5EF4-FFF2-40B4-BE49-F238E27FC236}">
                  <a16:creationId xmlns:a16="http://schemas.microsoft.com/office/drawing/2014/main" id="{7653A0E3-BEF9-44E1-B539-33D875EA993D}"/>
                </a:ext>
              </a:extLst>
            </p:cNvPr>
            <p:cNvSpPr>
              <a:spLocks noChangeShapeType="1"/>
            </p:cNvSpPr>
            <p:nvPr/>
          </p:nvSpPr>
          <p:spPr bwMode="auto">
            <a:xfrm>
              <a:off x="2912" y="1450"/>
              <a:ext cx="17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17">
            <a:extLst>
              <a:ext uri="{FF2B5EF4-FFF2-40B4-BE49-F238E27FC236}">
                <a16:creationId xmlns:a16="http://schemas.microsoft.com/office/drawing/2014/main" id="{D080BFA0-DBA6-4422-B7C5-C78E37DA4C00}"/>
              </a:ext>
            </a:extLst>
          </p:cNvPr>
          <p:cNvGrpSpPr>
            <a:grpSpLocks/>
          </p:cNvGrpSpPr>
          <p:nvPr/>
        </p:nvGrpSpPr>
        <p:grpSpPr bwMode="auto">
          <a:xfrm>
            <a:off x="2916238" y="1682750"/>
            <a:ext cx="644525" cy="519113"/>
            <a:chOff x="1849" y="1216"/>
            <a:chExt cx="406" cy="327"/>
          </a:xfrm>
        </p:grpSpPr>
        <p:sp>
          <p:nvSpPr>
            <p:cNvPr id="16" name="Text Box 18">
              <a:extLst>
                <a:ext uri="{FF2B5EF4-FFF2-40B4-BE49-F238E27FC236}">
                  <a16:creationId xmlns:a16="http://schemas.microsoft.com/office/drawing/2014/main" id="{4F494606-1EEE-4D5D-9C11-49D93803E2C1}"/>
                </a:ext>
              </a:extLst>
            </p:cNvPr>
            <p:cNvSpPr txBox="1">
              <a:spLocks noChangeArrowheads="1"/>
            </p:cNvSpPr>
            <p:nvPr/>
          </p:nvSpPr>
          <p:spPr bwMode="auto">
            <a:xfrm>
              <a:off x="1849" y="1216"/>
              <a:ext cx="40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rgbClr val="FF0000"/>
                  </a:solidFill>
                </a:rPr>
                <a:t>A</a:t>
              </a:r>
            </a:p>
          </p:txBody>
        </p:sp>
        <p:sp>
          <p:nvSpPr>
            <p:cNvPr id="17" name="Line 19">
              <a:extLst>
                <a:ext uri="{FF2B5EF4-FFF2-40B4-BE49-F238E27FC236}">
                  <a16:creationId xmlns:a16="http://schemas.microsoft.com/office/drawing/2014/main" id="{0B15114E-BD67-4462-B735-327B78EE2596}"/>
                </a:ext>
              </a:extLst>
            </p:cNvPr>
            <p:cNvSpPr>
              <a:spLocks noChangeShapeType="1"/>
            </p:cNvSpPr>
            <p:nvPr/>
          </p:nvSpPr>
          <p:spPr bwMode="auto">
            <a:xfrm flipV="1">
              <a:off x="1914" y="1248"/>
              <a:ext cx="162" cy="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Line 21">
            <a:extLst>
              <a:ext uri="{FF2B5EF4-FFF2-40B4-BE49-F238E27FC236}">
                <a16:creationId xmlns:a16="http://schemas.microsoft.com/office/drawing/2014/main" id="{AEEBC929-C9CC-45F7-9620-0BDCD2ADC108}"/>
              </a:ext>
            </a:extLst>
          </p:cNvPr>
          <p:cNvSpPr>
            <a:spLocks noChangeShapeType="1"/>
          </p:cNvSpPr>
          <p:nvPr/>
        </p:nvSpPr>
        <p:spPr bwMode="auto">
          <a:xfrm>
            <a:off x="4343400" y="25812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3">
            <a:extLst>
              <a:ext uri="{FF2B5EF4-FFF2-40B4-BE49-F238E27FC236}">
                <a16:creationId xmlns:a16="http://schemas.microsoft.com/office/drawing/2014/main" id="{032E9F8B-2897-4027-B393-A8A3B28D62CE}"/>
              </a:ext>
            </a:extLst>
          </p:cNvPr>
          <p:cNvSpPr>
            <a:spLocks noChangeShapeType="1"/>
          </p:cNvSpPr>
          <p:nvPr/>
        </p:nvSpPr>
        <p:spPr bwMode="auto">
          <a:xfrm>
            <a:off x="3349625" y="2806700"/>
            <a:ext cx="0" cy="144780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25">
            <a:extLst>
              <a:ext uri="{FF2B5EF4-FFF2-40B4-BE49-F238E27FC236}">
                <a16:creationId xmlns:a16="http://schemas.microsoft.com/office/drawing/2014/main" id="{B5B1C804-2F01-43FB-9273-EFE90009739A}"/>
              </a:ext>
            </a:extLst>
          </p:cNvPr>
          <p:cNvSpPr>
            <a:spLocks noChangeArrowheads="1"/>
          </p:cNvSpPr>
          <p:nvPr/>
        </p:nvSpPr>
        <p:spPr bwMode="auto">
          <a:xfrm>
            <a:off x="2212975" y="3871913"/>
            <a:ext cx="609600" cy="83820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6">
            <a:extLst>
              <a:ext uri="{FF2B5EF4-FFF2-40B4-BE49-F238E27FC236}">
                <a16:creationId xmlns:a16="http://schemas.microsoft.com/office/drawing/2014/main" id="{2C876BC4-EF34-437F-8553-CB38D6101D46}"/>
              </a:ext>
            </a:extLst>
          </p:cNvPr>
          <p:cNvSpPr>
            <a:spLocks noChangeShapeType="1"/>
          </p:cNvSpPr>
          <p:nvPr/>
        </p:nvSpPr>
        <p:spPr bwMode="auto">
          <a:xfrm>
            <a:off x="2974975" y="4252913"/>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27">
            <a:extLst>
              <a:ext uri="{FF2B5EF4-FFF2-40B4-BE49-F238E27FC236}">
                <a16:creationId xmlns:a16="http://schemas.microsoft.com/office/drawing/2014/main" id="{BA50BFBF-0DE8-421F-839C-52EC39D6AFF2}"/>
              </a:ext>
            </a:extLst>
          </p:cNvPr>
          <p:cNvSpPr>
            <a:spLocks noChangeArrowheads="1"/>
          </p:cNvSpPr>
          <p:nvPr/>
        </p:nvSpPr>
        <p:spPr bwMode="auto">
          <a:xfrm>
            <a:off x="2822575" y="4176713"/>
            <a:ext cx="152400" cy="152400"/>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28">
            <a:extLst>
              <a:ext uri="{FF2B5EF4-FFF2-40B4-BE49-F238E27FC236}">
                <a16:creationId xmlns:a16="http://schemas.microsoft.com/office/drawing/2014/main" id="{71615BE5-5044-4B0F-9237-DCF2E256B7B1}"/>
              </a:ext>
            </a:extLst>
          </p:cNvPr>
          <p:cNvSpPr txBox="1">
            <a:spLocks noChangeArrowheads="1"/>
          </p:cNvSpPr>
          <p:nvPr/>
        </p:nvSpPr>
        <p:spPr bwMode="auto">
          <a:xfrm>
            <a:off x="2365375" y="3824288"/>
            <a:ext cx="30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a:solidFill>
                  <a:schemeClr val="tx1"/>
                </a:solidFill>
              </a:rPr>
              <a:t>1</a:t>
            </a:r>
          </a:p>
        </p:txBody>
      </p:sp>
      <p:sp>
        <p:nvSpPr>
          <p:cNvPr id="24" name="Rectangle 29">
            <a:extLst>
              <a:ext uri="{FF2B5EF4-FFF2-40B4-BE49-F238E27FC236}">
                <a16:creationId xmlns:a16="http://schemas.microsoft.com/office/drawing/2014/main" id="{F5CC7A08-6834-4939-93E2-5A2C071E2BA3}"/>
              </a:ext>
            </a:extLst>
          </p:cNvPr>
          <p:cNvSpPr>
            <a:spLocks noChangeArrowheads="1"/>
          </p:cNvSpPr>
          <p:nvPr/>
        </p:nvSpPr>
        <p:spPr bwMode="auto">
          <a:xfrm>
            <a:off x="3733800" y="2200275"/>
            <a:ext cx="609600" cy="83820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30">
            <a:extLst>
              <a:ext uri="{FF2B5EF4-FFF2-40B4-BE49-F238E27FC236}">
                <a16:creationId xmlns:a16="http://schemas.microsoft.com/office/drawing/2014/main" id="{64BA73E5-FDBC-4FD3-B675-E472E0E4A78B}"/>
              </a:ext>
            </a:extLst>
          </p:cNvPr>
          <p:cNvSpPr>
            <a:spLocks noChangeShapeType="1"/>
          </p:cNvSpPr>
          <p:nvPr/>
        </p:nvSpPr>
        <p:spPr bwMode="auto">
          <a:xfrm>
            <a:off x="3352800" y="28098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31">
            <a:extLst>
              <a:ext uri="{FF2B5EF4-FFF2-40B4-BE49-F238E27FC236}">
                <a16:creationId xmlns:a16="http://schemas.microsoft.com/office/drawing/2014/main" id="{49C1B7F3-DC1C-489F-B872-61AB93712D1F}"/>
              </a:ext>
            </a:extLst>
          </p:cNvPr>
          <p:cNvSpPr txBox="1">
            <a:spLocks noChangeArrowheads="1"/>
          </p:cNvSpPr>
          <p:nvPr/>
        </p:nvSpPr>
        <p:spPr bwMode="auto">
          <a:xfrm>
            <a:off x="3829050" y="2181225"/>
            <a:ext cx="60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a:solidFill>
                  <a:schemeClr val="tx1"/>
                </a:solidFill>
              </a:rPr>
              <a:t>&amp;</a:t>
            </a:r>
          </a:p>
        </p:txBody>
      </p:sp>
      <p:sp>
        <p:nvSpPr>
          <p:cNvPr id="27" name="Text Box 32">
            <a:extLst>
              <a:ext uri="{FF2B5EF4-FFF2-40B4-BE49-F238E27FC236}">
                <a16:creationId xmlns:a16="http://schemas.microsoft.com/office/drawing/2014/main" id="{4A71858D-DB19-4D6C-9FC7-67B369104640}"/>
              </a:ext>
            </a:extLst>
          </p:cNvPr>
          <p:cNvSpPr txBox="1">
            <a:spLocks noChangeArrowheads="1"/>
          </p:cNvSpPr>
          <p:nvPr/>
        </p:nvSpPr>
        <p:spPr bwMode="auto">
          <a:xfrm>
            <a:off x="774700" y="2070100"/>
            <a:ext cx="5413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chemeClr val="tx1"/>
                </a:solidFill>
              </a:rPr>
              <a:t>A</a:t>
            </a:r>
          </a:p>
        </p:txBody>
      </p:sp>
      <p:sp>
        <p:nvSpPr>
          <p:cNvPr id="28" name="Text Box 33">
            <a:extLst>
              <a:ext uri="{FF2B5EF4-FFF2-40B4-BE49-F238E27FC236}">
                <a16:creationId xmlns:a16="http://schemas.microsoft.com/office/drawing/2014/main" id="{FBA6E63F-D241-49F9-A947-6B9FB0B31C20}"/>
              </a:ext>
            </a:extLst>
          </p:cNvPr>
          <p:cNvSpPr txBox="1">
            <a:spLocks noChangeArrowheads="1"/>
          </p:cNvSpPr>
          <p:nvPr/>
        </p:nvSpPr>
        <p:spPr bwMode="auto">
          <a:xfrm>
            <a:off x="793750" y="4002088"/>
            <a:ext cx="56673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chemeClr val="tx1"/>
                </a:solidFill>
              </a:rPr>
              <a:t>B</a:t>
            </a:r>
          </a:p>
        </p:txBody>
      </p:sp>
      <p:sp>
        <p:nvSpPr>
          <p:cNvPr id="29" name="Line 34">
            <a:extLst>
              <a:ext uri="{FF2B5EF4-FFF2-40B4-BE49-F238E27FC236}">
                <a16:creationId xmlns:a16="http://schemas.microsoft.com/office/drawing/2014/main" id="{8B7637E3-A5AC-4BC0-9BCF-711A8C7BC80A}"/>
              </a:ext>
            </a:extLst>
          </p:cNvPr>
          <p:cNvSpPr>
            <a:spLocks noChangeShapeType="1"/>
          </p:cNvSpPr>
          <p:nvPr/>
        </p:nvSpPr>
        <p:spPr bwMode="auto">
          <a:xfrm>
            <a:off x="1266825" y="2332038"/>
            <a:ext cx="958850" cy="127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35">
            <a:extLst>
              <a:ext uri="{FF2B5EF4-FFF2-40B4-BE49-F238E27FC236}">
                <a16:creationId xmlns:a16="http://schemas.microsoft.com/office/drawing/2014/main" id="{2A5083A5-E62C-4048-B926-E29038E1B720}"/>
              </a:ext>
            </a:extLst>
          </p:cNvPr>
          <p:cNvSpPr>
            <a:spLocks noChangeShapeType="1"/>
          </p:cNvSpPr>
          <p:nvPr/>
        </p:nvSpPr>
        <p:spPr bwMode="auto">
          <a:xfrm flipV="1">
            <a:off x="1220788" y="4257675"/>
            <a:ext cx="995362" cy="15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36">
            <a:extLst>
              <a:ext uri="{FF2B5EF4-FFF2-40B4-BE49-F238E27FC236}">
                <a16:creationId xmlns:a16="http://schemas.microsoft.com/office/drawing/2014/main" id="{115650F3-5D5E-43C8-85A0-20452C56DE90}"/>
              </a:ext>
            </a:extLst>
          </p:cNvPr>
          <p:cNvSpPr>
            <a:spLocks noChangeArrowheads="1"/>
          </p:cNvSpPr>
          <p:nvPr/>
        </p:nvSpPr>
        <p:spPr bwMode="auto">
          <a:xfrm>
            <a:off x="1911350" y="2327275"/>
            <a:ext cx="76200" cy="76200"/>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37">
            <a:extLst>
              <a:ext uri="{FF2B5EF4-FFF2-40B4-BE49-F238E27FC236}">
                <a16:creationId xmlns:a16="http://schemas.microsoft.com/office/drawing/2014/main" id="{ACAAC70C-5EF4-4643-8D5A-A57B8B2D357D}"/>
              </a:ext>
            </a:extLst>
          </p:cNvPr>
          <p:cNvSpPr>
            <a:spLocks noChangeArrowheads="1"/>
          </p:cNvSpPr>
          <p:nvPr/>
        </p:nvSpPr>
        <p:spPr bwMode="auto">
          <a:xfrm>
            <a:off x="1677988" y="4224338"/>
            <a:ext cx="76200" cy="76200"/>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8">
            <a:extLst>
              <a:ext uri="{FF2B5EF4-FFF2-40B4-BE49-F238E27FC236}">
                <a16:creationId xmlns:a16="http://schemas.microsoft.com/office/drawing/2014/main" id="{124AA46B-DDEA-4C90-9719-6A12C11E4249}"/>
              </a:ext>
            </a:extLst>
          </p:cNvPr>
          <p:cNvSpPr>
            <a:spLocks noChangeShapeType="1"/>
          </p:cNvSpPr>
          <p:nvPr/>
        </p:nvSpPr>
        <p:spPr bwMode="auto">
          <a:xfrm>
            <a:off x="4349750" y="54895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Rectangle 39">
            <a:extLst>
              <a:ext uri="{FF2B5EF4-FFF2-40B4-BE49-F238E27FC236}">
                <a16:creationId xmlns:a16="http://schemas.microsoft.com/office/drawing/2014/main" id="{318469A7-6711-479F-B15C-350C3D20C0F3}"/>
              </a:ext>
            </a:extLst>
          </p:cNvPr>
          <p:cNvSpPr>
            <a:spLocks noChangeArrowheads="1"/>
          </p:cNvSpPr>
          <p:nvPr/>
        </p:nvSpPr>
        <p:spPr bwMode="auto">
          <a:xfrm>
            <a:off x="3740150" y="5108575"/>
            <a:ext cx="609600" cy="83820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40">
            <a:extLst>
              <a:ext uri="{FF2B5EF4-FFF2-40B4-BE49-F238E27FC236}">
                <a16:creationId xmlns:a16="http://schemas.microsoft.com/office/drawing/2014/main" id="{78156986-BA62-45B6-AC87-95E093C426CC}"/>
              </a:ext>
            </a:extLst>
          </p:cNvPr>
          <p:cNvSpPr>
            <a:spLocks noChangeShapeType="1"/>
          </p:cNvSpPr>
          <p:nvPr/>
        </p:nvSpPr>
        <p:spPr bwMode="auto">
          <a:xfrm>
            <a:off x="3359150" y="57181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41">
            <a:extLst>
              <a:ext uri="{FF2B5EF4-FFF2-40B4-BE49-F238E27FC236}">
                <a16:creationId xmlns:a16="http://schemas.microsoft.com/office/drawing/2014/main" id="{A1C55B04-F4CC-4E50-A684-72A35BF7039D}"/>
              </a:ext>
            </a:extLst>
          </p:cNvPr>
          <p:cNvSpPr>
            <a:spLocks noChangeShapeType="1"/>
          </p:cNvSpPr>
          <p:nvPr/>
        </p:nvSpPr>
        <p:spPr bwMode="auto">
          <a:xfrm>
            <a:off x="3359150" y="52609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Text Box 42">
            <a:extLst>
              <a:ext uri="{FF2B5EF4-FFF2-40B4-BE49-F238E27FC236}">
                <a16:creationId xmlns:a16="http://schemas.microsoft.com/office/drawing/2014/main" id="{693810D7-B3C3-400F-B5C0-F68DB46B2D11}"/>
              </a:ext>
            </a:extLst>
          </p:cNvPr>
          <p:cNvSpPr txBox="1">
            <a:spLocks noChangeArrowheads="1"/>
          </p:cNvSpPr>
          <p:nvPr/>
        </p:nvSpPr>
        <p:spPr bwMode="auto">
          <a:xfrm>
            <a:off x="3835400" y="5089525"/>
            <a:ext cx="60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a:solidFill>
                  <a:schemeClr val="tx1"/>
                </a:solidFill>
              </a:rPr>
              <a:t>&amp;</a:t>
            </a:r>
          </a:p>
        </p:txBody>
      </p:sp>
      <p:sp>
        <p:nvSpPr>
          <p:cNvPr id="38" name="Rectangle 43">
            <a:extLst>
              <a:ext uri="{FF2B5EF4-FFF2-40B4-BE49-F238E27FC236}">
                <a16:creationId xmlns:a16="http://schemas.microsoft.com/office/drawing/2014/main" id="{048BDACC-2CA5-4AEA-80FB-0FD930D52F5A}"/>
              </a:ext>
            </a:extLst>
          </p:cNvPr>
          <p:cNvSpPr>
            <a:spLocks noChangeArrowheads="1"/>
          </p:cNvSpPr>
          <p:nvPr/>
        </p:nvSpPr>
        <p:spPr bwMode="auto">
          <a:xfrm>
            <a:off x="2211388" y="1963738"/>
            <a:ext cx="609600" cy="83820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44">
            <a:extLst>
              <a:ext uri="{FF2B5EF4-FFF2-40B4-BE49-F238E27FC236}">
                <a16:creationId xmlns:a16="http://schemas.microsoft.com/office/drawing/2014/main" id="{F9756048-5743-431D-875F-683D07082839}"/>
              </a:ext>
            </a:extLst>
          </p:cNvPr>
          <p:cNvSpPr>
            <a:spLocks noChangeShapeType="1"/>
          </p:cNvSpPr>
          <p:nvPr/>
        </p:nvSpPr>
        <p:spPr bwMode="auto">
          <a:xfrm flipV="1">
            <a:off x="2973388" y="2332038"/>
            <a:ext cx="749300" cy="127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45">
            <a:extLst>
              <a:ext uri="{FF2B5EF4-FFF2-40B4-BE49-F238E27FC236}">
                <a16:creationId xmlns:a16="http://schemas.microsoft.com/office/drawing/2014/main" id="{F6467302-E00C-4268-94C8-EC5B61674657}"/>
              </a:ext>
            </a:extLst>
          </p:cNvPr>
          <p:cNvSpPr>
            <a:spLocks noChangeArrowheads="1"/>
          </p:cNvSpPr>
          <p:nvPr/>
        </p:nvSpPr>
        <p:spPr bwMode="auto">
          <a:xfrm>
            <a:off x="2820988" y="2268538"/>
            <a:ext cx="152400" cy="152400"/>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Text Box 46">
            <a:extLst>
              <a:ext uri="{FF2B5EF4-FFF2-40B4-BE49-F238E27FC236}">
                <a16:creationId xmlns:a16="http://schemas.microsoft.com/office/drawing/2014/main" id="{142BF2A7-4CCB-4AE7-B428-A961343DD930}"/>
              </a:ext>
            </a:extLst>
          </p:cNvPr>
          <p:cNvSpPr txBox="1">
            <a:spLocks noChangeArrowheads="1"/>
          </p:cNvSpPr>
          <p:nvPr/>
        </p:nvSpPr>
        <p:spPr bwMode="auto">
          <a:xfrm>
            <a:off x="2335213" y="1944688"/>
            <a:ext cx="30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a:solidFill>
                  <a:schemeClr val="tx1"/>
                </a:solidFill>
              </a:rPr>
              <a:t>1</a:t>
            </a:r>
          </a:p>
        </p:txBody>
      </p:sp>
      <p:sp>
        <p:nvSpPr>
          <p:cNvPr id="42" name="Line 47">
            <a:extLst>
              <a:ext uri="{FF2B5EF4-FFF2-40B4-BE49-F238E27FC236}">
                <a16:creationId xmlns:a16="http://schemas.microsoft.com/office/drawing/2014/main" id="{B3E9EFC7-6695-4FF8-BF34-D93E56755A08}"/>
              </a:ext>
            </a:extLst>
          </p:cNvPr>
          <p:cNvSpPr>
            <a:spLocks noChangeShapeType="1"/>
          </p:cNvSpPr>
          <p:nvPr/>
        </p:nvSpPr>
        <p:spPr bwMode="auto">
          <a:xfrm>
            <a:off x="1946275" y="2352675"/>
            <a:ext cx="0" cy="2935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8">
            <a:extLst>
              <a:ext uri="{FF2B5EF4-FFF2-40B4-BE49-F238E27FC236}">
                <a16:creationId xmlns:a16="http://schemas.microsoft.com/office/drawing/2014/main" id="{9BA3707A-7917-488C-84A5-7B0F1172E89B}"/>
              </a:ext>
            </a:extLst>
          </p:cNvPr>
          <p:cNvSpPr>
            <a:spLocks noChangeShapeType="1"/>
          </p:cNvSpPr>
          <p:nvPr/>
        </p:nvSpPr>
        <p:spPr bwMode="auto">
          <a:xfrm>
            <a:off x="1947863" y="5260975"/>
            <a:ext cx="1466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9">
            <a:extLst>
              <a:ext uri="{FF2B5EF4-FFF2-40B4-BE49-F238E27FC236}">
                <a16:creationId xmlns:a16="http://schemas.microsoft.com/office/drawing/2014/main" id="{A48D18BA-33C8-48C7-B4D4-FB36A2F067AE}"/>
              </a:ext>
            </a:extLst>
          </p:cNvPr>
          <p:cNvSpPr>
            <a:spLocks noChangeShapeType="1"/>
          </p:cNvSpPr>
          <p:nvPr/>
        </p:nvSpPr>
        <p:spPr bwMode="auto">
          <a:xfrm>
            <a:off x="1716088" y="5724525"/>
            <a:ext cx="16986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50">
            <a:extLst>
              <a:ext uri="{FF2B5EF4-FFF2-40B4-BE49-F238E27FC236}">
                <a16:creationId xmlns:a16="http://schemas.microsoft.com/office/drawing/2014/main" id="{DFB7E17D-414B-4368-9655-871CB75F7B8F}"/>
              </a:ext>
            </a:extLst>
          </p:cNvPr>
          <p:cNvSpPr>
            <a:spLocks noChangeShapeType="1"/>
          </p:cNvSpPr>
          <p:nvPr/>
        </p:nvSpPr>
        <p:spPr bwMode="auto">
          <a:xfrm>
            <a:off x="4727575" y="2565400"/>
            <a:ext cx="0" cy="11874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51">
            <a:extLst>
              <a:ext uri="{FF2B5EF4-FFF2-40B4-BE49-F238E27FC236}">
                <a16:creationId xmlns:a16="http://schemas.microsoft.com/office/drawing/2014/main" id="{4F549CDD-6C43-4B06-AFFD-927453306B9B}"/>
              </a:ext>
            </a:extLst>
          </p:cNvPr>
          <p:cNvSpPr>
            <a:spLocks noChangeShapeType="1"/>
          </p:cNvSpPr>
          <p:nvPr/>
        </p:nvSpPr>
        <p:spPr bwMode="auto">
          <a:xfrm>
            <a:off x="4729163" y="4276725"/>
            <a:ext cx="0" cy="12334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52">
            <a:extLst>
              <a:ext uri="{FF2B5EF4-FFF2-40B4-BE49-F238E27FC236}">
                <a16:creationId xmlns:a16="http://schemas.microsoft.com/office/drawing/2014/main" id="{2984EFA1-B382-461B-B86A-494799FD9E31}"/>
              </a:ext>
            </a:extLst>
          </p:cNvPr>
          <p:cNvSpPr>
            <a:spLocks noChangeArrowheads="1"/>
          </p:cNvSpPr>
          <p:nvPr/>
        </p:nvSpPr>
        <p:spPr bwMode="auto">
          <a:xfrm>
            <a:off x="5102225" y="3582988"/>
            <a:ext cx="609600" cy="838200"/>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54">
            <a:extLst>
              <a:ext uri="{FF2B5EF4-FFF2-40B4-BE49-F238E27FC236}">
                <a16:creationId xmlns:a16="http://schemas.microsoft.com/office/drawing/2014/main" id="{DC01857E-376A-40E8-8D66-DF337CA2E66E}"/>
              </a:ext>
            </a:extLst>
          </p:cNvPr>
          <p:cNvSpPr>
            <a:spLocks noChangeShapeType="1"/>
          </p:cNvSpPr>
          <p:nvPr/>
        </p:nvSpPr>
        <p:spPr bwMode="auto">
          <a:xfrm>
            <a:off x="4721225" y="4268788"/>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55">
            <a:extLst>
              <a:ext uri="{FF2B5EF4-FFF2-40B4-BE49-F238E27FC236}">
                <a16:creationId xmlns:a16="http://schemas.microsoft.com/office/drawing/2014/main" id="{441F50C7-82B3-44CA-A114-1DD46EBD44C6}"/>
              </a:ext>
            </a:extLst>
          </p:cNvPr>
          <p:cNvSpPr>
            <a:spLocks noChangeShapeType="1"/>
          </p:cNvSpPr>
          <p:nvPr/>
        </p:nvSpPr>
        <p:spPr bwMode="auto">
          <a:xfrm>
            <a:off x="4721225" y="3735388"/>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Text Box 56">
            <a:extLst>
              <a:ext uri="{FF2B5EF4-FFF2-40B4-BE49-F238E27FC236}">
                <a16:creationId xmlns:a16="http://schemas.microsoft.com/office/drawing/2014/main" id="{66B0F838-DCC7-46C0-A1AA-D1A04177927D}"/>
              </a:ext>
            </a:extLst>
          </p:cNvPr>
          <p:cNvSpPr txBox="1">
            <a:spLocks noChangeArrowheads="1"/>
          </p:cNvSpPr>
          <p:nvPr/>
        </p:nvSpPr>
        <p:spPr bwMode="auto">
          <a:xfrm>
            <a:off x="5073650" y="3549650"/>
            <a:ext cx="838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a:solidFill>
                  <a:schemeClr val="tx1"/>
                </a:solidFill>
              </a:rPr>
              <a:t>≥1</a:t>
            </a:r>
            <a:endParaRPr lang="en-US" altLang="zh-CN" sz="1800">
              <a:solidFill>
                <a:schemeClr val="tx1"/>
              </a:solidFill>
            </a:endParaRPr>
          </a:p>
        </p:txBody>
      </p:sp>
      <p:sp>
        <p:nvSpPr>
          <p:cNvPr id="51" name="Oval 57">
            <a:extLst>
              <a:ext uri="{FF2B5EF4-FFF2-40B4-BE49-F238E27FC236}">
                <a16:creationId xmlns:a16="http://schemas.microsoft.com/office/drawing/2014/main" id="{720E7A6D-BD2A-4C8C-A4BC-B2EAA31883C5}"/>
              </a:ext>
            </a:extLst>
          </p:cNvPr>
          <p:cNvSpPr>
            <a:spLocks noChangeArrowheads="1"/>
          </p:cNvSpPr>
          <p:nvPr/>
        </p:nvSpPr>
        <p:spPr bwMode="auto">
          <a:xfrm>
            <a:off x="5711825" y="3903663"/>
            <a:ext cx="152400" cy="152400"/>
          </a:xfrm>
          <a:prstGeom prst="ellipse">
            <a:avLst/>
          </a:prstGeom>
          <a:solidFill>
            <a:srgbClr val="FFFFFF"/>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8">
            <a:extLst>
              <a:ext uri="{FF2B5EF4-FFF2-40B4-BE49-F238E27FC236}">
                <a16:creationId xmlns:a16="http://schemas.microsoft.com/office/drawing/2014/main" id="{C90DE1B1-0C66-4694-935D-6E1FE8080CE1}"/>
              </a:ext>
            </a:extLst>
          </p:cNvPr>
          <p:cNvSpPr>
            <a:spLocks noChangeShapeType="1"/>
          </p:cNvSpPr>
          <p:nvPr/>
        </p:nvSpPr>
        <p:spPr bwMode="auto">
          <a:xfrm>
            <a:off x="1720850" y="4264025"/>
            <a:ext cx="0" cy="1457325"/>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Rectangle 59">
            <a:extLst>
              <a:ext uri="{FF2B5EF4-FFF2-40B4-BE49-F238E27FC236}">
                <a16:creationId xmlns:a16="http://schemas.microsoft.com/office/drawing/2014/main" id="{63DF6E8A-904D-471B-83C8-D42998376583}"/>
              </a:ext>
            </a:extLst>
          </p:cNvPr>
          <p:cNvSpPr>
            <a:spLocks noChangeArrowheads="1"/>
          </p:cNvSpPr>
          <p:nvPr/>
        </p:nvSpPr>
        <p:spPr bwMode="auto">
          <a:xfrm>
            <a:off x="2094707" y="320675"/>
            <a:ext cx="4875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dirty="0">
                <a:solidFill>
                  <a:srgbClr val="0000FF"/>
                </a:solidFill>
              </a:rPr>
              <a:t>3</a:t>
            </a:r>
            <a:r>
              <a:rPr lang="zh-CN" altLang="en-US" dirty="0">
                <a:solidFill>
                  <a:srgbClr val="0000FF"/>
                </a:solidFill>
              </a:rPr>
              <a:t>、由逻辑图写逻辑函数式</a:t>
            </a:r>
          </a:p>
        </p:txBody>
      </p:sp>
      <p:sp>
        <p:nvSpPr>
          <p:cNvPr id="54" name="Line 60">
            <a:extLst>
              <a:ext uri="{FF2B5EF4-FFF2-40B4-BE49-F238E27FC236}">
                <a16:creationId xmlns:a16="http://schemas.microsoft.com/office/drawing/2014/main" id="{590BD1C8-713A-4CFF-AE3D-F83DE89B7E4B}"/>
              </a:ext>
            </a:extLst>
          </p:cNvPr>
          <p:cNvSpPr>
            <a:spLocks noChangeShapeType="1"/>
          </p:cNvSpPr>
          <p:nvPr/>
        </p:nvSpPr>
        <p:spPr bwMode="auto">
          <a:xfrm>
            <a:off x="5867400" y="3965575"/>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Text Box 61">
            <a:extLst>
              <a:ext uri="{FF2B5EF4-FFF2-40B4-BE49-F238E27FC236}">
                <a16:creationId xmlns:a16="http://schemas.microsoft.com/office/drawing/2014/main" id="{6702FEF2-FCD8-4F21-9331-B2D6F4482B41}"/>
              </a:ext>
            </a:extLst>
          </p:cNvPr>
          <p:cNvSpPr txBox="1">
            <a:spLocks noChangeArrowheads="1"/>
          </p:cNvSpPr>
          <p:nvPr/>
        </p:nvSpPr>
        <p:spPr bwMode="auto">
          <a:xfrm>
            <a:off x="5926138" y="4013200"/>
            <a:ext cx="5413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a:solidFill>
                  <a:schemeClr val="tx1"/>
                </a:solidFill>
              </a:rPr>
              <a:t>Y</a:t>
            </a:r>
          </a:p>
        </p:txBody>
      </p:sp>
    </p:spTree>
    <p:extLst>
      <p:ext uri="{BB962C8B-B14F-4D97-AF65-F5344CB8AC3E}">
        <p14:creationId xmlns:p14="http://schemas.microsoft.com/office/powerpoint/2010/main" val="13449912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5"/>
                                        </p:tgtEl>
                                        <p:attrNameLst>
                                          <p:attrName>style.visibility</p:attrName>
                                        </p:attrNameLst>
                                      </p:cBhvr>
                                      <p:to>
                                        <p:strVal val="visible"/>
                                      </p:to>
                                    </p:set>
                                    <p:animEffect transition="in" filter="wipe(left)">
                                      <p:cBhvr>
                                        <p:cTn id="22" dur="3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5D4761C5-2496-4708-AB15-608F84BC0FBA}"/>
              </a:ext>
            </a:extLst>
          </p:cNvPr>
          <p:cNvSpPr txBox="1">
            <a:spLocks/>
          </p:cNvSpPr>
          <p:nvPr/>
        </p:nvSpPr>
        <p:spPr>
          <a:xfrm>
            <a:off x="0" y="0"/>
            <a:ext cx="0" cy="0"/>
          </a:xfrm>
        </p:spPr>
        <p:txBody>
          <a:bodyPr/>
          <a:lstStyle>
            <a:defPPr>
              <a:defRPr lang="zh-CN"/>
            </a:defPPr>
            <a:lvl1pPr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bg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800" b="1" kern="1200">
                <a:solidFill>
                  <a:schemeClr val="bg1"/>
                </a:solidFill>
                <a:latin typeface="Tahoma" panose="020B0604030504040204" pitchFamily="34" charset="0"/>
                <a:ea typeface="宋体" panose="02010600030101010101" pitchFamily="2" charset="-122"/>
                <a:cs typeface="+mn-cs"/>
              </a:defRPr>
            </a:lvl9pPr>
          </a:lstStyle>
          <a:p>
            <a:r>
              <a:rPr lang="zh-CN" altLang="en-US"/>
              <a:t>（</a:t>
            </a:r>
            <a:fld id="{6D2CE106-29FD-471E-9541-C3B78D77F596}" type="slidenum">
              <a:rPr lang="zh-CN" altLang="en-US" smtClean="0"/>
              <a:pPr/>
              <a:t>25</a:t>
            </a:fld>
            <a:r>
              <a:rPr lang="zh-CN" altLang="en-US"/>
              <a:t>）</a:t>
            </a:r>
          </a:p>
        </p:txBody>
      </p:sp>
      <p:sp>
        <p:nvSpPr>
          <p:cNvPr id="3" name="Rectangle 2">
            <a:extLst>
              <a:ext uri="{FF2B5EF4-FFF2-40B4-BE49-F238E27FC236}">
                <a16:creationId xmlns:a16="http://schemas.microsoft.com/office/drawing/2014/main" id="{3A864C3A-4671-42DE-ACFB-C46BC5EF0629}"/>
              </a:ext>
            </a:extLst>
          </p:cNvPr>
          <p:cNvSpPr>
            <a:spLocks noChangeArrowheads="1"/>
          </p:cNvSpPr>
          <p:nvPr/>
        </p:nvSpPr>
        <p:spPr bwMode="auto">
          <a:xfrm>
            <a:off x="2371725" y="306388"/>
            <a:ext cx="40592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a:solidFill>
                  <a:srgbClr val="0000FF"/>
                </a:solidFill>
              </a:rPr>
              <a:t>4</a:t>
            </a:r>
            <a:r>
              <a:rPr lang="zh-CN" altLang="en-US">
                <a:solidFill>
                  <a:srgbClr val="0000FF"/>
                </a:solidFill>
              </a:rPr>
              <a:t>、由函数式画逻辑图</a:t>
            </a:r>
          </a:p>
        </p:txBody>
      </p:sp>
      <p:grpSp>
        <p:nvGrpSpPr>
          <p:cNvPr id="4" name="Group 9">
            <a:extLst>
              <a:ext uri="{FF2B5EF4-FFF2-40B4-BE49-F238E27FC236}">
                <a16:creationId xmlns:a16="http://schemas.microsoft.com/office/drawing/2014/main" id="{E13FBF53-5137-4258-B4ED-B4FFAA9CAB4B}"/>
              </a:ext>
            </a:extLst>
          </p:cNvPr>
          <p:cNvGrpSpPr>
            <a:grpSpLocks/>
          </p:cNvGrpSpPr>
          <p:nvPr/>
        </p:nvGrpSpPr>
        <p:grpSpPr bwMode="auto">
          <a:xfrm>
            <a:off x="2065338" y="4648200"/>
            <a:ext cx="5764212" cy="720725"/>
            <a:chOff x="1217" y="1680"/>
            <a:chExt cx="3631" cy="454"/>
          </a:xfrm>
        </p:grpSpPr>
        <p:sp>
          <p:nvSpPr>
            <p:cNvPr id="5" name="Line 10">
              <a:extLst>
                <a:ext uri="{FF2B5EF4-FFF2-40B4-BE49-F238E27FC236}">
                  <a16:creationId xmlns:a16="http://schemas.microsoft.com/office/drawing/2014/main" id="{573193C0-6AA4-4CEA-9AB3-3BB261E52EE0}"/>
                </a:ext>
              </a:extLst>
            </p:cNvPr>
            <p:cNvSpPr>
              <a:spLocks noChangeShapeType="1"/>
            </p:cNvSpPr>
            <p:nvPr/>
          </p:nvSpPr>
          <p:spPr bwMode="auto">
            <a:xfrm>
              <a:off x="1488" y="1846"/>
              <a:ext cx="33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Text Box 11">
              <a:extLst>
                <a:ext uri="{FF2B5EF4-FFF2-40B4-BE49-F238E27FC236}">
                  <a16:creationId xmlns:a16="http://schemas.microsoft.com/office/drawing/2014/main" id="{3ACEBA9B-AD71-48AC-91A8-09675923EF8E}"/>
                </a:ext>
              </a:extLst>
            </p:cNvPr>
            <p:cNvSpPr txBox="1">
              <a:spLocks noChangeArrowheads="1"/>
            </p:cNvSpPr>
            <p:nvPr/>
          </p:nvSpPr>
          <p:spPr bwMode="auto">
            <a:xfrm>
              <a:off x="1217" y="168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chemeClr val="tx1"/>
                  </a:solidFill>
                </a:rPr>
                <a:t>A</a:t>
              </a:r>
            </a:p>
          </p:txBody>
        </p:sp>
        <p:sp>
          <p:nvSpPr>
            <p:cNvPr id="7" name="Freeform 12">
              <a:extLst>
                <a:ext uri="{FF2B5EF4-FFF2-40B4-BE49-F238E27FC236}">
                  <a16:creationId xmlns:a16="http://schemas.microsoft.com/office/drawing/2014/main" id="{6276350A-115E-4B25-BD3C-612A892792D9}"/>
                </a:ext>
              </a:extLst>
            </p:cNvPr>
            <p:cNvSpPr>
              <a:spLocks/>
            </p:cNvSpPr>
            <p:nvPr/>
          </p:nvSpPr>
          <p:spPr bwMode="auto">
            <a:xfrm>
              <a:off x="1917" y="2021"/>
              <a:ext cx="2923" cy="1"/>
            </a:xfrm>
            <a:custGeom>
              <a:avLst/>
              <a:gdLst>
                <a:gd name="T0" fmla="*/ 0 w 2923"/>
                <a:gd name="T1" fmla="*/ 0 h 1"/>
                <a:gd name="T2" fmla="*/ 2923 w 2923"/>
                <a:gd name="T3" fmla="*/ 0 h 1"/>
              </a:gdLst>
              <a:ahLst/>
              <a:cxnLst>
                <a:cxn ang="0">
                  <a:pos x="T0" y="T1"/>
                </a:cxn>
                <a:cxn ang="0">
                  <a:pos x="T2" y="T3"/>
                </a:cxn>
              </a:cxnLst>
              <a:rect l="0" t="0" r="r" b="b"/>
              <a:pathLst>
                <a:path w="2923" h="1">
                  <a:moveTo>
                    <a:pt x="0" y="0"/>
                  </a:moveTo>
                  <a:lnTo>
                    <a:pt x="2923" y="0"/>
                  </a:lnTo>
                </a:path>
              </a:pathLst>
            </a:custGeom>
            <a:noFill/>
            <a:ln w="254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Rectangle 13">
              <a:extLst>
                <a:ext uri="{FF2B5EF4-FFF2-40B4-BE49-F238E27FC236}">
                  <a16:creationId xmlns:a16="http://schemas.microsoft.com/office/drawing/2014/main" id="{C57F72CE-B8B8-4D79-8FF2-0DD646A356A1}"/>
                </a:ext>
              </a:extLst>
            </p:cNvPr>
            <p:cNvSpPr>
              <a:spLocks noChangeArrowheads="1"/>
            </p:cNvSpPr>
            <p:nvPr/>
          </p:nvSpPr>
          <p:spPr bwMode="auto">
            <a:xfrm>
              <a:off x="1680" y="1894"/>
              <a:ext cx="192"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600" b="0">
                  <a:solidFill>
                    <a:schemeClr val="tx1"/>
                  </a:solidFill>
                </a:rPr>
                <a:t>1</a:t>
              </a:r>
            </a:p>
          </p:txBody>
        </p:sp>
        <p:sp>
          <p:nvSpPr>
            <p:cNvPr id="9" name="Oval 14">
              <a:extLst>
                <a:ext uri="{FF2B5EF4-FFF2-40B4-BE49-F238E27FC236}">
                  <a16:creationId xmlns:a16="http://schemas.microsoft.com/office/drawing/2014/main" id="{43615E2A-851A-4291-AED4-FBEF658B7DA5}"/>
                </a:ext>
              </a:extLst>
            </p:cNvPr>
            <p:cNvSpPr>
              <a:spLocks noChangeArrowheads="1"/>
            </p:cNvSpPr>
            <p:nvPr/>
          </p:nvSpPr>
          <p:spPr bwMode="auto">
            <a:xfrm>
              <a:off x="1872" y="1990"/>
              <a:ext cx="48" cy="4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5">
              <a:extLst>
                <a:ext uri="{FF2B5EF4-FFF2-40B4-BE49-F238E27FC236}">
                  <a16:creationId xmlns:a16="http://schemas.microsoft.com/office/drawing/2014/main" id="{A0C09928-99D3-4E30-AED0-42074BF98D82}"/>
                </a:ext>
              </a:extLst>
            </p:cNvPr>
            <p:cNvSpPr>
              <a:spLocks noChangeShapeType="1"/>
            </p:cNvSpPr>
            <p:nvPr/>
          </p:nvSpPr>
          <p:spPr bwMode="auto">
            <a:xfrm flipH="1">
              <a:off x="1584" y="2038"/>
              <a:ext cx="9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6">
              <a:extLst>
                <a:ext uri="{FF2B5EF4-FFF2-40B4-BE49-F238E27FC236}">
                  <a16:creationId xmlns:a16="http://schemas.microsoft.com/office/drawing/2014/main" id="{808B4F9F-98C0-4240-9B98-91F2133D94A0}"/>
                </a:ext>
              </a:extLst>
            </p:cNvPr>
            <p:cNvSpPr>
              <a:spLocks noChangeShapeType="1"/>
            </p:cNvSpPr>
            <p:nvPr/>
          </p:nvSpPr>
          <p:spPr bwMode="auto">
            <a:xfrm flipV="1">
              <a:off x="1584" y="1846"/>
              <a:ext cx="0" cy="192"/>
            </a:xfrm>
            <a:prstGeom prst="line">
              <a:avLst/>
            </a:prstGeom>
            <a:noFill/>
            <a:ln w="254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17">
            <a:extLst>
              <a:ext uri="{FF2B5EF4-FFF2-40B4-BE49-F238E27FC236}">
                <a16:creationId xmlns:a16="http://schemas.microsoft.com/office/drawing/2014/main" id="{99F63218-5E07-466F-AA08-05BD11B0A0E7}"/>
              </a:ext>
            </a:extLst>
          </p:cNvPr>
          <p:cNvGrpSpPr>
            <a:grpSpLocks/>
          </p:cNvGrpSpPr>
          <p:nvPr/>
        </p:nvGrpSpPr>
        <p:grpSpPr bwMode="auto">
          <a:xfrm>
            <a:off x="2073275" y="5222875"/>
            <a:ext cx="5756275" cy="720725"/>
            <a:chOff x="1222" y="1680"/>
            <a:chExt cx="3626" cy="454"/>
          </a:xfrm>
        </p:grpSpPr>
        <p:sp>
          <p:nvSpPr>
            <p:cNvPr id="13" name="Line 18">
              <a:extLst>
                <a:ext uri="{FF2B5EF4-FFF2-40B4-BE49-F238E27FC236}">
                  <a16:creationId xmlns:a16="http://schemas.microsoft.com/office/drawing/2014/main" id="{E1BC610F-091D-4517-B28F-6672F783BD16}"/>
                </a:ext>
              </a:extLst>
            </p:cNvPr>
            <p:cNvSpPr>
              <a:spLocks noChangeShapeType="1"/>
            </p:cNvSpPr>
            <p:nvPr/>
          </p:nvSpPr>
          <p:spPr bwMode="auto">
            <a:xfrm>
              <a:off x="1488" y="1846"/>
              <a:ext cx="33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 Box 19">
              <a:extLst>
                <a:ext uri="{FF2B5EF4-FFF2-40B4-BE49-F238E27FC236}">
                  <a16:creationId xmlns:a16="http://schemas.microsoft.com/office/drawing/2014/main" id="{DA3FB794-0D06-4486-B953-5E8319618C85}"/>
                </a:ext>
              </a:extLst>
            </p:cNvPr>
            <p:cNvSpPr txBox="1">
              <a:spLocks noChangeArrowheads="1"/>
            </p:cNvSpPr>
            <p:nvPr/>
          </p:nvSpPr>
          <p:spPr bwMode="auto">
            <a:xfrm>
              <a:off x="1222" y="168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chemeClr val="tx1"/>
                  </a:solidFill>
                </a:rPr>
                <a:t>B</a:t>
              </a:r>
            </a:p>
          </p:txBody>
        </p:sp>
        <p:sp>
          <p:nvSpPr>
            <p:cNvPr id="15" name="Freeform 20">
              <a:extLst>
                <a:ext uri="{FF2B5EF4-FFF2-40B4-BE49-F238E27FC236}">
                  <a16:creationId xmlns:a16="http://schemas.microsoft.com/office/drawing/2014/main" id="{096F5778-90A4-469F-AE27-D2228A3290CC}"/>
                </a:ext>
              </a:extLst>
            </p:cNvPr>
            <p:cNvSpPr>
              <a:spLocks/>
            </p:cNvSpPr>
            <p:nvPr/>
          </p:nvSpPr>
          <p:spPr bwMode="auto">
            <a:xfrm>
              <a:off x="1917" y="2021"/>
              <a:ext cx="2923" cy="1"/>
            </a:xfrm>
            <a:custGeom>
              <a:avLst/>
              <a:gdLst>
                <a:gd name="T0" fmla="*/ 0 w 2923"/>
                <a:gd name="T1" fmla="*/ 0 h 1"/>
                <a:gd name="T2" fmla="*/ 2923 w 2923"/>
                <a:gd name="T3" fmla="*/ 0 h 1"/>
              </a:gdLst>
              <a:ahLst/>
              <a:cxnLst>
                <a:cxn ang="0">
                  <a:pos x="T0" y="T1"/>
                </a:cxn>
                <a:cxn ang="0">
                  <a:pos x="T2" y="T3"/>
                </a:cxn>
              </a:cxnLst>
              <a:rect l="0" t="0" r="r" b="b"/>
              <a:pathLst>
                <a:path w="2923" h="1">
                  <a:moveTo>
                    <a:pt x="0" y="0"/>
                  </a:moveTo>
                  <a:lnTo>
                    <a:pt x="2923" y="0"/>
                  </a:lnTo>
                </a:path>
              </a:pathLst>
            </a:custGeom>
            <a:noFill/>
            <a:ln w="254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Rectangle 21">
              <a:extLst>
                <a:ext uri="{FF2B5EF4-FFF2-40B4-BE49-F238E27FC236}">
                  <a16:creationId xmlns:a16="http://schemas.microsoft.com/office/drawing/2014/main" id="{6944D19F-11E8-4EBF-AC61-59B18E716D34}"/>
                </a:ext>
              </a:extLst>
            </p:cNvPr>
            <p:cNvSpPr>
              <a:spLocks noChangeArrowheads="1"/>
            </p:cNvSpPr>
            <p:nvPr/>
          </p:nvSpPr>
          <p:spPr bwMode="auto">
            <a:xfrm>
              <a:off x="1680" y="1894"/>
              <a:ext cx="192"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600" b="0">
                  <a:solidFill>
                    <a:schemeClr val="tx1"/>
                  </a:solidFill>
                </a:rPr>
                <a:t>1</a:t>
              </a:r>
            </a:p>
          </p:txBody>
        </p:sp>
        <p:sp>
          <p:nvSpPr>
            <p:cNvPr id="17" name="Oval 22">
              <a:extLst>
                <a:ext uri="{FF2B5EF4-FFF2-40B4-BE49-F238E27FC236}">
                  <a16:creationId xmlns:a16="http://schemas.microsoft.com/office/drawing/2014/main" id="{49C2AC98-3C5B-4A96-9CDE-1339300AB0E8}"/>
                </a:ext>
              </a:extLst>
            </p:cNvPr>
            <p:cNvSpPr>
              <a:spLocks noChangeArrowheads="1"/>
            </p:cNvSpPr>
            <p:nvPr/>
          </p:nvSpPr>
          <p:spPr bwMode="auto">
            <a:xfrm>
              <a:off x="1872" y="1990"/>
              <a:ext cx="48" cy="4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3">
              <a:extLst>
                <a:ext uri="{FF2B5EF4-FFF2-40B4-BE49-F238E27FC236}">
                  <a16:creationId xmlns:a16="http://schemas.microsoft.com/office/drawing/2014/main" id="{A97F1DD2-2292-4442-9128-712F197CAE96}"/>
                </a:ext>
              </a:extLst>
            </p:cNvPr>
            <p:cNvSpPr>
              <a:spLocks noChangeShapeType="1"/>
            </p:cNvSpPr>
            <p:nvPr/>
          </p:nvSpPr>
          <p:spPr bwMode="auto">
            <a:xfrm flipH="1">
              <a:off x="1584" y="2038"/>
              <a:ext cx="9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4">
              <a:extLst>
                <a:ext uri="{FF2B5EF4-FFF2-40B4-BE49-F238E27FC236}">
                  <a16:creationId xmlns:a16="http://schemas.microsoft.com/office/drawing/2014/main" id="{0EACF4B4-5F9E-4BFF-BE15-7163DE66E1EB}"/>
                </a:ext>
              </a:extLst>
            </p:cNvPr>
            <p:cNvSpPr>
              <a:spLocks noChangeShapeType="1"/>
            </p:cNvSpPr>
            <p:nvPr/>
          </p:nvSpPr>
          <p:spPr bwMode="auto">
            <a:xfrm flipV="1">
              <a:off x="1584" y="1846"/>
              <a:ext cx="0" cy="192"/>
            </a:xfrm>
            <a:prstGeom prst="line">
              <a:avLst/>
            </a:prstGeom>
            <a:noFill/>
            <a:ln w="254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 name="Group 25">
            <a:extLst>
              <a:ext uri="{FF2B5EF4-FFF2-40B4-BE49-F238E27FC236}">
                <a16:creationId xmlns:a16="http://schemas.microsoft.com/office/drawing/2014/main" id="{903C97A7-34A6-4B5E-8E11-BBCB61495DEF}"/>
              </a:ext>
            </a:extLst>
          </p:cNvPr>
          <p:cNvGrpSpPr>
            <a:grpSpLocks/>
          </p:cNvGrpSpPr>
          <p:nvPr/>
        </p:nvGrpSpPr>
        <p:grpSpPr bwMode="auto">
          <a:xfrm>
            <a:off x="2065338" y="5832475"/>
            <a:ext cx="5764212" cy="720725"/>
            <a:chOff x="1217" y="1680"/>
            <a:chExt cx="3631" cy="454"/>
          </a:xfrm>
        </p:grpSpPr>
        <p:sp>
          <p:nvSpPr>
            <p:cNvPr id="21" name="Line 26">
              <a:extLst>
                <a:ext uri="{FF2B5EF4-FFF2-40B4-BE49-F238E27FC236}">
                  <a16:creationId xmlns:a16="http://schemas.microsoft.com/office/drawing/2014/main" id="{95297347-C98B-4392-BA43-DA997E9A06BC}"/>
                </a:ext>
              </a:extLst>
            </p:cNvPr>
            <p:cNvSpPr>
              <a:spLocks noChangeShapeType="1"/>
            </p:cNvSpPr>
            <p:nvPr/>
          </p:nvSpPr>
          <p:spPr bwMode="auto">
            <a:xfrm>
              <a:off x="1488" y="1846"/>
              <a:ext cx="33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7">
              <a:extLst>
                <a:ext uri="{FF2B5EF4-FFF2-40B4-BE49-F238E27FC236}">
                  <a16:creationId xmlns:a16="http://schemas.microsoft.com/office/drawing/2014/main" id="{7F6C2BFC-9922-4608-A41F-E269A04F17B0}"/>
                </a:ext>
              </a:extLst>
            </p:cNvPr>
            <p:cNvSpPr txBox="1">
              <a:spLocks noChangeArrowheads="1"/>
            </p:cNvSpPr>
            <p:nvPr/>
          </p:nvSpPr>
          <p:spPr bwMode="auto">
            <a:xfrm>
              <a:off x="1217" y="168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400">
                  <a:solidFill>
                    <a:schemeClr val="tx1"/>
                  </a:solidFill>
                </a:rPr>
                <a:t>C</a:t>
              </a:r>
            </a:p>
          </p:txBody>
        </p:sp>
        <p:sp>
          <p:nvSpPr>
            <p:cNvPr id="23" name="Freeform 28">
              <a:extLst>
                <a:ext uri="{FF2B5EF4-FFF2-40B4-BE49-F238E27FC236}">
                  <a16:creationId xmlns:a16="http://schemas.microsoft.com/office/drawing/2014/main" id="{39E68AC6-F0F7-4B61-8B06-7DE5C66A690C}"/>
                </a:ext>
              </a:extLst>
            </p:cNvPr>
            <p:cNvSpPr>
              <a:spLocks/>
            </p:cNvSpPr>
            <p:nvPr/>
          </p:nvSpPr>
          <p:spPr bwMode="auto">
            <a:xfrm>
              <a:off x="1917" y="2021"/>
              <a:ext cx="2923" cy="1"/>
            </a:xfrm>
            <a:custGeom>
              <a:avLst/>
              <a:gdLst>
                <a:gd name="T0" fmla="*/ 0 w 2923"/>
                <a:gd name="T1" fmla="*/ 0 h 1"/>
                <a:gd name="T2" fmla="*/ 2923 w 2923"/>
                <a:gd name="T3" fmla="*/ 0 h 1"/>
              </a:gdLst>
              <a:ahLst/>
              <a:cxnLst>
                <a:cxn ang="0">
                  <a:pos x="T0" y="T1"/>
                </a:cxn>
                <a:cxn ang="0">
                  <a:pos x="T2" y="T3"/>
                </a:cxn>
              </a:cxnLst>
              <a:rect l="0" t="0" r="r" b="b"/>
              <a:pathLst>
                <a:path w="2923" h="1">
                  <a:moveTo>
                    <a:pt x="0" y="0"/>
                  </a:moveTo>
                  <a:lnTo>
                    <a:pt x="2923" y="0"/>
                  </a:lnTo>
                </a:path>
              </a:pathLst>
            </a:custGeom>
            <a:noFill/>
            <a:ln w="254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Rectangle 29">
              <a:extLst>
                <a:ext uri="{FF2B5EF4-FFF2-40B4-BE49-F238E27FC236}">
                  <a16:creationId xmlns:a16="http://schemas.microsoft.com/office/drawing/2014/main" id="{0D422716-B4BC-4F19-96E7-98F29A83DA5E}"/>
                </a:ext>
              </a:extLst>
            </p:cNvPr>
            <p:cNvSpPr>
              <a:spLocks noChangeArrowheads="1"/>
            </p:cNvSpPr>
            <p:nvPr/>
          </p:nvSpPr>
          <p:spPr bwMode="auto">
            <a:xfrm>
              <a:off x="1680" y="1894"/>
              <a:ext cx="192"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600" b="0">
                  <a:solidFill>
                    <a:schemeClr val="tx1"/>
                  </a:solidFill>
                </a:rPr>
                <a:t>1</a:t>
              </a:r>
            </a:p>
          </p:txBody>
        </p:sp>
        <p:sp>
          <p:nvSpPr>
            <p:cNvPr id="25" name="Oval 30">
              <a:extLst>
                <a:ext uri="{FF2B5EF4-FFF2-40B4-BE49-F238E27FC236}">
                  <a16:creationId xmlns:a16="http://schemas.microsoft.com/office/drawing/2014/main" id="{ADBD4D49-A385-4B43-81E1-B44A9F11101C}"/>
                </a:ext>
              </a:extLst>
            </p:cNvPr>
            <p:cNvSpPr>
              <a:spLocks noChangeArrowheads="1"/>
            </p:cNvSpPr>
            <p:nvPr/>
          </p:nvSpPr>
          <p:spPr bwMode="auto">
            <a:xfrm>
              <a:off x="1872" y="1990"/>
              <a:ext cx="48" cy="4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31">
              <a:extLst>
                <a:ext uri="{FF2B5EF4-FFF2-40B4-BE49-F238E27FC236}">
                  <a16:creationId xmlns:a16="http://schemas.microsoft.com/office/drawing/2014/main" id="{12CB47DD-F72F-4F41-833E-3AD1A398FFA4}"/>
                </a:ext>
              </a:extLst>
            </p:cNvPr>
            <p:cNvSpPr>
              <a:spLocks noChangeShapeType="1"/>
            </p:cNvSpPr>
            <p:nvPr/>
          </p:nvSpPr>
          <p:spPr bwMode="auto">
            <a:xfrm flipH="1">
              <a:off x="1584" y="2038"/>
              <a:ext cx="9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2">
              <a:extLst>
                <a:ext uri="{FF2B5EF4-FFF2-40B4-BE49-F238E27FC236}">
                  <a16:creationId xmlns:a16="http://schemas.microsoft.com/office/drawing/2014/main" id="{945E3F0D-6DAF-4651-9072-948ABAC423E2}"/>
                </a:ext>
              </a:extLst>
            </p:cNvPr>
            <p:cNvSpPr>
              <a:spLocks noChangeShapeType="1"/>
            </p:cNvSpPr>
            <p:nvPr/>
          </p:nvSpPr>
          <p:spPr bwMode="auto">
            <a:xfrm flipV="1">
              <a:off x="1584" y="1846"/>
              <a:ext cx="0" cy="192"/>
            </a:xfrm>
            <a:prstGeom prst="line">
              <a:avLst/>
            </a:prstGeom>
            <a:noFill/>
            <a:ln w="254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33">
            <a:extLst>
              <a:ext uri="{FF2B5EF4-FFF2-40B4-BE49-F238E27FC236}">
                <a16:creationId xmlns:a16="http://schemas.microsoft.com/office/drawing/2014/main" id="{7B1AC2DF-EC2D-41A0-8FA8-8C5E05E7DAC5}"/>
              </a:ext>
            </a:extLst>
          </p:cNvPr>
          <p:cNvGrpSpPr>
            <a:grpSpLocks/>
          </p:cNvGrpSpPr>
          <p:nvPr/>
        </p:nvGrpSpPr>
        <p:grpSpPr bwMode="auto">
          <a:xfrm>
            <a:off x="3486150" y="2895600"/>
            <a:ext cx="1066800" cy="3200400"/>
            <a:chOff x="2208" y="1344"/>
            <a:chExt cx="672" cy="2016"/>
          </a:xfrm>
        </p:grpSpPr>
        <p:sp>
          <p:nvSpPr>
            <p:cNvPr id="29" name="Line 34">
              <a:extLst>
                <a:ext uri="{FF2B5EF4-FFF2-40B4-BE49-F238E27FC236}">
                  <a16:creationId xmlns:a16="http://schemas.microsoft.com/office/drawing/2014/main" id="{8FEBF5D6-F218-429C-96FE-1F3A12871B5E}"/>
                </a:ext>
              </a:extLst>
            </p:cNvPr>
            <p:cNvSpPr>
              <a:spLocks noChangeShapeType="1"/>
            </p:cNvSpPr>
            <p:nvPr/>
          </p:nvSpPr>
          <p:spPr bwMode="auto">
            <a:xfrm flipV="1">
              <a:off x="2208" y="1920"/>
              <a:ext cx="0" cy="672"/>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5">
              <a:extLst>
                <a:ext uri="{FF2B5EF4-FFF2-40B4-BE49-F238E27FC236}">
                  <a16:creationId xmlns:a16="http://schemas.microsoft.com/office/drawing/2014/main" id="{B022B5E3-E3C6-41AB-912E-1D5651FA4DB9}"/>
                </a:ext>
              </a:extLst>
            </p:cNvPr>
            <p:cNvSpPr>
              <a:spLocks noChangeShapeType="1"/>
            </p:cNvSpPr>
            <p:nvPr/>
          </p:nvSpPr>
          <p:spPr bwMode="auto">
            <a:xfrm flipV="1">
              <a:off x="2496" y="2304"/>
              <a:ext cx="0" cy="864"/>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6">
              <a:extLst>
                <a:ext uri="{FF2B5EF4-FFF2-40B4-BE49-F238E27FC236}">
                  <a16:creationId xmlns:a16="http://schemas.microsoft.com/office/drawing/2014/main" id="{872F5160-1646-478D-B215-5DD91454A4D9}"/>
                </a:ext>
              </a:extLst>
            </p:cNvPr>
            <p:cNvSpPr>
              <a:spLocks noChangeShapeType="1"/>
            </p:cNvSpPr>
            <p:nvPr/>
          </p:nvSpPr>
          <p:spPr bwMode="auto">
            <a:xfrm flipV="1">
              <a:off x="2736" y="2304"/>
              <a:ext cx="0" cy="1056"/>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Rectangle 37">
              <a:extLst>
                <a:ext uri="{FF2B5EF4-FFF2-40B4-BE49-F238E27FC236}">
                  <a16:creationId xmlns:a16="http://schemas.microsoft.com/office/drawing/2014/main" id="{038ABC4D-2DAD-4B99-9346-02BEAFE5E63E}"/>
                </a:ext>
              </a:extLst>
            </p:cNvPr>
            <p:cNvSpPr>
              <a:spLocks noChangeArrowheads="1"/>
            </p:cNvSpPr>
            <p:nvPr/>
          </p:nvSpPr>
          <p:spPr bwMode="auto">
            <a:xfrm>
              <a:off x="2352" y="2064"/>
              <a:ext cx="528"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800">
                  <a:solidFill>
                    <a:schemeClr val="tx1"/>
                  </a:solidFill>
                </a:rPr>
                <a:t>&amp;</a:t>
              </a:r>
            </a:p>
          </p:txBody>
        </p:sp>
        <p:sp>
          <p:nvSpPr>
            <p:cNvPr id="33" name="Oval 38">
              <a:extLst>
                <a:ext uri="{FF2B5EF4-FFF2-40B4-BE49-F238E27FC236}">
                  <a16:creationId xmlns:a16="http://schemas.microsoft.com/office/drawing/2014/main" id="{64C6C1E2-CAC9-4BB7-9F8E-B29B38C2E5B8}"/>
                </a:ext>
              </a:extLst>
            </p:cNvPr>
            <p:cNvSpPr>
              <a:spLocks noChangeArrowheads="1"/>
            </p:cNvSpPr>
            <p:nvPr/>
          </p:nvSpPr>
          <p:spPr bwMode="auto">
            <a:xfrm>
              <a:off x="2592" y="1968"/>
              <a:ext cx="96" cy="9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9">
              <a:extLst>
                <a:ext uri="{FF2B5EF4-FFF2-40B4-BE49-F238E27FC236}">
                  <a16:creationId xmlns:a16="http://schemas.microsoft.com/office/drawing/2014/main" id="{898A6AD0-3026-46DD-A6D5-A9735729CEDA}"/>
                </a:ext>
              </a:extLst>
            </p:cNvPr>
            <p:cNvSpPr>
              <a:spLocks noChangeShapeType="1"/>
            </p:cNvSpPr>
            <p:nvPr/>
          </p:nvSpPr>
          <p:spPr bwMode="auto">
            <a:xfrm flipV="1">
              <a:off x="2640" y="1824"/>
              <a:ext cx="0"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Rectangle 40">
              <a:extLst>
                <a:ext uri="{FF2B5EF4-FFF2-40B4-BE49-F238E27FC236}">
                  <a16:creationId xmlns:a16="http://schemas.microsoft.com/office/drawing/2014/main" id="{F8FD248C-281F-4AA8-8431-11E14C04CBEA}"/>
                </a:ext>
              </a:extLst>
            </p:cNvPr>
            <p:cNvSpPr>
              <a:spLocks noChangeArrowheads="1"/>
            </p:cNvSpPr>
            <p:nvPr/>
          </p:nvSpPr>
          <p:spPr bwMode="auto">
            <a:xfrm>
              <a:off x="2304" y="1584"/>
              <a:ext cx="528"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800">
                  <a:solidFill>
                    <a:schemeClr val="tx1"/>
                  </a:solidFill>
                  <a:ea typeface="Arial Unicode MS" panose="020B0604020202020204" pitchFamily="34" charset="-122"/>
                  <a:cs typeface="Arial Unicode MS" panose="020B0604020202020204" pitchFamily="34" charset="-122"/>
                </a:rPr>
                <a:t>≥1</a:t>
              </a:r>
              <a:endParaRPr lang="en-US" altLang="zh-CN" sz="1800">
                <a:solidFill>
                  <a:schemeClr val="tx1"/>
                </a:solidFill>
              </a:endParaRPr>
            </a:p>
          </p:txBody>
        </p:sp>
        <p:sp>
          <p:nvSpPr>
            <p:cNvPr id="36" name="Oval 41">
              <a:extLst>
                <a:ext uri="{FF2B5EF4-FFF2-40B4-BE49-F238E27FC236}">
                  <a16:creationId xmlns:a16="http://schemas.microsoft.com/office/drawing/2014/main" id="{E6F61BEC-6A04-4DC9-8F1E-298167F2A31D}"/>
                </a:ext>
              </a:extLst>
            </p:cNvPr>
            <p:cNvSpPr>
              <a:spLocks noChangeArrowheads="1"/>
            </p:cNvSpPr>
            <p:nvPr/>
          </p:nvSpPr>
          <p:spPr bwMode="auto">
            <a:xfrm>
              <a:off x="2544" y="1488"/>
              <a:ext cx="96" cy="9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42">
              <a:extLst>
                <a:ext uri="{FF2B5EF4-FFF2-40B4-BE49-F238E27FC236}">
                  <a16:creationId xmlns:a16="http://schemas.microsoft.com/office/drawing/2014/main" id="{7C5A7524-900B-4852-8D88-51A47D3E1600}"/>
                </a:ext>
              </a:extLst>
            </p:cNvPr>
            <p:cNvSpPr>
              <a:spLocks noChangeShapeType="1"/>
            </p:cNvSpPr>
            <p:nvPr/>
          </p:nvSpPr>
          <p:spPr bwMode="auto">
            <a:xfrm flipV="1">
              <a:off x="2592" y="1344"/>
              <a:ext cx="0"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43">
              <a:extLst>
                <a:ext uri="{FF2B5EF4-FFF2-40B4-BE49-F238E27FC236}">
                  <a16:creationId xmlns:a16="http://schemas.microsoft.com/office/drawing/2014/main" id="{2FA1E9F4-55D2-4052-8FDC-555F0C22E2AA}"/>
                </a:ext>
              </a:extLst>
            </p:cNvPr>
            <p:cNvSpPr>
              <a:spLocks noChangeShapeType="1"/>
            </p:cNvSpPr>
            <p:nvPr/>
          </p:nvSpPr>
          <p:spPr bwMode="auto">
            <a:xfrm>
              <a:off x="2208" y="1920"/>
              <a:ext cx="2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44">
              <a:extLst>
                <a:ext uri="{FF2B5EF4-FFF2-40B4-BE49-F238E27FC236}">
                  <a16:creationId xmlns:a16="http://schemas.microsoft.com/office/drawing/2014/main" id="{251D14F3-0A37-44FF-BB13-E9E5C8586544}"/>
                </a:ext>
              </a:extLst>
            </p:cNvPr>
            <p:cNvSpPr>
              <a:spLocks noChangeShapeType="1"/>
            </p:cNvSpPr>
            <p:nvPr/>
          </p:nvSpPr>
          <p:spPr bwMode="auto">
            <a:xfrm flipV="1">
              <a:off x="2496" y="1824"/>
              <a:ext cx="0"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 name="Group 45">
            <a:extLst>
              <a:ext uri="{FF2B5EF4-FFF2-40B4-BE49-F238E27FC236}">
                <a16:creationId xmlns:a16="http://schemas.microsoft.com/office/drawing/2014/main" id="{2F40A606-EAD0-4F36-A021-4F569D1606B5}"/>
              </a:ext>
            </a:extLst>
          </p:cNvPr>
          <p:cNvGrpSpPr>
            <a:grpSpLocks/>
          </p:cNvGrpSpPr>
          <p:nvPr/>
        </p:nvGrpSpPr>
        <p:grpSpPr bwMode="auto">
          <a:xfrm>
            <a:off x="4781550" y="2895600"/>
            <a:ext cx="838200" cy="3429000"/>
            <a:chOff x="3024" y="1344"/>
            <a:chExt cx="528" cy="2160"/>
          </a:xfrm>
        </p:grpSpPr>
        <p:sp>
          <p:nvSpPr>
            <p:cNvPr id="41" name="Line 46">
              <a:extLst>
                <a:ext uri="{FF2B5EF4-FFF2-40B4-BE49-F238E27FC236}">
                  <a16:creationId xmlns:a16="http://schemas.microsoft.com/office/drawing/2014/main" id="{9B56F762-0516-4BBD-92A5-CA3532DE1067}"/>
                </a:ext>
              </a:extLst>
            </p:cNvPr>
            <p:cNvSpPr>
              <a:spLocks noChangeShapeType="1"/>
            </p:cNvSpPr>
            <p:nvPr/>
          </p:nvSpPr>
          <p:spPr bwMode="auto">
            <a:xfrm flipV="1">
              <a:off x="3168" y="1824"/>
              <a:ext cx="0" cy="960"/>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47">
              <a:extLst>
                <a:ext uri="{FF2B5EF4-FFF2-40B4-BE49-F238E27FC236}">
                  <a16:creationId xmlns:a16="http://schemas.microsoft.com/office/drawing/2014/main" id="{830C67D4-5BCE-4362-A426-2150B39A77F5}"/>
                </a:ext>
              </a:extLst>
            </p:cNvPr>
            <p:cNvSpPr>
              <a:spLocks noChangeShapeType="1"/>
            </p:cNvSpPr>
            <p:nvPr/>
          </p:nvSpPr>
          <p:spPr bwMode="auto">
            <a:xfrm flipV="1">
              <a:off x="3456" y="1824"/>
              <a:ext cx="0" cy="1680"/>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Rectangle 48">
              <a:extLst>
                <a:ext uri="{FF2B5EF4-FFF2-40B4-BE49-F238E27FC236}">
                  <a16:creationId xmlns:a16="http://schemas.microsoft.com/office/drawing/2014/main" id="{303902DE-E100-422E-B5B7-1C8DD4E07707}"/>
                </a:ext>
              </a:extLst>
            </p:cNvPr>
            <p:cNvSpPr>
              <a:spLocks noChangeArrowheads="1"/>
            </p:cNvSpPr>
            <p:nvPr/>
          </p:nvSpPr>
          <p:spPr bwMode="auto">
            <a:xfrm>
              <a:off x="3024" y="1584"/>
              <a:ext cx="528"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800">
                  <a:solidFill>
                    <a:schemeClr val="tx1"/>
                  </a:solidFill>
                </a:rPr>
                <a:t>&amp;</a:t>
              </a:r>
            </a:p>
          </p:txBody>
        </p:sp>
        <p:sp>
          <p:nvSpPr>
            <p:cNvPr id="44" name="Oval 49">
              <a:extLst>
                <a:ext uri="{FF2B5EF4-FFF2-40B4-BE49-F238E27FC236}">
                  <a16:creationId xmlns:a16="http://schemas.microsoft.com/office/drawing/2014/main" id="{E5068D7D-4BDA-456B-9D73-C805C801533F}"/>
                </a:ext>
              </a:extLst>
            </p:cNvPr>
            <p:cNvSpPr>
              <a:spLocks noChangeArrowheads="1"/>
            </p:cNvSpPr>
            <p:nvPr/>
          </p:nvSpPr>
          <p:spPr bwMode="auto">
            <a:xfrm>
              <a:off x="3264" y="1488"/>
              <a:ext cx="96" cy="9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50">
              <a:extLst>
                <a:ext uri="{FF2B5EF4-FFF2-40B4-BE49-F238E27FC236}">
                  <a16:creationId xmlns:a16="http://schemas.microsoft.com/office/drawing/2014/main" id="{0C7943E3-1C7D-4BEF-9E84-BF0770B6C805}"/>
                </a:ext>
              </a:extLst>
            </p:cNvPr>
            <p:cNvSpPr>
              <a:spLocks noChangeShapeType="1"/>
            </p:cNvSpPr>
            <p:nvPr/>
          </p:nvSpPr>
          <p:spPr bwMode="auto">
            <a:xfrm flipV="1">
              <a:off x="3312" y="1344"/>
              <a:ext cx="0"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51">
              <a:extLst>
                <a:ext uri="{FF2B5EF4-FFF2-40B4-BE49-F238E27FC236}">
                  <a16:creationId xmlns:a16="http://schemas.microsoft.com/office/drawing/2014/main" id="{3E23EB59-14DF-4E8C-8B91-BC26D45D087D}"/>
                </a:ext>
              </a:extLst>
            </p:cNvPr>
            <p:cNvSpPr>
              <a:spLocks noChangeShapeType="1"/>
            </p:cNvSpPr>
            <p:nvPr/>
          </p:nvSpPr>
          <p:spPr bwMode="auto">
            <a:xfrm flipV="1">
              <a:off x="3312" y="1824"/>
              <a:ext cx="0" cy="1152"/>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 name="Line 52">
            <a:extLst>
              <a:ext uri="{FF2B5EF4-FFF2-40B4-BE49-F238E27FC236}">
                <a16:creationId xmlns:a16="http://schemas.microsoft.com/office/drawing/2014/main" id="{5EFC9486-5A0F-4E47-A674-90F200E06CA8}"/>
              </a:ext>
            </a:extLst>
          </p:cNvPr>
          <p:cNvSpPr>
            <a:spLocks noChangeShapeType="1"/>
          </p:cNvSpPr>
          <p:nvPr/>
        </p:nvSpPr>
        <p:spPr bwMode="auto">
          <a:xfrm flipV="1">
            <a:off x="6000750" y="2895600"/>
            <a:ext cx="0" cy="3200400"/>
          </a:xfrm>
          <a:prstGeom prst="line">
            <a:avLst/>
          </a:prstGeom>
          <a:noFill/>
          <a:ln w="254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 name="Group 53">
            <a:extLst>
              <a:ext uri="{FF2B5EF4-FFF2-40B4-BE49-F238E27FC236}">
                <a16:creationId xmlns:a16="http://schemas.microsoft.com/office/drawing/2014/main" id="{7DC34A25-39F8-4D81-BF2A-3B1E11737616}"/>
              </a:ext>
            </a:extLst>
          </p:cNvPr>
          <p:cNvGrpSpPr>
            <a:grpSpLocks/>
          </p:cNvGrpSpPr>
          <p:nvPr/>
        </p:nvGrpSpPr>
        <p:grpSpPr bwMode="auto">
          <a:xfrm>
            <a:off x="4095750" y="2057400"/>
            <a:ext cx="1905000" cy="990600"/>
            <a:chOff x="2592" y="816"/>
            <a:chExt cx="1200" cy="624"/>
          </a:xfrm>
        </p:grpSpPr>
        <p:sp>
          <p:nvSpPr>
            <p:cNvPr id="49" name="Line 54">
              <a:extLst>
                <a:ext uri="{FF2B5EF4-FFF2-40B4-BE49-F238E27FC236}">
                  <a16:creationId xmlns:a16="http://schemas.microsoft.com/office/drawing/2014/main" id="{36F60B22-4E3A-4DCE-8503-CF54A6EB5D18}"/>
                </a:ext>
              </a:extLst>
            </p:cNvPr>
            <p:cNvSpPr>
              <a:spLocks noChangeShapeType="1"/>
            </p:cNvSpPr>
            <p:nvPr/>
          </p:nvSpPr>
          <p:spPr bwMode="auto">
            <a:xfrm flipV="1">
              <a:off x="3312" y="1296"/>
              <a:ext cx="0"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Rectangle 55">
              <a:extLst>
                <a:ext uri="{FF2B5EF4-FFF2-40B4-BE49-F238E27FC236}">
                  <a16:creationId xmlns:a16="http://schemas.microsoft.com/office/drawing/2014/main" id="{75153860-E813-48E6-80F3-3E5168636073}"/>
                </a:ext>
              </a:extLst>
            </p:cNvPr>
            <p:cNvSpPr>
              <a:spLocks noChangeArrowheads="1"/>
            </p:cNvSpPr>
            <p:nvPr/>
          </p:nvSpPr>
          <p:spPr bwMode="auto">
            <a:xfrm>
              <a:off x="2976" y="1056"/>
              <a:ext cx="528" cy="24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r>
                <a:rPr lang="en-US" altLang="zh-CN" sz="1800">
                  <a:solidFill>
                    <a:schemeClr val="tx1"/>
                  </a:solidFill>
                  <a:ea typeface="Arial Unicode MS" panose="020B0604020202020204" pitchFamily="34" charset="-122"/>
                  <a:cs typeface="Arial Unicode MS" panose="020B0604020202020204" pitchFamily="34" charset="-122"/>
                </a:rPr>
                <a:t>≥1</a:t>
              </a:r>
              <a:endParaRPr lang="en-US" altLang="zh-CN" sz="1800">
                <a:solidFill>
                  <a:schemeClr val="tx1"/>
                </a:solidFill>
              </a:endParaRPr>
            </a:p>
          </p:txBody>
        </p:sp>
        <p:sp>
          <p:nvSpPr>
            <p:cNvPr id="51" name="Oval 56">
              <a:extLst>
                <a:ext uri="{FF2B5EF4-FFF2-40B4-BE49-F238E27FC236}">
                  <a16:creationId xmlns:a16="http://schemas.microsoft.com/office/drawing/2014/main" id="{529DD5AC-34B2-4197-AC7C-366BFCF93564}"/>
                </a:ext>
              </a:extLst>
            </p:cNvPr>
            <p:cNvSpPr>
              <a:spLocks noChangeArrowheads="1"/>
            </p:cNvSpPr>
            <p:nvPr/>
          </p:nvSpPr>
          <p:spPr bwMode="auto">
            <a:xfrm>
              <a:off x="3216" y="960"/>
              <a:ext cx="96" cy="9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7">
              <a:extLst>
                <a:ext uri="{FF2B5EF4-FFF2-40B4-BE49-F238E27FC236}">
                  <a16:creationId xmlns:a16="http://schemas.microsoft.com/office/drawing/2014/main" id="{337ACF02-2935-4312-BB99-E11D769601E7}"/>
                </a:ext>
              </a:extLst>
            </p:cNvPr>
            <p:cNvSpPr>
              <a:spLocks noChangeShapeType="1"/>
            </p:cNvSpPr>
            <p:nvPr/>
          </p:nvSpPr>
          <p:spPr bwMode="auto">
            <a:xfrm flipV="1">
              <a:off x="3264" y="816"/>
              <a:ext cx="0"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58">
              <a:extLst>
                <a:ext uri="{FF2B5EF4-FFF2-40B4-BE49-F238E27FC236}">
                  <a16:creationId xmlns:a16="http://schemas.microsoft.com/office/drawing/2014/main" id="{0D41A0E4-439C-4FE7-8FA6-426B5C6C4A6E}"/>
                </a:ext>
              </a:extLst>
            </p:cNvPr>
            <p:cNvSpPr>
              <a:spLocks noChangeShapeType="1"/>
            </p:cNvSpPr>
            <p:nvPr/>
          </p:nvSpPr>
          <p:spPr bwMode="auto">
            <a:xfrm flipV="1">
              <a:off x="3168" y="1296"/>
              <a:ext cx="0" cy="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59">
              <a:extLst>
                <a:ext uri="{FF2B5EF4-FFF2-40B4-BE49-F238E27FC236}">
                  <a16:creationId xmlns:a16="http://schemas.microsoft.com/office/drawing/2014/main" id="{48FEC678-7BEE-4634-BAD0-E9B72E4609D5}"/>
                </a:ext>
              </a:extLst>
            </p:cNvPr>
            <p:cNvSpPr>
              <a:spLocks noChangeShapeType="1"/>
            </p:cNvSpPr>
            <p:nvPr/>
          </p:nvSpPr>
          <p:spPr bwMode="auto">
            <a:xfrm>
              <a:off x="2592" y="1344"/>
              <a:ext cx="57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60">
              <a:extLst>
                <a:ext uri="{FF2B5EF4-FFF2-40B4-BE49-F238E27FC236}">
                  <a16:creationId xmlns:a16="http://schemas.microsoft.com/office/drawing/2014/main" id="{B5496F71-58C3-4054-9391-367EEF62D409}"/>
                </a:ext>
              </a:extLst>
            </p:cNvPr>
            <p:cNvSpPr>
              <a:spLocks noChangeShapeType="1"/>
            </p:cNvSpPr>
            <p:nvPr/>
          </p:nvSpPr>
          <p:spPr bwMode="auto">
            <a:xfrm flipV="1">
              <a:off x="3408" y="1296"/>
              <a:ext cx="0" cy="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61">
              <a:extLst>
                <a:ext uri="{FF2B5EF4-FFF2-40B4-BE49-F238E27FC236}">
                  <a16:creationId xmlns:a16="http://schemas.microsoft.com/office/drawing/2014/main" id="{9B84C2F6-240A-4313-BBA3-843464E9DC42}"/>
                </a:ext>
              </a:extLst>
            </p:cNvPr>
            <p:cNvSpPr>
              <a:spLocks noChangeShapeType="1"/>
            </p:cNvSpPr>
            <p:nvPr/>
          </p:nvSpPr>
          <p:spPr bwMode="auto">
            <a:xfrm>
              <a:off x="3408" y="1344"/>
              <a:ext cx="38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 name="Group 65">
            <a:extLst>
              <a:ext uri="{FF2B5EF4-FFF2-40B4-BE49-F238E27FC236}">
                <a16:creationId xmlns:a16="http://schemas.microsoft.com/office/drawing/2014/main" id="{BA700CF3-3E9B-457C-879B-EECA60403610}"/>
              </a:ext>
            </a:extLst>
          </p:cNvPr>
          <p:cNvGrpSpPr>
            <a:grpSpLocks/>
          </p:cNvGrpSpPr>
          <p:nvPr/>
        </p:nvGrpSpPr>
        <p:grpSpPr bwMode="auto">
          <a:xfrm>
            <a:off x="836613" y="1093788"/>
            <a:ext cx="7812087" cy="1139825"/>
            <a:chOff x="527" y="665"/>
            <a:chExt cx="4921" cy="718"/>
          </a:xfrm>
        </p:grpSpPr>
        <p:sp>
          <p:nvSpPr>
            <p:cNvPr id="58" name="Rectangle 63">
              <a:extLst>
                <a:ext uri="{FF2B5EF4-FFF2-40B4-BE49-F238E27FC236}">
                  <a16:creationId xmlns:a16="http://schemas.microsoft.com/office/drawing/2014/main" id="{8CD9EDB8-5F4E-4396-AB11-76B7F1A9A698}"/>
                </a:ext>
              </a:extLst>
            </p:cNvPr>
            <p:cNvSpPr>
              <a:spLocks noChangeArrowheads="1"/>
            </p:cNvSpPr>
            <p:nvPr/>
          </p:nvSpPr>
          <p:spPr bwMode="auto">
            <a:xfrm>
              <a:off x="527" y="711"/>
              <a:ext cx="4921"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a:solidFill>
                    <a:schemeClr val="tx1"/>
                  </a:solidFill>
                </a:rPr>
                <a:t>已知逻辑函数为                                           画出对应的逻辑图。</a:t>
              </a:r>
            </a:p>
          </p:txBody>
        </p:sp>
        <p:graphicFrame>
          <p:nvGraphicFramePr>
            <p:cNvPr id="59" name="Object 64">
              <a:extLst>
                <a:ext uri="{FF2B5EF4-FFF2-40B4-BE49-F238E27FC236}">
                  <a16:creationId xmlns:a16="http://schemas.microsoft.com/office/drawing/2014/main" id="{3B14081E-EA6C-42E0-9150-28410E4B6CDA}"/>
                </a:ext>
              </a:extLst>
            </p:cNvPr>
            <p:cNvGraphicFramePr>
              <a:graphicFrameLocks noChangeAspect="1"/>
            </p:cNvGraphicFramePr>
            <p:nvPr/>
          </p:nvGraphicFramePr>
          <p:xfrm>
            <a:off x="2464" y="665"/>
            <a:ext cx="2486" cy="367"/>
          </p:xfrm>
          <a:graphic>
            <a:graphicData uri="http://schemas.openxmlformats.org/presentationml/2006/ole">
              <mc:AlternateContent xmlns:mc="http://schemas.openxmlformats.org/markup-compatibility/2006">
                <mc:Choice xmlns:v="urn:schemas-microsoft-com:vml" Requires="v">
                  <p:oleObj spid="_x0000_s9229" name="Equation" r:id="rId3" imgW="2920680" imgH="431640" progId="Equation.3">
                    <p:embed/>
                  </p:oleObj>
                </mc:Choice>
                <mc:Fallback>
                  <p:oleObj name="Equation" r:id="rId3" imgW="2920680" imgH="431640" progId="Equation.3">
                    <p:embed/>
                    <p:pic>
                      <p:nvPicPr>
                        <p:cNvPr id="277568" name="Object 64">
                          <a:extLst>
                            <a:ext uri="{FF2B5EF4-FFF2-40B4-BE49-F238E27FC236}">
                              <a16:creationId xmlns:a16="http://schemas.microsoft.com/office/drawing/2014/main" id="{47C814AE-3D25-424E-BC2F-267F0D29BB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4" y="665"/>
                          <a:ext cx="2486"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935410169"/>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linds(horizontal)">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down)">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down)">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down)">
                                      <p:cBhvr>
                                        <p:cTn id="37" dur="5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down)">
                                      <p:cBhvr>
                                        <p:cTn id="4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ABBA4-7BF3-4AF0-9BD2-78889F5072D4}"/>
              </a:ext>
            </a:extLst>
          </p:cNvPr>
          <p:cNvSpPr>
            <a:spLocks noGrp="1"/>
          </p:cNvSpPr>
          <p:nvPr>
            <p:ph type="ctrTitle"/>
          </p:nvPr>
        </p:nvSpPr>
        <p:spPr/>
        <p:txBody>
          <a:bodyPr/>
          <a:lstStyle/>
          <a:p>
            <a:pPr algn="ctr"/>
            <a:r>
              <a:rPr lang="en-US" altLang="zh-CN" dirty="0"/>
              <a:t>THE END</a:t>
            </a:r>
            <a:endParaRPr lang="zh-CN" altLang="en-US" dirty="0"/>
          </a:p>
        </p:txBody>
      </p:sp>
      <p:sp>
        <p:nvSpPr>
          <p:cNvPr id="3" name="副标题 2">
            <a:extLst>
              <a:ext uri="{FF2B5EF4-FFF2-40B4-BE49-F238E27FC236}">
                <a16:creationId xmlns:a16="http://schemas.microsoft.com/office/drawing/2014/main" id="{D6461FBC-A80B-4545-92FD-A950F4518C28}"/>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157367342"/>
      </p:ext>
    </p:extLst>
  </p:cSld>
  <p:clrMapOvr>
    <a:masterClrMapping/>
  </p:clrMapOvr>
  <p:transition>
    <p:blinds dir="vert"/>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自定义 1">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l">
          <a:spcBef>
            <a:spcPct val="50000"/>
          </a:spcBef>
          <a:defRPr dirty="0">
            <a:solidFill>
              <a:schemeClr val="tx1"/>
            </a:solidFill>
            <a:latin typeface="Times New Roman" panose="02020603050405020304" pitchFamily="18" charset="0"/>
            <a:cs typeface="Times New Roman" panose="02020603050405020304" pitchFamily="18" charset="0"/>
          </a:defRPr>
        </a:defPPr>
      </a:lstStyle>
    </a:spDef>
    <a:lnDef>
      <a:spPr bwMode="auto">
        <a:xfrm>
          <a:off x="0" y="0"/>
          <a:ext cx="1" cy="1"/>
        </a:xfrm>
        <a:custGeom>
          <a:avLst/>
          <a:gdLst/>
          <a:ahLst/>
          <a:cxnLst/>
          <a:rect l="0" t="0" r="0" b="0"/>
          <a:pathLst/>
        </a:custGeom>
        <a:noFill/>
        <a:ln w="38100" cap="flat" cmpd="sng" algn="ctr">
          <a:solidFill>
            <a:srgbClr val="FF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bg1"/>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defRPr>
        </a:defPPr>
      </a:lstStyle>
    </a:lnDef>
    <a:tx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spAutoFit/>
      </a:bodyPr>
      <a:lstStyle>
        <a:defPPr algn="l" eaLnBrk="1" hangingPunct="1">
          <a:spcBef>
            <a:spcPct val="50000"/>
          </a:spcBef>
          <a:buClrTx/>
          <a:buSzTx/>
          <a:buFontTx/>
          <a:buNone/>
          <a:defRPr sz="2800">
            <a:latin typeface="Times New Roman" panose="02020603050405020304" pitchFamily="18" charset="0"/>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4" id="{7AE8B6BD-C808-41B4-A744-0D38684453B0}" vid="{540573D3-89BF-4A03-B02F-3E5203A2AE9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课件北航模板</Template>
  <TotalTime>2608</TotalTime>
  <Words>1922</Words>
  <Application>Microsoft Office PowerPoint</Application>
  <PresentationFormat>全屏显示(4:3)</PresentationFormat>
  <Paragraphs>540</Paragraphs>
  <Slides>26</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26</vt:i4>
      </vt:variant>
    </vt:vector>
  </HeadingPairs>
  <TitlesOfParts>
    <vt:vector size="38" baseType="lpstr">
      <vt:lpstr>宋体</vt:lpstr>
      <vt:lpstr>Arial</vt:lpstr>
      <vt:lpstr>Arial Black</vt:lpstr>
      <vt:lpstr>Calibri</vt:lpstr>
      <vt:lpstr>Georgia</vt:lpstr>
      <vt:lpstr>Tahoma</vt:lpstr>
      <vt:lpstr>Times New Roman</vt:lpstr>
      <vt:lpstr>Wingdings</vt:lpstr>
      <vt:lpstr>Blends</vt:lpstr>
      <vt:lpstr>公式</vt:lpstr>
      <vt:lpstr>文档</vt:lpstr>
      <vt:lpstr>Equation</vt:lpstr>
      <vt:lpstr>第二部分  逻辑代数初步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THE END</vt:lpstr>
    </vt:vector>
  </TitlesOfParts>
  <Company>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逻辑代数及逻辑函数的化简</dc:title>
  <dc:creator>thtf</dc:creator>
  <cp:lastModifiedBy>Dong Xu</cp:lastModifiedBy>
  <cp:revision>137</cp:revision>
  <dcterms:created xsi:type="dcterms:W3CDTF">2004-02-20T06:45:48Z</dcterms:created>
  <dcterms:modified xsi:type="dcterms:W3CDTF">2019-09-12T01:01:43Z</dcterms:modified>
</cp:coreProperties>
</file>