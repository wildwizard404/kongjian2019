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  <p:sldMasterId id="2147483777" r:id="rId2"/>
    <p:sldMasterId id="2147483831" r:id="rId3"/>
    <p:sldMasterId id="2147483843" r:id="rId4"/>
    <p:sldMasterId id="2147483861" r:id="rId5"/>
    <p:sldMasterId id="2147483879" r:id="rId6"/>
  </p:sldMasterIdLst>
  <p:notesMasterIdLst>
    <p:notesMasterId r:id="rId82"/>
  </p:notesMasterIdLst>
  <p:sldIdLst>
    <p:sldId id="381" r:id="rId7"/>
    <p:sldId id="460" r:id="rId8"/>
    <p:sldId id="462" r:id="rId9"/>
    <p:sldId id="463" r:id="rId10"/>
    <p:sldId id="509" r:id="rId11"/>
    <p:sldId id="520" r:id="rId12"/>
    <p:sldId id="521" r:id="rId13"/>
    <p:sldId id="513" r:id="rId14"/>
    <p:sldId id="514" r:id="rId15"/>
    <p:sldId id="517" r:id="rId16"/>
    <p:sldId id="424" r:id="rId17"/>
    <p:sldId id="425" r:id="rId18"/>
    <p:sldId id="426" r:id="rId19"/>
    <p:sldId id="427" r:id="rId20"/>
    <p:sldId id="544" r:id="rId21"/>
    <p:sldId id="545" r:id="rId22"/>
    <p:sldId id="428" r:id="rId23"/>
    <p:sldId id="429" r:id="rId24"/>
    <p:sldId id="430" r:id="rId25"/>
    <p:sldId id="431" r:id="rId26"/>
    <p:sldId id="433" r:id="rId27"/>
    <p:sldId id="434" r:id="rId28"/>
    <p:sldId id="435" r:id="rId29"/>
    <p:sldId id="436" r:id="rId30"/>
    <p:sldId id="570" r:id="rId31"/>
    <p:sldId id="571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7" r:id="rId42"/>
    <p:sldId id="448" r:id="rId43"/>
    <p:sldId id="449" r:id="rId44"/>
    <p:sldId id="547" r:id="rId45"/>
    <p:sldId id="451" r:id="rId46"/>
    <p:sldId id="452" r:id="rId47"/>
    <p:sldId id="546" r:id="rId48"/>
    <p:sldId id="523" r:id="rId49"/>
    <p:sldId id="548" r:id="rId50"/>
    <p:sldId id="549" r:id="rId51"/>
    <p:sldId id="550" r:id="rId52"/>
    <p:sldId id="551" r:id="rId53"/>
    <p:sldId id="552" r:id="rId54"/>
    <p:sldId id="553" r:id="rId55"/>
    <p:sldId id="558" r:id="rId56"/>
    <p:sldId id="559" r:id="rId57"/>
    <p:sldId id="560" r:id="rId58"/>
    <p:sldId id="561" r:id="rId59"/>
    <p:sldId id="562" r:id="rId60"/>
    <p:sldId id="457" r:id="rId61"/>
    <p:sldId id="458" r:id="rId62"/>
    <p:sldId id="467" r:id="rId63"/>
    <p:sldId id="572" r:id="rId64"/>
    <p:sldId id="573" r:id="rId65"/>
    <p:sldId id="574" r:id="rId66"/>
    <p:sldId id="575" r:id="rId67"/>
    <p:sldId id="576" r:id="rId68"/>
    <p:sldId id="577" r:id="rId69"/>
    <p:sldId id="578" r:id="rId70"/>
    <p:sldId id="579" r:id="rId71"/>
    <p:sldId id="580" r:id="rId72"/>
    <p:sldId id="468" r:id="rId73"/>
    <p:sldId id="471" r:id="rId74"/>
    <p:sldId id="472" r:id="rId75"/>
    <p:sldId id="482" r:id="rId76"/>
    <p:sldId id="416" r:id="rId77"/>
    <p:sldId id="506" r:id="rId78"/>
    <p:sldId id="507" r:id="rId79"/>
    <p:sldId id="508" r:id="rId80"/>
    <p:sldId id="581" r:id="rId8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bg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08F8"/>
    <a:srgbClr val="9090F4"/>
    <a:srgbClr val="FFFF00"/>
    <a:srgbClr val="F6F000"/>
    <a:srgbClr val="CC9900"/>
    <a:srgbClr val="FF33CC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8" autoAdjust="0"/>
    <p:restoredTop sz="86449" autoAdjust="0"/>
  </p:normalViewPr>
  <p:slideViewPr>
    <p:cSldViewPr snapToGrid="0">
      <p:cViewPr varScale="1">
        <p:scale>
          <a:sx n="74" d="100"/>
          <a:sy n="74" d="100"/>
        </p:scale>
        <p:origin x="112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viewProps" Target="view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wmf"/><Relationship Id="rId1" Type="http://schemas.openxmlformats.org/officeDocument/2006/relationships/image" Target="../media/image1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image" Target="../media/image40.emf"/><Relationship Id="rId4" Type="http://schemas.openxmlformats.org/officeDocument/2006/relationships/image" Target="../media/image43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6.emf"/><Relationship Id="rId1" Type="http://schemas.openxmlformats.org/officeDocument/2006/relationships/image" Target="../media/image45.wmf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wmf"/><Relationship Id="rId1" Type="http://schemas.openxmlformats.org/officeDocument/2006/relationships/image" Target="../media/image57.e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0.wmf"/><Relationship Id="rId1" Type="http://schemas.openxmlformats.org/officeDocument/2006/relationships/image" Target="../media/image62.wmf"/><Relationship Id="rId4" Type="http://schemas.openxmlformats.org/officeDocument/2006/relationships/image" Target="../media/image64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F3D59459-3A90-4E50-935D-8A047B3B10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576579-CAA5-408C-8B0E-042381D41AD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F0DD12-6D0B-434E-AEAE-27A0808CBFDE}" type="datetimeFigureOut">
              <a:rPr lang="zh-CN" altLang="en-US"/>
              <a:pPr>
                <a:defRPr/>
              </a:pPr>
              <a:t>2019/10/9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228F404-B07E-4F48-B153-584E72C0D1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0201B93C-7BC2-434C-968A-AAA6D646C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6A6D66-E3AC-4DFF-9499-3E7591069F6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3A8B5-1BE7-4E34-8BB4-5D8175BB72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B33CE97-CE35-493D-9476-D12D3F712B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295810.htm" TargetMode="External"/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1DE80BF2-F1E5-4C8B-96DC-85631E3C93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C761DFDF-B488-4F07-A259-6872DEA82D5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/>
              <a:t>ALU:Arithmetic Logic Unit,</a:t>
            </a:r>
            <a:r>
              <a:rPr lang="zh-CN" altLang="en-US"/>
              <a:t>算术逻辑单元</a:t>
            </a:r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84644DA8-4050-48A0-B120-5F7F9F50C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B2DB6725-3319-4CCE-AA1A-A095D1C3B3E1}" type="slidenum">
              <a:rPr lang="zh-CN" altLang="en-US" sz="1200"/>
              <a:pPr/>
              <a:t>3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934648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二极管的开关等效模型：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260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、截止区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、饱和基极电流</a:t>
            </a:r>
            <a:r>
              <a:rPr lang="en-US" altLang="zh-CN" dirty="0" err="1"/>
              <a:t>Ibs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 err="1"/>
              <a:t>Vb</a:t>
            </a:r>
            <a:r>
              <a:rPr lang="zh-CN" altLang="en-US" dirty="0"/>
              <a:t>和</a:t>
            </a:r>
            <a:r>
              <a:rPr lang="en-US" altLang="zh-CN" dirty="0" err="1"/>
              <a:t>Vc</a:t>
            </a:r>
            <a:r>
              <a:rPr lang="zh-CN" altLang="en-US" dirty="0"/>
              <a:t>比较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258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幻灯片图像占位符 1">
            <a:extLst>
              <a:ext uri="{FF2B5EF4-FFF2-40B4-BE49-F238E27FC236}">
                <a16:creationId xmlns:a16="http://schemas.microsoft.com/office/drawing/2014/main" id="{72D1E419-F529-445E-A77F-1431B71A4D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备注占位符 2">
            <a:extLst>
              <a:ext uri="{FF2B5EF4-FFF2-40B4-BE49-F238E27FC236}">
                <a16:creationId xmlns:a16="http://schemas.microsoft.com/office/drawing/2014/main" id="{8E195D94-110C-4BBE-8AFF-60A52A2B6F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CN" dirty="0"/>
              <a:t> Transistor </a:t>
            </a:r>
            <a:r>
              <a:rPr lang="en-US" altLang="zh-CN" dirty="0" err="1"/>
              <a:t>Transistor</a:t>
            </a:r>
            <a:r>
              <a:rPr lang="en-US" altLang="zh-CN" dirty="0"/>
              <a:t> Logic</a:t>
            </a:r>
          </a:p>
          <a:p>
            <a:pPr eaLnBrk="1" hangingPunct="1"/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PN</a:t>
            </a:r>
            <a:r>
              <a:rPr lang="zh-CN" altLang="en-US" dirty="0"/>
              <a:t>结的模型</a:t>
            </a:r>
            <a:endParaRPr lang="en-US" altLang="zh-CN" dirty="0"/>
          </a:p>
          <a:p>
            <a:pPr eaLnBrk="1" hangingPunct="1"/>
            <a:r>
              <a:rPr lang="en-US" altLang="zh-CN" dirty="0"/>
              <a:t>2</a:t>
            </a:r>
            <a:r>
              <a:rPr lang="zh-CN" altLang="en-US" dirty="0"/>
              <a:t>、电压源的钳位作用</a:t>
            </a:r>
            <a:endParaRPr lang="en-US" altLang="zh-CN" dirty="0"/>
          </a:p>
          <a:p>
            <a:pPr eaLnBrk="1" hangingPunct="1"/>
            <a:r>
              <a:rPr lang="en-US" altLang="zh-CN" dirty="0"/>
              <a:t>3</a:t>
            </a:r>
            <a:r>
              <a:rPr lang="zh-CN" altLang="en-US" dirty="0"/>
              <a:t>、三极管等效为两个</a:t>
            </a:r>
            <a:r>
              <a:rPr lang="en-US" altLang="zh-CN" dirty="0"/>
              <a:t>PN</a:t>
            </a:r>
            <a:r>
              <a:rPr lang="zh-CN" altLang="en-US" dirty="0"/>
              <a:t>结；</a:t>
            </a:r>
            <a:r>
              <a:rPr lang="en-US" altLang="zh-CN" dirty="0" err="1"/>
              <a:t>Uce</a:t>
            </a:r>
            <a:r>
              <a:rPr lang="zh-CN" altLang="en-US" dirty="0"/>
              <a:t>从饱和区工作时，从</a:t>
            </a:r>
            <a:r>
              <a:rPr lang="en-US" altLang="zh-CN" dirty="0"/>
              <a:t>PN</a:t>
            </a:r>
            <a:r>
              <a:rPr lang="zh-CN" altLang="en-US" dirty="0"/>
              <a:t>结的模型，接近</a:t>
            </a:r>
            <a:r>
              <a:rPr lang="en-US" altLang="zh-CN" dirty="0"/>
              <a:t>0V</a:t>
            </a:r>
            <a:r>
              <a:rPr lang="zh-CN" altLang="en-US" dirty="0"/>
              <a:t>，实际是</a:t>
            </a:r>
            <a:r>
              <a:rPr lang="en-US" altLang="zh-CN" dirty="0"/>
              <a:t>0.1—0.3V</a:t>
            </a:r>
          </a:p>
          <a:p>
            <a:pPr eaLnBrk="1" hangingPunct="1"/>
            <a:endParaRPr lang="zh-CN" altLang="en-US" dirty="0"/>
          </a:p>
        </p:txBody>
      </p:sp>
      <p:sp>
        <p:nvSpPr>
          <p:cNvPr id="49156" name="灯片编号占位符 3">
            <a:extLst>
              <a:ext uri="{FF2B5EF4-FFF2-40B4-BE49-F238E27FC236}">
                <a16:creationId xmlns:a16="http://schemas.microsoft.com/office/drawing/2014/main" id="{B3F22451-F703-4229-85C1-C1C9E76DB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E87A481-728E-4F83-AF32-F5ED17CE16D5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993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2219416C-01EF-44B0-A343-F4FEA8BDA66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43630688-CBB6-4B58-A2E9-ED74D4B250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6F11DB38-47B6-42F0-8287-A4501C12C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7697E9C-0766-4862-B8DF-C22FBA4A5AB2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819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动态过程：</a:t>
            </a:r>
            <a:endParaRPr lang="en-US" altLang="zh-CN" dirty="0"/>
          </a:p>
          <a:p>
            <a:r>
              <a:rPr lang="en-US" altLang="zh-CN" dirty="0" err="1"/>
              <a:t>Ui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888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>
            <a:extLst>
              <a:ext uri="{FF2B5EF4-FFF2-40B4-BE49-F238E27FC236}">
                <a16:creationId xmlns:a16="http://schemas.microsoft.com/office/drawing/2014/main" id="{4C895E6E-A791-4FFB-A9D7-2F8E6C1B85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备注占位符 2">
            <a:extLst>
              <a:ext uri="{FF2B5EF4-FFF2-40B4-BE49-F238E27FC236}">
                <a16:creationId xmlns:a16="http://schemas.microsoft.com/office/drawing/2014/main" id="{6C972049-C577-4025-876D-423EB00968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CN" altLang="en-US" dirty="0"/>
              <a:t>关门电平：</a:t>
            </a:r>
            <a:r>
              <a:rPr lang="en-US" altLang="zh-CN" dirty="0"/>
              <a:t>T5</a:t>
            </a:r>
            <a:r>
              <a:rPr lang="zh-CN" altLang="en-US" dirty="0"/>
              <a:t>由截止区进入线性区，此时输入电压是 </a:t>
            </a:r>
            <a:r>
              <a:rPr lang="en-US" altLang="zh-CN" dirty="0" err="1"/>
              <a:t>UOHmin</a:t>
            </a:r>
            <a:endParaRPr lang="en-US" altLang="zh-CN" dirty="0"/>
          </a:p>
          <a:p>
            <a:pPr eaLnBrk="1" hangingPunct="1"/>
            <a:r>
              <a:rPr lang="zh-CN" altLang="en-US" dirty="0"/>
              <a:t>开门电平：</a:t>
            </a:r>
            <a:r>
              <a:rPr lang="en-US" altLang="zh-CN" dirty="0"/>
              <a:t>T5</a:t>
            </a:r>
            <a:r>
              <a:rPr lang="zh-CN" altLang="en-US" dirty="0"/>
              <a:t>有线性区进入饱和区，此时输入电压是 </a:t>
            </a:r>
            <a:r>
              <a:rPr lang="en-US" altLang="zh-CN" dirty="0" err="1"/>
              <a:t>UOLmax</a:t>
            </a:r>
            <a:endParaRPr lang="en-US" altLang="zh-CN" dirty="0"/>
          </a:p>
          <a:p>
            <a:pPr eaLnBrk="1" hangingPunct="1"/>
            <a:r>
              <a:rPr lang="zh-CN" altLang="en-US" dirty="0"/>
              <a:t>阈值电压：实际应用不合理，因此，定义 </a:t>
            </a:r>
            <a:r>
              <a:rPr lang="en-US" altLang="zh-CN" dirty="0" err="1"/>
              <a:t>UILmax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UIHmin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  <p:sp>
        <p:nvSpPr>
          <p:cNvPr id="52228" name="灯片编号占位符 3">
            <a:extLst>
              <a:ext uri="{FF2B5EF4-FFF2-40B4-BE49-F238E27FC236}">
                <a16:creationId xmlns:a16="http://schemas.microsoft.com/office/drawing/2014/main" id="{07F92743-E410-438F-9F88-D018A2B80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104732D-A09F-4420-9466-55A5CBED2378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401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高电平噪声容限</a:t>
            </a:r>
            <a:endParaRPr lang="en-US" altLang="zh-CN" dirty="0"/>
          </a:p>
          <a:p>
            <a:r>
              <a:rPr lang="zh-CN" altLang="en-US" dirty="0"/>
              <a:t>低电平噪声容限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81327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幻灯片图像占位符 1">
            <a:extLst>
              <a:ext uri="{FF2B5EF4-FFF2-40B4-BE49-F238E27FC236}">
                <a16:creationId xmlns:a16="http://schemas.microsoft.com/office/drawing/2014/main" id="{506B2E1E-63EA-4B07-9EF6-4081C5A205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备注占位符 2">
            <a:extLst>
              <a:ext uri="{FF2B5EF4-FFF2-40B4-BE49-F238E27FC236}">
                <a16:creationId xmlns:a16="http://schemas.microsoft.com/office/drawing/2014/main" id="{2CA76B74-36EC-465E-BFD6-78972C23F7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/>
              <a:t>高电平最小值：</a:t>
            </a:r>
            <a:r>
              <a:rPr lang="en-US" altLang="zh-CN"/>
              <a:t>2.4V</a:t>
            </a:r>
          </a:p>
          <a:p>
            <a:r>
              <a:rPr lang="zh-CN" altLang="en-US"/>
              <a:t>低电平最大值：</a:t>
            </a:r>
            <a:r>
              <a:rPr lang="en-US" altLang="zh-CN"/>
              <a:t>0.8V</a:t>
            </a:r>
          </a:p>
          <a:p>
            <a:r>
              <a:rPr lang="zh-CN" altLang="en-US"/>
              <a:t>悬空，拿万用表测量，</a:t>
            </a:r>
            <a:r>
              <a:rPr lang="en-US" altLang="zh-CN"/>
              <a:t>1.4V</a:t>
            </a:r>
            <a:r>
              <a:rPr lang="zh-CN" altLang="en-US"/>
              <a:t>，为“</a:t>
            </a:r>
            <a:r>
              <a:rPr lang="en-US" altLang="zh-CN"/>
              <a:t>1</a:t>
            </a:r>
            <a:r>
              <a:rPr lang="zh-CN" altLang="en-US"/>
              <a:t>”</a:t>
            </a:r>
            <a:endParaRPr lang="en-US" altLang="zh-CN"/>
          </a:p>
          <a:p>
            <a:endParaRPr lang="zh-CN" altLang="en-US"/>
          </a:p>
        </p:txBody>
      </p:sp>
      <p:sp>
        <p:nvSpPr>
          <p:cNvPr id="51204" name="灯片编号占位符 3">
            <a:extLst>
              <a:ext uri="{FF2B5EF4-FFF2-40B4-BE49-F238E27FC236}">
                <a16:creationId xmlns:a16="http://schemas.microsoft.com/office/drawing/2014/main" id="{24AE060F-3378-4A65-A640-06275C8D6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1AB8D61-DE3E-4521-8BF2-1A75EB50A991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8840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功率的概念：电源电压乘以平均电流</a:t>
            </a:r>
            <a:endParaRPr lang="en-US" altLang="zh-CN" dirty="0"/>
          </a:p>
          <a:p>
            <a:r>
              <a:rPr lang="zh-CN" altLang="en-US" dirty="0"/>
              <a:t>动态：</a:t>
            </a:r>
            <a:r>
              <a:rPr lang="en-US" altLang="zh-CN" dirty="0"/>
              <a:t>T4 T5 </a:t>
            </a:r>
            <a:r>
              <a:rPr lang="zh-CN" altLang="en-US" dirty="0"/>
              <a:t>直通的状态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9517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这里可以介绍一下信号沿的电源电流曲线，给出去耦电容的应用。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686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87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了解，使用时可以查手册。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0864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6344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添加五段式解释：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开门电平：</a:t>
            </a:r>
            <a:r>
              <a:rPr lang="en-US" altLang="zh-CN" dirty="0"/>
              <a:t>T1</a:t>
            </a:r>
            <a:r>
              <a:rPr lang="zh-CN" altLang="en-US" dirty="0"/>
              <a:t>（</a:t>
            </a:r>
            <a:r>
              <a:rPr lang="en-US" altLang="zh-CN" dirty="0"/>
              <a:t>P</a:t>
            </a:r>
            <a:r>
              <a:rPr lang="zh-CN" altLang="en-US" dirty="0"/>
              <a:t>）由可变电阻区 进入  恒流区    </a:t>
            </a:r>
            <a:r>
              <a:rPr lang="en-US" altLang="zh-CN" dirty="0"/>
              <a:t>--   </a:t>
            </a:r>
            <a:r>
              <a:rPr lang="zh-CN" altLang="en-US" dirty="0"/>
              <a:t>输出高电平的最小值  </a:t>
            </a:r>
            <a:r>
              <a:rPr lang="en-US" altLang="zh-CN" dirty="0"/>
              <a:t>VDD-0.1V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关门电平：</a:t>
            </a:r>
            <a:r>
              <a:rPr lang="en-US" altLang="zh-CN" dirty="0"/>
              <a:t>T2</a:t>
            </a:r>
            <a:r>
              <a:rPr lang="zh-CN" altLang="en-US" dirty="0"/>
              <a:t>（</a:t>
            </a:r>
            <a:r>
              <a:rPr lang="en-US" altLang="zh-CN" dirty="0"/>
              <a:t>N</a:t>
            </a:r>
            <a:r>
              <a:rPr lang="zh-CN" altLang="en-US" dirty="0"/>
              <a:t>）由 恒流区  进入   可变电阻区 </a:t>
            </a:r>
            <a:r>
              <a:rPr lang="en-US" altLang="zh-CN" dirty="0"/>
              <a:t>--  </a:t>
            </a:r>
            <a:r>
              <a:rPr lang="zh-CN" altLang="en-US" dirty="0"/>
              <a:t>输出低电平的最大值  </a:t>
            </a:r>
            <a:r>
              <a:rPr lang="en-US" altLang="zh-CN" dirty="0"/>
              <a:t>0.1V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395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2838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幻灯片图像占位符 1">
            <a:extLst>
              <a:ext uri="{FF2B5EF4-FFF2-40B4-BE49-F238E27FC236}">
                <a16:creationId xmlns:a16="http://schemas.microsoft.com/office/drawing/2014/main" id="{0217A567-6922-4397-A33E-F94C414359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备注占位符 2">
            <a:extLst>
              <a:ext uri="{FF2B5EF4-FFF2-40B4-BE49-F238E27FC236}">
                <a16:creationId xmlns:a16="http://schemas.microsoft.com/office/drawing/2014/main" id="{FA3029FC-4362-4EF8-86C2-D007D2565F7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dirty="0"/>
              <a:t>发射极耦合逻辑电路（</a:t>
            </a:r>
            <a:r>
              <a:rPr lang="en-US" altLang="zh-CN" dirty="0"/>
              <a:t>emitter coupled logic</a:t>
            </a:r>
            <a:r>
              <a:rPr lang="zh-CN" altLang="en-US" dirty="0"/>
              <a:t>）是指以多个晶体管的发射极相互耦合加上射极跟随器组成的电路，简称</a:t>
            </a:r>
            <a:r>
              <a:rPr lang="en-US" altLang="zh-CN" dirty="0"/>
              <a:t>ECL</a:t>
            </a:r>
            <a:r>
              <a:rPr lang="zh-CN" altLang="en-US" dirty="0"/>
              <a:t>电路。在所有数字电路中，它工作速度最高，其平均延迟时间</a:t>
            </a:r>
            <a:r>
              <a:rPr lang="en-US" altLang="zh-CN" dirty="0" err="1"/>
              <a:t>tpd</a:t>
            </a:r>
            <a:r>
              <a:rPr lang="zh-CN" altLang="en-US" dirty="0"/>
              <a:t>可小至</a:t>
            </a:r>
            <a:r>
              <a:rPr lang="en-US" altLang="zh-CN" dirty="0"/>
              <a:t>1ns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2L (Integrated Inject Logic</a:t>
            </a:r>
            <a:r>
              <a:rPr lang="zh-CN" altLang="en-US" dirty="0"/>
              <a:t>，集成注入逻辑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r>
              <a:rPr lang="en-US" altLang="zh-CN" dirty="0"/>
              <a:t>I2L</a:t>
            </a:r>
            <a:r>
              <a:rPr lang="zh-CN" altLang="en-US" dirty="0"/>
              <a:t>电路的基本单元是由多集电极三极管构成的反相器，反相器偏流由恒流管提供，工作在恒流状态。</a:t>
            </a:r>
            <a:r>
              <a:rPr lang="en-US" altLang="zh-CN" dirty="0"/>
              <a:t>I2L</a:t>
            </a:r>
            <a:r>
              <a:rPr lang="zh-CN" altLang="en-US" dirty="0"/>
              <a:t>电路发展于</a:t>
            </a: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年代初，它是在常规</a:t>
            </a:r>
            <a:r>
              <a:rPr lang="zh-CN" altLang="en-US" dirty="0">
                <a:hlinkClick r:id="rId3"/>
              </a:rPr>
              <a:t>双极型集成电路</a:t>
            </a:r>
            <a:r>
              <a:rPr lang="zh-CN" altLang="en-US" dirty="0"/>
              <a:t>工艺的基础上经过改进而成的。</a:t>
            </a:r>
            <a:r>
              <a:rPr lang="en-US" altLang="zh-CN" dirty="0"/>
              <a:t>I2L</a:t>
            </a:r>
            <a:r>
              <a:rPr lang="zh-CN" altLang="en-US" dirty="0"/>
              <a:t>电路无需隔离，结构紧凑，不用电阻，有较高的集成密度，功耗低。但开关速度较慢，截止频率较低，抗干扰能力差。</a:t>
            </a:r>
          </a:p>
        </p:txBody>
      </p:sp>
      <p:sp>
        <p:nvSpPr>
          <p:cNvPr id="54276" name="灯片编号占位符 3">
            <a:extLst>
              <a:ext uri="{FF2B5EF4-FFF2-40B4-BE49-F238E27FC236}">
                <a16:creationId xmlns:a16="http://schemas.microsoft.com/office/drawing/2014/main" id="{F4B66ACF-A08D-46A8-8BBD-BF1D9E2E93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094DC68-DD91-4494-A1E2-0AB66F59ADE9}" type="slidenum">
              <a:rPr kumimoji="1" lang="zh-CN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1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8097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</a:t>
            </a:r>
            <a:r>
              <a:rPr lang="en-US" altLang="zh-CN" dirty="0"/>
              <a:t>TTL</a:t>
            </a:r>
            <a:r>
              <a:rPr lang="zh-CN" altLang="en-US" dirty="0"/>
              <a:t>驱动</a:t>
            </a:r>
            <a:r>
              <a:rPr lang="en-US" altLang="zh-CN" dirty="0"/>
              <a:t>CMOS</a:t>
            </a:r>
            <a:r>
              <a:rPr lang="zh-CN" altLang="en-US" dirty="0"/>
              <a:t>呢？</a:t>
            </a:r>
            <a:r>
              <a:rPr lang="en-US" altLang="zh-CN" dirty="0"/>
              <a:t>CMOS</a:t>
            </a:r>
            <a:r>
              <a:rPr lang="zh-CN" altLang="en-US" dirty="0"/>
              <a:t>用</a:t>
            </a:r>
            <a:r>
              <a:rPr lang="en-US" altLang="zh-CN" dirty="0"/>
              <a:t>10V</a:t>
            </a:r>
            <a:r>
              <a:rPr lang="zh-CN" altLang="en-US" dirty="0"/>
              <a:t>供电。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387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如果是</a:t>
            </a:r>
            <a:r>
              <a:rPr lang="en-US" altLang="zh-CN" dirty="0"/>
              <a:t>OC</a:t>
            </a:r>
            <a:r>
              <a:rPr lang="zh-CN" altLang="en-US" dirty="0"/>
              <a:t>门？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0649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B33CE97-CE35-493D-9476-D12D3F712BC5}" type="slidenum">
              <a:rPr lang="zh-CN" altLang="en-US" smtClean="0"/>
              <a:pPr>
                <a:defRPr/>
              </a:pPr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215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80D878B-E691-4B1C-8918-EBF3CA5045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B57B0A-498D-4A33-993C-A329E3E15E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1505E1A-AF6B-41D0-9961-5054E5E987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6C56A1-89D9-4A1D-A88C-2DAF7EEDC1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6462957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F9F1A9-82C4-4E6C-B091-FB0DE2610C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AF52AD-42A1-45DB-9A47-F0C8E73403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19D435-11F8-49CC-9436-A1E0ACF37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39702C-352F-43CE-989D-82DB2C1A5AF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6538967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0EEE39-3419-48A9-8360-8E91914A1E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F120A1-F7BB-4C0B-91E1-0BB4381721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C2EAB7-4425-49CA-BC41-141D05482F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905753-2CEC-455E-8A2F-51DA7ED4A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4864455"/>
      </p:ext>
    </p:extLst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0A4B6-3F71-4747-B3F5-1DA2E6B4EC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478C5-9615-4680-9D57-056491FBB1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883A7-B7E1-4B5F-9802-F185C5FBAF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C46D4C-0B08-48BC-B3E7-DDCD9FB11E1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598369"/>
      </p:ext>
    </p:extLst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D3CC4A7-302B-4BB8-87F1-6A9C1CDFC7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4C16E82-9439-4835-85F3-B8870FC5E2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1BED4BE-A3A3-40C4-A197-957E769B64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04C733-7599-4C94-8A29-E816FBE847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699246"/>
      </p:ext>
    </p:extLst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E70E3AE-1902-4EAF-BA3D-80E9CF0867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8803A1C-F3EC-40A2-9300-01A700D25D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C314657-1B6F-470C-9A85-AF35E63177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031CA0-5E00-458D-B52C-9654025147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3559795"/>
      </p:ext>
    </p:extLst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A0B4D2E-D9F1-43B0-9062-0432BEC0B3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4AD7892-3BFE-44F4-BA3E-1CA93F6A70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B53B64C-29C4-4AF5-AA96-DC2C14A9E7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74084E-11A4-42BE-9528-844C3951A7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0696373"/>
      </p:ext>
    </p:extLst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CC681F-5916-4C3B-BC67-9F74CE66EC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B69A0-D477-4D5D-84D4-838B92AB17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B44D84-9055-4569-889C-542784A5D7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DED761-4A6A-44D2-B13A-33403316F5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82190498"/>
      </p:ext>
    </p:extLst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7A92DF-AE6D-49A2-8A96-24F942930B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9AB8CD-EE7B-48A1-8CC5-19BE098596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051458-89D9-4587-B558-E5648B499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CE30FF-6E1F-489D-B4EA-802A705C12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9623397"/>
      </p:ext>
    </p:extLst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80621C-CA03-4941-B8CB-37CBDBCD1C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19F39BA-4877-4749-9862-6FBEF868D4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3868098-DBE5-4638-A4D9-45C2D4A67A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D848A7-CD99-47D9-909E-F5A6D7BCA3D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93527"/>
      </p:ext>
    </p:extLst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C7EA11B-BE28-41E0-9C97-487EDD1D82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7123B9-3B63-4948-A219-201353FE0D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B0F224C-63D2-44A5-BE0D-021E4DD06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F425E6-7931-49DF-8F7D-27C90540FE6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4461849"/>
      </p:ext>
    </p:extLst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18FEB6-1F32-42D8-A823-A19D59CD5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CB3323-4067-4465-BBF0-7B047A665A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540038-2A90-4EFC-9908-4DA84D56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83F80-C805-4A81-8A32-5A8A03976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6A8C3-F49B-450C-96DD-1E8A6F2EE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B2A96F-2B55-4227-88B1-F6FAA4C749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5111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44CD74-33D4-4106-948F-4FD4C14AD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35473E-1548-48CF-B0DE-8418C02BE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668B25-6C5C-442A-A7E9-509896E4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FAAFEF-3AB5-49DB-8FFD-B6EB708B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AFF115-D453-495F-8906-5C3F6C67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828647-A859-472C-8206-9978862585C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09985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D9503-7889-49A5-9ABC-63B188C9C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AD98DE-7A7E-46C5-AD67-43E0596BD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30B0F1-B237-4B4D-9669-F98AAC69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09826C-39A6-44B8-B8F6-99F4C0CD2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AB8F13-6823-476E-954A-AA78F742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D0AFFF-58F8-4B45-87F4-71B933AB205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933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A5CF6F-FB23-44E0-ACC6-F265170AD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3AD71-250B-4B7D-94D9-CB443897C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C0B262-04A2-4CC1-AF8F-2BDFF2441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9F5E1C-9C8F-4E91-86A2-9F3AF5C7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F1B05F-C3C4-41F4-B196-6CBCD3E89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8766F9-3BB5-44E1-A984-358FA523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275A85-1403-4C12-9E2F-B736A76189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71339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D577E-F8B1-412A-86A0-B1ACBD3F3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97929-EA48-4BBB-AFC2-83D6DE3E0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C83167-59E6-4415-BF77-A1CF8CE42C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7EEA436-7D1F-4837-B86C-219641FF27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0C4437-CD7E-487E-B746-9AD7AFCF4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9AAC27-B817-4DD5-BA11-B7267A3A4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D123D86-39A8-414D-9ADE-00F853F36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FB59D5-5EC3-4BB1-8F07-8622E6DE2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F1CA95-F21D-4A63-8A77-C8FF7BE31DA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794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D6307-CD92-4812-B34A-DF910EF0C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631CA3-4631-49D2-A75D-EC582E96E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2D1501-AD40-4493-A7EE-E64623ADC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57A13E-F58F-45D7-B1E7-4F0ACC7D9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5CB1D-55FF-407B-BCFE-794163140CD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2314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8A83E56-C70A-4A5E-82AF-3364D9E15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0465F4-6543-4CD1-862A-2AA64FD3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AB74DE-29AE-4254-8C74-12F9B2C38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096802-57A0-481D-B623-3ED91018AF5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7641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4BD41-4121-445C-B2ED-14CEC1A2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CB7C40A-51B1-46B5-A570-15CD760F2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6B80B2-685F-4753-83C5-2F75DC4415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74506C-FD92-41EF-9688-31F5D23C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A62872-780D-47E9-8B1D-E26ECE904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47DCF6-7882-424E-8FDF-C3334D2A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AD7CBD-A199-41F7-B8A0-82A076B9A83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37102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B6F0FB-A1C9-4F4E-B69B-F254D4276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5469A0-AF39-4468-BABB-39086C13FE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2295536-F36C-4AAB-983F-2889F8BD42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66D141-68BC-4BE1-979A-B9D1B86F9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E68A11-C23E-4967-B560-F4E0DB84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2A69BA-9708-4332-A1F6-06B1DC75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8B30AB-2214-4D3A-9F0C-C5923774DF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7236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87A92E-CD94-4DFA-A1C8-11C28AD73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1DB0A9-E176-4CE3-B434-8C60FCECA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C554B-9E7F-49FB-8C8A-E6ADF9E1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4ED13-7E01-4232-8EAA-0CD0253AA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04A772-4A01-4878-8018-E51C53202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22F82D-FD17-42BE-8DDB-AA7712F1B6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087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CC23A7-95F7-413F-949F-B1FBD7AA41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2ECFD5-6504-4086-B300-3337FB89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2060DB-8E51-4E5D-BED0-399DB53B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BA8BD8-AA16-46E4-BD0E-16762D9D7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7AC2E-77E0-4E56-AF91-E02D361E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DE79D-66B1-4C1A-B21A-5A6B25E1FA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8892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EB236E-5E60-48ED-857B-546F8CC29C4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542AA8-47F2-4A9A-AEBF-C79EFD84DC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BAD508-024E-4BB4-9B39-5D7D3E41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5308086-0DC9-44F6-AD24-4954AE91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FCBCF805-CC8D-42B0-9DCA-736F29E67D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876204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86D09-C274-424C-807A-C217B057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0D621F-DCEC-4DCB-83EE-895D6F5E9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9DB4F1-9390-422D-BDFD-E16F285EC79C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37683B2-F30D-46C1-A923-3888A347F0AE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D8D7E42-A6D8-4D04-8456-AEB7FB6D45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E789FDC6-9667-41E2-B447-3FA07F26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84A2BB9-F756-489D-88E8-0CE594BD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66725433-9B07-4A88-BDDA-F27DEB968C4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06709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5AFB-A4D8-4187-AC13-53B9F4C07779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5D4E7-841C-4F92-B70E-A6C0994465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6F61BB-7B68-4971-82A7-09947BB8BC3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F88FDCA-A1A3-42CC-ACA4-4FE96B431CE1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F5AFB1-3427-4BFB-8856-9F92D11A4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1CB935-0FB3-45CF-AF5D-139FD78E6D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28FF9D-2805-4C01-86F1-AEA48605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A5E3C1-2B9A-4BD2-9E84-046241B4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34FA4C-538F-471F-9402-5654A99CCA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555721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1">
            <a:extLst>
              <a:ext uri="{FF2B5EF4-FFF2-40B4-BE49-F238E27FC236}">
                <a16:creationId xmlns:a16="http://schemas.microsoft.com/office/drawing/2014/main" id="{E64B3B62-5DCE-4A42-A0FB-B7FAF054806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3045" y="3174576"/>
            <a:ext cx="8446717" cy="45719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39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58715" y="2466906"/>
            <a:ext cx="7426569" cy="695360"/>
          </a:xfr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1639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219994" y="3445937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D6750F8-FE5B-4AAF-AB86-B6AAAC40B4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89640" y="937607"/>
            <a:ext cx="3571387" cy="45719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61652214&amp;di=0dbe8ba562ebf8b0aac6fc468b7851b5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2DA67216-37D7-4C69-A2CE-B9CD4F7AB6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92" b="35641"/>
          <a:stretch/>
        </p:blipFill>
        <p:spPr bwMode="auto">
          <a:xfrm>
            <a:off x="372005" y="275048"/>
            <a:ext cx="3389022" cy="67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141180"/>
      </p:ext>
    </p:extLst>
  </p:cSld>
  <p:clrMapOvr>
    <a:masterClrMapping/>
  </p:clrMapOvr>
  <p:transition>
    <p:blinds dir="vert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7161" y="309671"/>
            <a:ext cx="6954715" cy="588136"/>
          </a:xfrm>
        </p:spPr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6523" y="984738"/>
            <a:ext cx="8563708" cy="53750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C01E0D4-4280-4C64-8793-7E6B1B7F27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A7DD890E-49E3-4193-9EBA-C33C8E126E14}" type="datetime3">
              <a:rPr lang="zh-CN" altLang="en-US" smtClean="0"/>
              <a:pPr>
                <a:defRPr/>
              </a:pPr>
              <a:t>2019年10月9日星期三</a:t>
            </a:fld>
            <a:endParaRPr lang="en-US" altLang="zh-CN" dirty="0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3273F16-BE22-4912-8CC3-17915B73E1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222737" y="6478561"/>
            <a:ext cx="902677" cy="338407"/>
          </a:xfrm>
          <a:prstGeom prst="rect">
            <a:avLst/>
          </a:prstGeom>
          <a:ln/>
        </p:spPr>
        <p:txBody>
          <a:bodyPr/>
          <a:lstStyle>
            <a:lvl1pPr>
              <a:defRPr sz="1800" b="1">
                <a:solidFill>
                  <a:srgbClr val="1F08F8"/>
                </a:solidFill>
              </a:defRPr>
            </a:lvl1pPr>
          </a:lstStyle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35772582"/>
      </p:ext>
    </p:extLst>
  </p:cSld>
  <p:clrMapOvr>
    <a:masterClrMapping/>
  </p:clrMapOvr>
  <p:transition>
    <p:blinds dir="vert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1">
            <a:extLst>
              <a:ext uri="{FF2B5EF4-FFF2-40B4-BE49-F238E27FC236}">
                <a16:creationId xmlns:a16="http://schemas.microsoft.com/office/drawing/2014/main" id="{12F6F2E6-03C8-4A9F-B35A-01BD986C351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 dirty="0"/>
          </a:p>
        </p:txBody>
      </p:sp>
      <p:pic>
        <p:nvPicPr>
          <p:cNvPr id="12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AFC2CF9D-AB67-4B63-9B45-B7CE43C6A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640514" y="95243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10102"/>
      </p:ext>
    </p:extLst>
  </p:cSld>
  <p:clrMapOvr>
    <a:masterClrMapping/>
  </p:clrMapOvr>
  <p:transition>
    <p:blinds dir="vert"/>
  </p:transition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9788" y="1455006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40642" y="1432904"/>
            <a:ext cx="3810000" cy="41148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AD8B827-6413-4C25-8DA1-80CBDD262C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70B3030-B043-4F47-9B26-F954C99460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A423450-2CBE-4B62-AE41-DD58522F51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fld id="{F4C1C56C-149B-47FD-93E1-25EA40A550F8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6702331"/>
      </p:ext>
    </p:extLst>
  </p:cSld>
  <p:clrMapOvr>
    <a:masterClrMapping/>
  </p:clrMapOvr>
  <p:transition>
    <p:blinds dir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06104" y="265475"/>
            <a:ext cx="6961256" cy="82391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3523" y="127671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3523" y="2100631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532435" y="127671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532435" y="2100631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E1F2607-B43C-46D6-B2B2-7FD0BB3715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D4067993-EC72-4429-BEFF-EBBFBC8EC6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A47310DB-F0C8-4363-B0B3-A32B28E660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513AF2-E6BE-46BF-BE60-AE5395E88CA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1415576"/>
      </p:ext>
    </p:extLst>
  </p:cSld>
  <p:clrMapOvr>
    <a:masterClrMapping/>
  </p:clrMapOvr>
  <p:transition>
    <p:blinds dir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1125414"/>
            <a:ext cx="2949575" cy="931985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1283677"/>
            <a:ext cx="4629150" cy="457737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4267126-A643-4066-8088-A43B304221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88BCFC2-534C-41E8-811C-18B0F5FAF9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EAC1D16-6221-440A-B52D-08EEFAE6C8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B9687-43AD-48E3-B967-34003FFE165D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9B1102C7-0F18-4D91-A4A7-17569BAF03D1}"/>
              </a:ext>
            </a:extLst>
          </p:cNvPr>
          <p:cNvSpPr txBox="1">
            <a:spLocks/>
          </p:cNvSpPr>
          <p:nvPr/>
        </p:nvSpPr>
        <p:spPr bwMode="auto">
          <a:xfrm>
            <a:off x="1306104" y="265475"/>
            <a:ext cx="6961256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164411413"/>
      </p:ext>
    </p:extLst>
  </p:cSld>
  <p:clrMapOvr>
    <a:masterClrMapping/>
  </p:clrMapOvr>
  <p:transition>
    <p:blinds dir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2A6C1A6F-CA45-4ED4-8D74-4DB3EA4119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FE8E0055-8C08-48AE-A614-0621C3AAAC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7AB1BBF-1B54-4936-89F0-D7134E96DF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3AD361-67D9-49AA-9A53-38CF28EEA58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48814564"/>
      </p:ext>
    </p:extLst>
  </p:cSld>
  <p:clrMapOvr>
    <a:masterClrMapping/>
  </p:clrMapOvr>
  <p:transition>
    <p:blinds dir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0100" y="1661550"/>
            <a:ext cx="7772400" cy="466305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503D8EB-F24A-4CC2-A452-D605652469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055C235-C6C7-4F8E-BEA1-B254A0E7B0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E7095AB-979D-4545-9D7B-BDA09C0C72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643A4-3E26-45D1-96DF-2F67516788A1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4823947"/>
      </p:ext>
    </p:extLst>
  </p:cSld>
  <p:clrMapOvr>
    <a:masterClrMapping/>
  </p:clrMapOvr>
  <p:transition>
    <p:blinds dir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34D4DC8-598E-4C1C-8C7D-D0DB235173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49145F-D98D-4B52-A0C3-CC0F1041CC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5EB162E-2B07-43A3-969A-1620367E15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FF35C-FDA9-4B3C-A051-F6FCDC8E36DB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2978597"/>
      </p:ext>
    </p:extLst>
  </p:cSld>
  <p:clrMapOvr>
    <a:masterClrMapping/>
  </p:clrMapOvr>
  <p:transition>
    <p:blinds dir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DC5AFB-A4D8-4187-AC13-53B9F4C07779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5D4E7-841C-4F92-B70E-A6C0994465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6F61BB-7B68-4971-82A7-09947BB8BC3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F88FDCA-A1A3-42CC-ACA4-4FE96B431CE1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F5AFB1-3427-4BFB-8856-9F92D11A4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1CB935-0FB3-45CF-AF5D-139FD78E6D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528FF9D-2805-4C01-86F1-AEA486055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A5E3C1-2B9A-4BD2-9E84-046241B4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BF34FA4C-538F-471F-9402-5654A99CCA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37156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FCD085C-6DEE-46A6-88DF-969DFC82E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2991A3-220D-4EC2-9152-AE9AF1B2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F29AD7-3550-4AC5-B25D-0CAF1B8C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16968" y="6359768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FB77B2AA-F18C-4131-93A4-696B523AF4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76677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F5454-1695-4BA0-B3F4-180CDE2DC8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5C28C1C-F43E-43A1-B9BC-2DAC41153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33FB2A-569D-4A62-B004-ED2DBAE2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D6AE6-7C9B-41AB-B475-9B6311B33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F03738-1209-4BA4-855B-8A5BBA752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778D78-6198-4132-ACD3-35B03CF630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63323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695F1-C0BE-465D-9A76-1C1FE978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E2AF00-C8A9-463E-A6CC-508682925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EAB900-4C07-49EA-8D6D-D864BFF9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7A403-60DD-49C4-9157-8D20C8B7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9B0E97-E8F0-4C4B-AFD8-AB4701F09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918513-BEE5-4660-B78B-439ECC80DD1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93394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AAE25-F1D2-46B6-B7E4-8D1009C44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088BD5-ACE8-46F9-B554-FDEDF19C3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40787F-97A1-4C5A-9020-0DAA843E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8053C-D53E-4B51-9FFD-348DEBAF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22F031-E1D8-47C3-84F4-9CBF047B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387BEE-DE21-4CB0-AFD1-737A8F8BFBE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81384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E3E41C-1DEE-42A1-A7D1-D20495FE1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AFD87-D344-49CF-B7FA-C44B8715A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CCF88A-5949-41AF-8210-A419FE520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0011E2-A0E4-4FBA-83A7-EF664E97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A05455B-FC24-40E1-9AA2-4FA6F59CE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2C0F28-2FCE-4A1D-8A56-987DBAE4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65AD73-1B8E-43A4-BAF9-F52C1D3ECB2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87327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68145C-35BC-472A-A52C-C85A3CB4E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04EEA9-D37C-4B5A-BE40-6387BBC28C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B8C2B88-1650-45D6-B71E-9C5821592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7ECB57-9A9D-46BA-ADB4-7B1F34A038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34F4400-198D-4527-859E-4BA486C8E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1D43A8-56B7-42DC-8500-00F4F8F60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5AE123C-D813-4F32-857F-C77B16C8F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918181-80A2-4FB1-93CB-B847E9E4D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CBFB64-8AC3-417D-899C-974CDAC724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4412176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0BB27-6FEE-4114-B953-D80AC1B81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519D07-7180-46C3-AE3B-4C29DBACC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D7630A8-4477-47E6-8647-896F4E5F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E109F6-E6BC-4FE0-B921-E5460C5AC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34BB1-EEC5-480E-8314-079F627D8AD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79675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2B5B3-D43D-46AB-B789-ACABAEC91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B9B1BB-66F7-4B27-AE58-E42F5E267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F1373-ECC0-4C36-A28F-9F2E1DAAB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75DFAA-E56D-46D5-8363-79762260DCF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25955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171A30-C6ED-4994-AD98-E431CD998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638C8F-D9B1-45F0-95EC-3FF409D4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DE8774-EA2C-405A-A606-E1CBBC4B4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761F97-27C1-400A-A97A-65158686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158576-D24A-4FCD-B263-DDF88758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BDF8A8-9154-49DD-B4AD-443117EE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F3DABA-5C3F-4E3B-98AA-CDE7D437DD6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247815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A70A06-DFD5-4D07-A96A-8B3B04CDA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5BCE19-5945-4376-A0E6-48B9C29497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B0841B-CFCA-4B22-BB27-93B59CB21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7D097-149C-4314-A806-5941C7D2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956171-D353-40EB-839B-B13EF1EA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05FED8-A50D-4B06-A80F-23353F470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F2D152-0FDE-422B-B89B-A1AD94C175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24067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34184-1BED-4DBB-9BE9-1AEBFC93B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CB68DF-2427-4807-98BE-C4F511CF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A4F24D-C598-4BD4-9DF0-D0CE0ED5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2E68C1-9ECC-43DB-AF06-8BF86D25F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D8972A-5527-41A7-A150-1980535C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1140BF-861A-4280-9CD1-ED10B80C82B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567397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2F205C-CA62-4707-895A-2C6B370159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33F3EF-2C30-4F3B-8E95-A08F2404D6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666B52-7224-4957-A5A2-D0E528C5B9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905A7E-29AF-4A46-81A3-A71159F4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C84CE5-4E3A-4AC4-8779-B74A06531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40525-3F06-49E2-A748-6CC5DD8F0FD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61202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AF76B2D-9C80-4746-BED7-4BD07C5296C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E5A7B9-FF4F-467D-9A8B-07F87B0D67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78BCD58-2C41-4E89-8B16-DDEA1B41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35F34C7-E8BC-4EB0-BC88-13D51DF5D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C7DB4BD-80E2-4B80-842A-D49AD3A56A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21008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5A16BF-FC15-4015-AD27-13672696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E3DCFA-0DB9-44A8-931B-649EFAF1803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2B2E4A-9B7D-4DB7-ABEB-EB8C31A153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40A959-29D3-4688-9698-54993633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830FA2-4FC4-44F6-9379-9F29F3753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3B34372-B800-44A3-958D-6C9CDCB6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8433071-55F6-4E57-A3DB-892B03D2D0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73158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CF5983-CF4F-4098-820B-748CE5B49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1845AD-1D3F-4ED7-A262-C9B2B417F5C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A02C37-DF53-481D-BB5A-D2AEF0D0E149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9E594786-C67C-4F5B-94A1-1C5C395BAB2E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ECB574D2-7E71-4E0B-8F40-254BF56C8F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9B1D9FD2-CBC4-46A3-9663-373E283BD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BC502C27-339F-4A38-A1B9-D0EAF596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F3459CC-AA0F-4F71-AB37-48BCA6C165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184035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27ADC-D0E8-4CF1-97BE-AD47611C2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6B0935-315A-4C51-B48E-B30CD737AA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C8EC4C-70AB-4696-8FD1-B4AD6868DF1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E6F91C9-775B-42D7-97DC-92474148202B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50CB4738-096C-4B8B-8ECD-A1EE28BF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A3293968-E450-4489-B09A-61C3F3E2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6D77ACF-D564-486F-9FE6-7C1F43EE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F49BF2B-CAC9-44A8-B331-8999FB2D1CA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343224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64C277-BDE9-4FC6-AA6E-DDF7C3718E48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17E6FF-7288-4E16-BDC1-17F8B3899DC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4E26EC3-8396-4168-A53F-B19A844F52DE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1F28DE92-3EEE-463C-BE83-B6F7FA4E1922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7A3114-529F-4A3D-9033-E026ECB217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2C1BD23-C460-46D3-948B-AE964530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A8744B2-738D-4F7C-B4FB-328B270E7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3D037C9-0191-46F0-93BE-6ADD8031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090E75A-3F49-4896-AAE6-CC50FE562A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92198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998A-E499-44AB-A31D-C384DEA79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267614DF-F43F-498A-9289-8A38A732CB09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56525E-3C15-4CFA-8A74-DE2049C2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1BB91-1BC6-4FD3-9688-38600AC9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F00E4A-7740-4D64-98D5-4B63BAC0D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C76DC495-66BA-48AA-88A9-3984D406F8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8559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97750E-779B-4963-AADA-AF92B43947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3B2DFB-70DC-4A66-90C3-B757146A8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8ACFBA-0D24-4FAC-9D4A-7798B0B82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32CCF-5165-4A75-838E-83472700D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662FA4-4FE3-4F4C-B335-13BD21CA6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3C6727-72F3-4AA9-8F5B-F57F624DA24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660492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8C15FD-A8C9-4E59-B810-53471820B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06882-30A0-40E4-B670-88A9BE53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CCD491-2F82-4F07-AC62-6BC17CAE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FE9A4-786E-488B-B6B5-9D303D90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50761F-5489-4BC9-8AE9-97CB0F3F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1D6690-156C-463E-8D57-D67B689E9F6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33257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BF806B-397D-4464-ACDE-4088F1CD2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A334B4-6534-4353-A4E6-652C0E3F9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FDDCBC-7400-41B4-980C-5492AD6F4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FDC0E4-EA19-49EA-8233-6B0DBB6D4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33A94-36A3-4F50-8D07-802F7758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1C0815-61D0-49F9-8385-A8BF6692E2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756257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4BC585-43B8-4356-A48B-C3E80EC3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5514B-BC49-4D31-BB4B-BB4772AC9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E084A4-1C2C-4660-B623-5331899E96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F115BD-10B7-44E6-8B08-39AF56A08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4A86CB-1C62-4717-AA64-964BD986B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72A373-A11A-4D87-ACD9-E11E3BC0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E85ED-25B5-4B34-931C-062E2A2A77C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41021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61A153-1ADD-4026-870D-E49E7CBD7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49929-988A-4DD7-99DA-795AAC05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FF13A2-9163-4177-941D-A16A29E1E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EF4AA0-C3B2-451D-9401-66E9EA3298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A89BD32-5E25-4AEC-AEAA-6FB134D4DA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03E099E-6558-4C3E-973C-B127E7970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88C008E-40D5-477F-B917-A19C4B98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9D2A9E-E6FB-4C28-803D-21B3B582B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58C2F0-9686-4809-B64A-1545AAA9D8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11975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9A3D3-2355-4930-A325-B7D8FD64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3259C5E-0FD7-469C-A201-D2E4EEB78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9A797-C558-49C4-A395-C42AA8AF8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1E8ABA-5B27-408D-AB94-4ADDC6DC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DC3E91-F5C5-4F40-A086-81651EFBBB8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51550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BB10249-FAA5-4327-AC34-651EA6137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100432A-8CBD-4C70-952D-0F40F23FB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AE6DFA-AF52-4D60-8709-9E8510C4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EF7207-716C-44C9-AD30-6A3D3705E1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8940787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5363A-6615-4FF0-8095-412DB878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525028-3948-4354-94D5-F2B554581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A64FA3-10EA-40A5-947F-3F7F708D4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133910-A6C6-46C8-ABF8-3D9E179D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18D0E-7658-4656-BAB7-CD4D4A51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86119C-A4F1-4FF6-B382-EFA40724B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1405AC-BA9E-40EA-9D6B-6F2DD887028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48346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C93E9B-C1C8-4F3C-906D-5008B395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B9314F-5E52-4DAD-91CA-0DA5620E73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D70641-F82B-42B7-8330-0748F2D1F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D639860-6041-44DE-A98B-FD7A9B89C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CC0C82-1609-4CAB-B8D5-F8E3A26F9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97150E-4E16-4C1F-873A-F2F7B3213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FD2C4-A9BE-4F2D-8A6B-99A98C50CB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615523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8D3C2-5F02-4B50-B517-D09361B5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363BC3-4E4E-45A4-853A-823229FDA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513000-BE7A-4654-BE13-953976CA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8B0F45-B3B3-46A2-8378-2B56BDAA5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468B6B-A954-419D-B8DC-853846B0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4EBF1-0B5E-453D-94E8-D1A25A3DD28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703025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6C696E2-A2CD-432E-966F-88A82B3B1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E70B52-B99E-43E8-9C12-B542EBD27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CFC5FD-8F96-4A44-9BE7-501595555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EF5A0-3EF2-4F6D-BB4D-4687DAA68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8169D5-4837-48CD-9A76-2F10282FF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4421C-39FD-4D93-9EE3-306FD25240F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55516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5692214-9629-4907-829C-EC07A6580DE2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02CF5D-BAE3-4D85-904B-BEB2C2A0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15460C5-95D4-458A-9F05-B8197EF36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C5AEBF-69F4-4D5A-B96B-45F80A42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D4C281C-EC9F-4F73-877A-62DB792442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288375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7DC3B4-9EC6-4068-BF30-10167B9A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727DA5-CAAC-4BCF-8145-F9E0D8D2958B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66F125-0F08-4848-BB91-CA8461C16A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E80C98-52BA-4442-BE30-253498E633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8033C-087E-43A3-9731-73C0E7233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A1ADD0-45C8-45D1-BBD0-0FBAB7611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3D9A104-1C42-4669-B2D0-236194F68A4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958636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E13B4-E8FE-4A28-9023-4E7BD3664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101A4-D030-48A0-A250-98A8005E20F9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3324846-33BF-4C9A-875D-850B6A39E0B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29A61DB0-0465-45B0-A672-8D4B881FEDE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07FEE910-A0DC-473D-9B68-7360D27773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9E037BEF-3815-4BE1-B719-1412FD60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0A838BF3-3C9C-4E36-AB7B-301EED6D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B54A6A9-4487-49D8-916D-23BE20B2821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711351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0A094-CEEA-41E4-ADAA-856041D6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38415-D333-4942-AD85-C74D69369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F2B034-FD16-4B96-AF4B-86354BBC0287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35B13E8F-CC81-44C5-89CA-8A1791793994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D63279FE-D4DB-4B25-AB21-3CA015C6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4CD34919-B2DA-4C2E-B963-7BE59926B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2A65028-8EFF-4B7D-A34E-38EE1FCB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5756E6D7-E6CA-471D-BE33-BF3A6B7887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96575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39E2BC-E991-4830-BC63-F7435579B9AE}"/>
              </a:ext>
            </a:extLst>
          </p:cNvPr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E2D950-2A24-4376-BC33-B76396A7BEF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CB6799-327A-4753-BBEA-F32D1281EE9D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542A8EB-6519-4A7E-AFE9-7F9860300DC1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11245E-C2A6-4FF3-85BE-ECD4BBFA3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9AD4D1-49BE-4936-8C7E-A296F6182B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CBE135-ED6E-4A05-9938-43C3449F1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22C947A-F7B5-4F81-8B8E-5472D1AD9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DED4530-302B-4DC2-A974-1D97BBD02BA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490334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79EB5-54DB-4D25-B301-8E94B757D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>
            <a:extLst>
              <a:ext uri="{FF2B5EF4-FFF2-40B4-BE49-F238E27FC236}">
                <a16:creationId xmlns:a16="http://schemas.microsoft.com/office/drawing/2014/main" id="{D091AC8C-D914-4E6D-834D-83847252B043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B95AC4-69DB-4A94-B27A-68FC3E9465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6EC8AD-EB8C-4778-B81B-B8A333FEE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AF05F3-D39D-4F6C-B5DC-14756E77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1806FEAD-B4DD-4C6E-AE65-637DA22008C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1112719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2" name="Group 2">
            <a:extLst>
              <a:ext uri="{FF2B5EF4-FFF2-40B4-BE49-F238E27FC236}">
                <a16:creationId xmlns:a16="http://schemas.microsoft.com/office/drawing/2014/main" id="{6207D610-6A20-48EE-B110-B8047DC58CB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8458200" cy="5943600"/>
            <a:chOff x="0" y="0"/>
            <a:chExt cx="5328" cy="3744"/>
          </a:xfrm>
        </p:grpSpPr>
        <p:sp>
          <p:nvSpPr>
            <p:cNvPr id="25603" name="Freeform 3">
              <a:extLst>
                <a:ext uri="{FF2B5EF4-FFF2-40B4-BE49-F238E27FC236}">
                  <a16:creationId xmlns:a16="http://schemas.microsoft.com/office/drawing/2014/main" id="{1690862A-ACA5-42C9-968C-262977EE53B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440"/>
              <a:ext cx="5155" cy="2304"/>
            </a:xfrm>
            <a:custGeom>
              <a:avLst/>
              <a:gdLst>
                <a:gd name="T0" fmla="*/ 5154 w 5155"/>
                <a:gd name="T1" fmla="*/ 1769 h 2304"/>
                <a:gd name="T2" fmla="*/ 0 w 5155"/>
                <a:gd name="T3" fmla="*/ 2304 h 2304"/>
                <a:gd name="T4" fmla="*/ 0 w 5155"/>
                <a:gd name="T5" fmla="*/ 1252 h 2304"/>
                <a:gd name="T6" fmla="*/ 5155 w 5155"/>
                <a:gd name="T7" fmla="*/ 0 h 2304"/>
                <a:gd name="T8" fmla="*/ 5155 w 5155"/>
                <a:gd name="T9" fmla="*/ 1416 h 2304"/>
                <a:gd name="T10" fmla="*/ 5154 w 5155"/>
                <a:gd name="T11" fmla="*/ 1769 h 2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55" h="2304">
                  <a:moveTo>
                    <a:pt x="5154" y="1769"/>
                  </a:moveTo>
                  <a:lnTo>
                    <a:pt x="0" y="2304"/>
                  </a:lnTo>
                  <a:lnTo>
                    <a:pt x="0" y="1252"/>
                  </a:lnTo>
                  <a:lnTo>
                    <a:pt x="5155" y="0"/>
                  </a:lnTo>
                  <a:lnTo>
                    <a:pt x="5155" y="1416"/>
                  </a:lnTo>
                  <a:lnTo>
                    <a:pt x="5154" y="176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84706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4" name="Freeform 4">
              <a:extLst>
                <a:ext uri="{FF2B5EF4-FFF2-40B4-BE49-F238E27FC236}">
                  <a16:creationId xmlns:a16="http://schemas.microsoft.com/office/drawing/2014/main" id="{CEDD7CBF-081C-495D-B2C1-4A2D0B5B34C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5328" cy="3689"/>
            </a:xfrm>
            <a:custGeom>
              <a:avLst/>
              <a:gdLst>
                <a:gd name="T0" fmla="*/ 5311 w 5328"/>
                <a:gd name="T1" fmla="*/ 3209 h 3689"/>
                <a:gd name="T2" fmla="*/ 0 w 5328"/>
                <a:gd name="T3" fmla="*/ 3689 h 3689"/>
                <a:gd name="T4" fmla="*/ 0 w 5328"/>
                <a:gd name="T5" fmla="*/ 9 h 3689"/>
                <a:gd name="T6" fmla="*/ 5328 w 5328"/>
                <a:gd name="T7" fmla="*/ 0 h 3689"/>
                <a:gd name="T8" fmla="*/ 5311 w 5328"/>
                <a:gd name="T9" fmla="*/ 3209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28" h="3689">
                  <a:moveTo>
                    <a:pt x="5311" y="3209"/>
                  </a:moveTo>
                  <a:lnTo>
                    <a:pt x="0" y="3689"/>
                  </a:lnTo>
                  <a:lnTo>
                    <a:pt x="0" y="9"/>
                  </a:lnTo>
                  <a:lnTo>
                    <a:pt x="5328" y="0"/>
                  </a:lnTo>
                  <a:lnTo>
                    <a:pt x="5311" y="3209"/>
                  </a:lnTo>
                  <a:close/>
                </a:path>
              </a:pathLst>
            </a:custGeom>
            <a:gradFill rotWithShape="1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605" name="Rectangle 5">
            <a:extLst>
              <a:ext uri="{FF2B5EF4-FFF2-40B4-BE49-F238E27FC236}">
                <a16:creationId xmlns:a16="http://schemas.microsoft.com/office/drawing/2014/main" id="{ED37BAAD-AE2A-4557-ADDD-97355B453A7C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5549447C-CA64-4ECF-8176-1E229F52078D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CD78A083-4DE5-4CFE-9737-15E9D5B8A2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25608" name="Rectangle 8">
            <a:extLst>
              <a:ext uri="{FF2B5EF4-FFF2-40B4-BE49-F238E27FC236}">
                <a16:creationId xmlns:a16="http://schemas.microsoft.com/office/drawing/2014/main" id="{B8153492-FC23-463C-90DD-10FC28B4BF5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34CF778C-CA1A-4EB4-B46A-9CD34F4AB098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25609" name="Rectangle 9">
            <a:extLst>
              <a:ext uri="{FF2B5EF4-FFF2-40B4-BE49-F238E27FC236}">
                <a16:creationId xmlns:a16="http://schemas.microsoft.com/office/drawing/2014/main" id="{DC5F5169-8089-4A9B-B216-3FD6C65218E5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234266929"/>
      </p:ext>
    </p:extLst>
  </p:cSld>
  <p:clrMapOvr>
    <a:masterClrMapping/>
  </p:clrMapOvr>
  <p:transition>
    <p:blinds dir="vert"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6F48C-44BD-445C-9A82-BAA560B5F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A2DEF1-AAD0-4A28-A9C4-59C36432A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07C316-6039-4F3F-86C4-DCA81BF4F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8B4D76-BB84-4B5F-B1ED-91A253DCF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17E22-F11B-47FE-A42A-61E532DB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D8C6F5-0A8F-46C1-9649-8BAC47713C6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2808896"/>
      </p:ext>
    </p:extLst>
  </p:cSld>
  <p:clrMapOvr>
    <a:masterClrMapping/>
  </p:clrMapOvr>
  <p:transition>
    <p:blinds dir="vert"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B878F-26A9-46DC-968D-3AF8BFD98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7C2BF1-9D26-47AA-A8D8-4F7CA1934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FF7485-078D-4F16-AB29-F33ED895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FB359B-7D15-4803-B44F-CFB11323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8E6E20-A7EF-4969-9282-692FEEB8E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519A39-B1D3-4471-AA4E-28333E6F60A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58177199"/>
      </p:ext>
    </p:extLst>
  </p:cSld>
  <p:clrMapOvr>
    <a:masterClrMapping/>
  </p:clrMapOvr>
  <p:transition>
    <p:blinds dir="vert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B8A59-A81E-47EF-ABB1-66E48AE87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521CF-45F7-4984-A8CA-83BD20EC22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E67F816-60C4-4352-8C7F-3C8188CE41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02F4F1-CC52-4210-99E6-AD39AA996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A0D512-B92D-4D64-AE7E-0CD86574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18BBB91-88FA-496B-B3EB-89E34D68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6B4A3-D4E4-4634-916D-3EFB98C48C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4679263"/>
      </p:ext>
    </p:extLst>
  </p:cSld>
  <p:clrMapOvr>
    <a:masterClrMapping/>
  </p:clrMapOvr>
  <p:transition>
    <p:blinds dir="vert"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DC7CC-4EC7-4DE6-871C-D3BFE3F4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92FD30-5BFF-4A19-9959-C04E78034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16C46B-6428-4FC6-9A19-6CCA22935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BCF999-D49F-483B-A820-BCA75D239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B29956-34BA-44F3-8649-862894E85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815482-7B3E-4ECC-9F2D-A375A6925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5E43D6-EACC-4709-B16D-18D777DDD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186D350-F41B-4BD4-ACA4-775707FB2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D364E4-3F58-4E45-9485-0E7469B728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6185510"/>
      </p:ext>
    </p:extLst>
  </p:cSld>
  <p:clrMapOvr>
    <a:masterClrMapping/>
  </p:clrMapOvr>
  <p:transition>
    <p:blinds dir="vert"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A5006-ADDD-4AA0-AEC5-ABBAEF2E7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59C0D3-CDF2-4974-B9F0-061827A2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80DA04-FAFF-404B-9327-6390634A3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6FBFE1-2036-4CCC-8552-78134166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5E1FC3-ACE5-4DE1-B601-9E831F859D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098264"/>
      </p:ext>
    </p:extLst>
  </p:cSld>
  <p:clrMapOvr>
    <a:masterClrMapping/>
  </p:clrMapOvr>
  <p:transition>
    <p:blinds dir="vert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329C0B-9DAD-473C-8AAA-6CAC3497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ADCFAF-59F8-4775-A2CF-AAB5639E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F20292-D583-4BAD-AC44-ED5D1345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61125E-82F0-4E8C-9329-2E2FEC28760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5894821"/>
      </p:ext>
    </p:extLst>
  </p:cSld>
  <p:clrMapOvr>
    <a:masterClrMapping/>
  </p:clrMapOvr>
  <p:transition>
    <p:blinds dir="vert"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D2A37C-66C7-4622-99EA-79969D6B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83C5D0-B6A8-46C7-A947-C00CF5A03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922384-9EEA-4969-8C9A-3670004BD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CEFDFD-5685-4750-9AE1-BE9974ED3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94DB87-E130-497F-92B4-86EE59F9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AC5471-72E7-4A69-8CC5-B52AB72F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082870-3DEE-4D3F-B0E3-EB39E54383A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880849"/>
      </p:ext>
    </p:extLst>
  </p:cSld>
  <p:clrMapOvr>
    <a:masterClrMapping/>
  </p:clrMapOvr>
  <p:transition>
    <p:blinds dir="vert"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321226-41BD-4A97-BC3F-7B4D3D0B4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479AFE2-F521-48EA-ADC2-CF5CDD2587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0338A-8CF2-48C2-BDDC-D82AA793D8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07D6CB-59CC-404B-BBB2-DF4A98DC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B51AA5-BCCD-40D5-A763-EA3543ED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FE78F5-EF96-4D92-9BB8-32997EA80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87F15F-1708-4E2B-8AA9-457A6E8855B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4119239"/>
      </p:ext>
    </p:extLst>
  </p:cSld>
  <p:clrMapOvr>
    <a:masterClrMapping/>
  </p:clrMapOvr>
  <p:transition>
    <p:blinds dir="vert"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35F21-0E43-4DE6-B7A0-FA4953ACB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63F1BD-9DBB-45D8-AE2D-9F96ADDCC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A56233-10A9-48D4-AD7F-6741CF90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DECCA5-33B0-4645-AC5A-FB00D405C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407BDF-907F-4DFD-9EB9-C6C37050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9D5DD-3271-437D-8D23-45A1D8CAFE0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74435177"/>
      </p:ext>
    </p:extLst>
  </p:cSld>
  <p:clrMapOvr>
    <a:masterClrMapping/>
  </p:clrMapOvr>
  <p:transition>
    <p:blinds dir="vert"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F4FB2D-C3AC-4594-851F-35C7B2021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2136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800CE8-D2E9-470A-B141-250C3EDF0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21362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E57B98-087C-46EC-B57B-7412C7387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116C9C-05FB-46B0-BD41-5E32736B9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664247-AC1A-4C8F-BB60-F052A5C97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993858-87F8-4011-9356-EAB786E161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1063431"/>
      </p:ext>
    </p:extLst>
  </p:cSld>
  <p:clrMapOvr>
    <a:masterClrMapping/>
  </p:clrMapOvr>
  <p:transition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2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6164D5A-489C-4248-AF96-F645F8AEC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C735D50-9945-4D5D-B25C-7B7470308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985941A-BCF8-4871-BB9C-21901B9E50E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‹#›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E74D7A2-6A39-4373-BEA9-CAEBAD4F1D1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99B10E-F8EA-4F76-A440-7C6D18B7484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solidFill>
                  <a:schemeClr val="tx1"/>
                </a:solidFill>
              </a:defRPr>
            </a:lvl1pPr>
          </a:lstStyle>
          <a:p>
            <a:fld id="{595680BE-DCF8-41D9-AA94-AB115261E6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4299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ransition>
    <p:zoom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B429889-C377-4344-8411-813B3AA45D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43E94E3-3CBD-4626-BD69-181D328FED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767255-E279-430F-B7FE-383E6EEA332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en-US" altLang="zh-CN"/>
              <a:t>‹#›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FDA718E-55E5-4805-BF83-993BDB5B698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CCB1E29-8A71-486C-95BB-7B14BA68AAC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7FA6D35-EA7F-4787-8A9B-8805485593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4444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9">
            <a:extLst>
              <a:ext uri="{FF2B5EF4-FFF2-40B4-BE49-F238E27FC236}">
                <a16:creationId xmlns:a16="http://schemas.microsoft.com/office/drawing/2014/main" id="{33707532-3883-41BD-9420-919E4556FE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24769" y="320113"/>
            <a:ext cx="7305992" cy="575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5371" name="Rectangle 11">
            <a:extLst>
              <a:ext uri="{FF2B5EF4-FFF2-40B4-BE49-F238E27FC236}">
                <a16:creationId xmlns:a16="http://schemas.microsoft.com/office/drawing/2014/main" id="{B2AD3E2D-3A3D-4B5E-9FF0-A1F7C6A7EB9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63770" y="6459605"/>
            <a:ext cx="518747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r>
              <a:rPr lang="en-US" altLang="zh-CN"/>
              <a:t>‹#›</a:t>
            </a:r>
            <a:endParaRPr lang="en-US" altLang="zh-CN" dirty="0"/>
          </a:p>
        </p:txBody>
      </p:sp>
      <p:sp>
        <p:nvSpPr>
          <p:cNvPr id="15372" name="Rectangle 12">
            <a:extLst>
              <a:ext uri="{FF2B5EF4-FFF2-40B4-BE49-F238E27FC236}">
                <a16:creationId xmlns:a16="http://schemas.microsoft.com/office/drawing/2014/main" id="{251BD657-367E-42D1-AD22-5D841EBD793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69748" y="6465656"/>
            <a:ext cx="2895600" cy="338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1" smtClean="0">
                <a:solidFill>
                  <a:schemeClr val="tx1"/>
                </a:solidFill>
                <a:effectLst/>
              </a:defRPr>
            </a:lvl1pPr>
          </a:lstStyle>
          <a:p>
            <a:pPr>
              <a:defRPr/>
            </a:pPr>
            <a:fld id="{B99CB850-45A1-4C06-90B9-AFD35F604E04}" type="datetime3">
              <a:rPr lang="zh-CN" altLang="en-US" smtClean="0"/>
              <a:pPr>
                <a:defRPr/>
              </a:pPr>
              <a:t>2019年10月9日星期三</a:t>
            </a:fld>
            <a:endParaRPr lang="en-US" altLang="zh-CN" dirty="0"/>
          </a:p>
        </p:txBody>
      </p:sp>
      <p:sp>
        <p:nvSpPr>
          <p:cNvPr id="15" name="Rectangle 8">
            <a:extLst>
              <a:ext uri="{FF2B5EF4-FFF2-40B4-BE49-F238E27FC236}">
                <a16:creationId xmlns:a16="http://schemas.microsoft.com/office/drawing/2014/main" id="{97F5FEE0-C94D-4C86-98BD-A08461FDF141}"/>
              </a:ext>
            </a:extLst>
          </p:cNvPr>
          <p:cNvSpPr>
            <a:spLocks noChangeArrowheads="1"/>
          </p:cNvSpPr>
          <p:nvPr/>
        </p:nvSpPr>
        <p:spPr bwMode="gray">
          <a:xfrm>
            <a:off x="602818" y="6380642"/>
            <a:ext cx="8226425" cy="31750"/>
          </a:xfrm>
          <a:prstGeom prst="rect">
            <a:avLst/>
          </a:prstGeom>
          <a:gradFill rotWithShape="0">
            <a:gsLst>
              <a:gs pos="87000">
                <a:schemeClr val="bg2"/>
              </a:gs>
              <a:gs pos="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pic>
        <p:nvPicPr>
          <p:cNvPr id="2050" name="Picture 2" descr="https://timgsa.baidu.com/timg?image&amp;quality=80&amp;size=b9999_10000&amp;sec=1513057428162&amp;di=37860fdf3c4871460953786bbfa26622&amp;imgtype=0&amp;src=http%3A%2F%2Fpic.baike.soso.com%2Fp%2F20111015%2F20111015115227-260268041.jpg">
            <a:extLst>
              <a:ext uri="{FF2B5EF4-FFF2-40B4-BE49-F238E27FC236}">
                <a16:creationId xmlns:a16="http://schemas.microsoft.com/office/drawing/2014/main" id="{2318C2BE-15EA-4A82-8C68-EB4236E68D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94" t="12080" r="11532" b="12880"/>
          <a:stretch/>
        </p:blipFill>
        <p:spPr bwMode="auto">
          <a:xfrm>
            <a:off x="428827" y="248004"/>
            <a:ext cx="677490" cy="6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s://timgsa.baidu.com/timg?image&amp;quality=80&amp;size=b9999_10000&amp;sec=1513060306437&amp;di=30658f392e20939a542ddf602e2badff&amp;imgtype=0&amp;src=http%3A%2F%2Fphotocdn.sohu.com%2F20160130%2Fmp57336747_1454147583329_1_th.png">
            <a:extLst>
              <a:ext uri="{FF2B5EF4-FFF2-40B4-BE49-F238E27FC236}">
                <a16:creationId xmlns:a16="http://schemas.microsoft.com/office/drawing/2014/main" id="{7A33D88C-FAA7-4E46-8DD1-45BB3E8CD8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7" t="40974" b="38513"/>
          <a:stretch/>
        </p:blipFill>
        <p:spPr bwMode="auto">
          <a:xfrm>
            <a:off x="7464668" y="6446811"/>
            <a:ext cx="1415562" cy="2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2" name="Rectangle 8">
            <a:extLst>
              <a:ext uri="{FF2B5EF4-FFF2-40B4-BE49-F238E27FC236}">
                <a16:creationId xmlns:a16="http://schemas.microsoft.com/office/drawing/2014/main" id="{B0A16393-7427-4CCB-805E-364FBB0B1A7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4336" y="918967"/>
            <a:ext cx="8226425" cy="31750"/>
          </a:xfrm>
          <a:prstGeom prst="rect">
            <a:avLst/>
          </a:prstGeom>
          <a:gradFill rotWithShape="0">
            <a:gsLst>
              <a:gs pos="1600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E2F7D08-FD33-484E-9182-6B281FB7CB5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07784" y="248004"/>
            <a:ext cx="31750" cy="1052513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txBody>
          <a:bodyPr wrap="none" anchor="ctr"/>
          <a:lstStyle>
            <a:lvl1pPr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1365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ransition>
    <p:blinds dir="vert"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3254394-5C1F-4EB6-BA2B-6595BA280D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D8CC96C-1DB1-48C5-8DC4-945B25C679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7E863B-9892-4211-B3D7-21E7F8620D1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9C660BB-7E5B-46B6-8DCD-C591C1D7A2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9B9DC2E-8B0F-4BBF-B136-996ACD28DD4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4D78A70-DE9D-4827-AC08-BFDDDDD9890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1208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5" r:id="rId12"/>
    <p:sldLayoutId id="2147483856" r:id="rId13"/>
    <p:sldLayoutId id="2147483857" r:id="rId14"/>
    <p:sldLayoutId id="2147483858" r:id="rId15"/>
    <p:sldLayoutId id="2147483859" r:id="rId16"/>
    <p:sldLayoutId id="2147483860" r:id="rId17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A657F14-D016-4B39-9A0E-ADB28F11F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281BC4-44D5-459A-A248-5641FA294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BA5E5FC-5FF9-418D-A1E1-2A925907922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1CB880F-B542-4403-A31C-34FFBACFA2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CF5EE90-B213-418D-AAD1-41D93CF3320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DC89C58-A50B-447A-A557-F5897BF123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33578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  <p:sldLayoutId id="2147483873" r:id="rId12"/>
    <p:sldLayoutId id="2147483874" r:id="rId13"/>
    <p:sldLayoutId id="2147483875" r:id="rId14"/>
    <p:sldLayoutId id="2147483876" r:id="rId15"/>
    <p:sldLayoutId id="2147483877" r:id="rId16"/>
    <p:sldLayoutId id="2147483878" r:id="rId17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 2">
            <a:extLst>
              <a:ext uri="{FF2B5EF4-FFF2-40B4-BE49-F238E27FC236}">
                <a16:creationId xmlns:a16="http://schemas.microsoft.com/office/drawing/2014/main" id="{D5FF1238-DC8F-4047-8A80-B2144091A1D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242175" cy="1981200"/>
            <a:chOff x="0" y="0"/>
            <a:chExt cx="4562" cy="1248"/>
          </a:xfrm>
        </p:grpSpPr>
        <p:sp>
          <p:nvSpPr>
            <p:cNvPr id="24579" name="Freeform 3">
              <a:extLst>
                <a:ext uri="{FF2B5EF4-FFF2-40B4-BE49-F238E27FC236}">
                  <a16:creationId xmlns:a16="http://schemas.microsoft.com/office/drawing/2014/main" id="{805DD35E-7BB3-41B4-82DE-6884D3148DC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583"/>
              <a:ext cx="4487" cy="665"/>
            </a:xfrm>
            <a:custGeom>
              <a:avLst/>
              <a:gdLst>
                <a:gd name="T0" fmla="*/ 4800 w 4806"/>
                <a:gd name="T1" fmla="*/ 299 h 665"/>
                <a:gd name="T2" fmla="*/ 0 w 4806"/>
                <a:gd name="T3" fmla="*/ 665 h 665"/>
                <a:gd name="T4" fmla="*/ 0 w 4806"/>
                <a:gd name="T5" fmla="*/ 0 h 665"/>
                <a:gd name="T6" fmla="*/ 4806 w 4806"/>
                <a:gd name="T7" fmla="*/ 1 h 665"/>
                <a:gd name="T8" fmla="*/ 4800 w 4806"/>
                <a:gd name="T9" fmla="*/ 153 h 665"/>
                <a:gd name="T10" fmla="*/ 4800 w 4806"/>
                <a:gd name="T11" fmla="*/ 299 h 6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06" h="665">
                  <a:moveTo>
                    <a:pt x="4800" y="299"/>
                  </a:moveTo>
                  <a:lnTo>
                    <a:pt x="0" y="665"/>
                  </a:lnTo>
                  <a:lnTo>
                    <a:pt x="0" y="0"/>
                  </a:lnTo>
                  <a:lnTo>
                    <a:pt x="4806" y="1"/>
                  </a:lnTo>
                  <a:lnTo>
                    <a:pt x="4800" y="153"/>
                  </a:lnTo>
                  <a:lnTo>
                    <a:pt x="4800" y="299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gamma/>
                    <a:shade val="94118"/>
                    <a:invGamma/>
                  </a:schemeClr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80" name="Freeform 4">
              <a:extLst>
                <a:ext uri="{FF2B5EF4-FFF2-40B4-BE49-F238E27FC236}">
                  <a16:creationId xmlns:a16="http://schemas.microsoft.com/office/drawing/2014/main" id="{374EB4C9-A694-44B5-BADC-1A31DF710F3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0"/>
              <a:ext cx="4562" cy="1199"/>
            </a:xfrm>
            <a:custGeom>
              <a:avLst/>
              <a:gdLst>
                <a:gd name="T0" fmla="*/ 4560 w 4562"/>
                <a:gd name="T1" fmla="*/ 932 h 1199"/>
                <a:gd name="T2" fmla="*/ 0 w 4562"/>
                <a:gd name="T3" fmla="*/ 1199 h 1199"/>
                <a:gd name="T4" fmla="*/ 0 w 4562"/>
                <a:gd name="T5" fmla="*/ 0 h 1199"/>
                <a:gd name="T6" fmla="*/ 4562 w 4562"/>
                <a:gd name="T7" fmla="*/ 0 h 1199"/>
                <a:gd name="T8" fmla="*/ 4560 w 4562"/>
                <a:gd name="T9" fmla="*/ 932 h 1199"/>
                <a:gd name="T10" fmla="*/ 4560 w 4562"/>
                <a:gd name="T11" fmla="*/ 93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562" h="1199">
                  <a:moveTo>
                    <a:pt x="4560" y="932"/>
                  </a:moveTo>
                  <a:lnTo>
                    <a:pt x="0" y="1199"/>
                  </a:lnTo>
                  <a:lnTo>
                    <a:pt x="0" y="0"/>
                  </a:lnTo>
                  <a:lnTo>
                    <a:pt x="4562" y="0"/>
                  </a:lnTo>
                  <a:lnTo>
                    <a:pt x="4560" y="932"/>
                  </a:lnTo>
                  <a:lnTo>
                    <a:pt x="4560" y="932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1" name="Rectangle 5">
            <a:extLst>
              <a:ext uri="{FF2B5EF4-FFF2-40B4-BE49-F238E27FC236}">
                <a16:creationId xmlns:a16="http://schemas.microsoft.com/office/drawing/2014/main" id="{74844A25-BBCE-459B-8AA8-F2A33491D3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83D0C654-8373-480A-A8B9-7ED7B1248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335AF203-EEE6-44B2-83D8-4B3B2A4F48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3C2D0B5B-F709-4D41-A1AC-F61EFF0FD84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zh-CN"/>
          </a:p>
        </p:txBody>
      </p:sp>
      <p:sp>
        <p:nvSpPr>
          <p:cNvPr id="24585" name="Rectangle 9">
            <a:extLst>
              <a:ext uri="{FF2B5EF4-FFF2-40B4-BE49-F238E27FC236}">
                <a16:creationId xmlns:a16="http://schemas.microsoft.com/office/drawing/2014/main" id="{0537B0E4-A918-42BF-8A8A-90231DAD335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6C4CF037-BDEB-48E3-81E7-7C44589C22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0345154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ransition>
    <p:blinds dir="vert"/>
  </p:transition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9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3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23.emf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image" Target="../media/image31.pn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9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33.png"/><Relationship Id="rId4" Type="http://schemas.openxmlformats.org/officeDocument/2006/relationships/image" Target="../media/image32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33.png"/><Relationship Id="rId2" Type="http://schemas.openxmlformats.org/officeDocument/2006/relationships/slideLayout" Target="../slideLayouts/slideLayout28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png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4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35.emf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7.emf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43.e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0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42.emf"/><Relationship Id="rId4" Type="http://schemas.openxmlformats.org/officeDocument/2006/relationships/image" Target="../media/image44.png"/><Relationship Id="rId9" Type="http://schemas.openxmlformats.org/officeDocument/2006/relationships/oleObject" Target="../embeddings/oleObject19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wmf"/><Relationship Id="rId13" Type="http://schemas.openxmlformats.org/officeDocument/2006/relationships/oleObject" Target="../embeddings/oleObject26.bin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49.e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6.e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48.e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50.e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52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51.wmf"/><Relationship Id="rId4" Type="http://schemas.openxmlformats.org/officeDocument/2006/relationships/oleObject" Target="../embeddings/oleObject27.bin"/><Relationship Id="rId9" Type="http://schemas.openxmlformats.org/officeDocument/2006/relationships/image" Target="../media/image53.emf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56.png"/><Relationship Id="rId7" Type="http://schemas.openxmlformats.org/officeDocument/2006/relationships/image" Target="../media/image55.wmf"/><Relationship Id="rId2" Type="http://schemas.openxmlformats.org/officeDocument/2006/relationships/slideLayout" Target="../slideLayouts/slideLayout35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31.bin"/><Relationship Id="rId11" Type="http://schemas.openxmlformats.org/officeDocument/2006/relationships/oleObject" Target="../embeddings/oleObject35.bin"/><Relationship Id="rId5" Type="http://schemas.openxmlformats.org/officeDocument/2006/relationships/image" Target="../media/image54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0.bin"/><Relationship Id="rId9" Type="http://schemas.openxmlformats.org/officeDocument/2006/relationships/oleObject" Target="../embeddings/oleObject33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oleObject" Target="../embeddings/oleObject41.bin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58.wmf"/><Relationship Id="rId12" Type="http://schemas.openxmlformats.org/officeDocument/2006/relationships/oleObject" Target="../embeddings/oleObject40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60.wmf"/><Relationship Id="rId5" Type="http://schemas.openxmlformats.org/officeDocument/2006/relationships/image" Target="../media/image57.emf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59.emf"/><Relationship Id="rId14" Type="http://schemas.openxmlformats.org/officeDocument/2006/relationships/image" Target="../media/image61.w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.bin"/><Relationship Id="rId13" Type="http://schemas.openxmlformats.org/officeDocument/2006/relationships/image" Target="../media/image64.wmf"/><Relationship Id="rId18" Type="http://schemas.openxmlformats.org/officeDocument/2006/relationships/oleObject" Target="../embeddings/oleObject53.bin"/><Relationship Id="rId3" Type="http://schemas.openxmlformats.org/officeDocument/2006/relationships/oleObject" Target="../embeddings/oleObject42.bin"/><Relationship Id="rId21" Type="http://schemas.openxmlformats.org/officeDocument/2006/relationships/oleObject" Target="../embeddings/oleObject56.bin"/><Relationship Id="rId7" Type="http://schemas.openxmlformats.org/officeDocument/2006/relationships/oleObject" Target="../embeddings/oleObject44.bin"/><Relationship Id="rId12" Type="http://schemas.openxmlformats.org/officeDocument/2006/relationships/oleObject" Target="../embeddings/oleObject48.bin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24.xml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5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0.wmf"/><Relationship Id="rId11" Type="http://schemas.openxmlformats.org/officeDocument/2006/relationships/image" Target="../media/image63.wmf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50.bin"/><Relationship Id="rId10" Type="http://schemas.openxmlformats.org/officeDocument/2006/relationships/oleObject" Target="../embeddings/oleObject47.bin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62.wmf"/><Relationship Id="rId9" Type="http://schemas.openxmlformats.org/officeDocument/2006/relationships/oleObject" Target="../embeddings/oleObject46.bin"/><Relationship Id="rId14" Type="http://schemas.openxmlformats.org/officeDocument/2006/relationships/oleObject" Target="../embeddings/oleObject49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7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62.wmf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8.bin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65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9.bin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7.wmf"/><Relationship Id="rId5" Type="http://schemas.openxmlformats.org/officeDocument/2006/relationships/oleObject" Target="../embeddings/oleObject60.bin"/><Relationship Id="rId4" Type="http://schemas.openxmlformats.org/officeDocument/2006/relationships/image" Target="../media/image66.wmf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4.bin"/><Relationship Id="rId2" Type="http://schemas.openxmlformats.org/officeDocument/2006/relationships/slideLayout" Target="../slideLayouts/slideLayout36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63.bin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8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image" Target="../media/image70.wmf"/><Relationship Id="rId1" Type="http://schemas.openxmlformats.org/officeDocument/2006/relationships/slideLayout" Target="../slideLayouts/slideLayout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E9A2F44-287A-4D16-B1EF-F79BB4E79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4637" y="2342216"/>
            <a:ext cx="5916157" cy="695360"/>
          </a:xfrm>
        </p:spPr>
        <p:txBody>
          <a:bodyPr/>
          <a:lstStyle/>
          <a:p>
            <a:r>
              <a:rPr lang="zh-CN" altLang="en-US" dirty="0"/>
              <a:t>第四部分  逻辑门电路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172E532A-91D6-4E0F-83FA-B4C2FAF57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994" y="3445937"/>
            <a:ext cx="6400800" cy="3017208"/>
          </a:xfrm>
        </p:spPr>
        <p:txBody>
          <a:bodyPr/>
          <a:lstStyle/>
          <a:p>
            <a:r>
              <a:rPr lang="zh-CN" altLang="en-US" dirty="0"/>
              <a:t>分立元件</a:t>
            </a:r>
            <a:endParaRPr lang="en-US" altLang="zh-CN" dirty="0"/>
          </a:p>
          <a:p>
            <a:r>
              <a:rPr lang="zh-CN" altLang="en-US" dirty="0"/>
              <a:t>分立元件门电路</a:t>
            </a:r>
            <a:endParaRPr lang="en-US" altLang="zh-CN" dirty="0"/>
          </a:p>
          <a:p>
            <a:r>
              <a:rPr lang="zh-CN" altLang="en-US" dirty="0"/>
              <a:t>集成</a:t>
            </a:r>
            <a:r>
              <a:rPr lang="en-US" altLang="zh-CN" dirty="0"/>
              <a:t>TTL</a:t>
            </a:r>
            <a:r>
              <a:rPr lang="zh-CN" altLang="en-US" dirty="0"/>
              <a:t>门电路</a:t>
            </a:r>
            <a:endParaRPr lang="en-US" altLang="zh-CN" dirty="0"/>
          </a:p>
          <a:p>
            <a:r>
              <a:rPr lang="zh-CN" altLang="en-US" dirty="0"/>
              <a:t>其他</a:t>
            </a:r>
            <a:r>
              <a:rPr lang="en-US" altLang="zh-CN" dirty="0"/>
              <a:t>TTL</a:t>
            </a:r>
            <a:r>
              <a:rPr lang="zh-CN" altLang="en-US" dirty="0"/>
              <a:t>门电路</a:t>
            </a:r>
            <a:endParaRPr lang="en-US" altLang="zh-CN" dirty="0"/>
          </a:p>
          <a:p>
            <a:r>
              <a:rPr lang="en-US" altLang="zh-CN" dirty="0"/>
              <a:t>CMOS</a:t>
            </a:r>
            <a:r>
              <a:rPr lang="zh-CN" altLang="en-US" dirty="0"/>
              <a:t>门电路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53375705"/>
      </p:ext>
    </p:extLst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473EB72-5603-45B6-90E3-16D8C4004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3662" y="264609"/>
            <a:ext cx="3271838" cy="533400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概述</a:t>
            </a:r>
            <a:endParaRPr lang="zh-CN" altLang="en-US" sz="3200" b="1" dirty="0"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3C7CC0F-F043-4AAD-A1D0-7198AF8CD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75423646-B892-46C4-876C-3944F6C841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37" y="215061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dirty="0"/>
              <a:t>门电路的分类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376194F-665B-44D8-902B-A29363568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4" y="3204378"/>
            <a:ext cx="2057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dirty="0"/>
              <a:t>两大类工艺技术的特点：</a:t>
            </a:r>
          </a:p>
        </p:txBody>
      </p:sp>
      <p:graphicFrame>
        <p:nvGraphicFramePr>
          <p:cNvPr id="4149" name="Group 53">
            <a:extLst>
              <a:ext uri="{FF2B5EF4-FFF2-40B4-BE49-F238E27FC236}">
                <a16:creationId xmlns:a16="http://schemas.microsoft.com/office/drawing/2014/main" id="{C56BC25B-D609-40A2-ABA8-D0460B92F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97337"/>
              </p:ext>
            </p:extLst>
          </p:nvPr>
        </p:nvGraphicFramePr>
        <p:xfrm>
          <a:off x="2426494" y="2859435"/>
          <a:ext cx="6096000" cy="160178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78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速度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功耗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集成度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TTL</a:t>
                      </a: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快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大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低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2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MOS</a:t>
                      </a:r>
                    </a:p>
                  </a:txBody>
                  <a:tcPr marT="45729" marB="45729" horzOverflow="overflow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慢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</a:t>
                      </a:r>
                      <a:r>
                        <a:rPr kumimoji="1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小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</a:t>
                      </a:r>
                      <a:r>
                        <a:rPr kumimoji="1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</a:t>
                      </a:r>
                    </a:p>
                  </a:txBody>
                  <a:tcPr marT="45729" marB="45729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0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50" name="Rectangle 54">
            <a:extLst>
              <a:ext uri="{FF2B5EF4-FFF2-40B4-BE49-F238E27FC236}">
                <a16:creationId xmlns:a16="http://schemas.microsoft.com/office/drawing/2014/main" id="{3611C033-D8BE-4D88-BAC6-785E97EA1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5096023"/>
            <a:ext cx="4626588" cy="437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/>
              <a:t>目前最常用的工艺</a:t>
            </a:r>
            <a:r>
              <a:rPr kumimoji="0" lang="en-US" altLang="zh-CN" sz="2800" dirty="0"/>
              <a:t>:    CMOS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3773050-BA7D-4169-AC3D-C48B01434F28}"/>
              </a:ext>
            </a:extLst>
          </p:cNvPr>
          <p:cNvSpPr/>
          <p:nvPr/>
        </p:nvSpPr>
        <p:spPr>
          <a:xfrm>
            <a:off x="482600" y="1056949"/>
            <a:ext cx="780508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门电路：</a:t>
            </a:r>
            <a:r>
              <a:rPr lang="zh-CN" altLang="en-US" dirty="0">
                <a:solidFill>
                  <a:schemeClr val="bg2"/>
                </a:solidFill>
                <a:latin typeface="楷体_GB2312" pitchFamily="49" charset="-122"/>
                <a:ea typeface="楷体_GB2312" pitchFamily="49" charset="-122"/>
              </a:rPr>
              <a:t>用以实现逻辑关系的单元电路，与基本逻辑关系相对应。</a:t>
            </a:r>
            <a:endParaRPr lang="zh-CN" alt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71249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utoUpdateAnimBg="0"/>
      <p:bldP spid="4102" grpId="0" autoUpdateAnimBg="0"/>
      <p:bldP spid="415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B48A4C-1338-4049-9C3F-6FD9AB151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294482"/>
            <a:ext cx="3276600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集成电路发展历史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714CD51-0944-4A81-A9A7-6B911D889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7E24B834-402A-4C04-ACC3-601E825910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914400"/>
            <a:ext cx="6477000" cy="257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/>
              <a:t>（</a:t>
            </a:r>
            <a:r>
              <a:rPr kumimoji="0" lang="en-US" altLang="zh-CN" sz="2800" dirty="0"/>
              <a:t>1</a:t>
            </a:r>
            <a:r>
              <a:rPr kumimoji="0" lang="zh-CN" altLang="en-US" sz="2800" dirty="0"/>
              <a:t>） </a:t>
            </a:r>
            <a:r>
              <a:rPr kumimoji="0" lang="en-US" altLang="zh-CN" sz="2800" dirty="0"/>
              <a:t>Small Scale IC       </a:t>
            </a:r>
            <a:r>
              <a:rPr kumimoji="0" lang="zh-CN" altLang="en-US" sz="2800" dirty="0"/>
              <a:t>（</a:t>
            </a:r>
            <a:r>
              <a:rPr kumimoji="0" lang="en-US" altLang="zh-CN" sz="2800" dirty="0"/>
              <a:t>SSI</a:t>
            </a:r>
            <a:r>
              <a:rPr kumimoji="0" lang="zh-CN" altLang="en-US" sz="2800" dirty="0"/>
              <a:t>） 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/>
              <a:t>         </a:t>
            </a:r>
            <a:r>
              <a:rPr kumimoji="0" lang="zh-CN" altLang="en-US" sz="2800" dirty="0">
                <a:latin typeface="宋体" panose="02010600030101010101" pitchFamily="2" charset="-122"/>
              </a:rPr>
              <a:t>小规模  </a:t>
            </a:r>
            <a:r>
              <a:rPr kumimoji="0" lang="en-US" altLang="zh-CN" sz="2800" dirty="0">
                <a:latin typeface="宋体" panose="02010600030101010101" pitchFamily="2" charset="-122"/>
              </a:rPr>
              <a:t>IC  1965</a:t>
            </a:r>
            <a:r>
              <a:rPr kumimoji="0" lang="zh-CN" altLang="en-US" sz="2800" dirty="0">
                <a:latin typeface="宋体" panose="02010600030101010101" pitchFamily="2" charset="-122"/>
              </a:rPr>
              <a:t>年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 规模：      </a:t>
            </a:r>
            <a:r>
              <a:rPr kumimoji="0" lang="en-US" altLang="zh-CN" sz="2800" dirty="0">
                <a:latin typeface="宋体" panose="02010600030101010101" pitchFamily="2" charset="-122"/>
              </a:rPr>
              <a:t>10</a:t>
            </a:r>
            <a:r>
              <a:rPr kumimoji="0" lang="zh-CN" altLang="en-US" sz="2800" dirty="0">
                <a:latin typeface="宋体" panose="02010600030101010101" pitchFamily="2" charset="-122"/>
              </a:rPr>
              <a:t>个门</a:t>
            </a:r>
            <a:r>
              <a:rPr kumimoji="0" lang="en-US" altLang="zh-CN" sz="2800" dirty="0">
                <a:latin typeface="宋体" panose="02010600030101010101" pitchFamily="2" charset="-122"/>
              </a:rPr>
              <a:t>/</a:t>
            </a:r>
            <a:r>
              <a:rPr kumimoji="0" lang="zh-CN" altLang="en-US" sz="2800" dirty="0"/>
              <a:t>片</a:t>
            </a:r>
            <a:r>
              <a:rPr kumimoji="0" lang="zh-CN" altLang="en-US" sz="2800" dirty="0">
                <a:latin typeface="宋体" panose="02010600030101010101" pitchFamily="2" charset="-122"/>
              </a:rPr>
              <a:t>电路以下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 主要产品：  门电路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/>
              <a:t>                                触发器（</a:t>
            </a:r>
            <a:r>
              <a:rPr kumimoji="0" lang="en-US" altLang="zh-CN" sz="2800" dirty="0"/>
              <a:t>Flip Flop</a:t>
            </a:r>
            <a:r>
              <a:rPr kumimoji="0" lang="zh-CN" altLang="en-US" sz="2800" dirty="0"/>
              <a:t>）</a:t>
            </a:r>
          </a:p>
        </p:txBody>
      </p:sp>
      <p:sp>
        <p:nvSpPr>
          <p:cNvPr id="6149" name="Text Box 5">
            <a:extLst>
              <a:ext uri="{FF2B5EF4-FFF2-40B4-BE49-F238E27FC236}">
                <a16:creationId xmlns:a16="http://schemas.microsoft.com/office/drawing/2014/main" id="{2D61483E-0CE4-4D4C-8FA4-B66329762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657600"/>
            <a:ext cx="6400800" cy="257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</a:rPr>
              <a:t>（</a:t>
            </a:r>
            <a:r>
              <a:rPr kumimoji="0" lang="en-US" altLang="zh-CN" sz="2800">
                <a:latin typeface="宋体" panose="02010600030101010101" pitchFamily="2" charset="-122"/>
              </a:rPr>
              <a:t>2</a:t>
            </a:r>
            <a:r>
              <a:rPr kumimoji="0" lang="zh-CN" altLang="en-US" sz="2800">
                <a:latin typeface="宋体" panose="02010600030101010101" pitchFamily="2" charset="-122"/>
              </a:rPr>
              <a:t>） </a:t>
            </a:r>
            <a:r>
              <a:rPr kumimoji="0" lang="en-US" altLang="zh-CN" sz="2800">
                <a:latin typeface="宋体" panose="02010600030101010101" pitchFamily="2" charset="-122"/>
              </a:rPr>
              <a:t>Medium Scale IC </a:t>
            </a:r>
            <a:r>
              <a:rPr kumimoji="0" lang="zh-CN" altLang="en-US" sz="2800">
                <a:latin typeface="宋体" panose="02010600030101010101" pitchFamily="2" charset="-122"/>
              </a:rPr>
              <a:t>（</a:t>
            </a:r>
            <a:r>
              <a:rPr kumimoji="0" lang="en-US" altLang="zh-CN" sz="2800">
                <a:latin typeface="宋体" panose="02010600030101010101" pitchFamily="2" charset="-122"/>
              </a:rPr>
              <a:t>MSI</a:t>
            </a:r>
            <a:r>
              <a:rPr kumimoji="0" lang="zh-CN" altLang="en-US" sz="280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</a:rPr>
              <a:t>     中规模 </a:t>
            </a:r>
            <a:r>
              <a:rPr kumimoji="0" lang="en-US" altLang="zh-CN" sz="2800">
                <a:latin typeface="宋体" panose="02010600030101010101" pitchFamily="2" charset="-122"/>
              </a:rPr>
              <a:t>IC     1970</a:t>
            </a:r>
            <a:r>
              <a:rPr kumimoji="0" lang="zh-CN" altLang="en-US" sz="2800">
                <a:latin typeface="宋体" panose="02010600030101010101" pitchFamily="2" charset="-122"/>
              </a:rPr>
              <a:t>年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</a:rPr>
              <a:t>     规模：</a:t>
            </a:r>
            <a:r>
              <a:rPr kumimoji="0" lang="en-US" altLang="zh-CN" sz="2800">
                <a:latin typeface="宋体" panose="02010600030101010101" pitchFamily="2" charset="-122"/>
              </a:rPr>
              <a:t>10</a:t>
            </a:r>
            <a:r>
              <a:rPr kumimoji="0" lang="zh-CN" altLang="en-US" sz="2800">
                <a:latin typeface="宋体" panose="02010600030101010101" pitchFamily="2" charset="-122"/>
              </a:rPr>
              <a:t>－</a:t>
            </a:r>
            <a:r>
              <a:rPr kumimoji="0" lang="en-US" altLang="zh-CN" sz="2800">
                <a:latin typeface="宋体" panose="02010600030101010101" pitchFamily="2" charset="-122"/>
              </a:rPr>
              <a:t>100</a:t>
            </a:r>
            <a:r>
              <a:rPr kumimoji="0" lang="zh-CN" altLang="en-US" sz="2800">
                <a:latin typeface="宋体" panose="02010600030101010101" pitchFamily="2" charset="-122"/>
              </a:rPr>
              <a:t>个门</a:t>
            </a:r>
            <a:r>
              <a:rPr kumimoji="0" lang="en-US" altLang="zh-CN" sz="2800">
                <a:latin typeface="宋体" panose="02010600030101010101" pitchFamily="2" charset="-122"/>
              </a:rPr>
              <a:t>/</a:t>
            </a:r>
            <a:r>
              <a:rPr kumimoji="0" lang="zh-CN" altLang="en-US" sz="2800"/>
              <a:t>片</a:t>
            </a:r>
            <a:endParaRPr kumimoji="0" lang="zh-CN" altLang="en-US" sz="280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</a:rPr>
              <a:t>     主要产品：逻辑功能部件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</a:rPr>
              <a:t>               </a:t>
            </a:r>
            <a:r>
              <a:rPr kumimoji="0" lang="en-US" altLang="zh-CN" sz="2800">
                <a:latin typeface="宋体" panose="02010600030101010101" pitchFamily="2" charset="-122"/>
              </a:rPr>
              <a:t>4</a:t>
            </a:r>
            <a:r>
              <a:rPr kumimoji="0" lang="zh-CN" altLang="en-US" sz="2800">
                <a:latin typeface="宋体" panose="02010600030101010101" pitchFamily="2" charset="-122"/>
              </a:rPr>
              <a:t>位</a:t>
            </a:r>
            <a:r>
              <a:rPr kumimoji="0" lang="en-US" altLang="zh-CN" sz="2800">
                <a:latin typeface="宋体" panose="02010600030101010101" pitchFamily="2" charset="-122"/>
              </a:rPr>
              <a:t>ALU</a:t>
            </a:r>
            <a:r>
              <a:rPr kumimoji="0" lang="zh-CN" altLang="en-US" sz="2800">
                <a:latin typeface="宋体" panose="02010600030101010101" pitchFamily="2" charset="-122"/>
              </a:rPr>
              <a:t>（</a:t>
            </a:r>
            <a:r>
              <a:rPr kumimoji="0" lang="en-US" altLang="zh-CN" sz="2800">
                <a:latin typeface="宋体" panose="02010600030101010101" pitchFamily="2" charset="-122"/>
              </a:rPr>
              <a:t>8</a:t>
            </a:r>
            <a:r>
              <a:rPr kumimoji="0" lang="zh-CN" altLang="en-US" sz="2800">
                <a:latin typeface="宋体" panose="02010600030101010101" pitchFamily="2" charset="-122"/>
              </a:rPr>
              <a:t>位寄存器）</a:t>
            </a:r>
          </a:p>
        </p:txBody>
      </p:sp>
    </p:spTree>
    <p:extLst>
      <p:ext uri="{BB962C8B-B14F-4D97-AF65-F5344CB8AC3E}">
        <p14:creationId xmlns:p14="http://schemas.microsoft.com/office/powerpoint/2010/main" val="3209423364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8" grpId="0" autoUpdateAnimBg="0"/>
      <p:bldP spid="614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E45BCEF-8A44-46F5-97D4-E4EBA9151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1100" y="324644"/>
            <a:ext cx="32766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</a:rPr>
              <a:t>集成电路发展历史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7A44ED7A-EBA7-4554-B742-662EAA85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7172" name="Text Box 4">
            <a:extLst>
              <a:ext uri="{FF2B5EF4-FFF2-40B4-BE49-F238E27FC236}">
                <a16:creationId xmlns:a16="http://schemas.microsoft.com/office/drawing/2014/main" id="{F57E7E80-FCFB-4C6B-B115-8490F7485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43000"/>
            <a:ext cx="8458200" cy="154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zh-CN" sz="2800" dirty="0">
                <a:latin typeface="宋体" panose="02010600030101010101" pitchFamily="2" charset="-122"/>
              </a:rPr>
              <a:t>(3)Large Scale IC  </a:t>
            </a:r>
            <a:r>
              <a:rPr kumimoji="0" lang="zh-CN" altLang="en-US" sz="2800" dirty="0">
                <a:latin typeface="宋体" panose="02010600030101010101" pitchFamily="2" charset="-122"/>
              </a:rPr>
              <a:t>（</a:t>
            </a:r>
            <a:r>
              <a:rPr kumimoji="0" lang="en-US" altLang="zh-CN" sz="2800" dirty="0">
                <a:latin typeface="宋体" panose="02010600030101010101" pitchFamily="2" charset="-122"/>
              </a:rPr>
              <a:t>LSI</a:t>
            </a:r>
            <a:r>
              <a:rPr kumimoji="0" lang="zh-CN" altLang="en-US" sz="2800" dirty="0">
                <a:latin typeface="宋体" panose="02010600030101010101" pitchFamily="2" charset="-122"/>
              </a:rPr>
              <a:t>） 大规模 </a:t>
            </a:r>
            <a:r>
              <a:rPr kumimoji="0" lang="en-US" altLang="zh-CN" sz="2800" dirty="0">
                <a:latin typeface="宋体" panose="02010600030101010101" pitchFamily="2" charset="-122"/>
              </a:rPr>
              <a:t>IC  1976</a:t>
            </a:r>
            <a:r>
              <a:rPr kumimoji="0" lang="zh-CN" altLang="en-US" sz="2800" dirty="0">
                <a:latin typeface="宋体" panose="02010600030101010101" pitchFamily="2" charset="-122"/>
              </a:rPr>
              <a:t>年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规模：</a:t>
            </a:r>
            <a:r>
              <a:rPr kumimoji="0" lang="en-US" altLang="zh-CN" sz="2800" dirty="0">
                <a:latin typeface="宋体" panose="02010600030101010101" pitchFamily="2" charset="-122"/>
              </a:rPr>
              <a:t>100</a:t>
            </a:r>
            <a:r>
              <a:rPr kumimoji="0" lang="zh-CN" altLang="en-US" sz="2800" dirty="0">
                <a:latin typeface="宋体" panose="02010600030101010101" pitchFamily="2" charset="-122"/>
              </a:rPr>
              <a:t>－</a:t>
            </a:r>
            <a:r>
              <a:rPr kumimoji="0" lang="en-US" altLang="zh-CN" sz="2800" dirty="0">
                <a:latin typeface="宋体" panose="02010600030101010101" pitchFamily="2" charset="-122"/>
              </a:rPr>
              <a:t>10000</a:t>
            </a:r>
            <a:r>
              <a:rPr kumimoji="0" lang="zh-CN" altLang="en-US" sz="2800" dirty="0">
                <a:latin typeface="宋体" panose="02010600030101010101" pitchFamily="2" charset="-122"/>
              </a:rPr>
              <a:t>个门</a:t>
            </a:r>
            <a:r>
              <a:rPr kumimoji="0" lang="en-US" altLang="zh-CN" sz="2800" dirty="0">
                <a:latin typeface="宋体" panose="02010600030101010101" pitchFamily="2" charset="-122"/>
              </a:rPr>
              <a:t>/</a:t>
            </a:r>
            <a:r>
              <a:rPr kumimoji="0" lang="zh-CN" altLang="en-US" sz="2800" dirty="0"/>
              <a:t>片</a:t>
            </a:r>
            <a:endParaRPr kumimoji="0" lang="zh-CN" altLang="en-US" sz="2800" dirty="0">
              <a:latin typeface="宋体" panose="02010600030101010101" pitchFamily="2" charset="-122"/>
            </a:endParaRP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主要产品：规模更大的功能部件 存储器，</a:t>
            </a:r>
            <a:r>
              <a:rPr kumimoji="0" lang="en-US" altLang="zh-CN" sz="2800" dirty="0">
                <a:latin typeface="宋体" panose="02010600030101010101" pitchFamily="2" charset="-122"/>
              </a:rPr>
              <a:t>8</a:t>
            </a:r>
            <a:r>
              <a:rPr kumimoji="0" lang="zh-CN" altLang="en-US" sz="2800" dirty="0">
                <a:latin typeface="宋体" panose="02010600030101010101" pitchFamily="2" charset="-122"/>
              </a:rPr>
              <a:t>位</a:t>
            </a:r>
            <a:r>
              <a:rPr kumimoji="0" lang="en-US" altLang="zh-CN" sz="2800" dirty="0">
                <a:latin typeface="宋体" panose="02010600030101010101" pitchFamily="2" charset="-122"/>
              </a:rPr>
              <a:t>CPU</a:t>
            </a:r>
          </a:p>
        </p:txBody>
      </p:sp>
      <p:sp>
        <p:nvSpPr>
          <p:cNvPr id="7173" name="Text Box 5">
            <a:extLst>
              <a:ext uri="{FF2B5EF4-FFF2-40B4-BE49-F238E27FC236}">
                <a16:creationId xmlns:a16="http://schemas.microsoft.com/office/drawing/2014/main" id="{B8755023-EEDF-42AA-BCB3-77F0C7B1C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124200"/>
            <a:ext cx="8915400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zh-CN" sz="2800" dirty="0"/>
              <a:t>(4)Very large </a:t>
            </a:r>
            <a:r>
              <a:rPr kumimoji="0" lang="en-US" altLang="zh-CN" sz="2800" dirty="0">
                <a:latin typeface="宋体" panose="02010600030101010101" pitchFamily="2" charset="-122"/>
              </a:rPr>
              <a:t>Scale IC </a:t>
            </a:r>
            <a:r>
              <a:rPr kumimoji="0" lang="zh-CN" altLang="en-US" sz="2800" dirty="0">
                <a:latin typeface="宋体" panose="02010600030101010101" pitchFamily="2" charset="-122"/>
              </a:rPr>
              <a:t>（</a:t>
            </a:r>
            <a:r>
              <a:rPr kumimoji="0" lang="en-US" altLang="zh-CN" sz="2800" dirty="0">
                <a:latin typeface="宋体" panose="02010600030101010101" pitchFamily="2" charset="-122"/>
              </a:rPr>
              <a:t>VLSI</a:t>
            </a:r>
            <a:r>
              <a:rPr kumimoji="0" lang="zh-CN" altLang="en-US" sz="2800" dirty="0">
                <a:latin typeface="宋体" panose="02010600030101010101" pitchFamily="2" charset="-122"/>
              </a:rPr>
              <a:t>）超</a:t>
            </a:r>
            <a:r>
              <a:rPr kumimoji="0" lang="zh-CN" altLang="en-US" sz="2800" dirty="0"/>
              <a:t>大规模 </a:t>
            </a:r>
            <a:r>
              <a:rPr kumimoji="0" lang="en-US" altLang="zh-CN" sz="2800" dirty="0"/>
              <a:t>IC   80</a:t>
            </a:r>
            <a:r>
              <a:rPr kumimoji="0" lang="zh-CN" altLang="en-US" sz="2800" dirty="0"/>
              <a:t>年代初  规模： </a:t>
            </a:r>
            <a:r>
              <a:rPr kumimoji="0" lang="en-US" altLang="zh-CN" sz="2800" dirty="0"/>
              <a:t>10000</a:t>
            </a:r>
            <a:r>
              <a:rPr kumimoji="0" lang="zh-CN" altLang="en-US" sz="2800" dirty="0"/>
              <a:t>个门以上多个子系统集成</a:t>
            </a:r>
            <a:endParaRPr lang="zh-CN" altLang="en-US" sz="2800" dirty="0"/>
          </a:p>
        </p:txBody>
      </p:sp>
      <p:sp>
        <p:nvSpPr>
          <p:cNvPr id="7174" name="Text Box 6">
            <a:extLst>
              <a:ext uri="{FF2B5EF4-FFF2-40B4-BE49-F238E27FC236}">
                <a16:creationId xmlns:a16="http://schemas.microsoft.com/office/drawing/2014/main" id="{5048285C-923C-40FC-9354-116F62D97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343400"/>
            <a:ext cx="63246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en-US" altLang="zh-CN" sz="2800" dirty="0"/>
              <a:t>(5)Ultra large </a:t>
            </a:r>
            <a:r>
              <a:rPr kumimoji="0" lang="en-US" altLang="zh-CN" sz="2800" dirty="0">
                <a:latin typeface="宋体" panose="02010600030101010101" pitchFamily="2" charset="-122"/>
              </a:rPr>
              <a:t>Scale IC </a:t>
            </a:r>
            <a:r>
              <a:rPr kumimoji="0" lang="zh-CN" altLang="en-US" sz="2800" dirty="0">
                <a:latin typeface="宋体" panose="02010600030101010101" pitchFamily="2" charset="-122"/>
              </a:rPr>
              <a:t>（</a:t>
            </a:r>
            <a:r>
              <a:rPr kumimoji="0" lang="en-US" altLang="zh-CN" sz="2800" dirty="0">
                <a:latin typeface="宋体" panose="02010600030101010101" pitchFamily="2" charset="-122"/>
              </a:rPr>
              <a:t>ULSI</a:t>
            </a:r>
            <a:r>
              <a:rPr kumimoji="0" lang="zh-CN" altLang="en-US" sz="2800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甚大规模</a:t>
            </a:r>
            <a:r>
              <a:rPr kumimoji="0" lang="en-US" altLang="zh-CN" sz="2800" dirty="0">
                <a:latin typeface="宋体" panose="02010600030101010101" pitchFamily="2" charset="-122"/>
              </a:rPr>
              <a:t>IC</a:t>
            </a:r>
            <a:r>
              <a:rPr kumimoji="0" lang="zh-CN" altLang="en-US" sz="2800" dirty="0">
                <a:latin typeface="宋体" panose="02010600030101010101" pitchFamily="2" charset="-122"/>
              </a:rPr>
              <a:t>（微处理器等）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每隔</a:t>
            </a:r>
            <a:r>
              <a:rPr kumimoji="0" lang="en-US" altLang="zh-CN" sz="2800" dirty="0">
                <a:latin typeface="宋体" panose="02010600030101010101" pitchFamily="2" charset="-122"/>
              </a:rPr>
              <a:t>18</a:t>
            </a:r>
            <a:r>
              <a:rPr kumimoji="0" lang="zh-CN" altLang="en-US" sz="2800" dirty="0">
                <a:latin typeface="宋体" panose="02010600030101010101" pitchFamily="2" charset="-122"/>
              </a:rPr>
              <a:t>个月，集成度翻一翻</a:t>
            </a:r>
          </a:p>
          <a:p>
            <a:pPr eaLnBrk="1" hangingPunct="1">
              <a:buClr>
                <a:schemeClr val="hlink"/>
              </a:buClr>
              <a:buSzPct val="70000"/>
              <a:buFont typeface="Wingdings" panose="05000000000000000000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</a:rPr>
              <a:t>   价格</a:t>
            </a:r>
            <a:r>
              <a:rPr kumimoji="0" lang="en-US" altLang="zh-CN" sz="2800" dirty="0">
                <a:latin typeface="宋体" panose="02010600030101010101" pitchFamily="2" charset="-122"/>
              </a:rPr>
              <a:t>1/2     </a:t>
            </a:r>
            <a:r>
              <a:rPr kumimoji="0" lang="zh-CN" altLang="en-US" sz="2800" dirty="0">
                <a:latin typeface="宋体" panose="02010600030101010101" pitchFamily="2" charset="-122"/>
              </a:rPr>
              <a:t>品种多    性能高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794921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autoUpdateAnimBg="0"/>
      <p:bldP spid="7172" grpId="0" autoUpdateAnimBg="0"/>
      <p:bldP spid="7173" grpId="0" autoUpdateAnimBg="0"/>
      <p:bldP spid="717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E0361CA9-41FA-47D4-BC01-A64E49EA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§4</a:t>
            </a: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—1 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分立元件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D2B6726D-F806-4D07-BF32-79734943D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" y="1038767"/>
            <a:ext cx="6953250" cy="588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0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dirty="0">
                <a:ea typeface="楷体_GB2312" pitchFamily="49" charset="-122"/>
              </a:rPr>
              <a:t>一、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楷体_GB2312" pitchFamily="49" charset="-122"/>
              </a:rPr>
              <a:t>半导体二极管的</a:t>
            </a:r>
            <a:r>
              <a:rPr lang="zh-CN" altLang="en-US" sz="3200" dirty="0">
                <a:ea typeface="楷体_GB2312" pitchFamily="49" charset="-122"/>
              </a:rPr>
              <a:t>开关特性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9471AA23-819F-4AD8-BAFC-DD911CCE9C6E}"/>
              </a:ext>
            </a:extLst>
          </p:cNvPr>
          <p:cNvSpPr txBox="1">
            <a:spLocks noChangeArrowheads="1"/>
          </p:cNvSpPr>
          <p:nvPr/>
        </p:nvSpPr>
        <p:spPr>
          <a:xfrm>
            <a:off x="214312" y="1911711"/>
            <a:ext cx="5604597" cy="1800225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600" indent="-609600"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一个二极管，具有单向导电性。</a:t>
            </a:r>
          </a:p>
          <a:p>
            <a:pPr marL="609600" indent="-609600"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外加正向电压时导通，相当于开关闭合；</a:t>
            </a:r>
          </a:p>
          <a:p>
            <a:pPr marL="609600" indent="-609600"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外加反向电压时截止，相当于开关断开。</a:t>
            </a:r>
          </a:p>
          <a:p>
            <a:pPr marL="609600" indent="-609600">
              <a:buFontTx/>
              <a:buNone/>
            </a:pPr>
            <a:r>
              <a:rPr lang="zh-CN" altLang="en-US" sz="2400" b="1" dirty="0">
                <a:ea typeface="楷体_GB2312" pitchFamily="49" charset="-122"/>
              </a:rPr>
              <a:t>正向导通压降：硅管</a:t>
            </a:r>
            <a:r>
              <a:rPr lang="en-US" altLang="zh-CN" sz="2400" b="1" dirty="0">
                <a:ea typeface="楷体_GB2312" pitchFamily="49" charset="-122"/>
              </a:rPr>
              <a:t>0.7V</a:t>
            </a:r>
            <a:r>
              <a:rPr lang="zh-CN" altLang="en-US" sz="2400" b="1" dirty="0">
                <a:ea typeface="楷体_GB2312" pitchFamily="49" charset="-122"/>
              </a:rPr>
              <a:t>，锗管</a:t>
            </a:r>
            <a:r>
              <a:rPr lang="en-US" altLang="zh-CN" sz="2400" b="1" dirty="0">
                <a:ea typeface="楷体_GB2312" pitchFamily="49" charset="-122"/>
              </a:rPr>
              <a:t>0.3V</a:t>
            </a:r>
            <a:r>
              <a:rPr lang="zh-CN" altLang="en-US" sz="2400" b="1" dirty="0">
                <a:ea typeface="楷体_GB2312" pitchFamily="49" charset="-122"/>
              </a:rPr>
              <a:t>。</a:t>
            </a:r>
          </a:p>
        </p:txBody>
      </p:sp>
      <p:pic>
        <p:nvPicPr>
          <p:cNvPr id="12" name="Picture 5" descr="3-2-1">
            <a:extLst>
              <a:ext uri="{FF2B5EF4-FFF2-40B4-BE49-F238E27FC236}">
                <a16:creationId xmlns:a16="http://schemas.microsoft.com/office/drawing/2014/main" id="{A2290E8B-265A-4DE0-98E6-93A3848B6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3650" y="206375"/>
            <a:ext cx="2736850" cy="322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7">
            <a:extLst>
              <a:ext uri="{FF2B5EF4-FFF2-40B4-BE49-F238E27FC236}">
                <a16:creationId xmlns:a16="http://schemas.microsoft.com/office/drawing/2014/main" id="{F84BB429-3147-4FD4-B72F-7B65C09F8E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02" y="4077132"/>
            <a:ext cx="3852862" cy="1800225"/>
          </a:xfrm>
          <a:prstGeom prst="rect">
            <a:avLst/>
          </a:prstGeom>
          <a:noFill/>
          <a:ln w="28575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hangingPunct="1"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IH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= </a:t>
            </a:r>
            <a:r>
              <a:rPr kumimoji="0" lang="en-US" altLang="zh-CN" sz="2400" i="1" dirty="0">
                <a:solidFill>
                  <a:srgbClr val="000000"/>
                </a:solidFill>
                <a:ea typeface="楷体_GB2312" pitchFamily="49" charset="-122"/>
              </a:rPr>
              <a:t>V</a:t>
            </a:r>
            <a:r>
              <a:rPr kumimoji="0" lang="en-US" altLang="zh-CN" sz="2400" baseline="-25000" dirty="0">
                <a:solidFill>
                  <a:srgbClr val="000000"/>
                </a:solidFill>
                <a:ea typeface="楷体_GB2312" pitchFamily="49" charset="-122"/>
              </a:rPr>
              <a:t>CC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	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截止，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OH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CC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= 0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	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导通，</a:t>
            </a:r>
            <a:r>
              <a:rPr kumimoji="0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OL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=0.7V</a:t>
            </a:r>
          </a:p>
        </p:txBody>
      </p:sp>
      <p:pic>
        <p:nvPicPr>
          <p:cNvPr id="50180" name="Picture 4" descr="âäºæç®¡çå¼å³ç­ææ¨¡åâçå¾çæç´¢ç»æ">
            <a:extLst>
              <a:ext uri="{FF2B5EF4-FFF2-40B4-BE49-F238E27FC236}">
                <a16:creationId xmlns:a16="http://schemas.microsoft.com/office/drawing/2014/main" id="{311F0EB4-4272-4AF2-A576-D05FD0B23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973" y="3869747"/>
            <a:ext cx="4762500" cy="238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35932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utoUpdateAnimBg="0"/>
      <p:bldP spid="11" grpId="0" animBg="1" autoUpdateAnimBg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C6360AC4-F288-4057-8311-9B4E5F59CA7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6863" y="775494"/>
            <a:ext cx="5761038" cy="585788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zh-CN" altLang="en-US" sz="2800" b="1" dirty="0">
                <a:ea typeface="楷体_GB2312" pitchFamily="49" charset="-122"/>
              </a:rPr>
              <a:t>二、半导体三极管的开关特性</a:t>
            </a:r>
            <a:endParaRPr lang="zh-CN" altLang="en-US" sz="2800" dirty="0"/>
          </a:p>
        </p:txBody>
      </p:sp>
      <p:sp>
        <p:nvSpPr>
          <p:cNvPr id="110596" name="Text Box 4">
            <a:extLst>
              <a:ext uri="{FF2B5EF4-FFF2-40B4-BE49-F238E27FC236}">
                <a16:creationId xmlns:a16="http://schemas.microsoft.com/office/drawing/2014/main" id="{0BE2EEC7-29EA-4368-AEF2-5E927612D1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1806575"/>
            <a:ext cx="34655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、三极管的基本开      关电路</a:t>
            </a:r>
          </a:p>
        </p:txBody>
      </p:sp>
      <p:pic>
        <p:nvPicPr>
          <p:cNvPr id="110597" name="Picture 5" descr="3-5-3">
            <a:extLst>
              <a:ext uri="{FF2B5EF4-FFF2-40B4-BE49-F238E27FC236}">
                <a16:creationId xmlns:a16="http://schemas.microsoft.com/office/drawing/2014/main" id="{3D3512C7-A36F-40B8-92A0-90DBEE960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13" y="3473450"/>
            <a:ext cx="3014662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598" name="AutoShape 6">
            <a:extLst>
              <a:ext uri="{FF2B5EF4-FFF2-40B4-BE49-F238E27FC236}">
                <a16:creationId xmlns:a16="http://schemas.microsoft.com/office/drawing/2014/main" id="{574C8938-041E-4DCE-8E46-16ED3DFC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1719263"/>
            <a:ext cx="5265737" cy="1665287"/>
          </a:xfrm>
          <a:prstGeom prst="wedgeEllipseCallout">
            <a:avLst>
              <a:gd name="adj1" fmla="val -66278"/>
              <a:gd name="adj2" fmla="val 143708"/>
            </a:avLst>
          </a:prstGeom>
          <a:solidFill>
            <a:srgbClr val="99CCFF">
              <a:alpha val="38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只要参数合理：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IL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OH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IH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导通，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0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OL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pic>
        <p:nvPicPr>
          <p:cNvPr id="110599" name="Picture 7" descr="图片1">
            <a:extLst>
              <a:ext uri="{FF2B5EF4-FFF2-40B4-BE49-F238E27FC236}">
                <a16:creationId xmlns:a16="http://schemas.microsoft.com/office/drawing/2014/main" id="{57513F26-21A5-4A8B-9ED6-A84989CEF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3" y="3519488"/>
            <a:ext cx="2654300" cy="2700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600" name="Line 8">
            <a:extLst>
              <a:ext uri="{FF2B5EF4-FFF2-40B4-BE49-F238E27FC236}">
                <a16:creationId xmlns:a16="http://schemas.microsoft.com/office/drawing/2014/main" id="{8DFAACBF-5933-4A01-B19E-FCF892F40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6713" y="5094288"/>
            <a:ext cx="3825875" cy="4048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63723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2" dur="2000"/>
                                        <p:tgtEl>
                                          <p:spTgt spid="11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0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110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build="p"/>
      <p:bldP spid="110596" grpId="0"/>
      <p:bldP spid="11059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E36DCB8-983B-4BAF-8509-92EFBED00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3056" y="157162"/>
            <a:ext cx="5073217" cy="679450"/>
          </a:xfrm>
          <a:noFill/>
          <a:ln/>
        </p:spPr>
        <p:txBody>
          <a:bodyPr/>
          <a:lstStyle/>
          <a:p>
            <a:r>
              <a:rPr lang="en-US" altLang="zh-CN" sz="3200" b="1" dirty="0">
                <a:ea typeface="楷体_GB2312" pitchFamily="49" charset="-122"/>
              </a:rPr>
              <a:t>2</a:t>
            </a:r>
            <a:r>
              <a:rPr lang="zh-CN" altLang="en-US" sz="3200" b="1" dirty="0">
                <a:ea typeface="楷体_GB2312" pitchFamily="49" charset="-122"/>
              </a:rPr>
              <a:t>、三极管的开关等效电路</a:t>
            </a:r>
          </a:p>
        </p:txBody>
      </p:sp>
      <p:pic>
        <p:nvPicPr>
          <p:cNvPr id="111619" name="Picture 3" descr="3-5-5">
            <a:extLst>
              <a:ext uri="{FF2B5EF4-FFF2-40B4-BE49-F238E27FC236}">
                <a16:creationId xmlns:a16="http://schemas.microsoft.com/office/drawing/2014/main" id="{A7A29885-73A7-409D-B115-65ACE0127C1E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7100" y="2438400"/>
            <a:ext cx="7110413" cy="2881313"/>
          </a:xfrm>
        </p:spPr>
      </p:pic>
      <p:sp>
        <p:nvSpPr>
          <p:cNvPr id="111620" name="Text Box 4">
            <a:extLst>
              <a:ext uri="{FF2B5EF4-FFF2-40B4-BE49-F238E27FC236}">
                <a16:creationId xmlns:a16="http://schemas.microsoft.com/office/drawing/2014/main" id="{135B01C5-1492-41C2-941D-64783E7AE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7002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截止状态</a:t>
            </a:r>
          </a:p>
        </p:txBody>
      </p:sp>
      <p:sp>
        <p:nvSpPr>
          <p:cNvPr id="111621" name="Text Box 5">
            <a:extLst>
              <a:ext uri="{FF2B5EF4-FFF2-40B4-BE49-F238E27FC236}">
                <a16:creationId xmlns:a16="http://schemas.microsoft.com/office/drawing/2014/main" id="{61EAC2E7-43FD-4510-9731-2486AC9AC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1700213"/>
            <a:ext cx="2376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饱和导通状态</a:t>
            </a:r>
          </a:p>
        </p:txBody>
      </p:sp>
      <p:sp>
        <p:nvSpPr>
          <p:cNvPr id="111622" name="Line 6">
            <a:extLst>
              <a:ext uri="{FF2B5EF4-FFF2-40B4-BE49-F238E27FC236}">
                <a16:creationId xmlns:a16="http://schemas.microsoft.com/office/drawing/2014/main" id="{F1C904F1-034C-4C37-AB95-C5C874CFEF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1700213"/>
            <a:ext cx="0" cy="432117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11624" name="Object 8">
            <a:extLst>
              <a:ext uri="{FF2B5EF4-FFF2-40B4-BE49-F238E27FC236}">
                <a16:creationId xmlns:a16="http://schemas.microsoft.com/office/drawing/2014/main" id="{F748E7C7-77DE-4831-8483-D1111792568F}"/>
              </a:ext>
            </a:extLst>
          </p:cNvPr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14232012"/>
              </p:ext>
            </p:extLst>
          </p:nvPr>
        </p:nvGraphicFramePr>
        <p:xfrm>
          <a:off x="6845300" y="1221220"/>
          <a:ext cx="1035050" cy="1216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10" name="Visio" r:id="rId5" imgW="1148138" imgH="1508325" progId="Visio.Drawing.11">
                  <p:embed/>
                </p:oleObj>
              </mc:Choice>
              <mc:Fallback>
                <p:oleObj name="Visio" r:id="rId5" imgW="1148138" imgH="1508325" progId="Visio.Drawing.11">
                  <p:embed/>
                  <p:pic>
                    <p:nvPicPr>
                      <p:cNvPr id="111624" name="Object 8">
                        <a:extLst>
                          <a:ext uri="{FF2B5EF4-FFF2-40B4-BE49-F238E27FC236}">
                            <a16:creationId xmlns:a16="http://schemas.microsoft.com/office/drawing/2014/main" id="{F748E7C7-77DE-4831-8483-D1111792568F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1221220"/>
                        <a:ext cx="1035050" cy="1216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01470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0" grpId="0"/>
      <p:bldP spid="1116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3-2-5">
            <a:extLst>
              <a:ext uri="{FF2B5EF4-FFF2-40B4-BE49-F238E27FC236}">
                <a16:creationId xmlns:a16="http://schemas.microsoft.com/office/drawing/2014/main" id="{D4B7FF3F-27B9-4F3F-ABDB-756777D44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0" y="741298"/>
            <a:ext cx="4547755" cy="273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947" name="AutoShape 3">
            <a:extLst>
              <a:ext uri="{FF2B5EF4-FFF2-40B4-BE49-F238E27FC236}">
                <a16:creationId xmlns:a16="http://schemas.microsoft.com/office/drawing/2014/main" id="{8B39F9CC-4161-44CB-9AF9-FB11AB5DF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079625"/>
            <a:ext cx="3213100" cy="1628775"/>
          </a:xfrm>
          <a:prstGeom prst="wedgeRoundRectCallout">
            <a:avLst>
              <a:gd name="adj1" fmla="val 71787"/>
              <a:gd name="adj2" fmla="val -40060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设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CC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= 5V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加到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A,B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的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=3V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       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IL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=0V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二极管导通时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DF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=0.7V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82948" name="Group 4">
            <a:extLst>
              <a:ext uri="{FF2B5EF4-FFF2-40B4-BE49-F238E27FC236}">
                <a16:creationId xmlns:a16="http://schemas.microsoft.com/office/drawing/2014/main" id="{5E23C613-694D-4FBC-82F8-524D016A8063}"/>
              </a:ext>
            </a:extLst>
          </p:cNvPr>
          <p:cNvGraphicFramePr>
            <a:graphicFrameLocks noGrp="1"/>
          </p:cNvGraphicFramePr>
          <p:nvPr/>
        </p:nvGraphicFramePr>
        <p:xfrm>
          <a:off x="684213" y="4076700"/>
          <a:ext cx="2303462" cy="2309813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1857961143"/>
                    </a:ext>
                  </a:extLst>
                </a:gridCol>
                <a:gridCol w="671512">
                  <a:extLst>
                    <a:ext uri="{9D8B030D-6E8A-4147-A177-3AD203B41FA5}">
                      <a16:colId xmlns:a16="http://schemas.microsoft.com/office/drawing/2014/main" val="252245264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537232239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2446668"/>
                  </a:ext>
                </a:extLst>
              </a:tr>
              <a:tr h="4810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501746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476813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0.7V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989367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3.7V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388983"/>
                  </a:ext>
                </a:extLst>
              </a:tr>
            </a:tbl>
          </a:graphicData>
        </a:graphic>
      </p:graphicFrame>
      <p:graphicFrame>
        <p:nvGraphicFramePr>
          <p:cNvPr id="82981" name="Group 37">
            <a:extLst>
              <a:ext uri="{FF2B5EF4-FFF2-40B4-BE49-F238E27FC236}">
                <a16:creationId xmlns:a16="http://schemas.microsoft.com/office/drawing/2014/main" id="{636EDA98-2468-4656-A959-AC244420DFC7}"/>
              </a:ext>
            </a:extLst>
          </p:cNvPr>
          <p:cNvGraphicFramePr>
            <a:graphicFrameLocks noGrp="1"/>
          </p:cNvGraphicFramePr>
          <p:nvPr/>
        </p:nvGraphicFramePr>
        <p:xfrm>
          <a:off x="5921375" y="3924300"/>
          <a:ext cx="2303463" cy="228600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2503507389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1908314419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995144503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26139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956496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264854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918722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738332"/>
                  </a:ext>
                </a:extLst>
              </a:tr>
            </a:tbl>
          </a:graphicData>
        </a:graphic>
      </p:graphicFrame>
      <p:grpSp>
        <p:nvGrpSpPr>
          <p:cNvPr id="83014" name="Group 70">
            <a:extLst>
              <a:ext uri="{FF2B5EF4-FFF2-40B4-BE49-F238E27FC236}">
                <a16:creationId xmlns:a16="http://schemas.microsoft.com/office/drawing/2014/main" id="{31544845-0654-4FD6-BF86-541DF1311AE4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4724400"/>
            <a:ext cx="2114550" cy="1171575"/>
            <a:chOff x="2154" y="2976"/>
            <a:chExt cx="1332" cy="738"/>
          </a:xfrm>
        </p:grpSpPr>
        <p:sp>
          <p:nvSpPr>
            <p:cNvPr id="83015" name="AutoShape 71">
              <a:extLst>
                <a:ext uri="{FF2B5EF4-FFF2-40B4-BE49-F238E27FC236}">
                  <a16:creationId xmlns:a16="http://schemas.microsoft.com/office/drawing/2014/main" id="{FC22F01C-B2D8-4260-9EE8-F6E24835F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58"/>
              <a:ext cx="1316" cy="363"/>
            </a:xfrm>
            <a:prstGeom prst="rightArrow">
              <a:avLst>
                <a:gd name="adj1" fmla="val 50000"/>
                <a:gd name="adj2" fmla="val 9063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016" name="Text Box 72">
              <a:extLst>
                <a:ext uri="{FF2B5EF4-FFF2-40B4-BE49-F238E27FC236}">
                  <a16:creationId xmlns:a16="http://schemas.microsoft.com/office/drawing/2014/main" id="{59F0FC90-BA0A-4D4F-940E-3669F55A9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4" y="2976"/>
              <a:ext cx="13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规定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3V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以上为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</a:p>
          </p:txBody>
        </p:sp>
        <p:sp>
          <p:nvSpPr>
            <p:cNvPr id="83017" name="Text Box 73">
              <a:extLst>
                <a:ext uri="{FF2B5EF4-FFF2-40B4-BE49-F238E27FC236}">
                  <a16:creationId xmlns:a16="http://schemas.microsoft.com/office/drawing/2014/main" id="{7009AFE3-F5D0-4269-BDFF-044B81A1B0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1" y="3464"/>
              <a:ext cx="13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0.7V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以下为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0</a:t>
              </a:r>
            </a:p>
          </p:txBody>
        </p:sp>
      </p:grpSp>
      <p:graphicFrame>
        <p:nvGraphicFramePr>
          <p:cNvPr id="83018" name="Object 74">
            <a:extLst>
              <a:ext uri="{FF2B5EF4-FFF2-40B4-BE49-F238E27FC236}">
                <a16:creationId xmlns:a16="http://schemas.microsoft.com/office/drawing/2014/main" id="{53230982-5B68-41E1-A791-2CFA0549DB77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684203290"/>
              </p:ext>
            </p:extLst>
          </p:nvPr>
        </p:nvGraphicFramePr>
        <p:xfrm>
          <a:off x="6822953" y="3206750"/>
          <a:ext cx="140188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name="Equation" r:id="rId4" imgW="520474" imgH="165028" progId="Equation.DSMT4">
                  <p:embed/>
                </p:oleObj>
              </mc:Choice>
              <mc:Fallback>
                <p:oleObj name="Equation" r:id="rId4" imgW="520474" imgH="165028" progId="Equation.DSMT4">
                  <p:embed/>
                  <p:pic>
                    <p:nvPicPr>
                      <p:cNvPr id="83018" name="Object 74">
                        <a:extLst>
                          <a:ext uri="{FF2B5EF4-FFF2-40B4-BE49-F238E27FC236}">
                            <a16:creationId xmlns:a16="http://schemas.microsoft.com/office/drawing/2014/main" id="{53230982-5B68-41E1-A791-2CFA0549DB7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2953" y="3206750"/>
                        <a:ext cx="1401885" cy="444500"/>
                      </a:xfrm>
                      <a:prstGeom prst="rect">
                        <a:avLst/>
                      </a:prstGeom>
                      <a:solidFill>
                        <a:srgbClr val="FF99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20" name="Rectangle 76">
            <a:extLst>
              <a:ext uri="{FF2B5EF4-FFF2-40B4-BE49-F238E27FC236}">
                <a16:creationId xmlns:a16="http://schemas.microsoft.com/office/drawing/2014/main" id="{258B06D6-9901-472F-841B-10A42F924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1263650"/>
            <a:ext cx="2593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、二极管与门 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4D1608B-5E17-4CFE-B98F-3FCF23BB7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396" y="292391"/>
            <a:ext cx="58881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1" hangingPunct="1"/>
            <a:r>
              <a:rPr kumimoji="0" lang="en-US" altLang="zh-CN" sz="3200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§4—2  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分立元件门电路</a:t>
            </a:r>
          </a:p>
        </p:txBody>
      </p:sp>
    </p:spTree>
    <p:extLst>
      <p:ext uri="{BB962C8B-B14F-4D97-AF65-F5344CB8AC3E}">
        <p14:creationId xmlns:p14="http://schemas.microsoft.com/office/powerpoint/2010/main" val="2491556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3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2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2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2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animBg="1"/>
      <p:bldP spid="83020" grpId="0"/>
      <p:bldP spid="1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0" name="Picture 2" descr="3-2-6">
            <a:extLst>
              <a:ext uri="{FF2B5EF4-FFF2-40B4-BE49-F238E27FC236}">
                <a16:creationId xmlns:a16="http://schemas.microsoft.com/office/drawing/2014/main" id="{1E9B580A-22F1-4B38-9B83-0142860E9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550" y="773113"/>
            <a:ext cx="4103688" cy="198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971" name="AutoShape 3">
            <a:extLst>
              <a:ext uri="{FF2B5EF4-FFF2-40B4-BE49-F238E27FC236}">
                <a16:creationId xmlns:a16="http://schemas.microsoft.com/office/drawing/2014/main" id="{39C85E1D-B7C4-4762-B6F7-EA46BB9A5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1268413"/>
            <a:ext cx="3257550" cy="1628775"/>
          </a:xfrm>
          <a:prstGeom prst="wedgeRoundRectCallout">
            <a:avLst>
              <a:gd name="adj1" fmla="val 78801"/>
              <a:gd name="adj2" fmla="val -54384"/>
              <a:gd name="adj3" fmla="val 1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设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CC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= 5V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加到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A,B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的 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IH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=3V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                     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IL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=0V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二极管导通时   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V</a:t>
            </a:r>
            <a:r>
              <a:rPr kumimoji="0" lang="en-US" altLang="zh-CN" sz="20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DF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=0.7V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83972" name="Group 4">
            <a:extLst>
              <a:ext uri="{FF2B5EF4-FFF2-40B4-BE49-F238E27FC236}">
                <a16:creationId xmlns:a16="http://schemas.microsoft.com/office/drawing/2014/main" id="{9E63D867-BB8B-47E3-9AFA-F0AAE042DBC2}"/>
              </a:ext>
            </a:extLst>
          </p:cNvPr>
          <p:cNvGraphicFramePr>
            <a:graphicFrameLocks noGrp="1"/>
          </p:cNvGraphicFramePr>
          <p:nvPr/>
        </p:nvGraphicFramePr>
        <p:xfrm>
          <a:off x="701675" y="3068638"/>
          <a:ext cx="2303463" cy="228600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3633859715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16235955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241148616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6462271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226793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2.3V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680489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2.3V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8710205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3V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2.3V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574723"/>
                  </a:ext>
                </a:extLst>
              </a:tr>
            </a:tbl>
          </a:graphicData>
        </a:graphic>
      </p:graphicFrame>
      <p:graphicFrame>
        <p:nvGraphicFramePr>
          <p:cNvPr id="84005" name="Group 37">
            <a:extLst>
              <a:ext uri="{FF2B5EF4-FFF2-40B4-BE49-F238E27FC236}">
                <a16:creationId xmlns:a16="http://schemas.microsoft.com/office/drawing/2014/main" id="{F3C9E5C5-2208-4835-A985-2777F43EF671}"/>
              </a:ext>
            </a:extLst>
          </p:cNvPr>
          <p:cNvGraphicFramePr>
            <a:graphicFrameLocks noGrp="1"/>
          </p:cNvGraphicFramePr>
          <p:nvPr/>
        </p:nvGraphicFramePr>
        <p:xfrm>
          <a:off x="5562600" y="2933700"/>
          <a:ext cx="2303463" cy="2286000"/>
        </p:xfrm>
        <a:graphic>
          <a:graphicData uri="http://schemas.openxmlformats.org/drawingml/2006/table">
            <a:tbl>
              <a:tblPr/>
              <a:tblGrid>
                <a:gridCol w="768350">
                  <a:extLst>
                    <a:ext uri="{9D8B030D-6E8A-4147-A177-3AD203B41FA5}">
                      <a16:colId xmlns:a16="http://schemas.microsoft.com/office/drawing/2014/main" val="1863544254"/>
                    </a:ext>
                  </a:extLst>
                </a:gridCol>
                <a:gridCol w="671513">
                  <a:extLst>
                    <a:ext uri="{9D8B030D-6E8A-4147-A177-3AD203B41FA5}">
                      <a16:colId xmlns:a16="http://schemas.microsoft.com/office/drawing/2014/main" val="225975148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355152146"/>
                    </a:ext>
                  </a:extLst>
                </a:gridCol>
              </a:tblGrid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4581734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463540"/>
                  </a:ext>
                </a:extLst>
              </a:tr>
              <a:tr h="3619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671090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353235"/>
                  </a:ext>
                </a:extLst>
              </a:tr>
              <a:tr h="3635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200741"/>
                  </a:ext>
                </a:extLst>
              </a:tr>
            </a:tbl>
          </a:graphicData>
        </a:graphic>
      </p:graphicFrame>
      <p:grpSp>
        <p:nvGrpSpPr>
          <p:cNvPr id="84038" name="Group 70">
            <a:extLst>
              <a:ext uri="{FF2B5EF4-FFF2-40B4-BE49-F238E27FC236}">
                <a16:creationId xmlns:a16="http://schemas.microsoft.com/office/drawing/2014/main" id="{02A0353B-D5B4-4558-99E8-8008FF56F633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3473450"/>
            <a:ext cx="2376488" cy="1179513"/>
            <a:chOff x="2143" y="2982"/>
            <a:chExt cx="1497" cy="743"/>
          </a:xfrm>
        </p:grpSpPr>
        <p:sp>
          <p:nvSpPr>
            <p:cNvPr id="84039" name="AutoShape 71">
              <a:extLst>
                <a:ext uri="{FF2B5EF4-FFF2-40B4-BE49-F238E27FC236}">
                  <a16:creationId xmlns:a16="http://schemas.microsoft.com/office/drawing/2014/main" id="{1E317F52-9542-4885-9778-D7A1F9C84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58"/>
              <a:ext cx="1316" cy="363"/>
            </a:xfrm>
            <a:prstGeom prst="rightArrow">
              <a:avLst>
                <a:gd name="adj1" fmla="val 50000"/>
                <a:gd name="adj2" fmla="val 90634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040" name="Text Box 72">
              <a:extLst>
                <a:ext uri="{FF2B5EF4-FFF2-40B4-BE49-F238E27FC236}">
                  <a16:creationId xmlns:a16="http://schemas.microsoft.com/office/drawing/2014/main" id="{86FAADA6-B370-4A99-BAD7-440B1F48E1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" y="2982"/>
              <a:ext cx="1497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规定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2.3V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以上为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1</a:t>
              </a:r>
            </a:p>
          </p:txBody>
        </p:sp>
        <p:sp>
          <p:nvSpPr>
            <p:cNvPr id="84041" name="Text Box 73">
              <a:extLst>
                <a:ext uri="{FF2B5EF4-FFF2-40B4-BE49-F238E27FC236}">
                  <a16:creationId xmlns:a16="http://schemas.microsoft.com/office/drawing/2014/main" id="{0D3802D0-91BB-4065-A5AF-A9CCFB7DA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5" y="3475"/>
              <a:ext cx="131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0V</a:t>
              </a: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以下为</a:t>
              </a:r>
              <a:r>
                <a:rPr kumimoji="0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楷体_GB2312" pitchFamily="49" charset="-122"/>
                  <a:cs typeface="+mn-cs"/>
                </a:rPr>
                <a:t>0</a:t>
              </a:r>
            </a:p>
          </p:txBody>
        </p:sp>
      </p:grpSp>
      <p:sp>
        <p:nvSpPr>
          <p:cNvPr id="84042" name="Rectangle 74">
            <a:extLst>
              <a:ext uri="{FF2B5EF4-FFF2-40B4-BE49-F238E27FC236}">
                <a16:creationId xmlns:a16="http://schemas.microsoft.com/office/drawing/2014/main" id="{C9CD78A7-3565-4323-923D-1A07A93C4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42925"/>
            <a:ext cx="2593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、二极管或门 </a:t>
            </a:r>
          </a:p>
        </p:txBody>
      </p:sp>
      <p:sp>
        <p:nvSpPr>
          <p:cNvPr id="84043" name="Text Box 75">
            <a:extLst>
              <a:ext uri="{FF2B5EF4-FFF2-40B4-BE49-F238E27FC236}">
                <a16:creationId xmlns:a16="http://schemas.microsoft.com/office/drawing/2014/main" id="{7E155E29-491E-4879-96D2-3F6AF6FF7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168525"/>
            <a:ext cx="1576388" cy="519113"/>
          </a:xfrm>
          <a:prstGeom prst="rect">
            <a:avLst/>
          </a:prstGeom>
          <a:solidFill>
            <a:srgbClr val="FF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F=A+B</a:t>
            </a:r>
          </a:p>
        </p:txBody>
      </p:sp>
      <p:sp>
        <p:nvSpPr>
          <p:cNvPr id="84044" name="Text Box 76">
            <a:extLst>
              <a:ext uri="{FF2B5EF4-FFF2-40B4-BE49-F238E27FC236}">
                <a16:creationId xmlns:a16="http://schemas.microsoft.com/office/drawing/2014/main" id="{9FBFE4E8-09EF-4AF7-A0A8-8B4BE82DF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5454650"/>
            <a:ext cx="7696200" cy="48577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二极管门电路缺点：存在电平偏移；带负载能力差。</a:t>
            </a:r>
          </a:p>
        </p:txBody>
      </p:sp>
      <p:sp>
        <p:nvSpPr>
          <p:cNvPr id="84045" name="Text Box 77">
            <a:extLst>
              <a:ext uri="{FF2B5EF4-FFF2-40B4-BE49-F238E27FC236}">
                <a16:creationId xmlns:a16="http://schemas.microsoft.com/office/drawing/2014/main" id="{2243A23C-DE62-46A2-B270-905A3C017C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200" y="6038850"/>
            <a:ext cx="5791200" cy="485775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适用场合：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电路的内部逻辑单元</a:t>
            </a:r>
          </a:p>
        </p:txBody>
      </p:sp>
    </p:spTree>
    <p:extLst>
      <p:ext uri="{BB962C8B-B14F-4D97-AF65-F5344CB8AC3E}">
        <p14:creationId xmlns:p14="http://schemas.microsoft.com/office/powerpoint/2010/main" val="3934378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3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3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1" dur="10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3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8" dur="10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40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40" dur="1000"/>
                                        <p:tgtEl>
                                          <p:spTgt spid="84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4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4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40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40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4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40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nimBg="1"/>
      <p:bldP spid="84042" grpId="0"/>
      <p:bldP spid="84043" grpId="0" animBg="1" autoUpdateAnimBg="0"/>
      <p:bldP spid="84044" grpId="0" animBg="1"/>
      <p:bldP spid="8404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642" name="Object 2">
            <a:extLst>
              <a:ext uri="{FF2B5EF4-FFF2-40B4-BE49-F238E27FC236}">
                <a16:creationId xmlns:a16="http://schemas.microsoft.com/office/drawing/2014/main" id="{AAE44EA8-4E24-4257-BEC7-2F848CE1D7B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629400" y="5562600"/>
          <a:ext cx="1273175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8" name="Equation" r:id="rId3" imgW="457200" imgH="164880" progId="Equation.DSMT4">
                  <p:embed/>
                </p:oleObj>
              </mc:Choice>
              <mc:Fallback>
                <p:oleObj name="Equation" r:id="rId3" imgW="457200" imgH="164880" progId="Equation.DSMT4">
                  <p:embed/>
                  <p:pic>
                    <p:nvPicPr>
                      <p:cNvPr id="112642" name="Object 2">
                        <a:extLst>
                          <a:ext uri="{FF2B5EF4-FFF2-40B4-BE49-F238E27FC236}">
                            <a16:creationId xmlns:a16="http://schemas.microsoft.com/office/drawing/2014/main" id="{AAE44EA8-4E24-4257-BEC7-2F848CE1D7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562600"/>
                        <a:ext cx="1273175" cy="460375"/>
                      </a:xfrm>
                      <a:prstGeom prst="rect">
                        <a:avLst/>
                      </a:prstGeom>
                      <a:solidFill>
                        <a:srgbClr val="FF99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3" name="Rectangle 3">
            <a:extLst>
              <a:ext uri="{FF2B5EF4-FFF2-40B4-BE49-F238E27FC236}">
                <a16:creationId xmlns:a16="http://schemas.microsoft.com/office/drawing/2014/main" id="{10D78E09-1D84-44FA-AA99-865F6B9DD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644" name="Text Box 4">
            <a:extLst>
              <a:ext uri="{FF2B5EF4-FFF2-40B4-BE49-F238E27FC236}">
                <a16:creationId xmlns:a16="http://schemas.microsoft.com/office/drawing/2014/main" id="{CF64968C-3F9E-49E8-A9EA-2C549C88F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4284663"/>
            <a:ext cx="6553200" cy="2100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66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分立元件门电路的特点：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）体积大、工作不可靠。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）需要不同电源。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）各种门的输入、输出电平不匹配。</a:t>
            </a:r>
          </a:p>
        </p:txBody>
      </p:sp>
      <p:graphicFrame>
        <p:nvGraphicFramePr>
          <p:cNvPr id="112645" name="Object 5">
            <a:extLst>
              <a:ext uri="{FF2B5EF4-FFF2-40B4-BE49-F238E27FC236}">
                <a16:creationId xmlns:a16="http://schemas.microsoft.com/office/drawing/2014/main" id="{71C6FD81-ED9F-4C8D-B732-97FA19E9D7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1200" y="3333750"/>
          <a:ext cx="101600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49" name="公式" r:id="rId5" imgW="101520" imgH="190440" progId="Equation.3">
                  <p:embed/>
                </p:oleObj>
              </mc:Choice>
              <mc:Fallback>
                <p:oleObj name="公式" r:id="rId5" imgW="101520" imgH="190440" progId="Equation.3">
                  <p:embed/>
                  <p:pic>
                    <p:nvPicPr>
                      <p:cNvPr id="112645" name="Object 5">
                        <a:extLst>
                          <a:ext uri="{FF2B5EF4-FFF2-40B4-BE49-F238E27FC236}">
                            <a16:creationId xmlns:a16="http://schemas.microsoft.com/office/drawing/2014/main" id="{71C6FD81-ED9F-4C8D-B732-97FA19E9D78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3333750"/>
                        <a:ext cx="101600" cy="19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6" name="Rectangle 6">
            <a:extLst>
              <a:ext uri="{FF2B5EF4-FFF2-40B4-BE49-F238E27FC236}">
                <a16:creationId xmlns:a16="http://schemas.microsoft.com/office/drawing/2014/main" id="{43B6B0D2-39C2-48E0-98AE-1B5D50013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3850"/>
            <a:ext cx="4419600" cy="6858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、三极管反相器</a:t>
            </a:r>
          </a:p>
        </p:txBody>
      </p:sp>
      <p:sp>
        <p:nvSpPr>
          <p:cNvPr id="112647" name="Text Box 7">
            <a:extLst>
              <a:ext uri="{FF2B5EF4-FFF2-40B4-BE49-F238E27FC236}">
                <a16:creationId xmlns:a16="http://schemas.microsoft.com/office/drawing/2014/main" id="{8946F795-E777-400E-AA4E-21952FC233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1432878"/>
            <a:ext cx="3048000" cy="1216025"/>
          </a:xfrm>
          <a:prstGeom prst="rect">
            <a:avLst/>
          </a:prstGeom>
          <a:noFill/>
          <a:ln w="2857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A=1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为高电平，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饱和导通，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CES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Y=0;</a:t>
            </a:r>
          </a:p>
        </p:txBody>
      </p:sp>
      <p:sp>
        <p:nvSpPr>
          <p:cNvPr id="112648" name="Text Box 8">
            <a:extLst>
              <a:ext uri="{FF2B5EF4-FFF2-40B4-BE49-F238E27FC236}">
                <a16:creationId xmlns:a16="http://schemas.microsoft.com/office/drawing/2014/main" id="{B9DCE60A-5036-44B4-B242-3CA0307DD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3743325"/>
            <a:ext cx="3048000" cy="1216025"/>
          </a:xfrm>
          <a:prstGeom prst="rect">
            <a:avLst/>
          </a:prstGeom>
          <a:noFill/>
          <a:ln w="28575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A=0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为低电平，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反向截止，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Y=1;</a:t>
            </a:r>
          </a:p>
        </p:txBody>
      </p:sp>
      <p:pic>
        <p:nvPicPr>
          <p:cNvPr id="112649" name="Picture 9" descr="3-5-7">
            <a:extLst>
              <a:ext uri="{FF2B5EF4-FFF2-40B4-BE49-F238E27FC236}">
                <a16:creationId xmlns:a16="http://schemas.microsoft.com/office/drawing/2014/main" id="{4854DBE6-24A7-4287-BC4A-BB18E8336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998538"/>
            <a:ext cx="512445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2375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2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3" dur="1000"/>
                                        <p:tgtEl>
                                          <p:spTgt spid="112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2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1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4" grpId="0" autoUpdateAnimBg="0"/>
      <p:bldP spid="112646" grpId="0" autoUpdateAnimBg="0"/>
      <p:bldP spid="112647" grpId="0" animBg="1"/>
      <p:bldP spid="11264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771A0D3-072C-4D00-A330-B294765DB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538" y="333375"/>
            <a:ext cx="4838700" cy="53816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1" hangingPunct="1"/>
            <a:r>
              <a:rPr kumimoji="0" lang="en-US" altLang="zh-CN" sz="32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§4—3     TTL</a:t>
            </a:r>
            <a:r>
              <a:rPr kumimoji="0" lang="zh-CN" altLang="en-US" sz="32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集成门电路</a:t>
            </a:r>
          </a:p>
        </p:txBody>
      </p:sp>
      <p:grpSp>
        <p:nvGrpSpPr>
          <p:cNvPr id="12404" name="Group 116">
            <a:extLst>
              <a:ext uri="{FF2B5EF4-FFF2-40B4-BE49-F238E27FC236}">
                <a16:creationId xmlns:a16="http://schemas.microsoft.com/office/drawing/2014/main" id="{0F8F2885-F391-49E4-A343-8C68750676DD}"/>
              </a:ext>
            </a:extLst>
          </p:cNvPr>
          <p:cNvGrpSpPr>
            <a:grpSpLocks/>
          </p:cNvGrpSpPr>
          <p:nvPr/>
        </p:nvGrpSpPr>
        <p:grpSpPr bwMode="auto">
          <a:xfrm>
            <a:off x="1841500" y="955675"/>
            <a:ext cx="7045324" cy="4114800"/>
            <a:chOff x="1160" y="602"/>
            <a:chExt cx="4438" cy="2592"/>
          </a:xfrm>
        </p:grpSpPr>
        <p:grpSp>
          <p:nvGrpSpPr>
            <p:cNvPr id="10280" name="Group 107">
              <a:extLst>
                <a:ext uri="{FF2B5EF4-FFF2-40B4-BE49-F238E27FC236}">
                  <a16:creationId xmlns:a16="http://schemas.microsoft.com/office/drawing/2014/main" id="{A716B3B4-FABB-427D-87EA-3548145BD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0361" name="Line 6">
                <a:extLst>
                  <a:ext uri="{FF2B5EF4-FFF2-40B4-BE49-F238E27FC236}">
                    <a16:creationId xmlns:a16="http://schemas.microsoft.com/office/drawing/2014/main" id="{8DDF5592-6799-46C7-A66E-C846DCA6D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2" name="Line 7">
                <a:extLst>
                  <a:ext uri="{FF2B5EF4-FFF2-40B4-BE49-F238E27FC236}">
                    <a16:creationId xmlns:a16="http://schemas.microsoft.com/office/drawing/2014/main" id="{4F3D4DAA-50D9-48E2-BC7F-27322F3EC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3" name="Line 8">
                <a:extLst>
                  <a:ext uri="{FF2B5EF4-FFF2-40B4-BE49-F238E27FC236}">
                    <a16:creationId xmlns:a16="http://schemas.microsoft.com/office/drawing/2014/main" id="{FDCADEC6-7DF3-4C75-93F2-B59108DC4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4" name="Line 9">
                <a:extLst>
                  <a:ext uri="{FF2B5EF4-FFF2-40B4-BE49-F238E27FC236}">
                    <a16:creationId xmlns:a16="http://schemas.microsoft.com/office/drawing/2014/main" id="{0BF6218A-0968-406F-9A1A-C0A5E620E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81" name="Group 111">
              <a:extLst>
                <a:ext uri="{FF2B5EF4-FFF2-40B4-BE49-F238E27FC236}">
                  <a16:creationId xmlns:a16="http://schemas.microsoft.com/office/drawing/2014/main" id="{E9DCD08F-1051-46C5-BC09-07CEFE1447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0357" name="Line 11">
                <a:extLst>
                  <a:ext uri="{FF2B5EF4-FFF2-40B4-BE49-F238E27FC236}">
                    <a16:creationId xmlns:a16="http://schemas.microsoft.com/office/drawing/2014/main" id="{E5A0165D-D361-43CC-BBEF-1C68E5617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8" name="Line 12">
                <a:extLst>
                  <a:ext uri="{FF2B5EF4-FFF2-40B4-BE49-F238E27FC236}">
                    <a16:creationId xmlns:a16="http://schemas.microsoft.com/office/drawing/2014/main" id="{9A3242DE-53DA-493D-AAF6-7863AB49BA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9" name="Line 13">
                <a:extLst>
                  <a:ext uri="{FF2B5EF4-FFF2-40B4-BE49-F238E27FC236}">
                    <a16:creationId xmlns:a16="http://schemas.microsoft.com/office/drawing/2014/main" id="{76311014-4BE6-4F5F-88CC-491CB95C55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60" name="Line 14">
                <a:extLst>
                  <a:ext uri="{FF2B5EF4-FFF2-40B4-BE49-F238E27FC236}">
                    <a16:creationId xmlns:a16="http://schemas.microsoft.com/office/drawing/2014/main" id="{B5C8C939-7603-4BFB-A191-6294A952F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82" name="Group 112">
              <a:extLst>
                <a:ext uri="{FF2B5EF4-FFF2-40B4-BE49-F238E27FC236}">
                  <a16:creationId xmlns:a16="http://schemas.microsoft.com/office/drawing/2014/main" id="{842DF5D3-8895-4317-954B-BC80F7358E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0353" name="Line 16">
                <a:extLst>
                  <a:ext uri="{FF2B5EF4-FFF2-40B4-BE49-F238E27FC236}">
                    <a16:creationId xmlns:a16="http://schemas.microsoft.com/office/drawing/2014/main" id="{6C050D8A-9234-48D2-80EC-9F4A951A82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4" name="Line 17">
                <a:extLst>
                  <a:ext uri="{FF2B5EF4-FFF2-40B4-BE49-F238E27FC236}">
                    <a16:creationId xmlns:a16="http://schemas.microsoft.com/office/drawing/2014/main" id="{A83185AC-0838-4A7E-A3D4-54C861D65D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5" name="Line 18">
                <a:extLst>
                  <a:ext uri="{FF2B5EF4-FFF2-40B4-BE49-F238E27FC236}">
                    <a16:creationId xmlns:a16="http://schemas.microsoft.com/office/drawing/2014/main" id="{1B2F54A2-8CF5-427A-AF50-489A715F5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6" name="Line 19">
                <a:extLst>
                  <a:ext uri="{FF2B5EF4-FFF2-40B4-BE49-F238E27FC236}">
                    <a16:creationId xmlns:a16="http://schemas.microsoft.com/office/drawing/2014/main" id="{A3BE04FD-6974-4DB1-A1AA-EA47688006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83" name="Group 110">
              <a:extLst>
                <a:ext uri="{FF2B5EF4-FFF2-40B4-BE49-F238E27FC236}">
                  <a16:creationId xmlns:a16="http://schemas.microsoft.com/office/drawing/2014/main" id="{E5783CFD-6F73-4EE2-AD7D-00FF1C244C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0349" name="Line 21">
                <a:extLst>
                  <a:ext uri="{FF2B5EF4-FFF2-40B4-BE49-F238E27FC236}">
                    <a16:creationId xmlns:a16="http://schemas.microsoft.com/office/drawing/2014/main" id="{43872C0D-7156-42F1-9680-BBDF8D177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0" name="Line 22">
                <a:extLst>
                  <a:ext uri="{FF2B5EF4-FFF2-40B4-BE49-F238E27FC236}">
                    <a16:creationId xmlns:a16="http://schemas.microsoft.com/office/drawing/2014/main" id="{529B14BC-805B-4C96-A412-9F43D3684B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1" name="Line 23">
                <a:extLst>
                  <a:ext uri="{FF2B5EF4-FFF2-40B4-BE49-F238E27FC236}">
                    <a16:creationId xmlns:a16="http://schemas.microsoft.com/office/drawing/2014/main" id="{8BF1E2F4-17CB-4AEC-8958-EAF462C50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52" name="Line 24">
                <a:extLst>
                  <a:ext uri="{FF2B5EF4-FFF2-40B4-BE49-F238E27FC236}">
                    <a16:creationId xmlns:a16="http://schemas.microsoft.com/office/drawing/2014/main" id="{4BFF60E3-AF66-4F41-818A-616773C0A7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84" name="Group 108">
              <a:extLst>
                <a:ext uri="{FF2B5EF4-FFF2-40B4-BE49-F238E27FC236}">
                  <a16:creationId xmlns:a16="http://schemas.microsoft.com/office/drawing/2014/main" id="{7A4DD073-B003-4224-A6F3-61382B5FD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0344" name="Line 26">
                <a:extLst>
                  <a:ext uri="{FF2B5EF4-FFF2-40B4-BE49-F238E27FC236}">
                    <a16:creationId xmlns:a16="http://schemas.microsoft.com/office/drawing/2014/main" id="{E007604C-43CC-4107-BADB-67FDAD76D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45" name="Line 27">
                <a:extLst>
                  <a:ext uri="{FF2B5EF4-FFF2-40B4-BE49-F238E27FC236}">
                    <a16:creationId xmlns:a16="http://schemas.microsoft.com/office/drawing/2014/main" id="{2B9BDC59-1F5D-44A9-81BE-ED72CF3E5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46" name="Line 28">
                <a:extLst>
                  <a:ext uri="{FF2B5EF4-FFF2-40B4-BE49-F238E27FC236}">
                    <a16:creationId xmlns:a16="http://schemas.microsoft.com/office/drawing/2014/main" id="{ABC77FF8-C39E-4984-A4D7-5A33015E4D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47" name="Line 29">
                <a:extLst>
                  <a:ext uri="{FF2B5EF4-FFF2-40B4-BE49-F238E27FC236}">
                    <a16:creationId xmlns:a16="http://schemas.microsoft.com/office/drawing/2014/main" id="{245DE5BE-D234-45F2-A8E5-9E1BAE8582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348" name="Line 30">
                <a:extLst>
                  <a:ext uri="{FF2B5EF4-FFF2-40B4-BE49-F238E27FC236}">
                    <a16:creationId xmlns:a16="http://schemas.microsoft.com/office/drawing/2014/main" id="{34C23D17-08A6-415E-B30F-A420BB1E9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285" name="Rectangle 31">
              <a:extLst>
                <a:ext uri="{FF2B5EF4-FFF2-40B4-BE49-F238E27FC236}">
                  <a16:creationId xmlns:a16="http://schemas.microsoft.com/office/drawing/2014/main" id="{EF95B969-F736-4AAA-9000-30982A6CD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6" name="Rectangle 32">
              <a:extLst>
                <a:ext uri="{FF2B5EF4-FFF2-40B4-BE49-F238E27FC236}">
                  <a16:creationId xmlns:a16="http://schemas.microsoft.com/office/drawing/2014/main" id="{0D34E812-4E49-47E2-8B03-921FC89D0A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7" name="Rectangle 33">
              <a:extLst>
                <a:ext uri="{FF2B5EF4-FFF2-40B4-BE49-F238E27FC236}">
                  <a16:creationId xmlns:a16="http://schemas.microsoft.com/office/drawing/2014/main" id="{7079B843-523C-4255-8EF1-FC181A58F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8" name="Rectangle 34">
              <a:extLst>
                <a:ext uri="{FF2B5EF4-FFF2-40B4-BE49-F238E27FC236}">
                  <a16:creationId xmlns:a16="http://schemas.microsoft.com/office/drawing/2014/main" id="{E9C0C88A-7390-43D2-BB29-A1F471D488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89" name="Rectangle 35">
              <a:extLst>
                <a:ext uri="{FF2B5EF4-FFF2-40B4-BE49-F238E27FC236}">
                  <a16:creationId xmlns:a16="http://schemas.microsoft.com/office/drawing/2014/main" id="{62F36353-E0ED-41FC-9E28-C8920296AA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0" name="Line 36">
              <a:extLst>
                <a:ext uri="{FF2B5EF4-FFF2-40B4-BE49-F238E27FC236}">
                  <a16:creationId xmlns:a16="http://schemas.microsoft.com/office/drawing/2014/main" id="{4225C06A-922F-4EB1-95F1-07BED7412A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1" name="Line 37">
              <a:extLst>
                <a:ext uri="{FF2B5EF4-FFF2-40B4-BE49-F238E27FC236}">
                  <a16:creationId xmlns:a16="http://schemas.microsoft.com/office/drawing/2014/main" id="{12CC3DEC-3662-4573-BAC8-0B28E78461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2" name="Line 38">
              <a:extLst>
                <a:ext uri="{FF2B5EF4-FFF2-40B4-BE49-F238E27FC236}">
                  <a16:creationId xmlns:a16="http://schemas.microsoft.com/office/drawing/2014/main" id="{E8B72DB4-7D39-4C3F-BCAB-CC81E8F001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3" name="Line 39">
              <a:extLst>
                <a:ext uri="{FF2B5EF4-FFF2-40B4-BE49-F238E27FC236}">
                  <a16:creationId xmlns:a16="http://schemas.microsoft.com/office/drawing/2014/main" id="{100A87AD-1CD6-4FD1-880F-40460C4B46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4" name="Line 40">
              <a:extLst>
                <a:ext uri="{FF2B5EF4-FFF2-40B4-BE49-F238E27FC236}">
                  <a16:creationId xmlns:a16="http://schemas.microsoft.com/office/drawing/2014/main" id="{D70B9C89-E5B0-4B80-A87A-08B34AAE47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77" y="1178"/>
              <a:ext cx="9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5" name="Line 41">
              <a:extLst>
                <a:ext uri="{FF2B5EF4-FFF2-40B4-BE49-F238E27FC236}">
                  <a16:creationId xmlns:a16="http://schemas.microsoft.com/office/drawing/2014/main" id="{E11BA7AB-D7B8-4B4E-A9F5-AB4A672B97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6" name="Line 42">
              <a:extLst>
                <a:ext uri="{FF2B5EF4-FFF2-40B4-BE49-F238E27FC236}">
                  <a16:creationId xmlns:a16="http://schemas.microsoft.com/office/drawing/2014/main" id="{F3D9E027-8246-460D-A607-7288BEB19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7" name="Line 43">
              <a:extLst>
                <a:ext uri="{FF2B5EF4-FFF2-40B4-BE49-F238E27FC236}">
                  <a16:creationId xmlns:a16="http://schemas.microsoft.com/office/drawing/2014/main" id="{FA889FB6-5BF9-49AF-A69C-02831F6A05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8" name="Line 44">
              <a:extLst>
                <a:ext uri="{FF2B5EF4-FFF2-40B4-BE49-F238E27FC236}">
                  <a16:creationId xmlns:a16="http://schemas.microsoft.com/office/drawing/2014/main" id="{48387776-5D8B-4510-A674-7D705C931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99" name="Line 45">
              <a:extLst>
                <a:ext uri="{FF2B5EF4-FFF2-40B4-BE49-F238E27FC236}">
                  <a16:creationId xmlns:a16="http://schemas.microsoft.com/office/drawing/2014/main" id="{81BB3816-42EA-462C-B4AE-A46412B602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0" name="Line 46">
              <a:extLst>
                <a:ext uri="{FF2B5EF4-FFF2-40B4-BE49-F238E27FC236}">
                  <a16:creationId xmlns:a16="http://schemas.microsoft.com/office/drawing/2014/main" id="{8696CA8D-20D8-43D3-9D43-1A622CDCE7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1" name="Line 47">
              <a:extLst>
                <a:ext uri="{FF2B5EF4-FFF2-40B4-BE49-F238E27FC236}">
                  <a16:creationId xmlns:a16="http://schemas.microsoft.com/office/drawing/2014/main" id="{868141CA-AD2D-4ADA-B85E-67DD5ABAE4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2" name="Line 48">
              <a:extLst>
                <a:ext uri="{FF2B5EF4-FFF2-40B4-BE49-F238E27FC236}">
                  <a16:creationId xmlns:a16="http://schemas.microsoft.com/office/drawing/2014/main" id="{6BDBD0EE-DC22-4141-96C8-915D88283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3" name="Line 49">
              <a:extLst>
                <a:ext uri="{FF2B5EF4-FFF2-40B4-BE49-F238E27FC236}">
                  <a16:creationId xmlns:a16="http://schemas.microsoft.com/office/drawing/2014/main" id="{BB87F2C4-C5CD-4FA3-BEA5-507398C8D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4" name="Line 50">
              <a:extLst>
                <a:ext uri="{FF2B5EF4-FFF2-40B4-BE49-F238E27FC236}">
                  <a16:creationId xmlns:a16="http://schemas.microsoft.com/office/drawing/2014/main" id="{01267974-AE36-4D17-8191-B56A0E9F0A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5" name="Line 51">
              <a:extLst>
                <a:ext uri="{FF2B5EF4-FFF2-40B4-BE49-F238E27FC236}">
                  <a16:creationId xmlns:a16="http://schemas.microsoft.com/office/drawing/2014/main" id="{C7CD1BDF-8E53-42D5-BA92-B30ADC214A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6" name="Line 52">
              <a:extLst>
                <a:ext uri="{FF2B5EF4-FFF2-40B4-BE49-F238E27FC236}">
                  <a16:creationId xmlns:a16="http://schemas.microsoft.com/office/drawing/2014/main" id="{AAC72006-2BD5-4DB1-8084-69D3767196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7" name="Line 53">
              <a:extLst>
                <a:ext uri="{FF2B5EF4-FFF2-40B4-BE49-F238E27FC236}">
                  <a16:creationId xmlns:a16="http://schemas.microsoft.com/office/drawing/2014/main" id="{56AC6BFD-7B96-4D73-92EF-8B9F59D367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8" name="Line 54">
              <a:extLst>
                <a:ext uri="{FF2B5EF4-FFF2-40B4-BE49-F238E27FC236}">
                  <a16:creationId xmlns:a16="http://schemas.microsoft.com/office/drawing/2014/main" id="{6798A1C9-47B4-4E86-939C-8A4E7E08A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09" name="Line 55">
              <a:extLst>
                <a:ext uri="{FF2B5EF4-FFF2-40B4-BE49-F238E27FC236}">
                  <a16:creationId xmlns:a16="http://schemas.microsoft.com/office/drawing/2014/main" id="{D2E94501-79D4-4DBD-AB13-DA3A446F11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0" name="Line 56">
              <a:extLst>
                <a:ext uri="{FF2B5EF4-FFF2-40B4-BE49-F238E27FC236}">
                  <a16:creationId xmlns:a16="http://schemas.microsoft.com/office/drawing/2014/main" id="{83D4203D-42B4-4212-8A1F-A05011F6F3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1" name="Line 57">
              <a:extLst>
                <a:ext uri="{FF2B5EF4-FFF2-40B4-BE49-F238E27FC236}">
                  <a16:creationId xmlns:a16="http://schemas.microsoft.com/office/drawing/2014/main" id="{B9431BCC-777D-4BA9-A293-3F13499A92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2" name="Line 58">
              <a:extLst>
                <a:ext uri="{FF2B5EF4-FFF2-40B4-BE49-F238E27FC236}">
                  <a16:creationId xmlns:a16="http://schemas.microsoft.com/office/drawing/2014/main" id="{084C018D-7816-4DD6-A043-B6464D6523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3" name="Line 59">
              <a:extLst>
                <a:ext uri="{FF2B5EF4-FFF2-40B4-BE49-F238E27FC236}">
                  <a16:creationId xmlns:a16="http://schemas.microsoft.com/office/drawing/2014/main" id="{E812F1F4-B83F-477F-8585-19CA0213B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4" name="Line 60">
              <a:extLst>
                <a:ext uri="{FF2B5EF4-FFF2-40B4-BE49-F238E27FC236}">
                  <a16:creationId xmlns:a16="http://schemas.microsoft.com/office/drawing/2014/main" id="{F0E1D082-C41E-45BB-899F-72BEDF92E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15" name="Text Box 61">
              <a:extLst>
                <a:ext uri="{FF2B5EF4-FFF2-40B4-BE49-F238E27FC236}">
                  <a16:creationId xmlns:a16="http://schemas.microsoft.com/office/drawing/2014/main" id="{6359B125-BC4A-445F-956A-2BF3B68BD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3" y="602"/>
              <a:ext cx="460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16" name="Text Box 62">
              <a:extLst>
                <a:ext uri="{FF2B5EF4-FFF2-40B4-BE49-F238E27FC236}">
                  <a16:creationId xmlns:a16="http://schemas.microsoft.com/office/drawing/2014/main" id="{C54F1C66-5332-4F56-A364-F69BFC996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0" y="1606"/>
              <a:ext cx="257" cy="75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17" name="Text Box 63">
              <a:extLst>
                <a:ext uri="{FF2B5EF4-FFF2-40B4-BE49-F238E27FC236}">
                  <a16:creationId xmlns:a16="http://schemas.microsoft.com/office/drawing/2014/main" id="{184EBE7E-1FEC-4FD7-A506-1130CD9042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1" y="1754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18" name="Text Box 64">
              <a:extLst>
                <a:ext uri="{FF2B5EF4-FFF2-40B4-BE49-F238E27FC236}">
                  <a16:creationId xmlns:a16="http://schemas.microsoft.com/office/drawing/2014/main" id="{3BBDA5BE-85A0-4676-893B-0E257AFDE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5" y="1082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19" name="Text Box 65">
              <a:extLst>
                <a:ext uri="{FF2B5EF4-FFF2-40B4-BE49-F238E27FC236}">
                  <a16:creationId xmlns:a16="http://schemas.microsoft.com/office/drawing/2014/main" id="{49E4A4A3-A6E6-4774-9EAE-43F7C929F7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3" y="890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0" name="Text Box 66">
              <a:extLst>
                <a:ext uri="{FF2B5EF4-FFF2-40B4-BE49-F238E27FC236}">
                  <a16:creationId xmlns:a16="http://schemas.microsoft.com/office/drawing/2014/main" id="{23DAB05F-20F0-430C-B938-C8B5F932B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1610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1" name="Text Box 67">
              <a:extLst>
                <a:ext uri="{FF2B5EF4-FFF2-40B4-BE49-F238E27FC236}">
                  <a16:creationId xmlns:a16="http://schemas.microsoft.com/office/drawing/2014/main" id="{9EBF7F0C-0EF8-4B6F-AB88-B7E185967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3" y="1370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2" name="Text Box 68">
              <a:extLst>
                <a:ext uri="{FF2B5EF4-FFF2-40B4-BE49-F238E27FC236}">
                  <a16:creationId xmlns:a16="http://schemas.microsoft.com/office/drawing/2014/main" id="{E712E461-4A99-43E9-855E-5EB061537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1610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3" name="Text Box 69">
              <a:extLst>
                <a:ext uri="{FF2B5EF4-FFF2-40B4-BE49-F238E27FC236}">
                  <a16:creationId xmlns:a16="http://schemas.microsoft.com/office/drawing/2014/main" id="{F26C1A02-E108-4F42-9DAD-38A700E780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2282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10324" name="Text Box 70">
              <a:extLst>
                <a:ext uri="{FF2B5EF4-FFF2-40B4-BE49-F238E27FC236}">
                  <a16:creationId xmlns:a16="http://schemas.microsoft.com/office/drawing/2014/main" id="{FEC96098-EC6A-4DF9-82DF-A89F591FD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5" y="2522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5" name="Text Box 71">
              <a:extLst>
                <a:ext uri="{FF2B5EF4-FFF2-40B4-BE49-F238E27FC236}">
                  <a16:creationId xmlns:a16="http://schemas.microsoft.com/office/drawing/2014/main" id="{5CEDF0D0-1BBE-48C6-B47D-2942E3688C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2570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6" name="Text Box 72">
              <a:extLst>
                <a:ext uri="{FF2B5EF4-FFF2-40B4-BE49-F238E27FC236}">
                  <a16:creationId xmlns:a16="http://schemas.microsoft.com/office/drawing/2014/main" id="{2E764676-3682-4B77-8C00-CC3901C54D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7" y="938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7" name="Line 73">
              <a:extLst>
                <a:ext uri="{FF2B5EF4-FFF2-40B4-BE49-F238E27FC236}">
                  <a16:creationId xmlns:a16="http://schemas.microsoft.com/office/drawing/2014/main" id="{28A33361-2DCD-4275-95A6-7133B0BFF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28" name="Text Box 74">
              <a:extLst>
                <a:ext uri="{FF2B5EF4-FFF2-40B4-BE49-F238E27FC236}">
                  <a16:creationId xmlns:a16="http://schemas.microsoft.com/office/drawing/2014/main" id="{63479EFB-7AA3-46BF-9E77-596D1566E9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5" y="1961"/>
              <a:ext cx="233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29" name="Oval 81">
              <a:extLst>
                <a:ext uri="{FF2B5EF4-FFF2-40B4-BE49-F238E27FC236}">
                  <a16:creationId xmlns:a16="http://schemas.microsoft.com/office/drawing/2014/main" id="{C9CD31D1-1E0C-4398-9060-521DA2644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0" name="Oval 93">
              <a:extLst>
                <a:ext uri="{FF2B5EF4-FFF2-40B4-BE49-F238E27FC236}">
                  <a16:creationId xmlns:a16="http://schemas.microsoft.com/office/drawing/2014/main" id="{DA37F487-8EE8-4880-A1BF-2B2118C5B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1" name="Oval 94">
              <a:extLst>
                <a:ext uri="{FF2B5EF4-FFF2-40B4-BE49-F238E27FC236}">
                  <a16:creationId xmlns:a16="http://schemas.microsoft.com/office/drawing/2014/main" id="{8CC95472-EF50-4A69-B7A7-7B9E290FEF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2" name="Oval 95">
              <a:extLst>
                <a:ext uri="{FF2B5EF4-FFF2-40B4-BE49-F238E27FC236}">
                  <a16:creationId xmlns:a16="http://schemas.microsoft.com/office/drawing/2014/main" id="{2C3198C4-35B5-43C2-A11A-5FDD10FCD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3" name="Oval 96">
              <a:extLst>
                <a:ext uri="{FF2B5EF4-FFF2-40B4-BE49-F238E27FC236}">
                  <a16:creationId xmlns:a16="http://schemas.microsoft.com/office/drawing/2014/main" id="{891F9365-E7BD-4E62-BC41-597DC1F0F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4" name="Oval 97">
              <a:extLst>
                <a:ext uri="{FF2B5EF4-FFF2-40B4-BE49-F238E27FC236}">
                  <a16:creationId xmlns:a16="http://schemas.microsoft.com/office/drawing/2014/main" id="{B725E1D0-ECAF-452B-817D-4C2716BB8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5" name="Oval 98">
              <a:extLst>
                <a:ext uri="{FF2B5EF4-FFF2-40B4-BE49-F238E27FC236}">
                  <a16:creationId xmlns:a16="http://schemas.microsoft.com/office/drawing/2014/main" id="{91AF0FB7-7080-42CD-B452-C7CA4C66F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6" name="Oval 99">
              <a:extLst>
                <a:ext uri="{FF2B5EF4-FFF2-40B4-BE49-F238E27FC236}">
                  <a16:creationId xmlns:a16="http://schemas.microsoft.com/office/drawing/2014/main" id="{21EFD01A-2ED5-441B-8302-9CA393C26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7" name="Oval 100">
              <a:extLst>
                <a:ext uri="{FF2B5EF4-FFF2-40B4-BE49-F238E27FC236}">
                  <a16:creationId xmlns:a16="http://schemas.microsoft.com/office/drawing/2014/main" id="{2CC70F44-A2FD-4848-A854-C27458FD6B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8" name="Oval 101">
              <a:extLst>
                <a:ext uri="{FF2B5EF4-FFF2-40B4-BE49-F238E27FC236}">
                  <a16:creationId xmlns:a16="http://schemas.microsoft.com/office/drawing/2014/main" id="{911A09E2-A1F6-4DA1-903A-D983DE0C0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39" name="Oval 102">
              <a:extLst>
                <a:ext uri="{FF2B5EF4-FFF2-40B4-BE49-F238E27FC236}">
                  <a16:creationId xmlns:a16="http://schemas.microsoft.com/office/drawing/2014/main" id="{18E4D534-1BFD-4F26-9A25-B9649E975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0" name="Oval 103">
              <a:extLst>
                <a:ext uri="{FF2B5EF4-FFF2-40B4-BE49-F238E27FC236}">
                  <a16:creationId xmlns:a16="http://schemas.microsoft.com/office/drawing/2014/main" id="{2D68924D-D583-49B1-91FA-E0CA462C08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1" name="Oval 104">
              <a:extLst>
                <a:ext uri="{FF2B5EF4-FFF2-40B4-BE49-F238E27FC236}">
                  <a16:creationId xmlns:a16="http://schemas.microsoft.com/office/drawing/2014/main" id="{8CE81AF8-1949-434C-9B01-A28083BE38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2" name="Oval 114">
              <a:extLst>
                <a:ext uri="{FF2B5EF4-FFF2-40B4-BE49-F238E27FC236}">
                  <a16:creationId xmlns:a16="http://schemas.microsoft.com/office/drawing/2014/main" id="{9B55FDB4-E2AD-4771-ACA6-02DEE8D5D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43" name="Oval 115">
              <a:extLst>
                <a:ext uri="{FF2B5EF4-FFF2-40B4-BE49-F238E27FC236}">
                  <a16:creationId xmlns:a16="http://schemas.microsoft.com/office/drawing/2014/main" id="{7484DCED-4E0B-4ADC-A7C8-45210C77D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445" name="Group 157">
            <a:extLst>
              <a:ext uri="{FF2B5EF4-FFF2-40B4-BE49-F238E27FC236}">
                <a16:creationId xmlns:a16="http://schemas.microsoft.com/office/drawing/2014/main" id="{7FB24DA5-5C46-4150-A615-C939E5C9CCFC}"/>
              </a:ext>
            </a:extLst>
          </p:cNvPr>
          <p:cNvGrpSpPr>
            <a:grpSpLocks/>
          </p:cNvGrpSpPr>
          <p:nvPr/>
        </p:nvGrpSpPr>
        <p:grpSpPr bwMode="auto">
          <a:xfrm>
            <a:off x="631825" y="4086225"/>
            <a:ext cx="3389313" cy="2486025"/>
            <a:chOff x="170" y="2444"/>
            <a:chExt cx="2135" cy="1566"/>
          </a:xfrm>
        </p:grpSpPr>
        <p:sp>
          <p:nvSpPr>
            <p:cNvPr id="10247" name="Line 118">
              <a:extLst>
                <a:ext uri="{FF2B5EF4-FFF2-40B4-BE49-F238E27FC236}">
                  <a16:creationId xmlns:a16="http://schemas.microsoft.com/office/drawing/2014/main" id="{8B41309C-347F-4980-8298-590EF2BFA1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9" y="3165"/>
              <a:ext cx="16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48" name="Line 119">
              <a:extLst>
                <a:ext uri="{FF2B5EF4-FFF2-40B4-BE49-F238E27FC236}">
                  <a16:creationId xmlns:a16="http://schemas.microsoft.com/office/drawing/2014/main" id="{359AAF8A-D670-48A2-9189-AEC1C73030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2634"/>
              <a:ext cx="0" cy="1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49" name="Text Box 120">
              <a:extLst>
                <a:ext uri="{FF2B5EF4-FFF2-40B4-BE49-F238E27FC236}">
                  <a16:creationId xmlns:a16="http://schemas.microsoft.com/office/drawing/2014/main" id="{DE3021C6-0E32-4ADA-A6C1-92BA96EAC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2" y="2444"/>
              <a:ext cx="417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250" name="Rectangle 121">
              <a:extLst>
                <a:ext uri="{FF2B5EF4-FFF2-40B4-BE49-F238E27FC236}">
                  <a16:creationId xmlns:a16="http://schemas.microsoft.com/office/drawing/2014/main" id="{6F2C5774-E77F-45C8-A110-A6C920A85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9" y="2794"/>
              <a:ext cx="87" cy="223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0251" name="Group 122">
              <a:extLst>
                <a:ext uri="{FF2B5EF4-FFF2-40B4-BE49-F238E27FC236}">
                  <a16:creationId xmlns:a16="http://schemas.microsoft.com/office/drawing/2014/main" id="{E14210B1-7CA0-4048-ABF6-40D7E0836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4" y="3091"/>
              <a:ext cx="197" cy="148"/>
              <a:chOff x="1680" y="1968"/>
              <a:chExt cx="216" cy="192"/>
            </a:xfrm>
          </p:grpSpPr>
          <p:sp>
            <p:nvSpPr>
              <p:cNvPr id="10278" name="AutoShape 123">
                <a:extLst>
                  <a:ext uri="{FF2B5EF4-FFF2-40B4-BE49-F238E27FC236}">
                    <a16:creationId xmlns:a16="http://schemas.microsoft.com/office/drawing/2014/main" id="{FD82C603-9191-4A90-8023-8757A2E1E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728" y="1968"/>
                <a:ext cx="144" cy="192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79" name="Line 124">
                <a:extLst>
                  <a:ext uri="{FF2B5EF4-FFF2-40B4-BE49-F238E27FC236}">
                    <a16:creationId xmlns:a16="http://schemas.microsoft.com/office/drawing/2014/main" id="{F2211F59-D513-402A-92B0-3AEB0D5C93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52" name="Group 125">
              <a:extLst>
                <a:ext uri="{FF2B5EF4-FFF2-40B4-BE49-F238E27FC236}">
                  <a16:creationId xmlns:a16="http://schemas.microsoft.com/office/drawing/2014/main" id="{EAF158D6-65FF-4229-9811-67830F0637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4" y="3462"/>
              <a:ext cx="197" cy="149"/>
              <a:chOff x="1680" y="1968"/>
              <a:chExt cx="216" cy="192"/>
            </a:xfrm>
          </p:grpSpPr>
          <p:sp>
            <p:nvSpPr>
              <p:cNvPr id="10276" name="AutoShape 126">
                <a:extLst>
                  <a:ext uri="{FF2B5EF4-FFF2-40B4-BE49-F238E27FC236}">
                    <a16:creationId xmlns:a16="http://schemas.microsoft.com/office/drawing/2014/main" id="{89964460-62FE-4CE5-BCD1-ACEC1571E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728" y="1968"/>
                <a:ext cx="144" cy="192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77" name="Line 127">
                <a:extLst>
                  <a:ext uri="{FF2B5EF4-FFF2-40B4-BE49-F238E27FC236}">
                    <a16:creationId xmlns:a16="http://schemas.microsoft.com/office/drawing/2014/main" id="{F544BBBD-BCD4-4F38-9B68-8BBDFD3106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0253" name="Group 128">
              <a:extLst>
                <a:ext uri="{FF2B5EF4-FFF2-40B4-BE49-F238E27FC236}">
                  <a16:creationId xmlns:a16="http://schemas.microsoft.com/office/drawing/2014/main" id="{1E277531-DAC6-47B7-8491-289BEA71C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4" y="3796"/>
              <a:ext cx="197" cy="149"/>
              <a:chOff x="1680" y="1968"/>
              <a:chExt cx="216" cy="192"/>
            </a:xfrm>
          </p:grpSpPr>
          <p:sp>
            <p:nvSpPr>
              <p:cNvPr id="10274" name="AutoShape 129">
                <a:extLst>
                  <a:ext uri="{FF2B5EF4-FFF2-40B4-BE49-F238E27FC236}">
                    <a16:creationId xmlns:a16="http://schemas.microsoft.com/office/drawing/2014/main" id="{5DDBC882-80DB-4906-94BC-1F6C06A6F6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728" y="1968"/>
                <a:ext cx="144" cy="192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75" name="Line 130">
                <a:extLst>
                  <a:ext uri="{FF2B5EF4-FFF2-40B4-BE49-F238E27FC236}">
                    <a16:creationId xmlns:a16="http://schemas.microsoft.com/office/drawing/2014/main" id="{DA828CD7-5CB0-43D9-ADB3-8593DAC2C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254" name="Line 131">
              <a:extLst>
                <a:ext uri="{FF2B5EF4-FFF2-40B4-BE49-F238E27FC236}">
                  <a16:creationId xmlns:a16="http://schemas.microsoft.com/office/drawing/2014/main" id="{2BC1A3B7-EF24-43EB-AB94-DAD78CCF25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" y="3536"/>
              <a:ext cx="109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55" name="Line 132">
              <a:extLst>
                <a:ext uri="{FF2B5EF4-FFF2-40B4-BE49-F238E27FC236}">
                  <a16:creationId xmlns:a16="http://schemas.microsoft.com/office/drawing/2014/main" id="{08C5904D-73D5-4C5E-8FD4-C235B2F1B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" y="3870"/>
              <a:ext cx="109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56" name="Line 133">
              <a:extLst>
                <a:ext uri="{FF2B5EF4-FFF2-40B4-BE49-F238E27FC236}">
                  <a16:creationId xmlns:a16="http://schemas.microsoft.com/office/drawing/2014/main" id="{8EAA2F23-8A41-4B80-90E0-A598397784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3017"/>
              <a:ext cx="0" cy="85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57" name="Text Box 134">
              <a:extLst>
                <a:ext uri="{FF2B5EF4-FFF2-40B4-BE49-F238E27FC236}">
                  <a16:creationId xmlns:a16="http://schemas.microsoft.com/office/drawing/2014/main" id="{A0ECEEC7-8458-472E-9BC4-4FB03B93E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" y="3001"/>
              <a:ext cx="351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  </a:t>
              </a:r>
            </a:p>
          </p:txBody>
        </p:sp>
        <p:sp>
          <p:nvSpPr>
            <p:cNvPr id="10258" name="Text Box 135">
              <a:extLst>
                <a:ext uri="{FF2B5EF4-FFF2-40B4-BE49-F238E27FC236}">
                  <a16:creationId xmlns:a16="http://schemas.microsoft.com/office/drawing/2014/main" id="{1C442842-392E-475D-8085-494E8E6A1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4" y="3367"/>
              <a:ext cx="292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  <a:r>
                <a:rPr kumimoji="1" lang="en-US" altLang="zh-CN" sz="2400" b="0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 </a:t>
              </a:r>
            </a:p>
          </p:txBody>
        </p:sp>
        <p:sp>
          <p:nvSpPr>
            <p:cNvPr id="10259" name="Text Box 136">
              <a:extLst>
                <a:ext uri="{FF2B5EF4-FFF2-40B4-BE49-F238E27FC236}">
                  <a16:creationId xmlns:a16="http://schemas.microsoft.com/office/drawing/2014/main" id="{E4ED6F8B-1B15-4780-90C1-148D8CCFE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" y="3721"/>
              <a:ext cx="303" cy="28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 </a:t>
              </a:r>
            </a:p>
          </p:txBody>
        </p:sp>
        <p:sp>
          <p:nvSpPr>
            <p:cNvPr id="10260" name="Text Box 137">
              <a:extLst>
                <a:ext uri="{FF2B5EF4-FFF2-40B4-BE49-F238E27FC236}">
                  <a16:creationId xmlns:a16="http://schemas.microsoft.com/office/drawing/2014/main" id="{86D55005-A09F-430F-A111-57794A421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8" y="2763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grpSp>
          <p:nvGrpSpPr>
            <p:cNvPr id="10261" name="Group 138">
              <a:extLst>
                <a:ext uri="{FF2B5EF4-FFF2-40B4-BE49-F238E27FC236}">
                  <a16:creationId xmlns:a16="http://schemas.microsoft.com/office/drawing/2014/main" id="{1A1A1946-DB41-44BB-B3BA-851B878D0217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1791" y="3091"/>
              <a:ext cx="197" cy="148"/>
              <a:chOff x="1680" y="1968"/>
              <a:chExt cx="216" cy="192"/>
            </a:xfrm>
          </p:grpSpPr>
          <p:sp>
            <p:nvSpPr>
              <p:cNvPr id="10272" name="AutoShape 139">
                <a:extLst>
                  <a:ext uri="{FF2B5EF4-FFF2-40B4-BE49-F238E27FC236}">
                    <a16:creationId xmlns:a16="http://schemas.microsoft.com/office/drawing/2014/main" id="{88A12F21-6D5A-4B32-AC82-CE23FF10B0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1728" y="1968"/>
                <a:ext cx="144" cy="192"/>
              </a:xfrm>
              <a:prstGeom prst="triangle">
                <a:avLst>
                  <a:gd name="adj" fmla="val 50000"/>
                </a:avLst>
              </a:prstGeom>
              <a:solidFill>
                <a:srgbClr val="FF99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273" name="Line 140">
                <a:extLst>
                  <a:ext uri="{FF2B5EF4-FFF2-40B4-BE49-F238E27FC236}">
                    <a16:creationId xmlns:a16="http://schemas.microsoft.com/office/drawing/2014/main" id="{443EDE0D-52B3-4149-ADF5-487B8DA8F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1968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0262" name="Text Box 141">
              <a:extLst>
                <a:ext uri="{FF2B5EF4-FFF2-40B4-BE49-F238E27FC236}">
                  <a16:creationId xmlns:a16="http://schemas.microsoft.com/office/drawing/2014/main" id="{9D1A686B-371D-43ED-80D4-607C11A2F7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3001"/>
              <a:ext cx="26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263" name="Text Box 142">
              <a:extLst>
                <a:ext uri="{FF2B5EF4-FFF2-40B4-BE49-F238E27FC236}">
                  <a16:creationId xmlns:a16="http://schemas.microsoft.com/office/drawing/2014/main" id="{E84EC095-0492-4371-9F28-844BD2F42E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" y="2866"/>
              <a:ext cx="28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solidFill>
                      <a:sysClr val="windowText" lastClr="000000"/>
                    </a:solidFill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264" name="Oval 147">
              <a:extLst>
                <a:ext uri="{FF2B5EF4-FFF2-40B4-BE49-F238E27FC236}">
                  <a16:creationId xmlns:a16="http://schemas.microsoft.com/office/drawing/2014/main" id="{E0B8F82F-4DEA-43F4-88CF-56521B01D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3148"/>
              <a:ext cx="43" cy="37"/>
            </a:xfrm>
            <a:prstGeom prst="ellipse">
              <a:avLst/>
            </a:prstGeom>
            <a:solidFill>
              <a:schemeClr val="accent2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5" name="Oval 148">
              <a:extLst>
                <a:ext uri="{FF2B5EF4-FFF2-40B4-BE49-F238E27FC236}">
                  <a16:creationId xmlns:a16="http://schemas.microsoft.com/office/drawing/2014/main" id="{91E0C483-B1C1-4840-A8F5-8681D35D5B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" y="3519"/>
              <a:ext cx="43" cy="37"/>
            </a:xfrm>
            <a:prstGeom prst="ellipse">
              <a:avLst/>
            </a:prstGeom>
            <a:solidFill>
              <a:schemeClr val="accent2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6" name="Oval 149">
              <a:extLst>
                <a:ext uri="{FF2B5EF4-FFF2-40B4-BE49-F238E27FC236}">
                  <a16:creationId xmlns:a16="http://schemas.microsoft.com/office/drawing/2014/main" id="{AEF766A4-1F3A-4B25-8DF8-7C776FE78B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" y="3129"/>
              <a:ext cx="76" cy="7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7" name="Oval 150">
              <a:extLst>
                <a:ext uri="{FF2B5EF4-FFF2-40B4-BE49-F238E27FC236}">
                  <a16:creationId xmlns:a16="http://schemas.microsoft.com/office/drawing/2014/main" id="{0E6093EF-79AB-490E-BD24-09FF918E72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" y="3499"/>
              <a:ext cx="76" cy="7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8" name="Oval 151">
              <a:extLst>
                <a:ext uri="{FF2B5EF4-FFF2-40B4-BE49-F238E27FC236}">
                  <a16:creationId xmlns:a16="http://schemas.microsoft.com/office/drawing/2014/main" id="{12C15869-5AD8-4AAA-88A8-7C2C96A4A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3846"/>
              <a:ext cx="76" cy="7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69" name="Oval 152">
              <a:extLst>
                <a:ext uri="{FF2B5EF4-FFF2-40B4-BE49-F238E27FC236}">
                  <a16:creationId xmlns:a16="http://schemas.microsoft.com/office/drawing/2014/main" id="{FD892AB5-45B0-4356-BDBF-C3D82040C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2" y="2553"/>
              <a:ext cx="76" cy="76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70" name="Oval 155">
              <a:extLst>
                <a:ext uri="{FF2B5EF4-FFF2-40B4-BE49-F238E27FC236}">
                  <a16:creationId xmlns:a16="http://schemas.microsoft.com/office/drawing/2014/main" id="{20EF1B9B-7098-4616-B1CE-BFEC9BAE9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3150"/>
              <a:ext cx="43" cy="3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71" name="Oval 156">
              <a:extLst>
                <a:ext uri="{FF2B5EF4-FFF2-40B4-BE49-F238E27FC236}">
                  <a16:creationId xmlns:a16="http://schemas.microsoft.com/office/drawing/2014/main" id="{D4503BD6-A9CA-4307-B5BC-B8C91899B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3520"/>
              <a:ext cx="43" cy="32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447" name="AutoShape 159">
            <a:extLst>
              <a:ext uri="{FF2B5EF4-FFF2-40B4-BE49-F238E27FC236}">
                <a16:creationId xmlns:a16="http://schemas.microsoft.com/office/drawing/2014/main" id="{B33F32DB-724C-4485-B03B-4D9D62F97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" y="3206750"/>
            <a:ext cx="1122363" cy="1536700"/>
          </a:xfrm>
          <a:prstGeom prst="wedgeRoundRectCallout">
            <a:avLst>
              <a:gd name="adj1" fmla="val 102333"/>
              <a:gd name="adj2" fmla="val 49069"/>
              <a:gd name="adj3" fmla="val 16667"/>
            </a:avLst>
          </a:prstGeom>
          <a:gradFill rotWithShape="0">
            <a:gsLst>
              <a:gs pos="0">
                <a:srgbClr val="FFFFAD"/>
              </a:gs>
              <a:gs pos="100000">
                <a:srgbClr val="FFCCFF"/>
              </a:gs>
            </a:gsLst>
            <a:path path="rect">
              <a:fillToRect l="50000" t="50000" r="50000" b="50000"/>
            </a:path>
          </a:gra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等效电路</a:t>
            </a:r>
          </a:p>
        </p:txBody>
      </p:sp>
      <p:sp>
        <p:nvSpPr>
          <p:cNvPr id="12450" name="Text Box 162">
            <a:extLst>
              <a:ext uri="{FF2B5EF4-FFF2-40B4-BE49-F238E27FC236}">
                <a16:creationId xmlns:a16="http://schemas.microsoft.com/office/drawing/2014/main" id="{067A7191-A92B-4219-BAC8-4B9A98347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4950" y="5643563"/>
            <a:ext cx="4841875" cy="523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典型的电路，优美的作品！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D3C5F96-7327-4BEE-9A66-730C1585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pPr/>
              <a:t>11</a:t>
            </a:fld>
            <a:endParaRPr lang="en-US" altLang="zh-CN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C8CBA7-D8A3-475B-87EC-B73D17DB5DBC}"/>
              </a:ext>
            </a:extLst>
          </p:cNvPr>
          <p:cNvSpPr/>
          <p:nvPr/>
        </p:nvSpPr>
        <p:spPr>
          <a:xfrm>
            <a:off x="283607" y="1134685"/>
            <a:ext cx="284781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kern="100" baseline="-25000" dirty="0">
                <a:solidFill>
                  <a:schemeClr val="accent4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=3K   R</a:t>
            </a:r>
            <a:r>
              <a:rPr lang="en-US" altLang="zh-CN" kern="100" baseline="-25000" dirty="0">
                <a:solidFill>
                  <a:schemeClr val="accent4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=750</a:t>
            </a:r>
            <a:endParaRPr lang="zh-CN" altLang="zh-CN" kern="100" dirty="0">
              <a:solidFill>
                <a:schemeClr val="accent4"/>
              </a:solidFill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kern="100" baseline="-25000" dirty="0">
                <a:solidFill>
                  <a:schemeClr val="accent4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=360  R</a:t>
            </a:r>
            <a:r>
              <a:rPr lang="en-US" altLang="zh-CN" kern="100" baseline="-25000" dirty="0">
                <a:solidFill>
                  <a:schemeClr val="accent4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=100</a:t>
            </a:r>
            <a:endParaRPr lang="zh-CN" altLang="zh-CN" kern="100" dirty="0">
              <a:solidFill>
                <a:schemeClr val="accent4"/>
              </a:solidFill>
              <a:latin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kern="100" baseline="-25000" dirty="0">
                <a:solidFill>
                  <a:schemeClr val="accent4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kern="100" dirty="0">
                <a:solidFill>
                  <a:schemeClr val="accent4"/>
                </a:solidFill>
                <a:latin typeface="Times New Roman" panose="02020603050405020304" pitchFamily="18" charset="0"/>
              </a:rPr>
              <a:t>=3K</a:t>
            </a:r>
            <a:endParaRPr lang="zh-CN" altLang="zh-CN" kern="100" dirty="0">
              <a:solidFill>
                <a:schemeClr val="accent4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7006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9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 autoUpdateAnimBg="0"/>
      <p:bldP spid="12447" grpId="0" animBg="1" autoUpdateAnimBg="0"/>
      <p:bldP spid="12450" grpId="0" animBg="1" autoUpdateAnimBg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15DF9E9-FBD2-4CB6-A5E9-830E92D24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3838" y="333375"/>
            <a:ext cx="3683000" cy="50482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一、与非门工作原理</a:t>
            </a:r>
          </a:p>
        </p:txBody>
      </p:sp>
      <p:grpSp>
        <p:nvGrpSpPr>
          <p:cNvPr id="13403" name="Group 91">
            <a:extLst>
              <a:ext uri="{FF2B5EF4-FFF2-40B4-BE49-F238E27FC236}">
                <a16:creationId xmlns:a16="http://schemas.microsoft.com/office/drawing/2014/main" id="{CA5ABC28-4223-4DA6-9FE8-D641F663EBDA}"/>
              </a:ext>
            </a:extLst>
          </p:cNvPr>
          <p:cNvGrpSpPr>
            <a:grpSpLocks/>
          </p:cNvGrpSpPr>
          <p:nvPr/>
        </p:nvGrpSpPr>
        <p:grpSpPr bwMode="auto">
          <a:xfrm>
            <a:off x="3778250" y="671513"/>
            <a:ext cx="5192713" cy="2622550"/>
            <a:chOff x="348" y="956"/>
            <a:chExt cx="3010" cy="1652"/>
          </a:xfrm>
        </p:grpSpPr>
        <p:sp>
          <p:nvSpPr>
            <p:cNvPr id="11285" name="Rectangle 90">
              <a:extLst>
                <a:ext uri="{FF2B5EF4-FFF2-40B4-BE49-F238E27FC236}">
                  <a16:creationId xmlns:a16="http://schemas.microsoft.com/office/drawing/2014/main" id="{05301F13-DCAD-4216-80B6-C5274A6B0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956"/>
              <a:ext cx="3010" cy="1652"/>
            </a:xfrm>
            <a:prstGeom prst="rect">
              <a:avLst/>
            </a:prstGeom>
            <a:solidFill>
              <a:srgbClr val="00523D"/>
            </a:solidFill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i="0" u="none" strike="noStrike" kern="1200" cap="none" spc="0" normalizeH="0" baseline="0" noProof="0"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1286" name="Group 4">
              <a:extLst>
                <a:ext uri="{FF2B5EF4-FFF2-40B4-BE49-F238E27FC236}">
                  <a16:creationId xmlns:a16="http://schemas.microsoft.com/office/drawing/2014/main" id="{370842A8-E3C9-49CD-B271-8D658A441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987"/>
              <a:ext cx="2844" cy="1522"/>
              <a:chOff x="1102" y="488"/>
              <a:chExt cx="4553" cy="2706"/>
            </a:xfrm>
          </p:grpSpPr>
          <p:grpSp>
            <p:nvGrpSpPr>
              <p:cNvPr id="11287" name="Group 5">
                <a:extLst>
                  <a:ext uri="{FF2B5EF4-FFF2-40B4-BE49-F238E27FC236}">
                    <a16:creationId xmlns:a16="http://schemas.microsoft.com/office/drawing/2014/main" id="{B81D8B2D-63E4-4D6B-A4C7-DC36870E15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1" y="1610"/>
                <a:ext cx="336" cy="288"/>
                <a:chOff x="2200" y="1610"/>
                <a:chExt cx="336" cy="288"/>
              </a:xfrm>
            </p:grpSpPr>
            <p:sp>
              <p:nvSpPr>
                <p:cNvPr id="11368" name="Line 6">
                  <a:extLst>
                    <a:ext uri="{FF2B5EF4-FFF2-40B4-BE49-F238E27FC236}">
                      <a16:creationId xmlns:a16="http://schemas.microsoft.com/office/drawing/2014/main" id="{B5D1FFD8-08C7-4081-940D-EB1983BE71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61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9" name="Line 7">
                  <a:extLst>
                    <a:ext uri="{FF2B5EF4-FFF2-40B4-BE49-F238E27FC236}">
                      <a16:creationId xmlns:a16="http://schemas.microsoft.com/office/drawing/2014/main" id="{11D04044-8DAF-4C93-8561-78A1FAEC98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75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70" name="Line 8">
                  <a:extLst>
                    <a:ext uri="{FF2B5EF4-FFF2-40B4-BE49-F238E27FC236}">
                      <a16:creationId xmlns:a16="http://schemas.microsoft.com/office/drawing/2014/main" id="{20F5952E-6D91-43A2-8A1B-0892CA06B15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92" y="1610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71" name="Line 9">
                  <a:extLst>
                    <a:ext uri="{FF2B5EF4-FFF2-40B4-BE49-F238E27FC236}">
                      <a16:creationId xmlns:a16="http://schemas.microsoft.com/office/drawing/2014/main" id="{71747BD2-9A45-4035-94AE-DAA0384AEA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0" y="1754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288" name="Group 10">
                <a:extLst>
                  <a:ext uri="{FF2B5EF4-FFF2-40B4-BE49-F238E27FC236}">
                    <a16:creationId xmlns:a16="http://schemas.microsoft.com/office/drawing/2014/main" id="{F682B6BA-40A5-4BF0-B880-A85BC8D143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5" y="1610"/>
                <a:ext cx="336" cy="288"/>
                <a:chOff x="3784" y="1610"/>
                <a:chExt cx="336" cy="288"/>
              </a:xfrm>
            </p:grpSpPr>
            <p:sp>
              <p:nvSpPr>
                <p:cNvPr id="11364" name="Line 11">
                  <a:extLst>
                    <a:ext uri="{FF2B5EF4-FFF2-40B4-BE49-F238E27FC236}">
                      <a16:creationId xmlns:a16="http://schemas.microsoft.com/office/drawing/2014/main" id="{97921805-344C-4C6F-8615-4013494C23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61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5" name="Line 12">
                  <a:extLst>
                    <a:ext uri="{FF2B5EF4-FFF2-40B4-BE49-F238E27FC236}">
                      <a16:creationId xmlns:a16="http://schemas.microsoft.com/office/drawing/2014/main" id="{3B9442FF-6E55-4CB7-AADE-764C129E12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75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6" name="Line 13">
                  <a:extLst>
                    <a:ext uri="{FF2B5EF4-FFF2-40B4-BE49-F238E27FC236}">
                      <a16:creationId xmlns:a16="http://schemas.microsoft.com/office/drawing/2014/main" id="{A609CE43-B956-49F0-8F72-72BFF29B4C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1610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7" name="Line 14">
                  <a:extLst>
                    <a:ext uri="{FF2B5EF4-FFF2-40B4-BE49-F238E27FC236}">
                      <a16:creationId xmlns:a16="http://schemas.microsoft.com/office/drawing/2014/main" id="{0D3D264F-8023-4DE5-921E-D2A0186188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1754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289" name="Group 15">
                <a:extLst>
                  <a:ext uri="{FF2B5EF4-FFF2-40B4-BE49-F238E27FC236}">
                    <a16:creationId xmlns:a16="http://schemas.microsoft.com/office/drawing/2014/main" id="{E3589991-AC8C-4215-8ED2-37C367B673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5" y="2186"/>
                <a:ext cx="336" cy="288"/>
                <a:chOff x="3784" y="2186"/>
                <a:chExt cx="336" cy="288"/>
              </a:xfrm>
            </p:grpSpPr>
            <p:sp>
              <p:nvSpPr>
                <p:cNvPr id="11360" name="Line 16">
                  <a:extLst>
                    <a:ext uri="{FF2B5EF4-FFF2-40B4-BE49-F238E27FC236}">
                      <a16:creationId xmlns:a16="http://schemas.microsoft.com/office/drawing/2014/main" id="{75D02B14-EC4A-4527-A2FE-B708DB34B6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186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1" name="Line 17">
                  <a:extLst>
                    <a:ext uri="{FF2B5EF4-FFF2-40B4-BE49-F238E27FC236}">
                      <a16:creationId xmlns:a16="http://schemas.microsoft.com/office/drawing/2014/main" id="{55342B74-9835-4B16-9E83-ED4B6261DE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330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2" name="Line 18">
                  <a:extLst>
                    <a:ext uri="{FF2B5EF4-FFF2-40B4-BE49-F238E27FC236}">
                      <a16:creationId xmlns:a16="http://schemas.microsoft.com/office/drawing/2014/main" id="{57EAF68E-F7C6-4F02-B46A-4E0BA9366A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2186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63" name="Line 19">
                  <a:extLst>
                    <a:ext uri="{FF2B5EF4-FFF2-40B4-BE49-F238E27FC236}">
                      <a16:creationId xmlns:a16="http://schemas.microsoft.com/office/drawing/2014/main" id="{C449096F-589B-4336-8ADC-7D3B254DC2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233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290" name="Group 20">
                <a:extLst>
                  <a:ext uri="{FF2B5EF4-FFF2-40B4-BE49-F238E27FC236}">
                    <a16:creationId xmlns:a16="http://schemas.microsoft.com/office/drawing/2014/main" id="{EBB8F99F-E36D-4015-928D-EC0E135F94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5" y="1274"/>
                <a:ext cx="336" cy="288"/>
                <a:chOff x="2824" y="1274"/>
                <a:chExt cx="336" cy="288"/>
              </a:xfrm>
            </p:grpSpPr>
            <p:sp>
              <p:nvSpPr>
                <p:cNvPr id="11356" name="Line 21">
                  <a:extLst>
                    <a:ext uri="{FF2B5EF4-FFF2-40B4-BE49-F238E27FC236}">
                      <a16:creationId xmlns:a16="http://schemas.microsoft.com/office/drawing/2014/main" id="{9B56F200-8F84-4401-9F4D-A6D7D60000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1274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7" name="Line 22">
                  <a:extLst>
                    <a:ext uri="{FF2B5EF4-FFF2-40B4-BE49-F238E27FC236}">
                      <a16:creationId xmlns:a16="http://schemas.microsoft.com/office/drawing/2014/main" id="{413E3C7B-4E70-49FA-922F-75D3B58C0C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1418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8" name="Line 23">
                  <a:extLst>
                    <a:ext uri="{FF2B5EF4-FFF2-40B4-BE49-F238E27FC236}">
                      <a16:creationId xmlns:a16="http://schemas.microsoft.com/office/drawing/2014/main" id="{7E28B910-1D72-49D4-A5C7-58D87E9B62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16" y="1274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9" name="Line 24">
                  <a:extLst>
                    <a:ext uri="{FF2B5EF4-FFF2-40B4-BE49-F238E27FC236}">
                      <a16:creationId xmlns:a16="http://schemas.microsoft.com/office/drawing/2014/main" id="{F9E547BC-E3E5-48CF-A7FA-9FD7AD1539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4" y="1418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1291" name="Group 25">
                <a:extLst>
                  <a:ext uri="{FF2B5EF4-FFF2-40B4-BE49-F238E27FC236}">
                    <a16:creationId xmlns:a16="http://schemas.microsoft.com/office/drawing/2014/main" id="{1C1E6D7C-D11B-4E8C-8D4D-E3077B8C75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1562"/>
                <a:ext cx="720" cy="192"/>
                <a:chOff x="1144" y="1562"/>
                <a:chExt cx="720" cy="192"/>
              </a:xfrm>
            </p:grpSpPr>
            <p:sp>
              <p:nvSpPr>
                <p:cNvPr id="11351" name="Line 26">
                  <a:extLst>
                    <a:ext uri="{FF2B5EF4-FFF2-40B4-BE49-F238E27FC236}">
                      <a16:creationId xmlns:a16="http://schemas.microsoft.com/office/drawing/2014/main" id="{E1DD4638-74E4-4FD1-8EB3-8ADD453313D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0" y="1562"/>
                  <a:ext cx="624" cy="0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2" name="Line 27">
                  <a:extLst>
                    <a:ext uri="{FF2B5EF4-FFF2-40B4-BE49-F238E27FC236}">
                      <a16:creationId xmlns:a16="http://schemas.microsoft.com/office/drawing/2014/main" id="{FE698279-C074-45F0-91A0-7B4DB80E23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44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3" name="Line 28">
                  <a:extLst>
                    <a:ext uri="{FF2B5EF4-FFF2-40B4-BE49-F238E27FC236}">
                      <a16:creationId xmlns:a16="http://schemas.microsoft.com/office/drawing/2014/main" id="{89FEDE02-0B0F-4834-B40C-4A10780C443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88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4" name="Line 29">
                  <a:extLst>
                    <a:ext uri="{FF2B5EF4-FFF2-40B4-BE49-F238E27FC236}">
                      <a16:creationId xmlns:a16="http://schemas.microsoft.com/office/drawing/2014/main" id="{AC81999F-083C-4D35-A969-6D0FC311ED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3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1355" name="Line 30">
                  <a:extLst>
                    <a:ext uri="{FF2B5EF4-FFF2-40B4-BE49-F238E27FC236}">
                      <a16:creationId xmlns:a16="http://schemas.microsoft.com/office/drawing/2014/main" id="{39CA929C-8167-47DB-B4E5-5F9AB7D20C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bg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i="0" u="none" strike="noStrike" kern="1200" cap="none" spc="0" normalizeH="0" baseline="0" noProof="0"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1292" name="Rectangle 31">
                <a:extLst>
                  <a:ext uri="{FF2B5EF4-FFF2-40B4-BE49-F238E27FC236}">
                    <a16:creationId xmlns:a16="http://schemas.microsoft.com/office/drawing/2014/main" id="{EF5B5F69-BB84-486C-8381-3AC245739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9" y="1034"/>
                <a:ext cx="96" cy="24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3" name="Rectangle 32">
                <a:extLst>
                  <a:ext uri="{FF2B5EF4-FFF2-40B4-BE49-F238E27FC236}">
                    <a16:creationId xmlns:a16="http://schemas.microsoft.com/office/drawing/2014/main" id="{6B1CA3D5-1617-43CB-B72D-E15A1B5B8B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2474"/>
                <a:ext cx="96" cy="24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4" name="Rectangle 33">
                <a:extLst>
                  <a:ext uri="{FF2B5EF4-FFF2-40B4-BE49-F238E27FC236}">
                    <a16:creationId xmlns:a16="http://schemas.microsoft.com/office/drawing/2014/main" id="{6D42907F-4321-4497-BD21-CDC038475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890"/>
                <a:ext cx="96" cy="24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5" name="Rectangle 34">
                <a:extLst>
                  <a:ext uri="{FF2B5EF4-FFF2-40B4-BE49-F238E27FC236}">
                    <a16:creationId xmlns:a16="http://schemas.microsoft.com/office/drawing/2014/main" id="{27A85CBF-635F-416B-ADF3-62BEBD187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3" y="2522"/>
                <a:ext cx="96" cy="24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6" name="Rectangle 35">
                <a:extLst>
                  <a:ext uri="{FF2B5EF4-FFF2-40B4-BE49-F238E27FC236}">
                    <a16:creationId xmlns:a16="http://schemas.microsoft.com/office/drawing/2014/main" id="{7CEF8816-37C7-4AB7-ADBF-24D8648B0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938"/>
                <a:ext cx="96" cy="240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7" name="Line 36">
                <a:extLst>
                  <a:ext uri="{FF2B5EF4-FFF2-40B4-BE49-F238E27FC236}">
                    <a16:creationId xmlns:a16="http://schemas.microsoft.com/office/drawing/2014/main" id="{F7324169-7560-41FB-AF60-3761D3564F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8" name="Line 37">
                <a:extLst>
                  <a:ext uri="{FF2B5EF4-FFF2-40B4-BE49-F238E27FC236}">
                    <a16:creationId xmlns:a16="http://schemas.microsoft.com/office/drawing/2014/main" id="{BE078394-7384-4AAD-998F-38759B870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74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99" name="Line 38">
                <a:extLst>
                  <a:ext uri="{FF2B5EF4-FFF2-40B4-BE49-F238E27FC236}">
                    <a16:creationId xmlns:a16="http://schemas.microsoft.com/office/drawing/2014/main" id="{DD2C582F-77BF-46C9-803B-A64EE4FBA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746"/>
                <a:ext cx="2688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0" name="Line 39">
                <a:extLst>
                  <a:ext uri="{FF2B5EF4-FFF2-40B4-BE49-F238E27FC236}">
                    <a16:creationId xmlns:a16="http://schemas.microsoft.com/office/drawing/2014/main" id="{A2EC42B4-9CA4-477B-82E2-5BE504AF62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8" y="1754"/>
                <a:ext cx="38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1" name="Line 40">
                <a:extLst>
                  <a:ext uri="{FF2B5EF4-FFF2-40B4-BE49-F238E27FC236}">
                    <a16:creationId xmlns:a16="http://schemas.microsoft.com/office/drawing/2014/main" id="{CD1EDE10-181A-433D-9F07-95D683D7A3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7" y="1178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2" name="Line 41">
                <a:extLst>
                  <a:ext uri="{FF2B5EF4-FFF2-40B4-BE49-F238E27FC236}">
                    <a16:creationId xmlns:a16="http://schemas.microsoft.com/office/drawing/2014/main" id="{3215B4CC-4506-4DC0-A81C-217814C068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746"/>
                <a:ext cx="0" cy="192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3" name="Line 42">
                <a:extLst>
                  <a:ext uri="{FF2B5EF4-FFF2-40B4-BE49-F238E27FC236}">
                    <a16:creationId xmlns:a16="http://schemas.microsoft.com/office/drawing/2014/main" id="{6F500176-C825-498E-8C80-8AC66D980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1418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4" name="Line 43">
                <a:extLst>
                  <a:ext uri="{FF2B5EF4-FFF2-40B4-BE49-F238E27FC236}">
                    <a16:creationId xmlns:a16="http://schemas.microsoft.com/office/drawing/2014/main" id="{E7AB77A3-91F4-4FDC-A008-20E9E6EDFD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1898"/>
                <a:ext cx="0" cy="57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5" name="Line 44">
                <a:extLst>
                  <a:ext uri="{FF2B5EF4-FFF2-40B4-BE49-F238E27FC236}">
                    <a16:creationId xmlns:a16="http://schemas.microsoft.com/office/drawing/2014/main" id="{EF446087-EDBD-434D-81F9-35B9CD826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562"/>
                <a:ext cx="0" cy="96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6" name="Line 45">
                <a:extLst>
                  <a:ext uri="{FF2B5EF4-FFF2-40B4-BE49-F238E27FC236}">
                    <a16:creationId xmlns:a16="http://schemas.microsoft.com/office/drawing/2014/main" id="{E2FFD17D-5BEC-44C1-B3A3-8637483CB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2330"/>
                <a:ext cx="129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7" name="Line 46">
                <a:extLst>
                  <a:ext uri="{FF2B5EF4-FFF2-40B4-BE49-F238E27FC236}">
                    <a16:creationId xmlns:a16="http://schemas.microsoft.com/office/drawing/2014/main" id="{2BB80650-D3E5-4C0D-99C6-0130615E35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1894"/>
                <a:ext cx="0" cy="314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8" name="Line 47">
                <a:extLst>
                  <a:ext uri="{FF2B5EF4-FFF2-40B4-BE49-F238E27FC236}">
                    <a16:creationId xmlns:a16="http://schemas.microsoft.com/office/drawing/2014/main" id="{4EBC58B0-903B-41F9-B0E4-DF02CDD99E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754"/>
                <a:ext cx="672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09" name="Line 48">
                <a:extLst>
                  <a:ext uri="{FF2B5EF4-FFF2-40B4-BE49-F238E27FC236}">
                    <a16:creationId xmlns:a16="http://schemas.microsoft.com/office/drawing/2014/main" id="{D5DE5625-0290-47F5-A9F4-DD9EE123C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746"/>
                <a:ext cx="0" cy="144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0" name="Line 49">
                <a:extLst>
                  <a:ext uri="{FF2B5EF4-FFF2-40B4-BE49-F238E27FC236}">
                    <a16:creationId xmlns:a16="http://schemas.microsoft.com/office/drawing/2014/main" id="{84B76580-D778-4FD1-B077-A263F9A96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1130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1" name="Line 50">
                <a:extLst>
                  <a:ext uri="{FF2B5EF4-FFF2-40B4-BE49-F238E27FC236}">
                    <a16:creationId xmlns:a16="http://schemas.microsoft.com/office/drawing/2014/main" id="{FABA15BD-4439-4312-930A-0A52DD227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274"/>
                <a:ext cx="9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2" name="Line 51">
                <a:extLst>
                  <a:ext uri="{FF2B5EF4-FFF2-40B4-BE49-F238E27FC236}">
                    <a16:creationId xmlns:a16="http://schemas.microsoft.com/office/drawing/2014/main" id="{8A71904D-B720-4E6C-9273-E53A58746D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2762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3" name="Line 52">
                <a:extLst>
                  <a:ext uri="{FF2B5EF4-FFF2-40B4-BE49-F238E27FC236}">
                    <a16:creationId xmlns:a16="http://schemas.microsoft.com/office/drawing/2014/main" id="{B8E2BFBA-3D3D-47A2-A7BD-F76CD1FB5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2714"/>
                <a:ext cx="0" cy="336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4" name="Line 53">
                <a:extLst>
                  <a:ext uri="{FF2B5EF4-FFF2-40B4-BE49-F238E27FC236}">
                    <a16:creationId xmlns:a16="http://schemas.microsoft.com/office/drawing/2014/main" id="{B88580D4-06C2-48AC-A4BA-9F5ED167F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2474"/>
                <a:ext cx="0" cy="72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5" name="Line 54">
                <a:extLst>
                  <a:ext uri="{FF2B5EF4-FFF2-40B4-BE49-F238E27FC236}">
                    <a16:creationId xmlns:a16="http://schemas.microsoft.com/office/drawing/2014/main" id="{4DFC4AB3-E5AC-44C5-9A59-7AD424527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3050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6" name="Line 55">
                <a:extLst>
                  <a:ext uri="{FF2B5EF4-FFF2-40B4-BE49-F238E27FC236}">
                    <a16:creationId xmlns:a16="http://schemas.microsoft.com/office/drawing/2014/main" id="{A87D8844-A8AB-4DEE-B67D-491C2F1B24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5" y="3192"/>
                <a:ext cx="24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7" name="Line 56">
                <a:extLst>
                  <a:ext uri="{FF2B5EF4-FFF2-40B4-BE49-F238E27FC236}">
                    <a16:creationId xmlns:a16="http://schemas.microsoft.com/office/drawing/2014/main" id="{47609FFA-5A22-4193-B6EB-FFD708920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1754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8" name="Line 57">
                <a:extLst>
                  <a:ext uri="{FF2B5EF4-FFF2-40B4-BE49-F238E27FC236}">
                    <a16:creationId xmlns:a16="http://schemas.microsoft.com/office/drawing/2014/main" id="{A59FABE9-B990-44AE-9E92-4CBDAF7C91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1" y="1754"/>
                <a:ext cx="0" cy="24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19" name="Line 58">
                <a:extLst>
                  <a:ext uri="{FF2B5EF4-FFF2-40B4-BE49-F238E27FC236}">
                    <a16:creationId xmlns:a16="http://schemas.microsoft.com/office/drawing/2014/main" id="{12097468-A43C-48FF-841C-C71C615A3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1994"/>
                <a:ext cx="48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20" name="Line 59">
                <a:extLst>
                  <a:ext uri="{FF2B5EF4-FFF2-40B4-BE49-F238E27FC236}">
                    <a16:creationId xmlns:a16="http://schemas.microsoft.com/office/drawing/2014/main" id="{FEA5B76B-3C12-4432-9970-C8746E337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5" y="1754"/>
                <a:ext cx="0" cy="48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21" name="Line 60">
                <a:extLst>
                  <a:ext uri="{FF2B5EF4-FFF2-40B4-BE49-F238E27FC236}">
                    <a16:creationId xmlns:a16="http://schemas.microsoft.com/office/drawing/2014/main" id="{657C2C9B-4112-477A-A539-94449EBABF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1" y="2234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22" name="Text Box 61">
                <a:extLst>
                  <a:ext uri="{FF2B5EF4-FFF2-40B4-BE49-F238E27FC236}">
                    <a16:creationId xmlns:a16="http://schemas.microsoft.com/office/drawing/2014/main" id="{0A10A6EE-A53F-4566-AE49-5223617ED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2" y="488"/>
                <a:ext cx="683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+5V</a:t>
                </a:r>
              </a:p>
            </p:txBody>
          </p:sp>
          <p:sp>
            <p:nvSpPr>
              <p:cNvPr id="11323" name="Text Box 62">
                <a:extLst>
                  <a:ext uri="{FF2B5EF4-FFF2-40B4-BE49-F238E27FC236}">
                    <a16:creationId xmlns:a16="http://schemas.microsoft.com/office/drawing/2014/main" id="{5D8F01AD-4E46-4801-AB39-157C517AAA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2" y="1313"/>
                <a:ext cx="378" cy="1344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A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C</a:t>
                </a:r>
              </a:p>
            </p:txBody>
          </p:sp>
          <p:sp>
            <p:nvSpPr>
              <p:cNvPr id="11324" name="Text Box 63">
                <a:extLst>
                  <a:ext uri="{FF2B5EF4-FFF2-40B4-BE49-F238E27FC236}">
                    <a16:creationId xmlns:a16="http://schemas.microsoft.com/office/drawing/2014/main" id="{C3FA1AE3-4F0C-4D3B-A57F-EF36934BC4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6" y="1586"/>
                <a:ext cx="455" cy="51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25" name="Text Box 64">
                <a:extLst>
                  <a:ext uri="{FF2B5EF4-FFF2-40B4-BE49-F238E27FC236}">
                    <a16:creationId xmlns:a16="http://schemas.microsoft.com/office/drawing/2014/main" id="{AB911A23-11D1-43E2-90E8-AF3747C5E5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" y="968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1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26" name="Text Box 65">
                <a:extLst>
                  <a:ext uri="{FF2B5EF4-FFF2-40B4-BE49-F238E27FC236}">
                    <a16:creationId xmlns:a16="http://schemas.microsoft.com/office/drawing/2014/main" id="{76BDB8C4-3E87-46C1-89F0-C1417926F2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9" y="774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1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27" name="Text Box 66">
                <a:extLst>
                  <a:ext uri="{FF2B5EF4-FFF2-40B4-BE49-F238E27FC236}">
                    <a16:creationId xmlns:a16="http://schemas.microsoft.com/office/drawing/2014/main" id="{A1A805A2-60F6-4D72-B270-BF56D7A01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5" y="1496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i="0" u="none" strike="noStrike" kern="1200" cap="none" spc="0" normalizeH="0" baseline="-2500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i="0" u="none" strike="noStrike" kern="1200" cap="none" spc="0" normalizeH="0" baseline="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28" name="Text Box 67">
                <a:extLst>
                  <a:ext uri="{FF2B5EF4-FFF2-40B4-BE49-F238E27FC236}">
                    <a16:creationId xmlns:a16="http://schemas.microsoft.com/office/drawing/2014/main" id="{7BE793EE-321F-42BC-94F6-8F5D636341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1" y="1257"/>
                <a:ext cx="455" cy="51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29" name="Text Box 68">
                <a:extLst>
                  <a:ext uri="{FF2B5EF4-FFF2-40B4-BE49-F238E27FC236}">
                    <a16:creationId xmlns:a16="http://schemas.microsoft.com/office/drawing/2014/main" id="{8AA9FF39-A435-42C4-86B5-A5A37DAB7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3" y="1496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i="0" u="none" strike="noStrike" kern="1200" cap="none" spc="0" normalizeH="0" baseline="-2500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4</a:t>
                </a:r>
                <a:endParaRPr kumimoji="1" lang="en-US" altLang="zh-CN" sz="2400" i="0" u="none" strike="noStrike" kern="1200" cap="none" spc="0" normalizeH="0" baseline="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30" name="Text Box 69">
                <a:extLst>
                  <a:ext uri="{FF2B5EF4-FFF2-40B4-BE49-F238E27FC236}">
                    <a16:creationId xmlns:a16="http://schemas.microsoft.com/office/drawing/2014/main" id="{E8A7B7FD-B582-4186-A3B8-966A6372B2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5" y="2171"/>
                <a:ext cx="455" cy="513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11331" name="Text Box 70">
                <a:extLst>
                  <a:ext uri="{FF2B5EF4-FFF2-40B4-BE49-F238E27FC236}">
                    <a16:creationId xmlns:a16="http://schemas.microsoft.com/office/drawing/2014/main" id="{1472B307-B5F7-4B4B-AF56-B59081BE12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1" y="2409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1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32" name="Text Box 71">
                <a:extLst>
                  <a:ext uri="{FF2B5EF4-FFF2-40B4-BE49-F238E27FC236}">
                    <a16:creationId xmlns:a16="http://schemas.microsoft.com/office/drawing/2014/main" id="{4C9E42A3-9574-4224-B3CF-53470CCC93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2455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1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33" name="Text Box 72">
                <a:extLst>
                  <a:ext uri="{FF2B5EF4-FFF2-40B4-BE49-F238E27FC236}">
                    <a16:creationId xmlns:a16="http://schemas.microsoft.com/office/drawing/2014/main" id="{516BB9AE-BE65-42A7-B03A-0106E8F0A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3" y="822"/>
                <a:ext cx="457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1" u="none" strike="noStrike" kern="1200" cap="none" spc="0" normalizeH="0" baseline="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i="0" u="none" strike="noStrike" kern="1200" cap="none" spc="0" normalizeH="0" baseline="-25000" noProof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4</a:t>
                </a:r>
                <a:endParaRPr kumimoji="1" lang="en-US" altLang="zh-CN" sz="24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1334" name="Line 73">
                <a:extLst>
                  <a:ext uri="{FF2B5EF4-FFF2-40B4-BE49-F238E27FC236}">
                    <a16:creationId xmlns:a16="http://schemas.microsoft.com/office/drawing/2014/main" id="{9794D765-B3B8-4CBC-965E-8E239D9A7F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2090"/>
                <a:ext cx="576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35" name="Text Box 74">
                <a:extLst>
                  <a:ext uri="{FF2B5EF4-FFF2-40B4-BE49-F238E27FC236}">
                    <a16:creationId xmlns:a16="http://schemas.microsoft.com/office/drawing/2014/main" id="{5AA30D39-EE13-45C0-81A5-CFD37581D8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0" y="1847"/>
                <a:ext cx="345" cy="51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none" strike="noStrike" kern="1200" cap="none" spc="0" normalizeH="0" baseline="0" noProof="0" dirty="0">
                    <a:solidFill>
                      <a:schemeClr val="bg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</a:p>
            </p:txBody>
          </p:sp>
          <p:sp>
            <p:nvSpPr>
              <p:cNvPr id="11336" name="Oval 75">
                <a:extLst>
                  <a:ext uri="{FF2B5EF4-FFF2-40B4-BE49-F238E27FC236}">
                    <a16:creationId xmlns:a16="http://schemas.microsoft.com/office/drawing/2014/main" id="{5983705E-4B05-4666-A97E-E2E82A4F38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721"/>
                <a:ext cx="48" cy="48"/>
              </a:xfrm>
              <a:prstGeom prst="ellipse">
                <a:avLst/>
              </a:prstGeom>
              <a:solidFill>
                <a:schemeClr val="tx1"/>
              </a:solidFill>
              <a:ln w="28575" cap="sq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37" name="Oval 76">
                <a:extLst>
                  <a:ext uri="{FF2B5EF4-FFF2-40B4-BE49-F238E27FC236}">
                    <a16:creationId xmlns:a16="http://schemas.microsoft.com/office/drawing/2014/main" id="{207EDFEB-DC0C-4313-98E7-793DAE166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" y="1705"/>
                <a:ext cx="77" cy="77"/>
              </a:xfrm>
              <a:prstGeom prst="ellips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38" name="Oval 77">
                <a:extLst>
                  <a:ext uri="{FF2B5EF4-FFF2-40B4-BE49-F238E27FC236}">
                    <a16:creationId xmlns:a16="http://schemas.microsoft.com/office/drawing/2014/main" id="{F26E1C90-9E13-425E-A98C-9016CFC0B9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7" y="1966"/>
                <a:ext cx="77" cy="77"/>
              </a:xfrm>
              <a:prstGeom prst="ellips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39" name="Oval 78">
                <a:extLst>
                  <a:ext uri="{FF2B5EF4-FFF2-40B4-BE49-F238E27FC236}">
                    <a16:creationId xmlns:a16="http://schemas.microsoft.com/office/drawing/2014/main" id="{68266559-1EB5-49D8-A0A6-F80F74F26D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" y="2205"/>
                <a:ext cx="77" cy="77"/>
              </a:xfrm>
              <a:prstGeom prst="ellips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0" name="Oval 79">
                <a:extLst>
                  <a:ext uri="{FF2B5EF4-FFF2-40B4-BE49-F238E27FC236}">
                    <a16:creationId xmlns:a16="http://schemas.microsoft.com/office/drawing/2014/main" id="{EF98A42E-77E7-4316-87EF-3A699EADC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1" y="2031"/>
                <a:ext cx="77" cy="77"/>
              </a:xfrm>
              <a:prstGeom prst="ellips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1" name="Oval 80">
                <a:extLst>
                  <a:ext uri="{FF2B5EF4-FFF2-40B4-BE49-F238E27FC236}">
                    <a16:creationId xmlns:a16="http://schemas.microsoft.com/office/drawing/2014/main" id="{2EA6F094-4D6F-4A33-B320-8B08D26E5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7" y="695"/>
                <a:ext cx="77" cy="77"/>
              </a:xfrm>
              <a:prstGeom prst="ellips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2" name="Oval 81">
                <a:extLst>
                  <a:ext uri="{FF2B5EF4-FFF2-40B4-BE49-F238E27FC236}">
                    <a16:creationId xmlns:a16="http://schemas.microsoft.com/office/drawing/2014/main" id="{2518EF92-0D5F-4856-BC94-FEF9C2CBB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1369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3" name="Oval 82">
                <a:extLst>
                  <a:ext uri="{FF2B5EF4-FFF2-40B4-BE49-F238E27FC236}">
                    <a16:creationId xmlns:a16="http://schemas.microsoft.com/office/drawing/2014/main" id="{87BD4263-5AD4-4816-8B7E-3291A4885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2281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4" name="Oval 83">
                <a:extLst>
                  <a:ext uri="{FF2B5EF4-FFF2-40B4-BE49-F238E27FC236}">
                    <a16:creationId xmlns:a16="http://schemas.microsoft.com/office/drawing/2014/main" id="{12FE773D-94C6-4A91-9059-3043BDA52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8" y="1695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5" name="Oval 84">
                <a:extLst>
                  <a:ext uri="{FF2B5EF4-FFF2-40B4-BE49-F238E27FC236}">
                    <a16:creationId xmlns:a16="http://schemas.microsoft.com/office/drawing/2014/main" id="{F5440700-B6BB-409E-9F4C-9DD81897FF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" y="1227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6" name="Oval 85">
                <a:extLst>
                  <a:ext uri="{FF2B5EF4-FFF2-40B4-BE49-F238E27FC236}">
                    <a16:creationId xmlns:a16="http://schemas.microsoft.com/office/drawing/2014/main" id="{D7AAF9D5-6F4A-4EE3-8FCB-DDDCDE12B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2042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7" name="Oval 86">
                <a:extLst>
                  <a:ext uri="{FF2B5EF4-FFF2-40B4-BE49-F238E27FC236}">
                    <a16:creationId xmlns:a16="http://schemas.microsoft.com/office/drawing/2014/main" id="{0609FBA1-F567-49E4-9665-BEC73CE8B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7" y="3010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8" name="Oval 87">
                <a:extLst>
                  <a:ext uri="{FF2B5EF4-FFF2-40B4-BE49-F238E27FC236}">
                    <a16:creationId xmlns:a16="http://schemas.microsoft.com/office/drawing/2014/main" id="{9CA0AA4C-39E9-4E94-8DE9-47644A124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3010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49" name="Oval 88">
                <a:extLst>
                  <a:ext uri="{FF2B5EF4-FFF2-40B4-BE49-F238E27FC236}">
                    <a16:creationId xmlns:a16="http://schemas.microsoft.com/office/drawing/2014/main" id="{DB1B3077-0D5C-4B88-9E6A-421177160F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717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50" name="Oval 89">
                <a:extLst>
                  <a:ext uri="{FF2B5EF4-FFF2-40B4-BE49-F238E27FC236}">
                    <a16:creationId xmlns:a16="http://schemas.microsoft.com/office/drawing/2014/main" id="{AB6C5EBA-7738-4F73-8D68-EE95DCC88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" y="717"/>
                <a:ext cx="77" cy="7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i="0" u="none" strike="noStrike" kern="1200" cap="none" spc="0" normalizeH="0" baseline="0" noProof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3404" name="Text Box 92">
            <a:extLst>
              <a:ext uri="{FF2B5EF4-FFF2-40B4-BE49-F238E27FC236}">
                <a16:creationId xmlns:a16="http://schemas.microsoft.com/office/drawing/2014/main" id="{E54C881C-70F0-41C1-BDF2-8AA646A85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35" y="1016000"/>
            <a:ext cx="3486150" cy="946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设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=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(0.3V)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(3.6V)</a:t>
            </a:r>
          </a:p>
        </p:txBody>
      </p:sp>
      <p:sp>
        <p:nvSpPr>
          <p:cNvPr id="13405" name="Text Box 93">
            <a:extLst>
              <a:ext uri="{FF2B5EF4-FFF2-40B4-BE49-F238E27FC236}">
                <a16:creationId xmlns:a16="http://schemas.microsoft.com/office/drawing/2014/main" id="{843BA897-FE05-41E9-A748-1C64E46BC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97" y="1898650"/>
            <a:ext cx="3554413" cy="149066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、当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中  </a:t>
            </a: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有“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时， </a:t>
            </a:r>
          </a:p>
          <a:p>
            <a:pPr marL="0" marR="0" lvl="0" indent="0" algn="l" defTabSz="914400" rtl="0" eaLnBrk="1" fontAlgn="base" latinLnBrk="0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i="0" u="none" strike="noStrike" kern="1200" cap="none" spc="0" normalizeH="0" baseline="-25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=0,V</a:t>
            </a:r>
            <a:r>
              <a:rPr kumimoji="1" lang="en-US" altLang="zh-CN" sz="2800" i="0" u="none" strike="noStrike" kern="1200" cap="none" spc="0" normalizeH="0" baseline="-25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=1,V</a:t>
            </a:r>
            <a:r>
              <a:rPr kumimoji="1" lang="en-US" altLang="zh-CN" sz="2800" i="0" u="none" strike="noStrike" kern="1200" cap="none" spc="0" normalizeH="0" baseline="-25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</a:t>
            </a:r>
          </a:p>
        </p:txBody>
      </p:sp>
      <p:sp>
        <p:nvSpPr>
          <p:cNvPr id="13406" name="Text Box 94">
            <a:extLst>
              <a:ext uri="{FF2B5EF4-FFF2-40B4-BE49-F238E27FC236}">
                <a16:creationId xmlns:a16="http://schemas.microsoft.com/office/drawing/2014/main" id="{74BBDB96-489E-4721-98EA-44E75C2E0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97" y="3487738"/>
            <a:ext cx="8867775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R1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流向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其电流为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IL 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be1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)/R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=1.4 mA</a:t>
            </a:r>
          </a:p>
        </p:txBody>
      </p:sp>
      <p:sp>
        <p:nvSpPr>
          <p:cNvPr id="13407" name="Text Box 95">
            <a:extLst>
              <a:ext uri="{FF2B5EF4-FFF2-40B4-BE49-F238E27FC236}">
                <a16:creationId xmlns:a16="http://schemas.microsoft.com/office/drawing/2014/main" id="{D9619EA2-6EC2-45E4-899D-A1EA409F9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4272" y="4157663"/>
            <a:ext cx="3157538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b1</a:t>
            </a:r>
            <a:r>
              <a:rPr kumimoji="0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=V</a:t>
            </a:r>
            <a:r>
              <a:rPr kumimoji="0" lang="en-US" altLang="zh-CN" sz="2800" i="0" u="none" strike="noStrike" kern="1200" cap="none" spc="0" normalizeH="0" baseline="-30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+V</a:t>
            </a:r>
            <a:r>
              <a:rPr kumimoji="0" lang="en-US" altLang="zh-CN" sz="2800" i="0" u="none" strike="noStrike" kern="1200" cap="none" spc="0" normalizeH="0" baseline="-30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be1</a:t>
            </a:r>
            <a:r>
              <a:rPr kumimoji="0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kumimoji="0" lang="en-US" altLang="zh-CN" sz="2800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</a:p>
        </p:txBody>
      </p:sp>
      <p:sp>
        <p:nvSpPr>
          <p:cNvPr id="13408" name="Text Box 96">
            <a:extLst>
              <a:ext uri="{FF2B5EF4-FFF2-40B4-BE49-F238E27FC236}">
                <a16:creationId xmlns:a16="http://schemas.microsoft.com/office/drawing/2014/main" id="{BF74B26D-D3BA-422C-AEF8-0795C2DF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685" y="4827588"/>
            <a:ext cx="2641600" cy="4762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导致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截止</a:t>
            </a:r>
          </a:p>
        </p:txBody>
      </p:sp>
      <p:sp>
        <p:nvSpPr>
          <p:cNvPr id="13409" name="Text Box 97">
            <a:extLst>
              <a:ext uri="{FF2B5EF4-FFF2-40B4-BE49-F238E27FC236}">
                <a16:creationId xmlns:a16="http://schemas.microsoft.com/office/drawing/2014/main" id="{F11143DB-3348-4559-9110-1151DDE97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85" y="4192588"/>
            <a:ext cx="2846387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c1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很小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,T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深饱和</a:t>
            </a:r>
          </a:p>
        </p:txBody>
      </p:sp>
      <p:sp>
        <p:nvSpPr>
          <p:cNvPr id="13410" name="Text Box 98">
            <a:extLst>
              <a:ext uri="{FF2B5EF4-FFF2-40B4-BE49-F238E27FC236}">
                <a16:creationId xmlns:a16="http://schemas.microsoft.com/office/drawing/2014/main" id="{0EADF0D5-1994-435C-8C0B-BCA8AA06A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72" y="4814888"/>
            <a:ext cx="3251200" cy="523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c1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ces1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0.4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</a:p>
        </p:txBody>
      </p:sp>
      <p:sp>
        <p:nvSpPr>
          <p:cNvPr id="13411" name="Text Box 99">
            <a:extLst>
              <a:ext uri="{FF2B5EF4-FFF2-40B4-BE49-F238E27FC236}">
                <a16:creationId xmlns:a16="http://schemas.microsoft.com/office/drawing/2014/main" id="{17D6A00E-1E53-43E4-944F-9DA7ACDC6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1847" y="4760913"/>
            <a:ext cx="3744913" cy="4762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c2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≈V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   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0" lang="zh-CN" altLang="en-US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导通</a:t>
            </a:r>
            <a:endParaRPr kumimoji="1" lang="zh-CN" altLang="en-US" sz="2800" i="0" u="none" strike="noStrike" kern="1200" cap="none" spc="0" normalizeH="0" baseline="0" noProof="0"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2" name="Text Box 100">
            <a:extLst>
              <a:ext uri="{FF2B5EF4-FFF2-40B4-BE49-F238E27FC236}">
                <a16:creationId xmlns:a16="http://schemas.microsoft.com/office/drawing/2014/main" id="{3A3B145D-ADDD-454A-8389-FFDA26344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222" y="5487988"/>
            <a:ext cx="2159000" cy="4762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输出电压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kumimoji="1" lang="en-US" altLang="zh-CN" sz="2800" i="0" u="none" strike="noStrike" kern="1200" cap="none" spc="0" normalizeH="0" baseline="0" noProof="0"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413" name="Text Box 101">
            <a:extLst>
              <a:ext uri="{FF2B5EF4-FFF2-40B4-BE49-F238E27FC236}">
                <a16:creationId xmlns:a16="http://schemas.microsoft.com/office/drawing/2014/main" id="{7A3169B8-0049-4E9C-B653-A03C85A81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1772" y="5416550"/>
            <a:ext cx="5141913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R2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be3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–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be4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=3.6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</a:p>
        </p:txBody>
      </p:sp>
      <p:sp>
        <p:nvSpPr>
          <p:cNvPr id="13414" name="Text Box 102">
            <a:extLst>
              <a:ext uri="{FF2B5EF4-FFF2-40B4-BE49-F238E27FC236}">
                <a16:creationId xmlns:a16="http://schemas.microsoft.com/office/drawing/2014/main" id="{8022412C-2667-4C34-A706-01B3E4F4D6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6126163"/>
            <a:ext cx="6072187" cy="52322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输出电流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i="0" u="none" strike="noStrike" kern="1200" cap="none" spc="0" normalizeH="0" baseline="-25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oH 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kumimoji="0" lang="en-US" altLang="zh-CN" sz="2800" i="0" u="none" strike="noStrike" kern="1200" cap="none" spc="0" normalizeH="0" baseline="-3000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向外流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拉电流</a:t>
            </a:r>
            <a:r>
              <a:rPr kumimoji="0" lang="en-US" altLang="zh-CN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</p:txBody>
      </p:sp>
      <p:grpSp>
        <p:nvGrpSpPr>
          <p:cNvPr id="13417" name="Group 105">
            <a:extLst>
              <a:ext uri="{FF2B5EF4-FFF2-40B4-BE49-F238E27FC236}">
                <a16:creationId xmlns:a16="http://schemas.microsoft.com/office/drawing/2014/main" id="{9F25EEDE-DC7A-44EB-A710-5B2C32C181D3}"/>
              </a:ext>
            </a:extLst>
          </p:cNvPr>
          <p:cNvGrpSpPr>
            <a:grpSpLocks/>
          </p:cNvGrpSpPr>
          <p:nvPr/>
        </p:nvGrpSpPr>
        <p:grpSpPr bwMode="auto">
          <a:xfrm>
            <a:off x="4229100" y="1122363"/>
            <a:ext cx="739775" cy="568325"/>
            <a:chOff x="2794" y="696"/>
            <a:chExt cx="466" cy="358"/>
          </a:xfrm>
        </p:grpSpPr>
        <p:sp>
          <p:nvSpPr>
            <p:cNvPr id="11283" name="Freeform 103">
              <a:extLst>
                <a:ext uri="{FF2B5EF4-FFF2-40B4-BE49-F238E27FC236}">
                  <a16:creationId xmlns:a16="http://schemas.microsoft.com/office/drawing/2014/main" id="{95DA0F96-E613-45F6-A5E8-1CE6D1B5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696"/>
              <a:ext cx="282" cy="358"/>
            </a:xfrm>
            <a:custGeom>
              <a:avLst/>
              <a:gdLst>
                <a:gd name="T0" fmla="*/ 282 w 282"/>
                <a:gd name="T1" fmla="*/ 0 h 358"/>
                <a:gd name="T2" fmla="*/ 282 w 282"/>
                <a:gd name="T3" fmla="*/ 206 h 358"/>
                <a:gd name="T4" fmla="*/ 130 w 282"/>
                <a:gd name="T5" fmla="*/ 358 h 358"/>
                <a:gd name="T6" fmla="*/ 0 w 282"/>
                <a:gd name="T7" fmla="*/ 358 h 3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2" h="358">
                  <a:moveTo>
                    <a:pt x="282" y="0"/>
                  </a:moveTo>
                  <a:lnTo>
                    <a:pt x="282" y="206"/>
                  </a:lnTo>
                  <a:lnTo>
                    <a:pt x="130" y="358"/>
                  </a:lnTo>
                  <a:lnTo>
                    <a:pt x="0" y="358"/>
                  </a:ln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4" name="Text Box 104">
              <a:extLst>
                <a:ext uri="{FF2B5EF4-FFF2-40B4-BE49-F238E27FC236}">
                  <a16:creationId xmlns:a16="http://schemas.microsoft.com/office/drawing/2014/main" id="{63FA89D8-1055-4F30-B0FA-19F6D7AD0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706"/>
              <a:ext cx="44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1200" cap="none" spc="0" normalizeH="0" baseline="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i="0" u="none" strike="noStrike" kern="1200" cap="none" spc="0" normalizeH="0" baseline="-2500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IL</a:t>
              </a:r>
            </a:p>
          </p:txBody>
        </p:sp>
      </p:grpSp>
      <p:grpSp>
        <p:nvGrpSpPr>
          <p:cNvPr id="13420" name="Group 108">
            <a:extLst>
              <a:ext uri="{FF2B5EF4-FFF2-40B4-BE49-F238E27FC236}">
                <a16:creationId xmlns:a16="http://schemas.microsoft.com/office/drawing/2014/main" id="{F321E0B9-E56F-4D34-89C4-37F0E88834F4}"/>
              </a:ext>
            </a:extLst>
          </p:cNvPr>
          <p:cNvGrpSpPr>
            <a:grpSpLocks/>
          </p:cNvGrpSpPr>
          <p:nvPr/>
        </p:nvGrpSpPr>
        <p:grpSpPr bwMode="auto">
          <a:xfrm>
            <a:off x="8039104" y="1189038"/>
            <a:ext cx="971551" cy="881062"/>
            <a:chOff x="5064" y="717"/>
            <a:chExt cx="612" cy="555"/>
          </a:xfrm>
        </p:grpSpPr>
        <p:sp>
          <p:nvSpPr>
            <p:cNvPr id="11281" name="Freeform 106">
              <a:extLst>
                <a:ext uri="{FF2B5EF4-FFF2-40B4-BE49-F238E27FC236}">
                  <a16:creationId xmlns:a16="http://schemas.microsoft.com/office/drawing/2014/main" id="{527D59D0-17AE-4C9C-B22D-263AB11C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4" y="717"/>
              <a:ext cx="305" cy="555"/>
            </a:xfrm>
            <a:custGeom>
              <a:avLst/>
              <a:gdLst>
                <a:gd name="T0" fmla="*/ 0 w 305"/>
                <a:gd name="T1" fmla="*/ 0 h 555"/>
                <a:gd name="T2" fmla="*/ 0 w 305"/>
                <a:gd name="T3" fmla="*/ 555 h 555"/>
                <a:gd name="T4" fmla="*/ 305 w 305"/>
                <a:gd name="T5" fmla="*/ 555 h 5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5" h="555">
                  <a:moveTo>
                    <a:pt x="0" y="0"/>
                  </a:moveTo>
                  <a:lnTo>
                    <a:pt x="0" y="555"/>
                  </a:lnTo>
                  <a:lnTo>
                    <a:pt x="305" y="555"/>
                  </a:lnTo>
                </a:path>
              </a:pathLst>
            </a:custGeom>
            <a:noFill/>
            <a:ln w="38100" cap="flat" cmpd="sng">
              <a:solidFill>
                <a:schemeClr val="bg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i="0" u="none" strike="noStrike" kern="1200" cap="none" spc="0" normalizeH="0" baseline="0" noProof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82" name="Text Box 107">
              <a:extLst>
                <a:ext uri="{FF2B5EF4-FFF2-40B4-BE49-F238E27FC236}">
                  <a16:creationId xmlns:a16="http://schemas.microsoft.com/office/drawing/2014/main" id="{9EADFA79-8135-49D0-8EF0-76F2D97160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8" y="891"/>
              <a:ext cx="47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i="0" u="none" strike="noStrike" kern="1200" cap="none" spc="0" normalizeH="0" baseline="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i="0" u="none" strike="noStrike" kern="1200" cap="none" spc="0" normalizeH="0" baseline="-25000" noProof="0" dirty="0"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9C72EBA-6738-45E5-B351-5F9D90374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b="1" smtClean="0">
                <a:solidFill>
                  <a:sysClr val="windowText" lastClr="000000"/>
                </a:solidFill>
              </a:rPr>
              <a:pPr/>
              <a:t>12</a:t>
            </a:fld>
            <a:endParaRPr lang="en-US" altLang="zh-CN" b="1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337717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" presetClass="entr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34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4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4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3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3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4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0" fill="hold"/>
                                        <p:tgtEl>
                                          <p:spTgt spid="134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autoUpdateAnimBg="0"/>
      <p:bldP spid="13404" grpId="0" autoUpdateAnimBg="0"/>
      <p:bldP spid="13405" grpId="0" autoUpdateAnimBg="0"/>
      <p:bldP spid="13406" grpId="0" autoUpdateAnimBg="0"/>
      <p:bldP spid="13407" grpId="0" autoUpdateAnimBg="0"/>
      <p:bldP spid="13408" grpId="0" autoUpdateAnimBg="0"/>
      <p:bldP spid="13409" grpId="0" autoUpdateAnimBg="0"/>
      <p:bldP spid="13410" grpId="0" autoUpdateAnimBg="0"/>
      <p:bldP spid="13411" grpId="0" autoUpdateAnimBg="0"/>
      <p:bldP spid="13412" grpId="0" autoUpdateAnimBg="0"/>
      <p:bldP spid="13413" grpId="0" autoUpdateAnimBg="0"/>
      <p:bldP spid="13414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BCE44A6-076F-4A2E-A01C-B994B43777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74638" y="333375"/>
            <a:ext cx="2717800" cy="110807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、当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</a:t>
            </a:r>
            <a:b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</a:b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全为“</a:t>
            </a:r>
            <a:r>
              <a:rPr lang="en-US" altLang="zh-CN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1”</a:t>
            </a:r>
            <a:r>
              <a:rPr lang="zh-CN" altLang="en-US"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</a:t>
            </a:r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97C71CA4-343B-48C4-8698-1DF6D8A25B75}"/>
              </a:ext>
            </a:extLst>
          </p:cNvPr>
          <p:cNvGrpSpPr>
            <a:grpSpLocks/>
          </p:cNvGrpSpPr>
          <p:nvPr/>
        </p:nvGrpSpPr>
        <p:grpSpPr bwMode="auto">
          <a:xfrm>
            <a:off x="3795713" y="444500"/>
            <a:ext cx="5192712" cy="2622550"/>
            <a:chOff x="348" y="956"/>
            <a:chExt cx="3010" cy="1652"/>
          </a:xfrm>
          <a:noFill/>
        </p:grpSpPr>
        <p:sp>
          <p:nvSpPr>
            <p:cNvPr id="12311" name="Rectangle 5">
              <a:extLst>
                <a:ext uri="{FF2B5EF4-FFF2-40B4-BE49-F238E27FC236}">
                  <a16:creationId xmlns:a16="http://schemas.microsoft.com/office/drawing/2014/main" id="{63AD9239-122A-465C-A953-83DDEE325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" y="956"/>
              <a:ext cx="3010" cy="1652"/>
            </a:xfrm>
            <a:prstGeom prst="rect">
              <a:avLst/>
            </a:prstGeom>
            <a:grpFill/>
            <a:ln w="38100">
              <a:solidFill>
                <a:schemeClr val="bg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12312" name="Group 6">
              <a:extLst>
                <a:ext uri="{FF2B5EF4-FFF2-40B4-BE49-F238E27FC236}">
                  <a16:creationId xmlns:a16="http://schemas.microsoft.com/office/drawing/2014/main" id="{9E863CA1-1784-4D06-A130-F8B57D195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" y="987"/>
              <a:ext cx="2844" cy="1522"/>
              <a:chOff x="1102" y="488"/>
              <a:chExt cx="4553" cy="2706"/>
            </a:xfrm>
            <a:grpFill/>
          </p:grpSpPr>
          <p:grpSp>
            <p:nvGrpSpPr>
              <p:cNvPr id="12313" name="Group 7">
                <a:extLst>
                  <a:ext uri="{FF2B5EF4-FFF2-40B4-BE49-F238E27FC236}">
                    <a16:creationId xmlns:a16="http://schemas.microsoft.com/office/drawing/2014/main" id="{E15C8550-DBCA-46D2-8072-A46E73D3BC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41" y="1610"/>
                <a:ext cx="336" cy="288"/>
                <a:chOff x="2200" y="1610"/>
                <a:chExt cx="336" cy="288"/>
              </a:xfrm>
              <a:grpFill/>
            </p:grpSpPr>
            <p:sp>
              <p:nvSpPr>
                <p:cNvPr id="12394" name="Line 8">
                  <a:extLst>
                    <a:ext uri="{FF2B5EF4-FFF2-40B4-BE49-F238E27FC236}">
                      <a16:creationId xmlns:a16="http://schemas.microsoft.com/office/drawing/2014/main" id="{34E0FCE4-41D9-4E8A-B6E7-75665E2C8A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610"/>
                  <a:ext cx="0" cy="288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5" name="Line 9">
                  <a:extLst>
                    <a:ext uri="{FF2B5EF4-FFF2-40B4-BE49-F238E27FC236}">
                      <a16:creationId xmlns:a16="http://schemas.microsoft.com/office/drawing/2014/main" id="{EE414AD1-15FD-4E6C-BC24-ECB9646D46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754"/>
                  <a:ext cx="144" cy="144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6" name="Line 10">
                  <a:extLst>
                    <a:ext uri="{FF2B5EF4-FFF2-40B4-BE49-F238E27FC236}">
                      <a16:creationId xmlns:a16="http://schemas.microsoft.com/office/drawing/2014/main" id="{C7F5E78B-1404-449E-BD77-7A35F2D49D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92" y="1610"/>
                  <a:ext cx="144" cy="96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7" name="Line 11">
                  <a:extLst>
                    <a:ext uri="{FF2B5EF4-FFF2-40B4-BE49-F238E27FC236}">
                      <a16:creationId xmlns:a16="http://schemas.microsoft.com/office/drawing/2014/main" id="{AECBA55B-977C-4D63-BA8B-EF84BCA4F2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0" y="1754"/>
                  <a:ext cx="192" cy="0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314" name="Group 12">
                <a:extLst>
                  <a:ext uri="{FF2B5EF4-FFF2-40B4-BE49-F238E27FC236}">
                    <a16:creationId xmlns:a16="http://schemas.microsoft.com/office/drawing/2014/main" id="{9C33AE3A-7A95-45B0-A07B-292D45EFED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5" y="1610"/>
                <a:ext cx="336" cy="288"/>
                <a:chOff x="3784" y="1610"/>
                <a:chExt cx="336" cy="288"/>
              </a:xfrm>
              <a:grpFill/>
            </p:grpSpPr>
            <p:sp>
              <p:nvSpPr>
                <p:cNvPr id="12390" name="Line 13">
                  <a:extLst>
                    <a:ext uri="{FF2B5EF4-FFF2-40B4-BE49-F238E27FC236}">
                      <a16:creationId xmlns:a16="http://schemas.microsoft.com/office/drawing/2014/main" id="{C1287DE4-0664-49D5-B6B7-86695EF43A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610"/>
                  <a:ext cx="0" cy="288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1" name="Line 14">
                  <a:extLst>
                    <a:ext uri="{FF2B5EF4-FFF2-40B4-BE49-F238E27FC236}">
                      <a16:creationId xmlns:a16="http://schemas.microsoft.com/office/drawing/2014/main" id="{487565AC-EB3F-427C-9E66-1093C5A4DB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1754"/>
                  <a:ext cx="144" cy="144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2" name="Line 15">
                  <a:extLst>
                    <a:ext uri="{FF2B5EF4-FFF2-40B4-BE49-F238E27FC236}">
                      <a16:creationId xmlns:a16="http://schemas.microsoft.com/office/drawing/2014/main" id="{41EE67D0-F9B7-4564-A292-573A42204C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1610"/>
                  <a:ext cx="144" cy="96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93" name="Line 16">
                  <a:extLst>
                    <a:ext uri="{FF2B5EF4-FFF2-40B4-BE49-F238E27FC236}">
                      <a16:creationId xmlns:a16="http://schemas.microsoft.com/office/drawing/2014/main" id="{816B80AD-2D92-4853-B80D-1CFBE61D4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1754"/>
                  <a:ext cx="192" cy="0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315" name="Group 17">
                <a:extLst>
                  <a:ext uri="{FF2B5EF4-FFF2-40B4-BE49-F238E27FC236}">
                    <a16:creationId xmlns:a16="http://schemas.microsoft.com/office/drawing/2014/main" id="{1DFACC2E-95D3-4202-981E-51F3E31FFC1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5" y="2186"/>
                <a:ext cx="336" cy="288"/>
                <a:chOff x="3784" y="2186"/>
                <a:chExt cx="336" cy="288"/>
              </a:xfrm>
              <a:grpFill/>
            </p:grpSpPr>
            <p:sp>
              <p:nvSpPr>
                <p:cNvPr id="12386" name="Line 18">
                  <a:extLst>
                    <a:ext uri="{FF2B5EF4-FFF2-40B4-BE49-F238E27FC236}">
                      <a16:creationId xmlns:a16="http://schemas.microsoft.com/office/drawing/2014/main" id="{6EB5E559-77D3-4744-9134-C1D5681F06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186"/>
                  <a:ext cx="0" cy="288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7" name="Line 19">
                  <a:extLst>
                    <a:ext uri="{FF2B5EF4-FFF2-40B4-BE49-F238E27FC236}">
                      <a16:creationId xmlns:a16="http://schemas.microsoft.com/office/drawing/2014/main" id="{07D157FB-4C3B-4D8D-A7FD-5AC4852ECD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330"/>
                  <a:ext cx="144" cy="144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8" name="Line 20">
                  <a:extLst>
                    <a:ext uri="{FF2B5EF4-FFF2-40B4-BE49-F238E27FC236}">
                      <a16:creationId xmlns:a16="http://schemas.microsoft.com/office/drawing/2014/main" id="{3BA5EEDD-55C3-4686-8A6F-17FFD7C15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2186"/>
                  <a:ext cx="144" cy="96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9" name="Line 21">
                  <a:extLst>
                    <a:ext uri="{FF2B5EF4-FFF2-40B4-BE49-F238E27FC236}">
                      <a16:creationId xmlns:a16="http://schemas.microsoft.com/office/drawing/2014/main" id="{F6A30C14-EF4A-4448-AB91-B656275216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2330"/>
                  <a:ext cx="192" cy="0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316" name="Group 22">
                <a:extLst>
                  <a:ext uri="{FF2B5EF4-FFF2-40B4-BE49-F238E27FC236}">
                    <a16:creationId xmlns:a16="http://schemas.microsoft.com/office/drawing/2014/main" id="{FCE6451B-8459-407C-8746-6B493EB0E9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65" y="1274"/>
                <a:ext cx="336" cy="288"/>
                <a:chOff x="2824" y="1274"/>
                <a:chExt cx="336" cy="288"/>
              </a:xfrm>
              <a:grpFill/>
            </p:grpSpPr>
            <p:sp>
              <p:nvSpPr>
                <p:cNvPr id="12382" name="Line 23">
                  <a:extLst>
                    <a:ext uri="{FF2B5EF4-FFF2-40B4-BE49-F238E27FC236}">
                      <a16:creationId xmlns:a16="http://schemas.microsoft.com/office/drawing/2014/main" id="{A591DCF6-4F87-4B7C-A4B6-ED386130529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1274"/>
                  <a:ext cx="0" cy="288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3" name="Line 24">
                  <a:extLst>
                    <a:ext uri="{FF2B5EF4-FFF2-40B4-BE49-F238E27FC236}">
                      <a16:creationId xmlns:a16="http://schemas.microsoft.com/office/drawing/2014/main" id="{F7681741-5193-456E-A0B6-00DFF3ED44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6" y="1418"/>
                  <a:ext cx="144" cy="144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4" name="Line 25">
                  <a:extLst>
                    <a:ext uri="{FF2B5EF4-FFF2-40B4-BE49-F238E27FC236}">
                      <a16:creationId xmlns:a16="http://schemas.microsoft.com/office/drawing/2014/main" id="{7F74C88A-4DFB-484D-95F7-E476E9C82A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016" y="1274"/>
                  <a:ext cx="144" cy="96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5" name="Line 26">
                  <a:extLst>
                    <a:ext uri="{FF2B5EF4-FFF2-40B4-BE49-F238E27FC236}">
                      <a16:creationId xmlns:a16="http://schemas.microsoft.com/office/drawing/2014/main" id="{4BF7BD86-CDA9-4DF9-87B5-B01FEE1043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24" y="1418"/>
                  <a:ext cx="192" cy="0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317" name="Group 27">
                <a:extLst>
                  <a:ext uri="{FF2B5EF4-FFF2-40B4-BE49-F238E27FC236}">
                    <a16:creationId xmlns:a16="http://schemas.microsoft.com/office/drawing/2014/main" id="{7F42B316-411A-4FB1-B96E-6A1605C31B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1562"/>
                <a:ext cx="720" cy="192"/>
                <a:chOff x="1144" y="1562"/>
                <a:chExt cx="720" cy="192"/>
              </a:xfrm>
              <a:grpFill/>
            </p:grpSpPr>
            <p:sp>
              <p:nvSpPr>
                <p:cNvPr id="12377" name="Line 28">
                  <a:extLst>
                    <a:ext uri="{FF2B5EF4-FFF2-40B4-BE49-F238E27FC236}">
                      <a16:creationId xmlns:a16="http://schemas.microsoft.com/office/drawing/2014/main" id="{8BF24C64-1EDD-4C58-BE31-DBDBF10DC3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0" y="1562"/>
                  <a:ext cx="624" cy="0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78" name="Line 29">
                  <a:extLst>
                    <a:ext uri="{FF2B5EF4-FFF2-40B4-BE49-F238E27FC236}">
                      <a16:creationId xmlns:a16="http://schemas.microsoft.com/office/drawing/2014/main" id="{D386546B-6FBA-4DFF-AEAC-B98CD2BFDAC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44" y="1562"/>
                  <a:ext cx="192" cy="192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79" name="Line 30">
                  <a:extLst>
                    <a:ext uri="{FF2B5EF4-FFF2-40B4-BE49-F238E27FC236}">
                      <a16:creationId xmlns:a16="http://schemas.microsoft.com/office/drawing/2014/main" id="{D40527F3-354C-42F5-9A4C-01BAE4CE97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88" y="1562"/>
                  <a:ext cx="192" cy="192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0" name="Line 31">
                  <a:extLst>
                    <a:ext uri="{FF2B5EF4-FFF2-40B4-BE49-F238E27FC236}">
                      <a16:creationId xmlns:a16="http://schemas.microsoft.com/office/drawing/2014/main" id="{D52C8667-099E-4FDB-B0D6-5DB2700DE3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32" y="1562"/>
                  <a:ext cx="192" cy="192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2381" name="Line 32">
                  <a:extLst>
                    <a:ext uri="{FF2B5EF4-FFF2-40B4-BE49-F238E27FC236}">
                      <a16:creationId xmlns:a16="http://schemas.microsoft.com/office/drawing/2014/main" id="{B7FB8400-202E-4C8A-83D1-2D9165214A8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2" y="1562"/>
                  <a:ext cx="192" cy="192"/>
                </a:xfrm>
                <a:prstGeom prst="line">
                  <a:avLst/>
                </a:prstGeom>
                <a:grp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2318" name="Rectangle 33">
                <a:extLst>
                  <a:ext uri="{FF2B5EF4-FFF2-40B4-BE49-F238E27FC236}">
                    <a16:creationId xmlns:a16="http://schemas.microsoft.com/office/drawing/2014/main" id="{ABFAA185-5242-4B0B-923C-9DC5A4646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9" y="1034"/>
                <a:ext cx="96" cy="240"/>
              </a:xfrm>
              <a:prstGeom prst="rect">
                <a:avLst/>
              </a:prstGeom>
              <a:grp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19" name="Rectangle 34">
                <a:extLst>
                  <a:ext uri="{FF2B5EF4-FFF2-40B4-BE49-F238E27FC236}">
                    <a16:creationId xmlns:a16="http://schemas.microsoft.com/office/drawing/2014/main" id="{F426A6E4-F5D3-4755-B4BA-54100BE39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2474"/>
                <a:ext cx="96" cy="240"/>
              </a:xfrm>
              <a:prstGeom prst="rect">
                <a:avLst/>
              </a:prstGeom>
              <a:grp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0" name="Rectangle 35">
                <a:extLst>
                  <a:ext uri="{FF2B5EF4-FFF2-40B4-BE49-F238E27FC236}">
                    <a16:creationId xmlns:a16="http://schemas.microsoft.com/office/drawing/2014/main" id="{D7698C66-A7C8-4646-A309-29A807539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890"/>
                <a:ext cx="96" cy="240"/>
              </a:xfrm>
              <a:prstGeom prst="rect">
                <a:avLst/>
              </a:prstGeom>
              <a:grp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1" name="Rectangle 36">
                <a:extLst>
                  <a:ext uri="{FF2B5EF4-FFF2-40B4-BE49-F238E27FC236}">
                    <a16:creationId xmlns:a16="http://schemas.microsoft.com/office/drawing/2014/main" id="{1E50B6CD-BE4E-4F98-B1A1-02403773FB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3" y="2522"/>
                <a:ext cx="96" cy="240"/>
              </a:xfrm>
              <a:prstGeom prst="rect">
                <a:avLst/>
              </a:prstGeom>
              <a:grp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2" name="Rectangle 37">
                <a:extLst>
                  <a:ext uri="{FF2B5EF4-FFF2-40B4-BE49-F238E27FC236}">
                    <a16:creationId xmlns:a16="http://schemas.microsoft.com/office/drawing/2014/main" id="{98339A6D-8DE4-4E13-A505-62499876F0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9" y="938"/>
                <a:ext cx="96" cy="240"/>
              </a:xfrm>
              <a:prstGeom prst="rect">
                <a:avLst/>
              </a:prstGeom>
              <a:grp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3" name="Line 38">
                <a:extLst>
                  <a:ext uri="{FF2B5EF4-FFF2-40B4-BE49-F238E27FC236}">
                    <a16:creationId xmlns:a16="http://schemas.microsoft.com/office/drawing/2014/main" id="{3DC3472F-2730-40B8-ABF6-95B3E342A7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1274"/>
                <a:ext cx="0" cy="288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4" name="Line 39">
                <a:extLst>
                  <a:ext uri="{FF2B5EF4-FFF2-40B4-BE49-F238E27FC236}">
                    <a16:creationId xmlns:a16="http://schemas.microsoft.com/office/drawing/2014/main" id="{9CE2EAFD-AF81-46FD-A86C-76F7F54F59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746"/>
                <a:ext cx="0" cy="288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5" name="Line 40">
                <a:extLst>
                  <a:ext uri="{FF2B5EF4-FFF2-40B4-BE49-F238E27FC236}">
                    <a16:creationId xmlns:a16="http://schemas.microsoft.com/office/drawing/2014/main" id="{256A88AC-E8B4-46D9-B560-139C77473A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7" y="746"/>
                <a:ext cx="2688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6" name="Line 41">
                <a:extLst>
                  <a:ext uri="{FF2B5EF4-FFF2-40B4-BE49-F238E27FC236}">
                    <a16:creationId xmlns:a16="http://schemas.microsoft.com/office/drawing/2014/main" id="{79AD57A5-3D28-49D9-8F78-9744707FE3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8" y="1754"/>
                <a:ext cx="384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7" name="Line 42">
                <a:extLst>
                  <a:ext uri="{FF2B5EF4-FFF2-40B4-BE49-F238E27FC236}">
                    <a16:creationId xmlns:a16="http://schemas.microsoft.com/office/drawing/2014/main" id="{A8DD84CA-19FF-43D9-BB27-9862F57D54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7" y="1178"/>
                <a:ext cx="0" cy="432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8" name="Line 43">
                <a:extLst>
                  <a:ext uri="{FF2B5EF4-FFF2-40B4-BE49-F238E27FC236}">
                    <a16:creationId xmlns:a16="http://schemas.microsoft.com/office/drawing/2014/main" id="{4E938BF2-B940-48F5-B132-9B93AB86B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746"/>
                <a:ext cx="0" cy="192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29" name="Line 44">
                <a:extLst>
                  <a:ext uri="{FF2B5EF4-FFF2-40B4-BE49-F238E27FC236}">
                    <a16:creationId xmlns:a16="http://schemas.microsoft.com/office/drawing/2014/main" id="{6F6CB355-DBF0-4BA1-9250-2C4B0C01B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1418"/>
                <a:ext cx="336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0" name="Line 45">
                <a:extLst>
                  <a:ext uri="{FF2B5EF4-FFF2-40B4-BE49-F238E27FC236}">
                    <a16:creationId xmlns:a16="http://schemas.microsoft.com/office/drawing/2014/main" id="{151E7CC9-3D5D-4D27-8452-AA8E6FB88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1898"/>
                <a:ext cx="0" cy="576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1" name="Line 46">
                <a:extLst>
                  <a:ext uri="{FF2B5EF4-FFF2-40B4-BE49-F238E27FC236}">
                    <a16:creationId xmlns:a16="http://schemas.microsoft.com/office/drawing/2014/main" id="{CD8D8114-04FE-44B8-BB0A-344EB1157B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562"/>
                <a:ext cx="0" cy="96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2" name="Line 47">
                <a:extLst>
                  <a:ext uri="{FF2B5EF4-FFF2-40B4-BE49-F238E27FC236}">
                    <a16:creationId xmlns:a16="http://schemas.microsoft.com/office/drawing/2014/main" id="{BAD162B6-3E29-40B7-A5D3-22361D9E4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2330"/>
                <a:ext cx="1296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3" name="Line 48">
                <a:extLst>
                  <a:ext uri="{FF2B5EF4-FFF2-40B4-BE49-F238E27FC236}">
                    <a16:creationId xmlns:a16="http://schemas.microsoft.com/office/drawing/2014/main" id="{AB5646EB-2D74-43EA-B803-68971D28C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1894"/>
                <a:ext cx="0" cy="314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4" name="Line 49">
                <a:extLst>
                  <a:ext uri="{FF2B5EF4-FFF2-40B4-BE49-F238E27FC236}">
                    <a16:creationId xmlns:a16="http://schemas.microsoft.com/office/drawing/2014/main" id="{73229574-9BD4-4AEF-BED7-32DF055AC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754"/>
                <a:ext cx="672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5" name="Line 50">
                <a:extLst>
                  <a:ext uri="{FF2B5EF4-FFF2-40B4-BE49-F238E27FC236}">
                    <a16:creationId xmlns:a16="http://schemas.microsoft.com/office/drawing/2014/main" id="{AE1AAC85-FAE3-4039-90C8-8A93A7591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746"/>
                <a:ext cx="0" cy="144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6" name="Line 51">
                <a:extLst>
                  <a:ext uri="{FF2B5EF4-FFF2-40B4-BE49-F238E27FC236}">
                    <a16:creationId xmlns:a16="http://schemas.microsoft.com/office/drawing/2014/main" id="{6C478DA2-F27B-47BE-80C2-290115081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1130"/>
                <a:ext cx="0" cy="48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7" name="Line 52">
                <a:extLst>
                  <a:ext uri="{FF2B5EF4-FFF2-40B4-BE49-F238E27FC236}">
                    <a16:creationId xmlns:a16="http://schemas.microsoft.com/office/drawing/2014/main" id="{CCF05DBF-9362-4D18-8405-0A1E36AED9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1274"/>
                <a:ext cx="960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8" name="Line 53">
                <a:extLst>
                  <a:ext uri="{FF2B5EF4-FFF2-40B4-BE49-F238E27FC236}">
                    <a16:creationId xmlns:a16="http://schemas.microsoft.com/office/drawing/2014/main" id="{232AEFA5-11E1-4800-94B7-737F302C9D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1" y="2762"/>
                <a:ext cx="0" cy="288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39" name="Line 54">
                <a:extLst>
                  <a:ext uri="{FF2B5EF4-FFF2-40B4-BE49-F238E27FC236}">
                    <a16:creationId xmlns:a16="http://schemas.microsoft.com/office/drawing/2014/main" id="{9A331689-092C-49C4-A768-8E422F0B60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2714"/>
                <a:ext cx="0" cy="336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0" name="Line 55">
                <a:extLst>
                  <a:ext uri="{FF2B5EF4-FFF2-40B4-BE49-F238E27FC236}">
                    <a16:creationId xmlns:a16="http://schemas.microsoft.com/office/drawing/2014/main" id="{529E82CE-F365-46B7-8E76-45EC6A0D10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2474"/>
                <a:ext cx="0" cy="72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1" name="Line 56">
                <a:extLst>
                  <a:ext uri="{FF2B5EF4-FFF2-40B4-BE49-F238E27FC236}">
                    <a16:creationId xmlns:a16="http://schemas.microsoft.com/office/drawing/2014/main" id="{3C5489FB-1363-44E9-9C27-205FE836C8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7" y="3050"/>
                <a:ext cx="1584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2" name="Line 57">
                <a:extLst>
                  <a:ext uri="{FF2B5EF4-FFF2-40B4-BE49-F238E27FC236}">
                    <a16:creationId xmlns:a16="http://schemas.microsoft.com/office/drawing/2014/main" id="{966DD4EC-0500-46BB-8531-C01D76DB0A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65" y="3192"/>
                <a:ext cx="240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3" name="Line 58">
                <a:extLst>
                  <a:ext uri="{FF2B5EF4-FFF2-40B4-BE49-F238E27FC236}">
                    <a16:creationId xmlns:a16="http://schemas.microsoft.com/office/drawing/2014/main" id="{0C2B41DF-A01F-4D19-8FAF-109B2F745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1754"/>
                <a:ext cx="336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4" name="Line 59">
                <a:extLst>
                  <a:ext uri="{FF2B5EF4-FFF2-40B4-BE49-F238E27FC236}">
                    <a16:creationId xmlns:a16="http://schemas.microsoft.com/office/drawing/2014/main" id="{21395E09-9FA2-4F19-8EC2-8956E75B2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51" y="1754"/>
                <a:ext cx="0" cy="24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5" name="Line 60">
                <a:extLst>
                  <a:ext uri="{FF2B5EF4-FFF2-40B4-BE49-F238E27FC236}">
                    <a16:creationId xmlns:a16="http://schemas.microsoft.com/office/drawing/2014/main" id="{65201862-3D32-4FB7-8B62-CB829AE29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1994"/>
                <a:ext cx="480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6" name="Line 61">
                <a:extLst>
                  <a:ext uri="{FF2B5EF4-FFF2-40B4-BE49-F238E27FC236}">
                    <a16:creationId xmlns:a16="http://schemas.microsoft.com/office/drawing/2014/main" id="{4CBFA082-05CB-4195-B5F6-DCA2900848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95" y="1754"/>
                <a:ext cx="0" cy="48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7" name="Line 62">
                <a:extLst>
                  <a:ext uri="{FF2B5EF4-FFF2-40B4-BE49-F238E27FC236}">
                    <a16:creationId xmlns:a16="http://schemas.microsoft.com/office/drawing/2014/main" id="{EFC2DD1C-EC18-4CCF-AFCC-6309C74328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1" y="2234"/>
                <a:ext cx="624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48" name="Text Box 63">
                <a:extLst>
                  <a:ext uri="{FF2B5EF4-FFF2-40B4-BE49-F238E27FC236}">
                    <a16:creationId xmlns:a16="http://schemas.microsoft.com/office/drawing/2014/main" id="{64720727-7098-4CF6-B8B4-2FB5FFADDC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2" y="488"/>
                <a:ext cx="683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+5V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49" name="Text Box 64">
                <a:extLst>
                  <a:ext uri="{FF2B5EF4-FFF2-40B4-BE49-F238E27FC236}">
                    <a16:creationId xmlns:a16="http://schemas.microsoft.com/office/drawing/2014/main" id="{3BD13507-88C5-4AA0-BE49-D457012F7E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2" y="1313"/>
                <a:ext cx="378" cy="1344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A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C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0" name="Text Box 65">
                <a:extLst>
                  <a:ext uri="{FF2B5EF4-FFF2-40B4-BE49-F238E27FC236}">
                    <a16:creationId xmlns:a16="http://schemas.microsoft.com/office/drawing/2014/main" id="{15789C25-6F6C-4EF9-9865-2E4AAC6D04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6" y="1586"/>
                <a:ext cx="455" cy="513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1" name="Text Box 66">
                <a:extLst>
                  <a:ext uri="{FF2B5EF4-FFF2-40B4-BE49-F238E27FC236}">
                    <a16:creationId xmlns:a16="http://schemas.microsoft.com/office/drawing/2014/main" id="{C4CAFA12-786C-48BC-A9A2-2BCF86BB67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81" y="968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2" name="Text Box 67">
                <a:extLst>
                  <a:ext uri="{FF2B5EF4-FFF2-40B4-BE49-F238E27FC236}">
                    <a16:creationId xmlns:a16="http://schemas.microsoft.com/office/drawing/2014/main" id="{942F2DC7-AE47-4C41-A149-A490B5747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99" y="774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3" name="Text Box 68">
                <a:extLst>
                  <a:ext uri="{FF2B5EF4-FFF2-40B4-BE49-F238E27FC236}">
                    <a16:creationId xmlns:a16="http://schemas.microsoft.com/office/drawing/2014/main" id="{20C0F802-81A7-48B5-AF2F-BB38766F6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95" y="1496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4" name="Text Box 69">
                <a:extLst>
                  <a:ext uri="{FF2B5EF4-FFF2-40B4-BE49-F238E27FC236}">
                    <a16:creationId xmlns:a16="http://schemas.microsoft.com/office/drawing/2014/main" id="{09C0FCD3-F536-4376-8C91-F02A653341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31" y="1257"/>
                <a:ext cx="455" cy="513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5" name="Text Box 70">
                <a:extLst>
                  <a:ext uri="{FF2B5EF4-FFF2-40B4-BE49-F238E27FC236}">
                    <a16:creationId xmlns:a16="http://schemas.microsoft.com/office/drawing/2014/main" id="{26CF1885-22ED-436A-97B1-75F036C93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3" y="1496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4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6" name="Text Box 71">
                <a:extLst>
                  <a:ext uri="{FF2B5EF4-FFF2-40B4-BE49-F238E27FC236}">
                    <a16:creationId xmlns:a16="http://schemas.microsoft.com/office/drawing/2014/main" id="{B57FEC24-10B4-4621-8F04-7762A6386D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5" y="2171"/>
                <a:ext cx="455" cy="513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12357" name="Text Box 72">
                <a:extLst>
                  <a:ext uri="{FF2B5EF4-FFF2-40B4-BE49-F238E27FC236}">
                    <a16:creationId xmlns:a16="http://schemas.microsoft.com/office/drawing/2014/main" id="{D8061C85-C063-44DA-9D18-28F18FFE43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1" y="2409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8" name="Text Box 73">
                <a:extLst>
                  <a:ext uri="{FF2B5EF4-FFF2-40B4-BE49-F238E27FC236}">
                    <a16:creationId xmlns:a16="http://schemas.microsoft.com/office/drawing/2014/main" id="{DF741520-6E21-4D65-A3B8-94E8C5EAF5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2455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59" name="Text Box 74">
                <a:extLst>
                  <a:ext uri="{FF2B5EF4-FFF2-40B4-BE49-F238E27FC236}">
                    <a16:creationId xmlns:a16="http://schemas.microsoft.com/office/drawing/2014/main" id="{35FF70B6-97A3-46AD-91D2-BE8001C6C8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73" y="822"/>
                <a:ext cx="457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4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60" name="Line 75">
                <a:extLst>
                  <a:ext uri="{FF2B5EF4-FFF2-40B4-BE49-F238E27FC236}">
                    <a16:creationId xmlns:a16="http://schemas.microsoft.com/office/drawing/2014/main" id="{AC1A3F5D-563D-4926-9321-84BD1ACA09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1" y="2090"/>
                <a:ext cx="576" cy="0"/>
              </a:xfrm>
              <a:prstGeom prst="lin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1" name="Text Box 76">
                <a:extLst>
                  <a:ext uri="{FF2B5EF4-FFF2-40B4-BE49-F238E27FC236}">
                    <a16:creationId xmlns:a16="http://schemas.microsoft.com/office/drawing/2014/main" id="{44153352-BB41-48AB-BF44-FA3756751E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0" y="1847"/>
                <a:ext cx="345" cy="517"/>
              </a:xfrm>
              <a:prstGeom prst="rect">
                <a:avLst/>
              </a:prstGeom>
              <a:grpFill/>
              <a:ln w="3810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12362" name="Oval 77">
                <a:extLst>
                  <a:ext uri="{FF2B5EF4-FFF2-40B4-BE49-F238E27FC236}">
                    <a16:creationId xmlns:a16="http://schemas.microsoft.com/office/drawing/2014/main" id="{5451396C-81D2-4551-A5E6-30DBC7C6C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1721"/>
                <a:ext cx="48" cy="48"/>
              </a:xfrm>
              <a:prstGeom prst="ellipse">
                <a:avLst/>
              </a:prstGeom>
              <a:grpFill/>
              <a:ln w="28575" cap="sq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3" name="Oval 78">
                <a:extLst>
                  <a:ext uri="{FF2B5EF4-FFF2-40B4-BE49-F238E27FC236}">
                    <a16:creationId xmlns:a16="http://schemas.microsoft.com/office/drawing/2014/main" id="{10D84A11-FDC3-43D0-AD67-476E06AD8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8" y="1705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4" name="Oval 79">
                <a:extLst>
                  <a:ext uri="{FF2B5EF4-FFF2-40B4-BE49-F238E27FC236}">
                    <a16:creationId xmlns:a16="http://schemas.microsoft.com/office/drawing/2014/main" id="{A3D28EC8-D307-41EA-9BA0-650B7DB0C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7" y="1966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5" name="Oval 80">
                <a:extLst>
                  <a:ext uri="{FF2B5EF4-FFF2-40B4-BE49-F238E27FC236}">
                    <a16:creationId xmlns:a16="http://schemas.microsoft.com/office/drawing/2014/main" id="{5A30901E-E1B2-4E3F-A604-071DA6DB7D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8" y="2205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6" name="Oval 81">
                <a:extLst>
                  <a:ext uri="{FF2B5EF4-FFF2-40B4-BE49-F238E27FC236}">
                    <a16:creationId xmlns:a16="http://schemas.microsoft.com/office/drawing/2014/main" id="{9063D034-AF8B-4D7B-8AD8-DE3C221E9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11" y="2031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7" name="Oval 82">
                <a:extLst>
                  <a:ext uri="{FF2B5EF4-FFF2-40B4-BE49-F238E27FC236}">
                    <a16:creationId xmlns:a16="http://schemas.microsoft.com/office/drawing/2014/main" id="{58339B90-FBE8-4580-B159-01405D8E75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7" y="695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8" name="Oval 83">
                <a:extLst>
                  <a:ext uri="{FF2B5EF4-FFF2-40B4-BE49-F238E27FC236}">
                    <a16:creationId xmlns:a16="http://schemas.microsoft.com/office/drawing/2014/main" id="{7E041D40-2063-410E-B225-092691CAD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1369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69" name="Oval 84">
                <a:extLst>
                  <a:ext uri="{FF2B5EF4-FFF2-40B4-BE49-F238E27FC236}">
                    <a16:creationId xmlns:a16="http://schemas.microsoft.com/office/drawing/2014/main" id="{7C0D46D5-A5DD-4510-8BFE-4E08C12198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2281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0" name="Oval 85">
                <a:extLst>
                  <a:ext uri="{FF2B5EF4-FFF2-40B4-BE49-F238E27FC236}">
                    <a16:creationId xmlns:a16="http://schemas.microsoft.com/office/drawing/2014/main" id="{5DA3D91B-2BF8-437D-85C0-A5BDC152AB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8" y="1695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1" name="Oval 86">
                <a:extLst>
                  <a:ext uri="{FF2B5EF4-FFF2-40B4-BE49-F238E27FC236}">
                    <a16:creationId xmlns:a16="http://schemas.microsoft.com/office/drawing/2014/main" id="{5C4253DD-42F5-43F4-8EEA-B279B63D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4" y="1227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2" name="Oval 87">
                <a:extLst>
                  <a:ext uri="{FF2B5EF4-FFF2-40B4-BE49-F238E27FC236}">
                    <a16:creationId xmlns:a16="http://schemas.microsoft.com/office/drawing/2014/main" id="{961D8846-196F-4D21-9AD5-54BD01AB7F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2042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3" name="Oval 88">
                <a:extLst>
                  <a:ext uri="{FF2B5EF4-FFF2-40B4-BE49-F238E27FC236}">
                    <a16:creationId xmlns:a16="http://schemas.microsoft.com/office/drawing/2014/main" id="{A04CE2A4-5DC4-4B9C-83F7-4DDC08E283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7" y="3010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4" name="Oval 89">
                <a:extLst>
                  <a:ext uri="{FF2B5EF4-FFF2-40B4-BE49-F238E27FC236}">
                    <a16:creationId xmlns:a16="http://schemas.microsoft.com/office/drawing/2014/main" id="{6BA97A86-9558-4978-9DBC-EF6B896C53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3" y="3010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5" name="Oval 90">
                <a:extLst>
                  <a:ext uri="{FF2B5EF4-FFF2-40B4-BE49-F238E27FC236}">
                    <a16:creationId xmlns:a16="http://schemas.microsoft.com/office/drawing/2014/main" id="{1EE70F69-43B8-40A2-B906-40EBE8CF7F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7" y="717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76" name="Oval 91">
                <a:extLst>
                  <a:ext uri="{FF2B5EF4-FFF2-40B4-BE49-F238E27FC236}">
                    <a16:creationId xmlns:a16="http://schemas.microsoft.com/office/drawing/2014/main" id="{DDE01524-AB2E-493D-8659-9946D810F5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5" y="717"/>
                <a:ext cx="77" cy="77"/>
              </a:xfrm>
              <a:prstGeom prst="ellipse">
                <a:avLst/>
              </a:prstGeom>
              <a:grp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4428" name="Text Box 92">
            <a:extLst>
              <a:ext uri="{FF2B5EF4-FFF2-40B4-BE49-F238E27FC236}">
                <a16:creationId xmlns:a16="http://schemas.microsoft.com/office/drawing/2014/main" id="{21AEF956-097F-4944-B389-ACAE8A265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627188"/>
            <a:ext cx="3140075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=3.6V</a:t>
            </a:r>
          </a:p>
        </p:txBody>
      </p:sp>
      <p:sp>
        <p:nvSpPr>
          <p:cNvPr id="14429" name="Text Box 93">
            <a:extLst>
              <a:ext uri="{FF2B5EF4-FFF2-40B4-BE49-F238E27FC236}">
                <a16:creationId xmlns:a16="http://schemas.microsoft.com/office/drawing/2014/main" id="{BF73DB04-D09E-4515-A409-29D31FB1C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2401888"/>
            <a:ext cx="322738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全部流向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基极</a:t>
            </a:r>
          </a:p>
        </p:txBody>
      </p:sp>
      <p:grpSp>
        <p:nvGrpSpPr>
          <p:cNvPr id="14432" name="Group 96">
            <a:extLst>
              <a:ext uri="{FF2B5EF4-FFF2-40B4-BE49-F238E27FC236}">
                <a16:creationId xmlns:a16="http://schemas.microsoft.com/office/drawing/2014/main" id="{DE743756-7870-4B5C-B482-3261583CCB0A}"/>
              </a:ext>
            </a:extLst>
          </p:cNvPr>
          <p:cNvGrpSpPr>
            <a:grpSpLocks/>
          </p:cNvGrpSpPr>
          <p:nvPr/>
        </p:nvGrpSpPr>
        <p:grpSpPr bwMode="auto">
          <a:xfrm>
            <a:off x="5554663" y="760413"/>
            <a:ext cx="706437" cy="757237"/>
            <a:chOff x="3499" y="479"/>
            <a:chExt cx="445" cy="477"/>
          </a:xfrm>
          <a:noFill/>
        </p:grpSpPr>
        <p:sp>
          <p:nvSpPr>
            <p:cNvPr id="12309" name="Freeform 94">
              <a:extLst>
                <a:ext uri="{FF2B5EF4-FFF2-40B4-BE49-F238E27FC236}">
                  <a16:creationId xmlns:a16="http://schemas.microsoft.com/office/drawing/2014/main" id="{1E304AA4-5DAA-49EF-B832-B5CA7ABA0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543"/>
              <a:ext cx="229" cy="413"/>
            </a:xfrm>
            <a:custGeom>
              <a:avLst/>
              <a:gdLst>
                <a:gd name="T0" fmla="*/ 0 w 229"/>
                <a:gd name="T1" fmla="*/ 0 h 413"/>
                <a:gd name="T2" fmla="*/ 0 w 229"/>
                <a:gd name="T3" fmla="*/ 413 h 413"/>
                <a:gd name="T4" fmla="*/ 229 w 229"/>
                <a:gd name="T5" fmla="*/ 413 h 4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9" h="413">
                  <a:moveTo>
                    <a:pt x="0" y="0"/>
                  </a:moveTo>
                  <a:lnTo>
                    <a:pt x="0" y="413"/>
                  </a:lnTo>
                  <a:lnTo>
                    <a:pt x="229" y="413"/>
                  </a:lnTo>
                </a:path>
              </a:pathLst>
            </a:custGeom>
            <a:grp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10" name="Text Box 95">
              <a:extLst>
                <a:ext uri="{FF2B5EF4-FFF2-40B4-BE49-F238E27FC236}">
                  <a16:creationId xmlns:a16="http://schemas.microsoft.com/office/drawing/2014/main" id="{91892B99-05E8-40C1-8B92-73404FAEEC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9" y="479"/>
              <a:ext cx="445" cy="327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R1</a:t>
              </a:r>
            </a:p>
          </p:txBody>
        </p:sp>
      </p:grpSp>
      <p:sp>
        <p:nvSpPr>
          <p:cNvPr id="14433" name="Text Box 97">
            <a:extLst>
              <a:ext uri="{FF2B5EF4-FFF2-40B4-BE49-F238E27FC236}">
                <a16:creationId xmlns:a16="http://schemas.microsoft.com/office/drawing/2014/main" id="{2DE5BB57-E066-463A-A7E4-E8C830A25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3005138"/>
            <a:ext cx="2106613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饱和</a:t>
            </a:r>
            <a:endParaRPr kumimoji="1" lang="zh-CN" altLang="en-US" sz="2800" b="1" i="0" u="none" strike="noStrike" kern="120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4" name="Text Box 98">
            <a:extLst>
              <a:ext uri="{FF2B5EF4-FFF2-40B4-BE49-F238E27FC236}">
                <a16:creationId xmlns:a16="http://schemas.microsoft.com/office/drawing/2014/main" id="{4BFA5C57-ABBB-43FC-B126-DBF864F7D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3" y="4046538"/>
            <a:ext cx="19494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=2.1V</a:t>
            </a:r>
          </a:p>
        </p:txBody>
      </p:sp>
      <p:sp>
        <p:nvSpPr>
          <p:cNvPr id="14435" name="Text Box 99">
            <a:extLst>
              <a:ext uri="{FF2B5EF4-FFF2-40B4-BE49-F238E27FC236}">
                <a16:creationId xmlns:a16="http://schemas.microsoft.com/office/drawing/2014/main" id="{17F0E78C-5EE5-49F0-8F45-06D8BABDD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1" y="4711700"/>
            <a:ext cx="157003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=1V</a:t>
            </a:r>
          </a:p>
        </p:txBody>
      </p:sp>
      <p:sp>
        <p:nvSpPr>
          <p:cNvPr id="14436" name="Text Box 100">
            <a:extLst>
              <a:ext uri="{FF2B5EF4-FFF2-40B4-BE49-F238E27FC236}">
                <a16:creationId xmlns:a16="http://schemas.microsoft.com/office/drawing/2014/main" id="{FE28B204-F11C-435C-9E84-CD220B120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113" y="4044950"/>
            <a:ext cx="610552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输入漏电流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很小，从多发射极流入。</a:t>
            </a:r>
          </a:p>
        </p:txBody>
      </p:sp>
      <p:sp>
        <p:nvSpPr>
          <p:cNvPr id="14437" name="Text Box 101">
            <a:extLst>
              <a:ext uri="{FF2B5EF4-FFF2-40B4-BE49-F238E27FC236}">
                <a16:creationId xmlns:a16="http://schemas.microsoft.com/office/drawing/2014/main" id="{FA561A39-3048-4718-9818-638FB0BE9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2833" y="4703263"/>
            <a:ext cx="2963127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0" lang="zh-CN" altLang="en-US" sz="28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导通，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截止。</a:t>
            </a:r>
          </a:p>
        </p:txBody>
      </p:sp>
      <p:sp>
        <p:nvSpPr>
          <p:cNvPr id="14438" name="Text Box 102">
            <a:extLst>
              <a:ext uri="{FF2B5EF4-FFF2-40B4-BE49-F238E27FC236}">
                <a16:creationId xmlns:a16="http://schemas.microsoft.com/office/drawing/2014/main" id="{890A57F4-FFF1-47B7-86B8-27341A79B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5445125"/>
            <a:ext cx="6659562" cy="433388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输出电流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oL</a:t>
            </a:r>
            <a:r>
              <a:rPr kumimoji="0" lang="zh-CN" altLang="en-US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从外电路流向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灌电流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439" name="Text Box 103">
            <a:extLst>
              <a:ext uri="{FF2B5EF4-FFF2-40B4-BE49-F238E27FC236}">
                <a16:creationId xmlns:a16="http://schemas.microsoft.com/office/drawing/2014/main" id="{5355F266-1DFB-4BED-8A13-9861ADEC5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7013" y="4683125"/>
            <a:ext cx="20193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输出电压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:</a:t>
            </a:r>
          </a:p>
        </p:txBody>
      </p:sp>
      <p:sp>
        <p:nvSpPr>
          <p:cNvPr id="14440" name="Text Box 104">
            <a:extLst>
              <a:ext uri="{FF2B5EF4-FFF2-40B4-BE49-F238E27FC236}">
                <a16:creationId xmlns:a16="http://schemas.microsoft.com/office/drawing/2014/main" id="{54455369-D249-484D-BF72-F77A75B8A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1975" y="4721225"/>
            <a:ext cx="3470275" cy="433388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CCCCFF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0" lang="en-US" altLang="zh-CN" sz="2800" b="1" i="0" u="none" strike="noStrike" kern="1200" cap="none" spc="0" normalizeH="0" baseline="-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ces5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=0.1~0.3V 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4462" name="Group 126">
            <a:extLst>
              <a:ext uri="{FF2B5EF4-FFF2-40B4-BE49-F238E27FC236}">
                <a16:creationId xmlns:a16="http://schemas.microsoft.com/office/drawing/2014/main" id="{10CACFBB-3BBA-4109-B5D9-03447349B5F5}"/>
              </a:ext>
            </a:extLst>
          </p:cNvPr>
          <p:cNvGrpSpPr>
            <a:grpSpLocks/>
          </p:cNvGrpSpPr>
          <p:nvPr/>
        </p:nvGrpSpPr>
        <p:grpSpPr bwMode="auto">
          <a:xfrm>
            <a:off x="4468813" y="1846263"/>
            <a:ext cx="811212" cy="727075"/>
            <a:chOff x="2815" y="1163"/>
            <a:chExt cx="511" cy="458"/>
          </a:xfrm>
          <a:noFill/>
        </p:grpSpPr>
        <p:sp>
          <p:nvSpPr>
            <p:cNvPr id="12307" name="Freeform 124">
              <a:extLst>
                <a:ext uri="{FF2B5EF4-FFF2-40B4-BE49-F238E27FC236}">
                  <a16:creationId xmlns:a16="http://schemas.microsoft.com/office/drawing/2014/main" id="{EE8FE78D-41E9-4995-96CE-E4DC9A89A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7" y="1163"/>
              <a:ext cx="413" cy="185"/>
            </a:xfrm>
            <a:custGeom>
              <a:avLst/>
              <a:gdLst>
                <a:gd name="T0" fmla="*/ 0 w 413"/>
                <a:gd name="T1" fmla="*/ 185 h 185"/>
                <a:gd name="T2" fmla="*/ 413 w 413"/>
                <a:gd name="T3" fmla="*/ 185 h 185"/>
                <a:gd name="T4" fmla="*/ 413 w 413"/>
                <a:gd name="T5" fmla="*/ 0 h 1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3" h="185">
                  <a:moveTo>
                    <a:pt x="0" y="185"/>
                  </a:moveTo>
                  <a:lnTo>
                    <a:pt x="413" y="185"/>
                  </a:lnTo>
                  <a:lnTo>
                    <a:pt x="413" y="0"/>
                  </a:lnTo>
                </a:path>
              </a:pathLst>
            </a:custGeom>
            <a:grp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08" name="Text Box 125">
              <a:extLst>
                <a:ext uri="{FF2B5EF4-FFF2-40B4-BE49-F238E27FC236}">
                  <a16:creationId xmlns:a16="http://schemas.microsoft.com/office/drawing/2014/main" id="{658E130B-1E48-4CA0-8A1F-B1E32F5564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5" y="1294"/>
              <a:ext cx="511" cy="327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IH</a:t>
              </a:r>
            </a:p>
          </p:txBody>
        </p:sp>
      </p:grpSp>
      <p:grpSp>
        <p:nvGrpSpPr>
          <p:cNvPr id="14469" name="Group 133">
            <a:extLst>
              <a:ext uri="{FF2B5EF4-FFF2-40B4-BE49-F238E27FC236}">
                <a16:creationId xmlns:a16="http://schemas.microsoft.com/office/drawing/2014/main" id="{B45370AF-0F95-45A2-98B9-3498D172FFA5}"/>
              </a:ext>
            </a:extLst>
          </p:cNvPr>
          <p:cNvGrpSpPr>
            <a:grpSpLocks/>
          </p:cNvGrpSpPr>
          <p:nvPr/>
        </p:nvGrpSpPr>
        <p:grpSpPr bwMode="auto">
          <a:xfrm>
            <a:off x="8332788" y="2017713"/>
            <a:ext cx="692150" cy="639762"/>
            <a:chOff x="5249" y="1271"/>
            <a:chExt cx="436" cy="403"/>
          </a:xfrm>
          <a:noFill/>
        </p:grpSpPr>
        <p:sp>
          <p:nvSpPr>
            <p:cNvPr id="12305" name="Freeform 131">
              <a:extLst>
                <a:ext uri="{FF2B5EF4-FFF2-40B4-BE49-F238E27FC236}">
                  <a16:creationId xmlns:a16="http://schemas.microsoft.com/office/drawing/2014/main" id="{224DF888-A781-4A94-9CAD-FA957F970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9" y="1294"/>
              <a:ext cx="173" cy="380"/>
            </a:xfrm>
            <a:custGeom>
              <a:avLst/>
              <a:gdLst>
                <a:gd name="T0" fmla="*/ 65 w 239"/>
                <a:gd name="T1" fmla="*/ 0 h 380"/>
                <a:gd name="T2" fmla="*/ 0 w 239"/>
                <a:gd name="T3" fmla="*/ 0 h 380"/>
                <a:gd name="T4" fmla="*/ 0 w 239"/>
                <a:gd name="T5" fmla="*/ 380 h 3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380">
                  <a:moveTo>
                    <a:pt x="239" y="0"/>
                  </a:moveTo>
                  <a:lnTo>
                    <a:pt x="0" y="0"/>
                  </a:lnTo>
                  <a:lnTo>
                    <a:pt x="0" y="380"/>
                  </a:lnTo>
                </a:path>
              </a:pathLst>
            </a:custGeom>
            <a:grp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06" name="Text Box 132">
              <a:extLst>
                <a:ext uri="{FF2B5EF4-FFF2-40B4-BE49-F238E27FC236}">
                  <a16:creationId xmlns:a16="http://schemas.microsoft.com/office/drawing/2014/main" id="{A33D686B-21BF-409D-A5F7-2C8F756E2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49" y="1271"/>
              <a:ext cx="436" cy="330"/>
            </a:xfrm>
            <a:prstGeom prst="rect">
              <a:avLst/>
            </a:prstGeom>
            <a:grp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0L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C8E6536-CBC1-4DD5-932C-7E32AAB0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13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81339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4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4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19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0" fill="hold"/>
                                        <p:tgtEl>
                                          <p:spTgt spid="14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0" fill="hold"/>
                                        <p:tgtEl>
                                          <p:spTgt spid="14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4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4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9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144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144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4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4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0" dur="500"/>
                                        <p:tgtEl>
                                          <p:spTgt spid="1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9" presetClass="entr" presetSubtype="1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0" fill="hold"/>
                                        <p:tgtEl>
                                          <p:spTgt spid="144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0" fill="hold"/>
                                        <p:tgtEl>
                                          <p:spTgt spid="144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 autoUpdateAnimBg="0"/>
      <p:bldP spid="14428" grpId="0" animBg="1" autoUpdateAnimBg="0"/>
      <p:bldP spid="14429" grpId="0" animBg="1" autoUpdateAnimBg="0"/>
      <p:bldP spid="14433" grpId="0" animBg="1" autoUpdateAnimBg="0"/>
      <p:bldP spid="14434" grpId="0" animBg="1" autoUpdateAnimBg="0"/>
      <p:bldP spid="14435" grpId="0" animBg="1" autoUpdateAnimBg="0"/>
      <p:bldP spid="14436" grpId="0" animBg="1" autoUpdateAnimBg="0"/>
      <p:bldP spid="14437" grpId="0" animBg="1" autoUpdateAnimBg="0"/>
      <p:bldP spid="14438" grpId="0" animBg="1" autoUpdateAnimBg="0"/>
      <p:bldP spid="14439" grpId="0" animBg="1" autoUpdateAnimBg="0"/>
      <p:bldP spid="14440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284F3E47-352C-4134-8EAD-C6BA300708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8613" y="490538"/>
            <a:ext cx="2390775" cy="471487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与非门结构</a:t>
            </a:r>
          </a:p>
        </p:txBody>
      </p:sp>
      <p:grpSp>
        <p:nvGrpSpPr>
          <p:cNvPr id="130051" name="Group 3">
            <a:extLst>
              <a:ext uri="{FF2B5EF4-FFF2-40B4-BE49-F238E27FC236}">
                <a16:creationId xmlns:a16="http://schemas.microsoft.com/office/drawing/2014/main" id="{EAE0D5ED-D021-4247-915A-1170F9131518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4708525"/>
            <a:ext cx="2084388" cy="1117600"/>
            <a:chOff x="569" y="1912"/>
            <a:chExt cx="1313" cy="704"/>
          </a:xfrm>
        </p:grpSpPr>
        <p:grpSp>
          <p:nvGrpSpPr>
            <p:cNvPr id="13439" name="Group 4">
              <a:extLst>
                <a:ext uri="{FF2B5EF4-FFF2-40B4-BE49-F238E27FC236}">
                  <a16:creationId xmlns:a16="http://schemas.microsoft.com/office/drawing/2014/main" id="{ED2FB64A-9B38-4E43-8E8C-F7A01CF79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2036"/>
              <a:ext cx="1043" cy="327"/>
              <a:chOff x="839" y="2036"/>
              <a:chExt cx="1043" cy="327"/>
            </a:xfrm>
          </p:grpSpPr>
          <p:grpSp>
            <p:nvGrpSpPr>
              <p:cNvPr id="13443" name="Group 5">
                <a:extLst>
                  <a:ext uri="{FF2B5EF4-FFF2-40B4-BE49-F238E27FC236}">
                    <a16:creationId xmlns:a16="http://schemas.microsoft.com/office/drawing/2014/main" id="{801BABED-ACFE-4520-A317-C39E386225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" y="2069"/>
                <a:ext cx="1043" cy="272"/>
                <a:chOff x="839" y="2069"/>
                <a:chExt cx="1043" cy="272"/>
              </a:xfrm>
            </p:grpSpPr>
            <p:sp>
              <p:nvSpPr>
                <p:cNvPr id="13445" name="Rectangle 6">
                  <a:extLst>
                    <a:ext uri="{FF2B5EF4-FFF2-40B4-BE49-F238E27FC236}">
                      <a16:creationId xmlns:a16="http://schemas.microsoft.com/office/drawing/2014/main" id="{D138E419-C4A4-4E96-8901-EDAD435ABE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11" y="2069"/>
                  <a:ext cx="499" cy="272"/>
                </a:xfrm>
                <a:prstGeom prst="rect">
                  <a:avLst/>
                </a:prstGeom>
                <a:solidFill>
                  <a:schemeClr val="bg1"/>
                </a:solidFill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46" name="Line 7">
                  <a:extLst>
                    <a:ext uri="{FF2B5EF4-FFF2-40B4-BE49-F238E27FC236}">
                      <a16:creationId xmlns:a16="http://schemas.microsoft.com/office/drawing/2014/main" id="{815A4986-65C8-4FB9-9E88-4DC5514B82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" y="2115"/>
                  <a:ext cx="27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47" name="Line 8">
                  <a:extLst>
                    <a:ext uri="{FF2B5EF4-FFF2-40B4-BE49-F238E27FC236}">
                      <a16:creationId xmlns:a16="http://schemas.microsoft.com/office/drawing/2014/main" id="{EE8CA7D4-1DE0-47CF-BADA-4F35DD4CDB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" y="2296"/>
                  <a:ext cx="27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3448" name="Line 9">
                  <a:extLst>
                    <a:ext uri="{FF2B5EF4-FFF2-40B4-BE49-F238E27FC236}">
                      <a16:creationId xmlns:a16="http://schemas.microsoft.com/office/drawing/2014/main" id="{B30C6552-8A60-48C9-9D32-5E7B20F23C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10" y="2205"/>
                  <a:ext cx="27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3444" name="Text Box 10">
                <a:extLst>
                  <a:ext uri="{FF2B5EF4-FFF2-40B4-BE49-F238E27FC236}">
                    <a16:creationId xmlns:a16="http://schemas.microsoft.com/office/drawing/2014/main" id="{48F88C9F-2517-4EBF-A078-4D0A619171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0" y="2036"/>
                <a:ext cx="499" cy="3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T1</a:t>
                </a:r>
              </a:p>
            </p:txBody>
          </p:sp>
        </p:grpSp>
        <p:sp>
          <p:nvSpPr>
            <p:cNvPr id="13440" name="Text Box 11">
              <a:extLst>
                <a:ext uri="{FF2B5EF4-FFF2-40B4-BE49-F238E27FC236}">
                  <a16:creationId xmlns:a16="http://schemas.microsoft.com/office/drawing/2014/main" id="{949CA7BB-827E-4DE0-9D52-927137358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9" y="2289"/>
              <a:ext cx="317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</a:t>
              </a:r>
            </a:p>
          </p:txBody>
        </p:sp>
        <p:sp>
          <p:nvSpPr>
            <p:cNvPr id="13441" name="Text Box 12">
              <a:extLst>
                <a:ext uri="{FF2B5EF4-FFF2-40B4-BE49-F238E27FC236}">
                  <a16:creationId xmlns:a16="http://schemas.microsoft.com/office/drawing/2014/main" id="{835E24BA-8269-4CC0-A8F0-6A4708033D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" y="1912"/>
              <a:ext cx="37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13442" name="Text Box 13">
              <a:extLst>
                <a:ext uri="{FF2B5EF4-FFF2-40B4-BE49-F238E27FC236}">
                  <a16:creationId xmlns:a16="http://schemas.microsoft.com/office/drawing/2014/main" id="{A9E00292-9353-45CF-97BF-B59141025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" y="2116"/>
              <a:ext cx="34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</p:grpSp>
      <p:grpSp>
        <p:nvGrpSpPr>
          <p:cNvPr id="130062" name="Group 14">
            <a:extLst>
              <a:ext uri="{FF2B5EF4-FFF2-40B4-BE49-F238E27FC236}">
                <a16:creationId xmlns:a16="http://schemas.microsoft.com/office/drawing/2014/main" id="{02AF78E5-1653-42B8-9135-16FE8D4BCB54}"/>
              </a:ext>
            </a:extLst>
          </p:cNvPr>
          <p:cNvGrpSpPr>
            <a:grpSpLocks/>
          </p:cNvGrpSpPr>
          <p:nvPr/>
        </p:nvGrpSpPr>
        <p:grpSpPr bwMode="auto">
          <a:xfrm>
            <a:off x="2489200" y="4192588"/>
            <a:ext cx="2220913" cy="1985962"/>
            <a:chOff x="1721" y="1587"/>
            <a:chExt cx="1399" cy="1251"/>
          </a:xfrm>
        </p:grpSpPr>
        <p:sp>
          <p:nvSpPr>
            <p:cNvPr id="13426" name="Line 15">
              <a:extLst>
                <a:ext uri="{FF2B5EF4-FFF2-40B4-BE49-F238E27FC236}">
                  <a16:creationId xmlns:a16="http://schemas.microsoft.com/office/drawing/2014/main" id="{641B8F6E-B36D-4C82-866F-E12E28B2C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1888"/>
              <a:ext cx="54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27" name="Line 16">
              <a:extLst>
                <a:ext uri="{FF2B5EF4-FFF2-40B4-BE49-F238E27FC236}">
                  <a16:creationId xmlns:a16="http://schemas.microsoft.com/office/drawing/2014/main" id="{626280EF-E333-47DC-B6F6-1820095282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2" y="2523"/>
              <a:ext cx="54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28" name="Rectangle 17">
              <a:extLst>
                <a:ext uri="{FF2B5EF4-FFF2-40B4-BE49-F238E27FC236}">
                  <a16:creationId xmlns:a16="http://schemas.microsoft.com/office/drawing/2014/main" id="{6E920515-5DF0-45FD-BE6D-C5DEBB2A0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2069"/>
              <a:ext cx="499" cy="27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29" name="Line 18">
              <a:extLst>
                <a:ext uri="{FF2B5EF4-FFF2-40B4-BE49-F238E27FC236}">
                  <a16:creationId xmlns:a16="http://schemas.microsoft.com/office/drawing/2014/main" id="{7B92333B-6C18-46FE-89D5-C5F918DEC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115"/>
              <a:ext cx="1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30" name="Line 19">
              <a:extLst>
                <a:ext uri="{FF2B5EF4-FFF2-40B4-BE49-F238E27FC236}">
                  <a16:creationId xmlns:a16="http://schemas.microsoft.com/office/drawing/2014/main" id="{4DC88A2A-180D-48F0-89CF-85FCE3B2E6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2296"/>
              <a:ext cx="1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31" name="Line 20">
              <a:extLst>
                <a:ext uri="{FF2B5EF4-FFF2-40B4-BE49-F238E27FC236}">
                  <a16:creationId xmlns:a16="http://schemas.microsoft.com/office/drawing/2014/main" id="{D821CC01-DCC1-4223-B22D-228DD5175E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2" y="1888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32" name="Line 21">
              <a:extLst>
                <a:ext uri="{FF2B5EF4-FFF2-40B4-BE49-F238E27FC236}">
                  <a16:creationId xmlns:a16="http://schemas.microsoft.com/office/drawing/2014/main" id="{E05F7501-8031-4CDD-9513-AB48CF6B1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2" y="2296"/>
              <a:ext cx="0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33" name="Text Box 22">
              <a:extLst>
                <a:ext uri="{FF2B5EF4-FFF2-40B4-BE49-F238E27FC236}">
                  <a16:creationId xmlns:a16="http://schemas.microsoft.com/office/drawing/2014/main" id="{58D1DA7B-AD6B-42EC-AC0A-4FC07982E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3" y="2037"/>
              <a:ext cx="499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T2</a:t>
              </a:r>
            </a:p>
          </p:txBody>
        </p:sp>
        <p:sp>
          <p:nvSpPr>
            <p:cNvPr id="13434" name="Text Box 23">
              <a:extLst>
                <a:ext uri="{FF2B5EF4-FFF2-40B4-BE49-F238E27FC236}">
                  <a16:creationId xmlns:a16="http://schemas.microsoft.com/office/drawing/2014/main" id="{F7C5A9F3-EF87-4EE7-9B07-FA74EEA47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1" y="2323"/>
              <a:ext cx="88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分相器</a:t>
              </a:r>
            </a:p>
          </p:txBody>
        </p:sp>
        <p:sp>
          <p:nvSpPr>
            <p:cNvPr id="13435" name="Text Box 24">
              <a:extLst>
                <a:ext uri="{FF2B5EF4-FFF2-40B4-BE49-F238E27FC236}">
                  <a16:creationId xmlns:a16="http://schemas.microsoft.com/office/drawing/2014/main" id="{0FD73509-3E9B-4AB5-A7E7-78A9558891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2511"/>
              <a:ext cx="57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AB</a:t>
              </a:r>
            </a:p>
          </p:txBody>
        </p:sp>
        <p:grpSp>
          <p:nvGrpSpPr>
            <p:cNvPr id="13436" name="Group 25">
              <a:extLst>
                <a:ext uri="{FF2B5EF4-FFF2-40B4-BE49-F238E27FC236}">
                  <a16:creationId xmlns:a16="http://schemas.microsoft.com/office/drawing/2014/main" id="{5D75B521-6962-4337-9D6E-6003C1C63C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0" y="1587"/>
              <a:ext cx="501" cy="327"/>
              <a:chOff x="1467" y="3619"/>
              <a:chExt cx="501" cy="327"/>
            </a:xfrm>
          </p:grpSpPr>
          <p:sp>
            <p:nvSpPr>
              <p:cNvPr id="13437" name="Text Box 26">
                <a:extLst>
                  <a:ext uri="{FF2B5EF4-FFF2-40B4-BE49-F238E27FC236}">
                    <a16:creationId xmlns:a16="http://schemas.microsoft.com/office/drawing/2014/main" id="{EEA4A405-9043-4CAC-90CF-70E575454A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3619"/>
                <a:ext cx="50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</a:t>
                </a:r>
              </a:p>
            </p:txBody>
          </p:sp>
          <p:sp>
            <p:nvSpPr>
              <p:cNvPr id="13438" name="Line 27">
                <a:extLst>
                  <a:ext uri="{FF2B5EF4-FFF2-40B4-BE49-F238E27FC236}">
                    <a16:creationId xmlns:a16="http://schemas.microsoft.com/office/drawing/2014/main" id="{4D5D788D-8F1B-43DE-BC56-C90B1C760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4" y="3662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30076" name="Group 28">
            <a:extLst>
              <a:ext uri="{FF2B5EF4-FFF2-40B4-BE49-F238E27FC236}">
                <a16:creationId xmlns:a16="http://schemas.microsoft.com/office/drawing/2014/main" id="{729ECADC-082A-4508-8A35-360D01D9C75F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3995738"/>
            <a:ext cx="2268538" cy="890587"/>
            <a:chOff x="2875" y="1463"/>
            <a:chExt cx="1429" cy="561"/>
          </a:xfrm>
        </p:grpSpPr>
        <p:sp>
          <p:nvSpPr>
            <p:cNvPr id="13419" name="Line 29">
              <a:extLst>
                <a:ext uri="{FF2B5EF4-FFF2-40B4-BE49-F238E27FC236}">
                  <a16:creationId xmlns:a16="http://schemas.microsoft.com/office/drawing/2014/main" id="{65E46FB3-6278-48AD-A20A-88397C67C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1888"/>
              <a:ext cx="63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20" name="Rectangle 30">
              <a:extLst>
                <a:ext uri="{FF2B5EF4-FFF2-40B4-BE49-F238E27FC236}">
                  <a16:creationId xmlns:a16="http://schemas.microsoft.com/office/drawing/2014/main" id="{AB796EAB-8926-4BD8-AD83-5CD457F10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1" y="1730"/>
              <a:ext cx="683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21" name="Text Box 31">
              <a:extLst>
                <a:ext uri="{FF2B5EF4-FFF2-40B4-BE49-F238E27FC236}">
                  <a16:creationId xmlns:a16="http://schemas.microsoft.com/office/drawing/2014/main" id="{CE78234C-D2E4-4624-92D2-38EECE7F8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0" y="1697"/>
              <a:ext cx="70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T3,T4</a:t>
              </a:r>
            </a:p>
          </p:txBody>
        </p:sp>
        <p:sp>
          <p:nvSpPr>
            <p:cNvPr id="13422" name="Text Box 32">
              <a:extLst>
                <a:ext uri="{FF2B5EF4-FFF2-40B4-BE49-F238E27FC236}">
                  <a16:creationId xmlns:a16="http://schemas.microsoft.com/office/drawing/2014/main" id="{DB3225BC-55EE-4CCD-8429-F290C1172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5" y="1463"/>
              <a:ext cx="10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“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驱动极</a:t>
              </a:r>
            </a:p>
          </p:txBody>
        </p:sp>
        <p:grpSp>
          <p:nvGrpSpPr>
            <p:cNvPr id="13423" name="Group 33">
              <a:extLst>
                <a:ext uri="{FF2B5EF4-FFF2-40B4-BE49-F238E27FC236}">
                  <a16:creationId xmlns:a16="http://schemas.microsoft.com/office/drawing/2014/main" id="{801A6911-AD32-4939-BF7C-2808FCD38A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3" y="1610"/>
              <a:ext cx="501" cy="327"/>
              <a:chOff x="1467" y="3619"/>
              <a:chExt cx="501" cy="327"/>
            </a:xfrm>
          </p:grpSpPr>
          <p:sp>
            <p:nvSpPr>
              <p:cNvPr id="13424" name="Text Box 34">
                <a:extLst>
                  <a:ext uri="{FF2B5EF4-FFF2-40B4-BE49-F238E27FC236}">
                    <a16:creationId xmlns:a16="http://schemas.microsoft.com/office/drawing/2014/main" id="{9E40F89E-836A-4D3E-B031-FB2183B056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3619"/>
                <a:ext cx="50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</a:t>
                </a:r>
              </a:p>
            </p:txBody>
          </p:sp>
          <p:sp>
            <p:nvSpPr>
              <p:cNvPr id="13425" name="Line 35">
                <a:extLst>
                  <a:ext uri="{FF2B5EF4-FFF2-40B4-BE49-F238E27FC236}">
                    <a16:creationId xmlns:a16="http://schemas.microsoft.com/office/drawing/2014/main" id="{6B5D9324-C4B4-4142-A9EB-B3DD5684F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4" y="3662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30084" name="Group 36">
            <a:extLst>
              <a:ext uri="{FF2B5EF4-FFF2-40B4-BE49-F238E27FC236}">
                <a16:creationId xmlns:a16="http://schemas.microsoft.com/office/drawing/2014/main" id="{BCBBB1F3-9BD3-412C-8EB1-23704792A075}"/>
              </a:ext>
            </a:extLst>
          </p:cNvPr>
          <p:cNvGrpSpPr>
            <a:grpSpLocks/>
          </p:cNvGrpSpPr>
          <p:nvPr/>
        </p:nvGrpSpPr>
        <p:grpSpPr bwMode="auto">
          <a:xfrm>
            <a:off x="6489700" y="4670425"/>
            <a:ext cx="1773238" cy="1008063"/>
            <a:chOff x="4241" y="1888"/>
            <a:chExt cx="1117" cy="635"/>
          </a:xfrm>
        </p:grpSpPr>
        <p:sp>
          <p:nvSpPr>
            <p:cNvPr id="13413" name="Line 37">
              <a:extLst>
                <a:ext uri="{FF2B5EF4-FFF2-40B4-BE49-F238E27FC236}">
                  <a16:creationId xmlns:a16="http://schemas.microsoft.com/office/drawing/2014/main" id="{A24349A6-9D1E-4F5A-B421-ACF93AF548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1888"/>
              <a:ext cx="0" cy="63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14" name="Line 38">
              <a:extLst>
                <a:ext uri="{FF2B5EF4-FFF2-40B4-BE49-F238E27FC236}">
                  <a16:creationId xmlns:a16="http://schemas.microsoft.com/office/drawing/2014/main" id="{36CC5DD4-C1E6-474C-8B95-960162373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205"/>
              <a:ext cx="36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15" name="Text Box 39">
              <a:extLst>
                <a:ext uri="{FF2B5EF4-FFF2-40B4-BE49-F238E27FC236}">
                  <a16:creationId xmlns:a16="http://schemas.microsoft.com/office/drawing/2014/main" id="{C385440D-EE6B-4C29-8628-D64B90723C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1" y="2053"/>
              <a:ext cx="420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Y=</a:t>
              </a:r>
            </a:p>
          </p:txBody>
        </p:sp>
        <p:grpSp>
          <p:nvGrpSpPr>
            <p:cNvPr id="13416" name="Group 40">
              <a:extLst>
                <a:ext uri="{FF2B5EF4-FFF2-40B4-BE49-F238E27FC236}">
                  <a16:creationId xmlns:a16="http://schemas.microsoft.com/office/drawing/2014/main" id="{102F7D2C-2AE8-48DC-9C86-5DFDC4F253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7" y="2034"/>
              <a:ext cx="501" cy="327"/>
              <a:chOff x="1467" y="3619"/>
              <a:chExt cx="501" cy="327"/>
            </a:xfrm>
          </p:grpSpPr>
          <p:sp>
            <p:nvSpPr>
              <p:cNvPr id="13417" name="Text Box 41">
                <a:extLst>
                  <a:ext uri="{FF2B5EF4-FFF2-40B4-BE49-F238E27FC236}">
                    <a16:creationId xmlns:a16="http://schemas.microsoft.com/office/drawing/2014/main" id="{C1A9D99F-54E4-4B12-89F6-5E54E66BC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3619"/>
                <a:ext cx="50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</a:t>
                </a:r>
              </a:p>
            </p:txBody>
          </p:sp>
          <p:sp>
            <p:nvSpPr>
              <p:cNvPr id="13418" name="Line 42">
                <a:extLst>
                  <a:ext uri="{FF2B5EF4-FFF2-40B4-BE49-F238E27FC236}">
                    <a16:creationId xmlns:a16="http://schemas.microsoft.com/office/drawing/2014/main" id="{981B3C49-C61E-4B5E-B601-E293441ABE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4" y="3662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30091" name="Group 43">
            <a:extLst>
              <a:ext uri="{FF2B5EF4-FFF2-40B4-BE49-F238E27FC236}">
                <a16:creationId xmlns:a16="http://schemas.microsoft.com/office/drawing/2014/main" id="{91C10513-594E-4E59-98FA-F5275DCB98D4}"/>
              </a:ext>
            </a:extLst>
          </p:cNvPr>
          <p:cNvGrpSpPr>
            <a:grpSpLocks/>
          </p:cNvGrpSpPr>
          <p:nvPr/>
        </p:nvGrpSpPr>
        <p:grpSpPr bwMode="auto">
          <a:xfrm>
            <a:off x="4389438" y="5419725"/>
            <a:ext cx="2216150" cy="1104900"/>
            <a:chOff x="2918" y="2360"/>
            <a:chExt cx="1396" cy="696"/>
          </a:xfrm>
        </p:grpSpPr>
        <p:sp>
          <p:nvSpPr>
            <p:cNvPr id="13406" name="Line 44">
              <a:extLst>
                <a:ext uri="{FF2B5EF4-FFF2-40B4-BE49-F238E27FC236}">
                  <a16:creationId xmlns:a16="http://schemas.microsoft.com/office/drawing/2014/main" id="{37EC91E8-32DD-452B-93CC-E2FD9DBD70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6" y="2523"/>
              <a:ext cx="63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07" name="Rectangle 45">
              <a:extLst>
                <a:ext uri="{FF2B5EF4-FFF2-40B4-BE49-F238E27FC236}">
                  <a16:creationId xmlns:a16="http://schemas.microsoft.com/office/drawing/2014/main" id="{E6F26FD1-8894-4603-B6E1-0FCC95DCED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5" y="2393"/>
              <a:ext cx="683" cy="29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408" name="Text Box 46">
              <a:extLst>
                <a:ext uri="{FF2B5EF4-FFF2-40B4-BE49-F238E27FC236}">
                  <a16:creationId xmlns:a16="http://schemas.microsoft.com/office/drawing/2014/main" id="{30185EDA-CB7E-49E2-85A9-784941803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2768"/>
              <a:ext cx="1088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“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rPr>
                <a:t>”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驱动极</a:t>
              </a:r>
            </a:p>
          </p:txBody>
        </p:sp>
        <p:sp>
          <p:nvSpPr>
            <p:cNvPr id="13409" name="Text Box 47">
              <a:extLst>
                <a:ext uri="{FF2B5EF4-FFF2-40B4-BE49-F238E27FC236}">
                  <a16:creationId xmlns:a16="http://schemas.microsoft.com/office/drawing/2014/main" id="{ECFFA6DD-332E-4F94-B630-83159C5826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360"/>
              <a:ext cx="4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T5</a:t>
              </a:r>
            </a:p>
          </p:txBody>
        </p:sp>
        <p:grpSp>
          <p:nvGrpSpPr>
            <p:cNvPr id="13410" name="Group 48">
              <a:extLst>
                <a:ext uri="{FF2B5EF4-FFF2-40B4-BE49-F238E27FC236}">
                  <a16:creationId xmlns:a16="http://schemas.microsoft.com/office/drawing/2014/main" id="{C7C226E2-A8BF-401D-BA66-83EC493AD3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2534"/>
              <a:ext cx="501" cy="327"/>
              <a:chOff x="1467" y="3619"/>
              <a:chExt cx="501" cy="327"/>
            </a:xfrm>
          </p:grpSpPr>
          <p:sp>
            <p:nvSpPr>
              <p:cNvPr id="13411" name="Text Box 49">
                <a:extLst>
                  <a:ext uri="{FF2B5EF4-FFF2-40B4-BE49-F238E27FC236}">
                    <a16:creationId xmlns:a16="http://schemas.microsoft.com/office/drawing/2014/main" id="{DD1F1195-5D85-4970-BF6C-6A8CBF4014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67" y="3619"/>
                <a:ext cx="50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AB</a:t>
                </a:r>
              </a:p>
            </p:txBody>
          </p:sp>
          <p:sp>
            <p:nvSpPr>
              <p:cNvPr id="13412" name="Line 50">
                <a:extLst>
                  <a:ext uri="{FF2B5EF4-FFF2-40B4-BE49-F238E27FC236}">
                    <a16:creationId xmlns:a16="http://schemas.microsoft.com/office/drawing/2014/main" id="{4CD02553-4031-477F-8109-ACAD539A1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4" y="3662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30099" name="Group 51">
            <a:extLst>
              <a:ext uri="{FF2B5EF4-FFF2-40B4-BE49-F238E27FC236}">
                <a16:creationId xmlns:a16="http://schemas.microsoft.com/office/drawing/2014/main" id="{C41ED5E2-A244-4579-A61C-92FA8B9CD19B}"/>
              </a:ext>
            </a:extLst>
          </p:cNvPr>
          <p:cNvGrpSpPr>
            <a:grpSpLocks/>
          </p:cNvGrpSpPr>
          <p:nvPr/>
        </p:nvGrpSpPr>
        <p:grpSpPr bwMode="auto">
          <a:xfrm>
            <a:off x="2313093" y="296863"/>
            <a:ext cx="6600720" cy="3611562"/>
            <a:chOff x="1151" y="581"/>
            <a:chExt cx="4455" cy="2613"/>
          </a:xfrm>
        </p:grpSpPr>
        <p:grpSp>
          <p:nvGrpSpPr>
            <p:cNvPr id="13321" name="Group 52">
              <a:extLst>
                <a:ext uri="{FF2B5EF4-FFF2-40B4-BE49-F238E27FC236}">
                  <a16:creationId xmlns:a16="http://schemas.microsoft.com/office/drawing/2014/main" id="{CCD5C262-5C29-41B4-B839-361CACD060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3402" name="Line 53">
                <a:extLst>
                  <a:ext uri="{FF2B5EF4-FFF2-40B4-BE49-F238E27FC236}">
                    <a16:creationId xmlns:a16="http://schemas.microsoft.com/office/drawing/2014/main" id="{F4499DEC-E60E-47B5-99CA-E8A76DE5B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03" name="Line 54">
                <a:extLst>
                  <a:ext uri="{FF2B5EF4-FFF2-40B4-BE49-F238E27FC236}">
                    <a16:creationId xmlns:a16="http://schemas.microsoft.com/office/drawing/2014/main" id="{6A18A9FB-76C2-44EB-B65B-B94C8C536B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04" name="Line 55">
                <a:extLst>
                  <a:ext uri="{FF2B5EF4-FFF2-40B4-BE49-F238E27FC236}">
                    <a16:creationId xmlns:a16="http://schemas.microsoft.com/office/drawing/2014/main" id="{F9C91F42-12F2-46B0-8362-D81A67FF49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05" name="Line 56">
                <a:extLst>
                  <a:ext uri="{FF2B5EF4-FFF2-40B4-BE49-F238E27FC236}">
                    <a16:creationId xmlns:a16="http://schemas.microsoft.com/office/drawing/2014/main" id="{36A8858F-1612-4356-8441-7796E55C3C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322" name="Group 57">
              <a:extLst>
                <a:ext uri="{FF2B5EF4-FFF2-40B4-BE49-F238E27FC236}">
                  <a16:creationId xmlns:a16="http://schemas.microsoft.com/office/drawing/2014/main" id="{81F3011F-249A-41E4-8D56-95DC38F5F8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3398" name="Line 58">
                <a:extLst>
                  <a:ext uri="{FF2B5EF4-FFF2-40B4-BE49-F238E27FC236}">
                    <a16:creationId xmlns:a16="http://schemas.microsoft.com/office/drawing/2014/main" id="{D69159DA-66A2-4D66-8B6B-0EEA497097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9" name="Line 59">
                <a:extLst>
                  <a:ext uri="{FF2B5EF4-FFF2-40B4-BE49-F238E27FC236}">
                    <a16:creationId xmlns:a16="http://schemas.microsoft.com/office/drawing/2014/main" id="{DA6E1B7B-8AF8-4F6F-99B3-EA9C04421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00" name="Line 60">
                <a:extLst>
                  <a:ext uri="{FF2B5EF4-FFF2-40B4-BE49-F238E27FC236}">
                    <a16:creationId xmlns:a16="http://schemas.microsoft.com/office/drawing/2014/main" id="{FC0C5FEE-D129-4872-8AA0-743C320C0C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01" name="Line 61">
                <a:extLst>
                  <a:ext uri="{FF2B5EF4-FFF2-40B4-BE49-F238E27FC236}">
                    <a16:creationId xmlns:a16="http://schemas.microsoft.com/office/drawing/2014/main" id="{2114D21A-7C6B-4179-B7B4-87E3AB5E9E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323" name="Group 62">
              <a:extLst>
                <a:ext uri="{FF2B5EF4-FFF2-40B4-BE49-F238E27FC236}">
                  <a16:creationId xmlns:a16="http://schemas.microsoft.com/office/drawing/2014/main" id="{74B02D10-5230-4FB9-A5AA-2762305BAD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3394" name="Line 63">
                <a:extLst>
                  <a:ext uri="{FF2B5EF4-FFF2-40B4-BE49-F238E27FC236}">
                    <a16:creationId xmlns:a16="http://schemas.microsoft.com/office/drawing/2014/main" id="{D42CF6B3-E88D-4564-80BC-AA2DA58C66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5" name="Line 64">
                <a:extLst>
                  <a:ext uri="{FF2B5EF4-FFF2-40B4-BE49-F238E27FC236}">
                    <a16:creationId xmlns:a16="http://schemas.microsoft.com/office/drawing/2014/main" id="{99F62E66-70AB-4035-B550-1EE146996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6" name="Line 65">
                <a:extLst>
                  <a:ext uri="{FF2B5EF4-FFF2-40B4-BE49-F238E27FC236}">
                    <a16:creationId xmlns:a16="http://schemas.microsoft.com/office/drawing/2014/main" id="{1CF32F4F-0989-49E9-8513-82DFACB8BF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7" name="Line 66">
                <a:extLst>
                  <a:ext uri="{FF2B5EF4-FFF2-40B4-BE49-F238E27FC236}">
                    <a16:creationId xmlns:a16="http://schemas.microsoft.com/office/drawing/2014/main" id="{06C3FAB6-C726-4735-9B6B-EC811D3E4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324" name="Group 67">
              <a:extLst>
                <a:ext uri="{FF2B5EF4-FFF2-40B4-BE49-F238E27FC236}">
                  <a16:creationId xmlns:a16="http://schemas.microsoft.com/office/drawing/2014/main" id="{EF43A6C1-208D-46E8-ADC2-874A5CBB61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3390" name="Line 68">
                <a:extLst>
                  <a:ext uri="{FF2B5EF4-FFF2-40B4-BE49-F238E27FC236}">
                    <a16:creationId xmlns:a16="http://schemas.microsoft.com/office/drawing/2014/main" id="{2DF9F867-0378-42A1-BEDA-840F14117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1" name="Line 69">
                <a:extLst>
                  <a:ext uri="{FF2B5EF4-FFF2-40B4-BE49-F238E27FC236}">
                    <a16:creationId xmlns:a16="http://schemas.microsoft.com/office/drawing/2014/main" id="{7BDC59AA-ED76-4625-BAE8-CE62C2DC5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2" name="Line 70">
                <a:extLst>
                  <a:ext uri="{FF2B5EF4-FFF2-40B4-BE49-F238E27FC236}">
                    <a16:creationId xmlns:a16="http://schemas.microsoft.com/office/drawing/2014/main" id="{DFBB0EC0-7EA0-44C0-BDFD-AC32418C07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93" name="Line 71">
                <a:extLst>
                  <a:ext uri="{FF2B5EF4-FFF2-40B4-BE49-F238E27FC236}">
                    <a16:creationId xmlns:a16="http://schemas.microsoft.com/office/drawing/2014/main" id="{96B1EF9D-A30C-44C6-9F05-8D70613B9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13325" name="Group 72">
              <a:extLst>
                <a:ext uri="{FF2B5EF4-FFF2-40B4-BE49-F238E27FC236}">
                  <a16:creationId xmlns:a16="http://schemas.microsoft.com/office/drawing/2014/main" id="{9BDE7D04-1745-44C7-AA26-A14F0DDB2C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3385" name="Line 73">
                <a:extLst>
                  <a:ext uri="{FF2B5EF4-FFF2-40B4-BE49-F238E27FC236}">
                    <a16:creationId xmlns:a16="http://schemas.microsoft.com/office/drawing/2014/main" id="{5DB642F7-5DA7-484B-A612-BA0C295FB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86" name="Line 74">
                <a:extLst>
                  <a:ext uri="{FF2B5EF4-FFF2-40B4-BE49-F238E27FC236}">
                    <a16:creationId xmlns:a16="http://schemas.microsoft.com/office/drawing/2014/main" id="{851BBCCD-852C-409D-8F3C-5EDC3CBBF6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87" name="Line 75">
                <a:extLst>
                  <a:ext uri="{FF2B5EF4-FFF2-40B4-BE49-F238E27FC236}">
                    <a16:creationId xmlns:a16="http://schemas.microsoft.com/office/drawing/2014/main" id="{724CD73C-4010-4666-A8CF-C6D2C571B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88" name="Line 76">
                <a:extLst>
                  <a:ext uri="{FF2B5EF4-FFF2-40B4-BE49-F238E27FC236}">
                    <a16:creationId xmlns:a16="http://schemas.microsoft.com/office/drawing/2014/main" id="{5824CB72-50E5-44A3-BC51-21F70EC0B1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89" name="Line 77">
                <a:extLst>
                  <a:ext uri="{FF2B5EF4-FFF2-40B4-BE49-F238E27FC236}">
                    <a16:creationId xmlns:a16="http://schemas.microsoft.com/office/drawing/2014/main" id="{ABC7CB5D-D2F9-4D84-AF32-9BE3FCE53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3326" name="Rectangle 78">
              <a:extLst>
                <a:ext uri="{FF2B5EF4-FFF2-40B4-BE49-F238E27FC236}">
                  <a16:creationId xmlns:a16="http://schemas.microsoft.com/office/drawing/2014/main" id="{77FC904C-97FD-40E9-8A6D-7E1B2B73D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7" name="Rectangle 79">
              <a:extLst>
                <a:ext uri="{FF2B5EF4-FFF2-40B4-BE49-F238E27FC236}">
                  <a16:creationId xmlns:a16="http://schemas.microsoft.com/office/drawing/2014/main" id="{348EEDB4-288A-4407-BCFC-5AEB8C1CF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8" name="Rectangle 80">
              <a:extLst>
                <a:ext uri="{FF2B5EF4-FFF2-40B4-BE49-F238E27FC236}">
                  <a16:creationId xmlns:a16="http://schemas.microsoft.com/office/drawing/2014/main" id="{C65CB562-3709-445C-A465-8F9DE9420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29" name="Rectangle 81">
              <a:extLst>
                <a:ext uri="{FF2B5EF4-FFF2-40B4-BE49-F238E27FC236}">
                  <a16:creationId xmlns:a16="http://schemas.microsoft.com/office/drawing/2014/main" id="{E3A049A4-EE43-4575-9640-D09AABC95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0" name="Rectangle 82">
              <a:extLst>
                <a:ext uri="{FF2B5EF4-FFF2-40B4-BE49-F238E27FC236}">
                  <a16:creationId xmlns:a16="http://schemas.microsoft.com/office/drawing/2014/main" id="{56D035D2-A296-46D5-AA6A-A709EDA25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1" name="Line 83">
              <a:extLst>
                <a:ext uri="{FF2B5EF4-FFF2-40B4-BE49-F238E27FC236}">
                  <a16:creationId xmlns:a16="http://schemas.microsoft.com/office/drawing/2014/main" id="{FC8D3F56-F2A6-4A7E-BA90-5974EF92FA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2" name="Line 84">
              <a:extLst>
                <a:ext uri="{FF2B5EF4-FFF2-40B4-BE49-F238E27FC236}">
                  <a16:creationId xmlns:a16="http://schemas.microsoft.com/office/drawing/2014/main" id="{2E11B4C4-6274-42EC-AF8B-C627FD682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3" name="Line 85">
              <a:extLst>
                <a:ext uri="{FF2B5EF4-FFF2-40B4-BE49-F238E27FC236}">
                  <a16:creationId xmlns:a16="http://schemas.microsoft.com/office/drawing/2014/main" id="{47B2B4E6-A38E-4DE3-9C9B-96C5EFAEF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4" name="Line 86">
              <a:extLst>
                <a:ext uri="{FF2B5EF4-FFF2-40B4-BE49-F238E27FC236}">
                  <a16:creationId xmlns:a16="http://schemas.microsoft.com/office/drawing/2014/main" id="{9A936DAD-8254-4CB1-88B0-A0F807C5E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5" name="Line 87">
              <a:extLst>
                <a:ext uri="{FF2B5EF4-FFF2-40B4-BE49-F238E27FC236}">
                  <a16:creationId xmlns:a16="http://schemas.microsoft.com/office/drawing/2014/main" id="{E4CB39D5-7EC8-430D-BF71-D7E51743E6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7" y="1178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6" name="Line 88">
              <a:extLst>
                <a:ext uri="{FF2B5EF4-FFF2-40B4-BE49-F238E27FC236}">
                  <a16:creationId xmlns:a16="http://schemas.microsoft.com/office/drawing/2014/main" id="{95210BB9-9BF4-436F-8D89-ABD0EB71BC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7" name="Line 89">
              <a:extLst>
                <a:ext uri="{FF2B5EF4-FFF2-40B4-BE49-F238E27FC236}">
                  <a16:creationId xmlns:a16="http://schemas.microsoft.com/office/drawing/2014/main" id="{F64D8DC0-0F0F-474D-8E4A-56844DC85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8" name="Line 90">
              <a:extLst>
                <a:ext uri="{FF2B5EF4-FFF2-40B4-BE49-F238E27FC236}">
                  <a16:creationId xmlns:a16="http://schemas.microsoft.com/office/drawing/2014/main" id="{BB3359E4-3A5E-425D-886A-F49B933178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39" name="Line 91">
              <a:extLst>
                <a:ext uri="{FF2B5EF4-FFF2-40B4-BE49-F238E27FC236}">
                  <a16:creationId xmlns:a16="http://schemas.microsoft.com/office/drawing/2014/main" id="{5BF3CB67-F212-48CC-84C8-DCC61E3C99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0" name="Line 92">
              <a:extLst>
                <a:ext uri="{FF2B5EF4-FFF2-40B4-BE49-F238E27FC236}">
                  <a16:creationId xmlns:a16="http://schemas.microsoft.com/office/drawing/2014/main" id="{F7E06A6A-06E8-4556-8EAC-6B946D6C83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1" name="Line 93">
              <a:extLst>
                <a:ext uri="{FF2B5EF4-FFF2-40B4-BE49-F238E27FC236}">
                  <a16:creationId xmlns:a16="http://schemas.microsoft.com/office/drawing/2014/main" id="{060703B8-290A-4578-89D5-4D7D2E74DA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2" name="Line 94">
              <a:extLst>
                <a:ext uri="{FF2B5EF4-FFF2-40B4-BE49-F238E27FC236}">
                  <a16:creationId xmlns:a16="http://schemas.microsoft.com/office/drawing/2014/main" id="{AB9F1067-2ED8-41F5-ADB0-9FB43456DC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3" name="Line 95">
              <a:extLst>
                <a:ext uri="{FF2B5EF4-FFF2-40B4-BE49-F238E27FC236}">
                  <a16:creationId xmlns:a16="http://schemas.microsoft.com/office/drawing/2014/main" id="{53DEAC00-7E67-42B7-B0A3-17F0F3833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4" name="Line 96">
              <a:extLst>
                <a:ext uri="{FF2B5EF4-FFF2-40B4-BE49-F238E27FC236}">
                  <a16:creationId xmlns:a16="http://schemas.microsoft.com/office/drawing/2014/main" id="{6821E75B-8182-4077-B543-8368F635B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5" name="Line 97">
              <a:extLst>
                <a:ext uri="{FF2B5EF4-FFF2-40B4-BE49-F238E27FC236}">
                  <a16:creationId xmlns:a16="http://schemas.microsoft.com/office/drawing/2014/main" id="{1154DD4E-8A49-41E7-822E-DE0526CD3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6" name="Line 98">
              <a:extLst>
                <a:ext uri="{FF2B5EF4-FFF2-40B4-BE49-F238E27FC236}">
                  <a16:creationId xmlns:a16="http://schemas.microsoft.com/office/drawing/2014/main" id="{62BD3BCD-30AD-4CE1-9C0B-D90A8DED8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7" name="Line 99">
              <a:extLst>
                <a:ext uri="{FF2B5EF4-FFF2-40B4-BE49-F238E27FC236}">
                  <a16:creationId xmlns:a16="http://schemas.microsoft.com/office/drawing/2014/main" id="{496F2F2C-ADA2-4CFC-BA93-E651972E9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8" name="Line 100">
              <a:extLst>
                <a:ext uri="{FF2B5EF4-FFF2-40B4-BE49-F238E27FC236}">
                  <a16:creationId xmlns:a16="http://schemas.microsoft.com/office/drawing/2014/main" id="{B59A81AF-694F-417F-B35A-1242A5A45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49" name="Line 101">
              <a:extLst>
                <a:ext uri="{FF2B5EF4-FFF2-40B4-BE49-F238E27FC236}">
                  <a16:creationId xmlns:a16="http://schemas.microsoft.com/office/drawing/2014/main" id="{9A6BDC00-F16D-4044-922E-32F42A201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0" name="Line 102">
              <a:extLst>
                <a:ext uri="{FF2B5EF4-FFF2-40B4-BE49-F238E27FC236}">
                  <a16:creationId xmlns:a16="http://schemas.microsoft.com/office/drawing/2014/main" id="{D87ACBDF-0EB1-41AC-A8A1-D367109C5F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1" name="Line 103">
              <a:extLst>
                <a:ext uri="{FF2B5EF4-FFF2-40B4-BE49-F238E27FC236}">
                  <a16:creationId xmlns:a16="http://schemas.microsoft.com/office/drawing/2014/main" id="{F3F60A6E-8A5A-4DE4-BBF9-7E056774B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2" name="Line 104">
              <a:extLst>
                <a:ext uri="{FF2B5EF4-FFF2-40B4-BE49-F238E27FC236}">
                  <a16:creationId xmlns:a16="http://schemas.microsoft.com/office/drawing/2014/main" id="{E74D740F-E564-4074-98B0-1C6FA9D07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3" name="Line 105">
              <a:extLst>
                <a:ext uri="{FF2B5EF4-FFF2-40B4-BE49-F238E27FC236}">
                  <a16:creationId xmlns:a16="http://schemas.microsoft.com/office/drawing/2014/main" id="{CBA8A061-9867-40B5-8D1D-118736747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4" name="Line 106">
              <a:extLst>
                <a:ext uri="{FF2B5EF4-FFF2-40B4-BE49-F238E27FC236}">
                  <a16:creationId xmlns:a16="http://schemas.microsoft.com/office/drawing/2014/main" id="{3EC670A5-69F5-4F27-B5DB-3812B059A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5" name="Line 107">
              <a:extLst>
                <a:ext uri="{FF2B5EF4-FFF2-40B4-BE49-F238E27FC236}">
                  <a16:creationId xmlns:a16="http://schemas.microsoft.com/office/drawing/2014/main" id="{3A0CA77C-6124-4F3B-A476-5664A0A1CD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56" name="Text Box 108">
              <a:extLst>
                <a:ext uri="{FF2B5EF4-FFF2-40B4-BE49-F238E27FC236}">
                  <a16:creationId xmlns:a16="http://schemas.microsoft.com/office/drawing/2014/main" id="{FC080444-0C19-4C74-BE7B-8CE6505F2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581"/>
              <a:ext cx="493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57" name="Text Box 109">
              <a:extLst>
                <a:ext uri="{FF2B5EF4-FFF2-40B4-BE49-F238E27FC236}">
                  <a16:creationId xmlns:a16="http://schemas.microsoft.com/office/drawing/2014/main" id="{74902731-E8DE-4F3F-91C2-81E394A86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549"/>
              <a:ext cx="275" cy="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58" name="Text Box 110">
              <a:extLst>
                <a:ext uri="{FF2B5EF4-FFF2-40B4-BE49-F238E27FC236}">
                  <a16:creationId xmlns:a16="http://schemas.microsoft.com/office/drawing/2014/main" id="{FB0DADA6-AE2F-4E0E-8D12-89B9B5BBD2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7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59" name="Text Box 111">
              <a:extLst>
                <a:ext uri="{FF2B5EF4-FFF2-40B4-BE49-F238E27FC236}">
                  <a16:creationId xmlns:a16="http://schemas.microsoft.com/office/drawing/2014/main" id="{9DE20E20-6DF1-4342-8A0D-B6483A21ED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061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0" name="Text Box 112">
              <a:extLst>
                <a:ext uri="{FF2B5EF4-FFF2-40B4-BE49-F238E27FC236}">
                  <a16:creationId xmlns:a16="http://schemas.microsoft.com/office/drawing/2014/main" id="{42D33B05-0679-423C-B6BD-5F471B52BC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86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1" name="Text Box 113">
              <a:extLst>
                <a:ext uri="{FF2B5EF4-FFF2-40B4-BE49-F238E27FC236}">
                  <a16:creationId xmlns:a16="http://schemas.microsoft.com/office/drawing/2014/main" id="{419DF365-F1F3-49F2-900A-43F437281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1589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2" name="Text Box 114">
              <a:extLst>
                <a:ext uri="{FF2B5EF4-FFF2-40B4-BE49-F238E27FC236}">
                  <a16:creationId xmlns:a16="http://schemas.microsoft.com/office/drawing/2014/main" id="{9FE9768B-A86D-4FCE-8650-4E85AC0E20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3" name="Text Box 115">
              <a:extLst>
                <a:ext uri="{FF2B5EF4-FFF2-40B4-BE49-F238E27FC236}">
                  <a16:creationId xmlns:a16="http://schemas.microsoft.com/office/drawing/2014/main" id="{47CAD9C5-BEC3-429F-9F92-3494FDAE62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589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4" name="Text Box 116">
              <a:extLst>
                <a:ext uri="{FF2B5EF4-FFF2-40B4-BE49-F238E27FC236}">
                  <a16:creationId xmlns:a16="http://schemas.microsoft.com/office/drawing/2014/main" id="{E880D88C-6EBD-436F-8115-C64DCDD2F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2261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13365" name="Text Box 117">
              <a:extLst>
                <a:ext uri="{FF2B5EF4-FFF2-40B4-BE49-F238E27FC236}">
                  <a16:creationId xmlns:a16="http://schemas.microsoft.com/office/drawing/2014/main" id="{854D2239-A43C-4861-8834-487F1DE95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2500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6" name="Text Box 118">
              <a:extLst>
                <a:ext uri="{FF2B5EF4-FFF2-40B4-BE49-F238E27FC236}">
                  <a16:creationId xmlns:a16="http://schemas.microsoft.com/office/drawing/2014/main" id="{58AC19B5-9E7B-4C60-948C-576D2FEA5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547"/>
              <a:ext cx="332" cy="3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7" name="Text Box 119">
              <a:extLst>
                <a:ext uri="{FF2B5EF4-FFF2-40B4-BE49-F238E27FC236}">
                  <a16:creationId xmlns:a16="http://schemas.microsoft.com/office/drawing/2014/main" id="{7A5E5FD3-775D-4B8D-A0F0-A93BD3510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916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68" name="Line 120">
              <a:extLst>
                <a:ext uri="{FF2B5EF4-FFF2-40B4-BE49-F238E27FC236}">
                  <a16:creationId xmlns:a16="http://schemas.microsoft.com/office/drawing/2014/main" id="{569835B1-6678-48CC-9BEB-916EA36C92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69" name="Text Box 121">
              <a:extLst>
                <a:ext uri="{FF2B5EF4-FFF2-40B4-BE49-F238E27FC236}">
                  <a16:creationId xmlns:a16="http://schemas.microsoft.com/office/drawing/2014/main" id="{4E145E79-9463-4555-A6D3-88877A0C84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937"/>
              <a:ext cx="25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70" name="Oval 122">
              <a:extLst>
                <a:ext uri="{FF2B5EF4-FFF2-40B4-BE49-F238E27FC236}">
                  <a16:creationId xmlns:a16="http://schemas.microsoft.com/office/drawing/2014/main" id="{2DA58585-A8A4-4100-B135-9FE8F860D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1" name="Oval 123">
              <a:extLst>
                <a:ext uri="{FF2B5EF4-FFF2-40B4-BE49-F238E27FC236}">
                  <a16:creationId xmlns:a16="http://schemas.microsoft.com/office/drawing/2014/main" id="{EC121A48-8607-44A1-91BC-F9D7E5FE9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2" name="Oval 124">
              <a:extLst>
                <a:ext uri="{FF2B5EF4-FFF2-40B4-BE49-F238E27FC236}">
                  <a16:creationId xmlns:a16="http://schemas.microsoft.com/office/drawing/2014/main" id="{82EE90E0-0242-42BB-B1F8-94C3B634D4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3" name="Oval 125">
              <a:extLst>
                <a:ext uri="{FF2B5EF4-FFF2-40B4-BE49-F238E27FC236}">
                  <a16:creationId xmlns:a16="http://schemas.microsoft.com/office/drawing/2014/main" id="{316764EC-90CE-45F1-8136-A9F2F57E7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4" name="Oval 126">
              <a:extLst>
                <a:ext uri="{FF2B5EF4-FFF2-40B4-BE49-F238E27FC236}">
                  <a16:creationId xmlns:a16="http://schemas.microsoft.com/office/drawing/2014/main" id="{20E87766-ACEC-4F1A-9A10-073230296E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5" name="Oval 127">
              <a:extLst>
                <a:ext uri="{FF2B5EF4-FFF2-40B4-BE49-F238E27FC236}">
                  <a16:creationId xmlns:a16="http://schemas.microsoft.com/office/drawing/2014/main" id="{DC7032FB-0A0B-4724-B98D-E0F634FDE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6" name="Oval 128">
              <a:extLst>
                <a:ext uri="{FF2B5EF4-FFF2-40B4-BE49-F238E27FC236}">
                  <a16:creationId xmlns:a16="http://schemas.microsoft.com/office/drawing/2014/main" id="{F5E56CD1-C17A-4F86-B38C-73FD79F234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7" name="Oval 129">
              <a:extLst>
                <a:ext uri="{FF2B5EF4-FFF2-40B4-BE49-F238E27FC236}">
                  <a16:creationId xmlns:a16="http://schemas.microsoft.com/office/drawing/2014/main" id="{C02EE2BC-D372-4B44-A5D8-53F59DFE62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8" name="Oval 130">
              <a:extLst>
                <a:ext uri="{FF2B5EF4-FFF2-40B4-BE49-F238E27FC236}">
                  <a16:creationId xmlns:a16="http://schemas.microsoft.com/office/drawing/2014/main" id="{56FA17A9-1BAC-4A49-9BBC-403035260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79" name="Oval 131">
              <a:extLst>
                <a:ext uri="{FF2B5EF4-FFF2-40B4-BE49-F238E27FC236}">
                  <a16:creationId xmlns:a16="http://schemas.microsoft.com/office/drawing/2014/main" id="{AC3A602C-0237-4987-BDA8-A5C9FDD49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80" name="Oval 132">
              <a:extLst>
                <a:ext uri="{FF2B5EF4-FFF2-40B4-BE49-F238E27FC236}">
                  <a16:creationId xmlns:a16="http://schemas.microsoft.com/office/drawing/2014/main" id="{D9AFBA55-1072-4B37-86C3-55ADAC595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81" name="Oval 133">
              <a:extLst>
                <a:ext uri="{FF2B5EF4-FFF2-40B4-BE49-F238E27FC236}">
                  <a16:creationId xmlns:a16="http://schemas.microsoft.com/office/drawing/2014/main" id="{D26AF2D9-BBAC-4678-83DF-27ECE8783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82" name="Oval 134">
              <a:extLst>
                <a:ext uri="{FF2B5EF4-FFF2-40B4-BE49-F238E27FC236}">
                  <a16:creationId xmlns:a16="http://schemas.microsoft.com/office/drawing/2014/main" id="{6B656D68-BC84-4A04-80CE-7A1F3EE41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83" name="Oval 135">
              <a:extLst>
                <a:ext uri="{FF2B5EF4-FFF2-40B4-BE49-F238E27FC236}">
                  <a16:creationId xmlns:a16="http://schemas.microsoft.com/office/drawing/2014/main" id="{CF984033-F3C5-4A0E-97DD-E8CBAD9DC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384" name="Oval 136">
              <a:extLst>
                <a:ext uri="{FF2B5EF4-FFF2-40B4-BE49-F238E27FC236}">
                  <a16:creationId xmlns:a16="http://schemas.microsoft.com/office/drawing/2014/main" id="{9184E7BE-0C42-4056-92C1-465674DDE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17D566A-E884-4A3C-87F6-D3FBDEFC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14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4222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30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0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0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0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0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0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8" name="Rectangle 112">
            <a:extLst>
              <a:ext uri="{FF2B5EF4-FFF2-40B4-BE49-F238E27FC236}">
                <a16:creationId xmlns:a16="http://schemas.microsoft.com/office/drawing/2014/main" id="{D524F5C4-7D01-4791-BEE6-2E76F841B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9588" y="5883275"/>
            <a:ext cx="1898650" cy="758825"/>
          </a:xfrm>
          <a:prstGeom prst="rect">
            <a:avLst/>
          </a:prstGeom>
          <a:gradFill rotWithShape="0">
            <a:gsLst>
              <a:gs pos="0">
                <a:srgbClr val="FFE1FF"/>
              </a:gs>
              <a:gs pos="50000">
                <a:srgbClr val="FFFFB1"/>
              </a:gs>
              <a:gs pos="100000">
                <a:srgbClr val="FFE1FF"/>
              </a:gs>
            </a:gsLst>
            <a:lin ang="5400000" scaled="1"/>
          </a:gradFill>
          <a:ln w="38100">
            <a:solidFill>
              <a:schemeClr val="accent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20B8C407-56A2-41C9-94AC-7D77667CB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30413" y="284165"/>
            <a:ext cx="2957512" cy="522287"/>
          </a:xfrm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ysClr val="windowText" lastClr="000000"/>
                </a:solidFill>
              </a:rPr>
              <a:t>1</a:t>
            </a:r>
            <a:r>
              <a:rPr lang="zh-CN" altLang="en-US" sz="2800" b="1" dirty="0">
                <a:solidFill>
                  <a:sysClr val="windowText" lastClr="000000"/>
                </a:solidFill>
              </a:rPr>
              <a:t>、电压传输特性</a:t>
            </a:r>
          </a:p>
        </p:txBody>
      </p:sp>
      <p:grpSp>
        <p:nvGrpSpPr>
          <p:cNvPr id="19490" name="Group 34">
            <a:extLst>
              <a:ext uri="{FF2B5EF4-FFF2-40B4-BE49-F238E27FC236}">
                <a16:creationId xmlns:a16="http://schemas.microsoft.com/office/drawing/2014/main" id="{BB619F6F-B6AC-49B7-8C0C-2324232B9E1C}"/>
              </a:ext>
            </a:extLst>
          </p:cNvPr>
          <p:cNvGrpSpPr>
            <a:grpSpLocks/>
          </p:cNvGrpSpPr>
          <p:nvPr/>
        </p:nvGrpSpPr>
        <p:grpSpPr bwMode="auto">
          <a:xfrm>
            <a:off x="62310" y="838994"/>
            <a:ext cx="3557587" cy="2973388"/>
            <a:chOff x="516" y="775"/>
            <a:chExt cx="2241" cy="1873"/>
          </a:xfrm>
        </p:grpSpPr>
        <p:sp>
          <p:nvSpPr>
            <p:cNvPr id="18492" name="Rectangle 4">
              <a:extLst>
                <a:ext uri="{FF2B5EF4-FFF2-40B4-BE49-F238E27FC236}">
                  <a16:creationId xmlns:a16="http://schemas.microsoft.com/office/drawing/2014/main" id="{2DD894B4-6214-497C-BB65-70EF443A5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0" y="1352"/>
              <a:ext cx="528" cy="864"/>
            </a:xfrm>
            <a:prstGeom prst="rect">
              <a:avLst/>
            </a:prstGeom>
            <a:noFill/>
            <a:ln w="3810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3" name="Line 5">
              <a:extLst>
                <a:ext uri="{FF2B5EF4-FFF2-40B4-BE49-F238E27FC236}">
                  <a16:creationId xmlns:a16="http://schemas.microsoft.com/office/drawing/2014/main" id="{05EA0140-E9F2-48CB-A4BB-F7DAA9CF0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2" y="1496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4" name="Line 6">
              <a:extLst>
                <a:ext uri="{FF2B5EF4-FFF2-40B4-BE49-F238E27FC236}">
                  <a16:creationId xmlns:a16="http://schemas.microsoft.com/office/drawing/2014/main" id="{645DBE99-0A39-4D51-A258-C2C55981A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72" y="1784"/>
              <a:ext cx="2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5" name="Line 7">
              <a:extLst>
                <a:ext uri="{FF2B5EF4-FFF2-40B4-BE49-F238E27FC236}">
                  <a16:creationId xmlns:a16="http://schemas.microsoft.com/office/drawing/2014/main" id="{733E8F02-E7F6-4674-A529-C8B0D9D51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2" y="2024"/>
              <a:ext cx="52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6" name="Rectangle 8">
              <a:extLst>
                <a:ext uri="{FF2B5EF4-FFF2-40B4-BE49-F238E27FC236}">
                  <a16:creationId xmlns:a16="http://schemas.microsoft.com/office/drawing/2014/main" id="{8BE53A03-38D3-4CC7-B443-E67207B58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" y="1784"/>
              <a:ext cx="144" cy="432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rgbClr val="FFFF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7" name="Line 9">
              <a:extLst>
                <a:ext uri="{FF2B5EF4-FFF2-40B4-BE49-F238E27FC236}">
                  <a16:creationId xmlns:a16="http://schemas.microsoft.com/office/drawing/2014/main" id="{D472CA12-CC93-4D07-B95A-98B88A8575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1064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8" name="Line 10">
              <a:extLst>
                <a:ext uri="{FF2B5EF4-FFF2-40B4-BE49-F238E27FC236}">
                  <a16:creationId xmlns:a16="http://schemas.microsoft.com/office/drawing/2014/main" id="{E3D4B7A9-BB9E-4F70-94C4-D7BBD6ED0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84" y="1160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9" name="Line 11">
              <a:extLst>
                <a:ext uri="{FF2B5EF4-FFF2-40B4-BE49-F238E27FC236}">
                  <a16:creationId xmlns:a16="http://schemas.microsoft.com/office/drawing/2014/main" id="{F9A94566-F4B2-412A-B202-5174969DB6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1160"/>
              <a:ext cx="0" cy="62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0" name="Line 12">
              <a:extLst>
                <a:ext uri="{FF2B5EF4-FFF2-40B4-BE49-F238E27FC236}">
                  <a16:creationId xmlns:a16="http://schemas.microsoft.com/office/drawing/2014/main" id="{A1403939-ACB5-4A68-9535-768D0DCDF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0" y="2216"/>
              <a:ext cx="0" cy="43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1" name="Line 13">
              <a:extLst>
                <a:ext uri="{FF2B5EF4-FFF2-40B4-BE49-F238E27FC236}">
                  <a16:creationId xmlns:a16="http://schemas.microsoft.com/office/drawing/2014/main" id="{58585031-98EC-4207-905C-A27C6E45F2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2216"/>
              <a:ext cx="0" cy="28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2" name="Line 14">
              <a:extLst>
                <a:ext uri="{FF2B5EF4-FFF2-40B4-BE49-F238E27FC236}">
                  <a16:creationId xmlns:a16="http://schemas.microsoft.com/office/drawing/2014/main" id="{B6C5B03C-9DCC-4772-B793-7C6F95E2FE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4" y="2504"/>
              <a:ext cx="148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3" name="Line 15">
              <a:extLst>
                <a:ext uri="{FF2B5EF4-FFF2-40B4-BE49-F238E27FC236}">
                  <a16:creationId xmlns:a16="http://schemas.microsoft.com/office/drawing/2014/main" id="{8DD9DDFD-7424-4B9C-867F-AD83E8E6F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0" y="2024"/>
              <a:ext cx="0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4" name="Oval 16">
              <a:extLst>
                <a:ext uri="{FF2B5EF4-FFF2-40B4-BE49-F238E27FC236}">
                  <a16:creationId xmlns:a16="http://schemas.microsoft.com/office/drawing/2014/main" id="{6E962CD0-5755-4CDB-A0CC-8A11FCBF67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6" y="2121"/>
              <a:ext cx="288" cy="288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8505" name="Line 17">
              <a:extLst>
                <a:ext uri="{FF2B5EF4-FFF2-40B4-BE49-F238E27FC236}">
                  <a16:creationId xmlns:a16="http://schemas.microsoft.com/office/drawing/2014/main" id="{7633F056-39EE-47F6-91FF-D937E938B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20" y="2408"/>
              <a:ext cx="0" cy="96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6" name="Oval 18">
              <a:extLst>
                <a:ext uri="{FF2B5EF4-FFF2-40B4-BE49-F238E27FC236}">
                  <a16:creationId xmlns:a16="http://schemas.microsoft.com/office/drawing/2014/main" id="{48DC780E-0174-40DE-BE9F-6DF18DB1DE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1736"/>
              <a:ext cx="96" cy="9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7" name="Line 19">
              <a:extLst>
                <a:ext uri="{FF2B5EF4-FFF2-40B4-BE49-F238E27FC236}">
                  <a16:creationId xmlns:a16="http://schemas.microsoft.com/office/drawing/2014/main" id="{91A41E42-40A2-4D01-9FF8-4333545C6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1784"/>
              <a:ext cx="4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08" name="Rectangle 20">
              <a:extLst>
                <a:ext uri="{FF2B5EF4-FFF2-40B4-BE49-F238E27FC236}">
                  <a16:creationId xmlns:a16="http://schemas.microsoft.com/office/drawing/2014/main" id="{0D435DDD-CB6D-4C89-AE7E-FE4182DA1C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8" y="1400"/>
              <a:ext cx="276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8509" name="Rectangle 21">
              <a:extLst>
                <a:ext uri="{FF2B5EF4-FFF2-40B4-BE49-F238E27FC236}">
                  <a16:creationId xmlns:a16="http://schemas.microsoft.com/office/drawing/2014/main" id="{E469ECF8-04E8-4DFF-A388-05277275E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4" y="1605"/>
              <a:ext cx="25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18510" name="Rectangle 22">
              <a:extLst>
                <a:ext uri="{FF2B5EF4-FFF2-40B4-BE49-F238E27FC236}">
                  <a16:creationId xmlns:a16="http://schemas.microsoft.com/office/drawing/2014/main" id="{66BA2596-FA13-426D-A86E-73C232B5ED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4" y="1704"/>
              <a:ext cx="27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18511" name="Line 23">
              <a:extLst>
                <a:ext uri="{FF2B5EF4-FFF2-40B4-BE49-F238E27FC236}">
                  <a16:creationId xmlns:a16="http://schemas.microsoft.com/office/drawing/2014/main" id="{4F0AE222-9C12-4F6A-93AF-8413F117C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2" y="1784"/>
              <a:ext cx="0" cy="19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2" name="Oval 24">
              <a:extLst>
                <a:ext uri="{FF2B5EF4-FFF2-40B4-BE49-F238E27FC236}">
                  <a16:creationId xmlns:a16="http://schemas.microsoft.com/office/drawing/2014/main" id="{D214DD2F-2E14-49BE-A900-22E4695805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1965"/>
              <a:ext cx="288" cy="288"/>
            </a:xfrm>
            <a:prstGeom prst="ellipse">
              <a:avLst/>
            </a:prstGeom>
            <a:solidFill>
              <a:srgbClr val="FFFFCC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0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</a:p>
          </p:txBody>
        </p:sp>
        <p:sp>
          <p:nvSpPr>
            <p:cNvPr id="18513" name="Line 25">
              <a:extLst>
                <a:ext uri="{FF2B5EF4-FFF2-40B4-BE49-F238E27FC236}">
                  <a16:creationId xmlns:a16="http://schemas.microsoft.com/office/drawing/2014/main" id="{100DA4E4-0FC7-4150-BF79-759D769A18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72" y="2264"/>
              <a:ext cx="0" cy="24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4" name="Rectangle 26">
              <a:extLst>
                <a:ext uri="{FF2B5EF4-FFF2-40B4-BE49-F238E27FC236}">
                  <a16:creationId xmlns:a16="http://schemas.microsoft.com/office/drawing/2014/main" id="{423E4734-8605-4674-A88E-C9DDF02EC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775"/>
              <a:ext cx="51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</a:p>
          </p:txBody>
        </p:sp>
        <p:sp>
          <p:nvSpPr>
            <p:cNvPr id="18515" name="Oval 27">
              <a:extLst>
                <a:ext uri="{FF2B5EF4-FFF2-40B4-BE49-F238E27FC236}">
                  <a16:creationId xmlns:a16="http://schemas.microsoft.com/office/drawing/2014/main" id="{A3FDB262-72F6-42DF-9847-BCD6FB7722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2479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6" name="Line 28">
              <a:extLst>
                <a:ext uri="{FF2B5EF4-FFF2-40B4-BE49-F238E27FC236}">
                  <a16:creationId xmlns:a16="http://schemas.microsoft.com/office/drawing/2014/main" id="{DA12F6B3-ADC6-499D-8952-7A7016B40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4" y="2648"/>
              <a:ext cx="19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7" name="Oval 29">
              <a:extLst>
                <a:ext uri="{FF2B5EF4-FFF2-40B4-BE49-F238E27FC236}">
                  <a16:creationId xmlns:a16="http://schemas.microsoft.com/office/drawing/2014/main" id="{52EDB08F-D473-4895-ABE7-A689FA5F3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2" y="1115"/>
              <a:ext cx="76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8" name="Oval 30">
              <a:extLst>
                <a:ext uri="{FF2B5EF4-FFF2-40B4-BE49-F238E27FC236}">
                  <a16:creationId xmlns:a16="http://schemas.microsoft.com/office/drawing/2014/main" id="{9D785C7F-A9BF-41CD-847B-63433053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4" y="1751"/>
              <a:ext cx="76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19" name="Oval 31">
              <a:extLst>
                <a:ext uri="{FF2B5EF4-FFF2-40B4-BE49-F238E27FC236}">
                  <a16:creationId xmlns:a16="http://schemas.microsoft.com/office/drawing/2014/main" id="{3EC4337F-4216-4866-8037-FC87FF0F9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1981"/>
              <a:ext cx="76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20" name="Oval 32">
              <a:extLst>
                <a:ext uri="{FF2B5EF4-FFF2-40B4-BE49-F238E27FC236}">
                  <a16:creationId xmlns:a16="http://schemas.microsoft.com/office/drawing/2014/main" id="{5ABBD09E-5207-44B5-A80B-DE31BAF74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" y="2466"/>
              <a:ext cx="76" cy="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521" name="Rectangle 33">
              <a:extLst>
                <a:ext uri="{FF2B5EF4-FFF2-40B4-BE49-F238E27FC236}">
                  <a16:creationId xmlns:a16="http://schemas.microsoft.com/office/drawing/2014/main" id="{3E8A6DF8-0BBE-4670-8104-C07F4B36B0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" y="1815"/>
              <a:ext cx="278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</a:p>
          </p:txBody>
        </p:sp>
      </p:grpSp>
      <p:grpSp>
        <p:nvGrpSpPr>
          <p:cNvPr id="19536" name="Group 80">
            <a:extLst>
              <a:ext uri="{FF2B5EF4-FFF2-40B4-BE49-F238E27FC236}">
                <a16:creationId xmlns:a16="http://schemas.microsoft.com/office/drawing/2014/main" id="{663F8C5C-54DB-46EC-AC86-3FA28A2A2C15}"/>
              </a:ext>
            </a:extLst>
          </p:cNvPr>
          <p:cNvGrpSpPr>
            <a:grpSpLocks/>
          </p:cNvGrpSpPr>
          <p:nvPr/>
        </p:nvGrpSpPr>
        <p:grpSpPr bwMode="auto">
          <a:xfrm>
            <a:off x="4536758" y="1646238"/>
            <a:ext cx="2265362" cy="1660525"/>
            <a:chOff x="2697" y="2482"/>
            <a:chExt cx="1427" cy="1046"/>
          </a:xfrm>
        </p:grpSpPr>
        <p:sp>
          <p:nvSpPr>
            <p:cNvPr id="18488" name="Line 37">
              <a:extLst>
                <a:ext uri="{FF2B5EF4-FFF2-40B4-BE49-F238E27FC236}">
                  <a16:creationId xmlns:a16="http://schemas.microsoft.com/office/drawing/2014/main" id="{F868985D-F0B1-4DA8-9BC9-46AA6F7E28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482"/>
              <a:ext cx="38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9" name="Line 38">
              <a:extLst>
                <a:ext uri="{FF2B5EF4-FFF2-40B4-BE49-F238E27FC236}">
                  <a16:creationId xmlns:a16="http://schemas.microsoft.com/office/drawing/2014/main" id="{FA1D3817-886C-4636-838A-E659A9C97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0" y="2483"/>
              <a:ext cx="240" cy="384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0" name="Line 39">
              <a:extLst>
                <a:ext uri="{FF2B5EF4-FFF2-40B4-BE49-F238E27FC236}">
                  <a16:creationId xmlns:a16="http://schemas.microsoft.com/office/drawing/2014/main" id="{03F6FFDB-B743-4F60-9836-D272020019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9" y="2856"/>
              <a:ext cx="144" cy="67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91" name="Line 40">
              <a:extLst>
                <a:ext uri="{FF2B5EF4-FFF2-40B4-BE49-F238E27FC236}">
                  <a16:creationId xmlns:a16="http://schemas.microsoft.com/office/drawing/2014/main" id="{8DEDE5E3-8FE1-4D96-B087-4A2C2FBAB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4" y="3516"/>
              <a:ext cx="68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9538" name="Group 82">
            <a:extLst>
              <a:ext uri="{FF2B5EF4-FFF2-40B4-BE49-F238E27FC236}">
                <a16:creationId xmlns:a16="http://schemas.microsoft.com/office/drawing/2014/main" id="{040A6E48-46B9-4F1B-AEDE-9F61892340B4}"/>
              </a:ext>
            </a:extLst>
          </p:cNvPr>
          <p:cNvGrpSpPr>
            <a:grpSpLocks/>
          </p:cNvGrpSpPr>
          <p:nvPr/>
        </p:nvGrpSpPr>
        <p:grpSpPr bwMode="auto">
          <a:xfrm>
            <a:off x="4231958" y="774700"/>
            <a:ext cx="1154112" cy="2811463"/>
            <a:chOff x="2505" y="1933"/>
            <a:chExt cx="727" cy="1771"/>
          </a:xfrm>
        </p:grpSpPr>
        <p:sp>
          <p:nvSpPr>
            <p:cNvPr id="18477" name="Text Box 41">
              <a:extLst>
                <a:ext uri="{FF2B5EF4-FFF2-40B4-BE49-F238E27FC236}">
                  <a16:creationId xmlns:a16="http://schemas.microsoft.com/office/drawing/2014/main" id="{387B50C0-7B86-4BC6-87AC-C2220ADB1A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7" y="1933"/>
              <a:ext cx="53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 err="1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 err="1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r>
                <a:rPr kumimoji="1" lang="en-US" altLang="zh-CN" sz="2400" b="1" i="0" u="none" strike="noStrike" kern="1200" cap="none" spc="0" normalizeH="0" baseline="-2500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/V</a:t>
              </a:r>
            </a:p>
          </p:txBody>
        </p:sp>
        <p:sp>
          <p:nvSpPr>
            <p:cNvPr id="18478" name="Line 35">
              <a:extLst>
                <a:ext uri="{FF2B5EF4-FFF2-40B4-BE49-F238E27FC236}">
                  <a16:creationId xmlns:a16="http://schemas.microsoft.com/office/drawing/2014/main" id="{4C7E854D-2A31-45D5-AA4F-C05B5161F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7" y="2042"/>
              <a:ext cx="0" cy="166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79" name="Line 48">
              <a:extLst>
                <a:ext uri="{FF2B5EF4-FFF2-40B4-BE49-F238E27FC236}">
                  <a16:creationId xmlns:a16="http://schemas.microsoft.com/office/drawing/2014/main" id="{9B3640B2-4125-48FB-B108-412343A86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408"/>
              <a:ext cx="4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0" name="Line 49">
              <a:extLst>
                <a:ext uri="{FF2B5EF4-FFF2-40B4-BE49-F238E27FC236}">
                  <a16:creationId xmlns:a16="http://schemas.microsoft.com/office/drawing/2014/main" id="{2E53D440-FBE1-4D9A-BE5E-419226D7B2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3032"/>
              <a:ext cx="4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1" name="Line 50">
              <a:extLst>
                <a:ext uri="{FF2B5EF4-FFF2-40B4-BE49-F238E27FC236}">
                  <a16:creationId xmlns:a16="http://schemas.microsoft.com/office/drawing/2014/main" id="{0F29D79B-E5AA-47B4-9EBB-C05187168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2716"/>
              <a:ext cx="4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2" name="Line 51">
              <a:extLst>
                <a:ext uri="{FF2B5EF4-FFF2-40B4-BE49-F238E27FC236}">
                  <a16:creationId xmlns:a16="http://schemas.microsoft.com/office/drawing/2014/main" id="{3934606F-05F1-43A9-A177-4A4A9F97E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9" y="3128"/>
              <a:ext cx="0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3" name="Line 52">
              <a:extLst>
                <a:ext uri="{FF2B5EF4-FFF2-40B4-BE49-F238E27FC236}">
                  <a16:creationId xmlns:a16="http://schemas.microsoft.com/office/drawing/2014/main" id="{6C5BA8DA-30BC-4601-9095-6936CB0C2E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97" y="3328"/>
              <a:ext cx="4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84" name="Rectangle 54">
              <a:extLst>
                <a:ext uri="{FF2B5EF4-FFF2-40B4-BE49-F238E27FC236}">
                  <a16:creationId xmlns:a16="http://schemas.microsoft.com/office/drawing/2014/main" id="{31D1E42A-DD97-4E2E-91C4-B1CBF45021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3193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8485" name="Rectangle 55">
              <a:extLst>
                <a:ext uri="{FF2B5EF4-FFF2-40B4-BE49-F238E27FC236}">
                  <a16:creationId xmlns:a16="http://schemas.microsoft.com/office/drawing/2014/main" id="{EF43E490-C93C-4EBC-879E-8C0E52F360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905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</a:p>
          </p:txBody>
        </p:sp>
        <p:sp>
          <p:nvSpPr>
            <p:cNvPr id="18486" name="Rectangle 56">
              <a:extLst>
                <a:ext uri="{FF2B5EF4-FFF2-40B4-BE49-F238E27FC236}">
                  <a16:creationId xmlns:a16="http://schemas.microsoft.com/office/drawing/2014/main" id="{6DFD7116-7FCB-411A-B552-CEF2BFD93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569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</a:p>
          </p:txBody>
        </p:sp>
        <p:sp>
          <p:nvSpPr>
            <p:cNvPr id="18487" name="Rectangle 57">
              <a:extLst>
                <a:ext uri="{FF2B5EF4-FFF2-40B4-BE49-F238E27FC236}">
                  <a16:creationId xmlns:a16="http://schemas.microsoft.com/office/drawing/2014/main" id="{9B03EED6-02CC-44A5-85EF-DBC1CA15B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5" y="2233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</a:p>
          </p:txBody>
        </p:sp>
      </p:grpSp>
      <p:grpSp>
        <p:nvGrpSpPr>
          <p:cNvPr id="19537" name="Group 81">
            <a:extLst>
              <a:ext uri="{FF2B5EF4-FFF2-40B4-BE49-F238E27FC236}">
                <a16:creationId xmlns:a16="http://schemas.microsoft.com/office/drawing/2014/main" id="{7E78CD12-5685-40AC-8C0F-CAB08A8A8678}"/>
              </a:ext>
            </a:extLst>
          </p:cNvPr>
          <p:cNvGrpSpPr>
            <a:grpSpLocks/>
          </p:cNvGrpSpPr>
          <p:nvPr/>
        </p:nvGrpSpPr>
        <p:grpSpPr bwMode="auto">
          <a:xfrm>
            <a:off x="4163695" y="3167059"/>
            <a:ext cx="3956049" cy="628649"/>
            <a:chOff x="2462" y="3440"/>
            <a:chExt cx="2492" cy="396"/>
          </a:xfrm>
        </p:grpSpPr>
        <p:sp>
          <p:nvSpPr>
            <p:cNvPr id="18470" name="Line 36">
              <a:extLst>
                <a:ext uri="{FF2B5EF4-FFF2-40B4-BE49-F238E27FC236}">
                  <a16:creationId xmlns:a16="http://schemas.microsoft.com/office/drawing/2014/main" id="{38EA0922-BE16-4F10-9F0F-DCB1ED6480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" y="3608"/>
              <a:ext cx="166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71" name="Text Box 42">
              <a:extLst>
                <a:ext uri="{FF2B5EF4-FFF2-40B4-BE49-F238E27FC236}">
                  <a16:creationId xmlns:a16="http://schemas.microsoft.com/office/drawing/2014/main" id="{549A24DA-C3F9-4957-B38B-57F5DBF24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4" y="3440"/>
              <a:ext cx="720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/V</a:t>
              </a:r>
            </a:p>
          </p:txBody>
        </p:sp>
        <p:sp>
          <p:nvSpPr>
            <p:cNvPr id="18472" name="Rectangle 53">
              <a:extLst>
                <a:ext uri="{FF2B5EF4-FFF2-40B4-BE49-F238E27FC236}">
                  <a16:creationId xmlns:a16="http://schemas.microsoft.com/office/drawing/2014/main" id="{8CBBDD1D-3A03-4525-AE2B-3FAB1D078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2" y="3548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0</a:t>
              </a:r>
            </a:p>
          </p:txBody>
        </p:sp>
        <p:sp>
          <p:nvSpPr>
            <p:cNvPr id="18473" name="Line 58">
              <a:extLst>
                <a:ext uri="{FF2B5EF4-FFF2-40B4-BE49-F238E27FC236}">
                  <a16:creationId xmlns:a16="http://schemas.microsoft.com/office/drawing/2014/main" id="{CC05DC95-7F2C-4AA2-8008-6D682D992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560"/>
              <a:ext cx="0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74" name="Line 59">
              <a:extLst>
                <a:ext uri="{FF2B5EF4-FFF2-40B4-BE49-F238E27FC236}">
                  <a16:creationId xmlns:a16="http://schemas.microsoft.com/office/drawing/2014/main" id="{604073E8-9352-47B3-B491-37CCE6E755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5" y="3560"/>
              <a:ext cx="0" cy="4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75" name="Rectangle 61">
              <a:extLst>
                <a:ext uri="{FF2B5EF4-FFF2-40B4-BE49-F238E27FC236}">
                  <a16:creationId xmlns:a16="http://schemas.microsoft.com/office/drawing/2014/main" id="{6784FDF4-2ADA-4532-9D1E-0745D7B7C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1" y="3529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18476" name="Rectangle 62">
              <a:extLst>
                <a:ext uri="{FF2B5EF4-FFF2-40B4-BE49-F238E27FC236}">
                  <a16:creationId xmlns:a16="http://schemas.microsoft.com/office/drawing/2014/main" id="{F1CB57F3-1272-4A3F-A21F-6E9F6B6914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" y="3529"/>
              <a:ext cx="2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</a:p>
          </p:txBody>
        </p:sp>
      </p:grpSp>
      <p:sp>
        <p:nvSpPr>
          <p:cNvPr id="19526" name="Rectangle 70">
            <a:extLst>
              <a:ext uri="{FF2B5EF4-FFF2-40B4-BE49-F238E27FC236}">
                <a16:creationId xmlns:a16="http://schemas.microsoft.com/office/drawing/2014/main" id="{6D4F4B8F-A632-4033-AD6A-5EBA9F84F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9840" y="1422400"/>
            <a:ext cx="722312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400" b="1" i="0" u="none" strike="noStrike" kern="1200" cap="none" spc="0" normalizeH="0" baseline="-25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</a:p>
        </p:txBody>
      </p:sp>
      <p:grpSp>
        <p:nvGrpSpPr>
          <p:cNvPr id="19549" name="Group 93">
            <a:extLst>
              <a:ext uri="{FF2B5EF4-FFF2-40B4-BE49-F238E27FC236}">
                <a16:creationId xmlns:a16="http://schemas.microsoft.com/office/drawing/2014/main" id="{28ACA1F0-08E7-424D-9296-220277D5E1E0}"/>
              </a:ext>
            </a:extLst>
          </p:cNvPr>
          <p:cNvGrpSpPr>
            <a:grpSpLocks/>
          </p:cNvGrpSpPr>
          <p:nvPr/>
        </p:nvGrpSpPr>
        <p:grpSpPr bwMode="auto">
          <a:xfrm>
            <a:off x="3738245" y="3065463"/>
            <a:ext cx="1984375" cy="457200"/>
            <a:chOff x="2662" y="1931"/>
            <a:chExt cx="1250" cy="288"/>
          </a:xfrm>
        </p:grpSpPr>
        <p:sp>
          <p:nvSpPr>
            <p:cNvPr id="18468" name="Line 71">
              <a:extLst>
                <a:ext uri="{FF2B5EF4-FFF2-40B4-BE49-F238E27FC236}">
                  <a16:creationId xmlns:a16="http://schemas.microsoft.com/office/drawing/2014/main" id="{E97525EA-88A4-45CD-9509-EE4BA24F9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4" y="1938"/>
              <a:ext cx="768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9" name="Rectangle 72">
              <a:extLst>
                <a:ext uri="{FF2B5EF4-FFF2-40B4-BE49-F238E27FC236}">
                  <a16:creationId xmlns:a16="http://schemas.microsoft.com/office/drawing/2014/main" id="{B389835D-4535-47FD-918C-53376A7EB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2" y="1931"/>
              <a:ext cx="44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grpSp>
        <p:nvGrpSpPr>
          <p:cNvPr id="19541" name="Group 85">
            <a:extLst>
              <a:ext uri="{FF2B5EF4-FFF2-40B4-BE49-F238E27FC236}">
                <a16:creationId xmlns:a16="http://schemas.microsoft.com/office/drawing/2014/main" id="{3ABB4CF3-DA61-43A0-86FC-A842E354C547}"/>
              </a:ext>
            </a:extLst>
          </p:cNvPr>
          <p:cNvGrpSpPr>
            <a:grpSpLocks/>
          </p:cNvGrpSpPr>
          <p:nvPr/>
        </p:nvGrpSpPr>
        <p:grpSpPr bwMode="auto">
          <a:xfrm>
            <a:off x="3460433" y="2016125"/>
            <a:ext cx="2090737" cy="457200"/>
            <a:chOff x="2487" y="1270"/>
            <a:chExt cx="1317" cy="288"/>
          </a:xfrm>
        </p:grpSpPr>
        <p:sp>
          <p:nvSpPr>
            <p:cNvPr id="18466" name="Line 83">
              <a:extLst>
                <a:ext uri="{FF2B5EF4-FFF2-40B4-BE49-F238E27FC236}">
                  <a16:creationId xmlns:a16="http://schemas.microsoft.com/office/drawing/2014/main" id="{26E31CC2-B554-40BC-A3B1-7E0975E11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2" y="1456"/>
              <a:ext cx="652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7" name="Rectangle 84">
              <a:extLst>
                <a:ext uri="{FF2B5EF4-FFF2-40B4-BE49-F238E27FC236}">
                  <a16:creationId xmlns:a16="http://schemas.microsoft.com/office/drawing/2014/main" id="{65C15FEB-5B08-4055-96B8-0B7E635CD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1270"/>
              <a:ext cx="92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 err="1"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OHmin</a:t>
              </a:r>
              <a:endParaRPr kumimoji="1" lang="en-US" altLang="zh-CN" sz="2400" b="1" i="0" u="none" strike="noStrike" kern="1200" cap="none" spc="0" normalizeH="0" baseline="-25000" noProof="0" dirty="0"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9553" name="Group 97">
            <a:extLst>
              <a:ext uri="{FF2B5EF4-FFF2-40B4-BE49-F238E27FC236}">
                <a16:creationId xmlns:a16="http://schemas.microsoft.com/office/drawing/2014/main" id="{E1CD2F7B-28D2-46E2-AF9E-EBD3E574A28A}"/>
              </a:ext>
            </a:extLst>
          </p:cNvPr>
          <p:cNvGrpSpPr>
            <a:grpSpLocks/>
          </p:cNvGrpSpPr>
          <p:nvPr/>
        </p:nvGrpSpPr>
        <p:grpSpPr bwMode="auto">
          <a:xfrm>
            <a:off x="5282884" y="2328866"/>
            <a:ext cx="708025" cy="1692276"/>
            <a:chOff x="3635" y="1467"/>
            <a:chExt cx="446" cy="1066"/>
          </a:xfrm>
        </p:grpSpPr>
        <p:sp>
          <p:nvSpPr>
            <p:cNvPr id="18464" name="Line 86">
              <a:extLst>
                <a:ext uri="{FF2B5EF4-FFF2-40B4-BE49-F238E27FC236}">
                  <a16:creationId xmlns:a16="http://schemas.microsoft.com/office/drawing/2014/main" id="{BA9BA159-6ED9-4635-8EB2-1A7004A65B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2" y="1467"/>
              <a:ext cx="0" cy="6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5" name="Text Box 87">
              <a:extLst>
                <a:ext uri="{FF2B5EF4-FFF2-40B4-BE49-F238E27FC236}">
                  <a16:creationId xmlns:a16="http://schemas.microsoft.com/office/drawing/2014/main" id="{B7375F33-DDA8-4F55-9584-429D39C58D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5" y="2245"/>
              <a:ext cx="44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ff</a:t>
              </a:r>
              <a:endPara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545" name="Text Box 89">
            <a:extLst>
              <a:ext uri="{FF2B5EF4-FFF2-40B4-BE49-F238E27FC236}">
                <a16:creationId xmlns:a16="http://schemas.microsoft.com/office/drawing/2014/main" id="{1A377CAF-F08C-45B4-BCAD-1C3FC9B9C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4621213"/>
            <a:ext cx="78486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开门电平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输入高电平的最小值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 V)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19555" name="Group 99">
            <a:extLst>
              <a:ext uri="{FF2B5EF4-FFF2-40B4-BE49-F238E27FC236}">
                <a16:creationId xmlns:a16="http://schemas.microsoft.com/office/drawing/2014/main" id="{84AC9A27-E7F8-47AD-A259-E81999DB1E32}"/>
              </a:ext>
            </a:extLst>
          </p:cNvPr>
          <p:cNvGrpSpPr>
            <a:grpSpLocks/>
          </p:cNvGrpSpPr>
          <p:nvPr/>
        </p:nvGrpSpPr>
        <p:grpSpPr bwMode="auto">
          <a:xfrm>
            <a:off x="3343596" y="2724590"/>
            <a:ext cx="2309811" cy="457200"/>
            <a:chOff x="2444" y="1762"/>
            <a:chExt cx="1455" cy="288"/>
          </a:xfrm>
        </p:grpSpPr>
        <p:sp>
          <p:nvSpPr>
            <p:cNvPr id="18462" name="Line 90">
              <a:extLst>
                <a:ext uri="{FF2B5EF4-FFF2-40B4-BE49-F238E27FC236}">
                  <a16:creationId xmlns:a16="http://schemas.microsoft.com/office/drawing/2014/main" id="{22C26144-0A2F-489B-8ABD-792E6317EF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9" y="1857"/>
              <a:ext cx="750" cy="0"/>
            </a:xfrm>
            <a:prstGeom prst="line">
              <a:avLst/>
            </a:prstGeom>
            <a:noFill/>
            <a:ln w="38100">
              <a:noFill/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3" name="Text Box 91">
              <a:extLst>
                <a:ext uri="{FF2B5EF4-FFF2-40B4-BE49-F238E27FC236}">
                  <a16:creationId xmlns:a16="http://schemas.microsoft.com/office/drawing/2014/main" id="{BF85AAFD-9068-49BC-A07D-2B9FCD3F1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4" y="1762"/>
              <a:ext cx="76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0Lmax</a:t>
              </a:r>
            </a:p>
          </p:txBody>
        </p:sp>
      </p:grpSp>
      <p:grpSp>
        <p:nvGrpSpPr>
          <p:cNvPr id="19569" name="Group 113">
            <a:extLst>
              <a:ext uri="{FF2B5EF4-FFF2-40B4-BE49-F238E27FC236}">
                <a16:creationId xmlns:a16="http://schemas.microsoft.com/office/drawing/2014/main" id="{18FA6DFB-F058-4752-B493-D5B4354AB32E}"/>
              </a:ext>
            </a:extLst>
          </p:cNvPr>
          <p:cNvGrpSpPr>
            <a:grpSpLocks/>
          </p:cNvGrpSpPr>
          <p:nvPr/>
        </p:nvGrpSpPr>
        <p:grpSpPr bwMode="auto">
          <a:xfrm>
            <a:off x="5636895" y="3054485"/>
            <a:ext cx="841375" cy="1013381"/>
            <a:chOff x="3858" y="1967"/>
            <a:chExt cx="530" cy="583"/>
          </a:xfrm>
        </p:grpSpPr>
        <p:sp>
          <p:nvSpPr>
            <p:cNvPr id="18460" name="Line 95">
              <a:extLst>
                <a:ext uri="{FF2B5EF4-FFF2-40B4-BE49-F238E27FC236}">
                  <a16:creationId xmlns:a16="http://schemas.microsoft.com/office/drawing/2014/main" id="{5BC87F69-2FFD-49E0-A28C-22B95862BD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8" y="1967"/>
              <a:ext cx="11" cy="1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61" name="Text Box 96">
              <a:extLst>
                <a:ext uri="{FF2B5EF4-FFF2-40B4-BE49-F238E27FC236}">
                  <a16:creationId xmlns:a16="http://schemas.microsoft.com/office/drawing/2014/main" id="{BE3B6DE2-4875-4B1E-8CCF-97BD6902E7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2" y="2262"/>
              <a:ext cx="44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on</a:t>
              </a:r>
              <a:endPara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9554" name="Text Box 98">
            <a:extLst>
              <a:ext uri="{FF2B5EF4-FFF2-40B4-BE49-F238E27FC236}">
                <a16:creationId xmlns:a16="http://schemas.microsoft.com/office/drawing/2014/main" id="{A9FB68AF-E581-4B31-960D-EAA7FAA63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4038600"/>
            <a:ext cx="7366000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ff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关门电平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输入低电平的最大值≥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0.8V 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19563" name="Group 107">
            <a:extLst>
              <a:ext uri="{FF2B5EF4-FFF2-40B4-BE49-F238E27FC236}">
                <a16:creationId xmlns:a16="http://schemas.microsoft.com/office/drawing/2014/main" id="{2C6C0B48-3D22-4786-A24B-236EC14E1D89}"/>
              </a:ext>
            </a:extLst>
          </p:cNvPr>
          <p:cNvGrpSpPr>
            <a:grpSpLocks/>
          </p:cNvGrpSpPr>
          <p:nvPr/>
        </p:nvGrpSpPr>
        <p:grpSpPr bwMode="auto">
          <a:xfrm>
            <a:off x="2328863" y="5080000"/>
            <a:ext cx="2881312" cy="1458913"/>
            <a:chOff x="-11" y="3265"/>
            <a:chExt cx="1815" cy="919"/>
          </a:xfrm>
        </p:grpSpPr>
        <p:sp>
          <p:nvSpPr>
            <p:cNvPr id="18453" name="Line 100">
              <a:extLst>
                <a:ext uri="{FF2B5EF4-FFF2-40B4-BE49-F238E27FC236}">
                  <a16:creationId xmlns:a16="http://schemas.microsoft.com/office/drawing/2014/main" id="{7558BE92-AF4C-41B4-84A0-00DAC0DB56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" y="4043"/>
              <a:ext cx="934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54" name="Line 101">
              <a:extLst>
                <a:ext uri="{FF2B5EF4-FFF2-40B4-BE49-F238E27FC236}">
                  <a16:creationId xmlns:a16="http://schemas.microsoft.com/office/drawing/2014/main" id="{E3C99CDD-F729-4CD6-868D-4B55CF2206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" y="3402"/>
              <a:ext cx="0" cy="78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55" name="Text Box 102">
              <a:extLst>
                <a:ext uri="{FF2B5EF4-FFF2-40B4-BE49-F238E27FC236}">
                  <a16:creationId xmlns:a16="http://schemas.microsoft.com/office/drawing/2014/main" id="{C5463EAA-D26A-4286-8D1F-02CFE5C31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8" y="3851"/>
              <a:ext cx="456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8456" name="Text Box 103">
              <a:extLst>
                <a:ext uri="{FF2B5EF4-FFF2-40B4-BE49-F238E27FC236}">
                  <a16:creationId xmlns:a16="http://schemas.microsoft.com/office/drawing/2014/main" id="{7F81C61D-EDC3-4278-9B80-9C7EDBBDC5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3265"/>
              <a:ext cx="45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</a:t>
              </a:r>
              <a:endPara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57" name="Freeform 104">
              <a:extLst>
                <a:ext uri="{FF2B5EF4-FFF2-40B4-BE49-F238E27FC236}">
                  <a16:creationId xmlns:a16="http://schemas.microsoft.com/office/drawing/2014/main" id="{6C8F78FE-5966-4675-B745-A62CCADEF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" y="3619"/>
              <a:ext cx="804" cy="391"/>
            </a:xfrm>
            <a:custGeom>
              <a:avLst/>
              <a:gdLst>
                <a:gd name="T0" fmla="*/ 0 w 804"/>
                <a:gd name="T1" fmla="*/ 0 h 391"/>
                <a:gd name="T2" fmla="*/ 522 w 804"/>
                <a:gd name="T3" fmla="*/ 0 h 391"/>
                <a:gd name="T4" fmla="*/ 522 w 804"/>
                <a:gd name="T5" fmla="*/ 391 h 391"/>
                <a:gd name="T6" fmla="*/ 804 w 804"/>
                <a:gd name="T7" fmla="*/ 391 h 3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391">
                  <a:moveTo>
                    <a:pt x="0" y="0"/>
                  </a:moveTo>
                  <a:lnTo>
                    <a:pt x="522" y="0"/>
                  </a:lnTo>
                  <a:lnTo>
                    <a:pt x="522" y="391"/>
                  </a:lnTo>
                  <a:lnTo>
                    <a:pt x="804" y="391"/>
                  </a:ln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458" name="Text Box 105">
              <a:extLst>
                <a:ext uri="{FF2B5EF4-FFF2-40B4-BE49-F238E27FC236}">
                  <a16:creationId xmlns:a16="http://schemas.microsoft.com/office/drawing/2014/main" id="{EF5EF3BE-2562-401A-AED5-F82E131C9F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" y="3390"/>
              <a:ext cx="69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  <p:sp>
          <p:nvSpPr>
            <p:cNvPr id="18459" name="Text Box 106">
              <a:extLst>
                <a:ext uri="{FF2B5EF4-FFF2-40B4-BE49-F238E27FC236}">
                  <a16:creationId xmlns:a16="http://schemas.microsoft.com/office/drawing/2014/main" id="{9A359F3A-AA7E-4BF6-A6DC-B1F9106EF7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" y="3836"/>
              <a:ext cx="51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sp>
        <p:nvSpPr>
          <p:cNvPr id="19564" name="Text Box 108">
            <a:extLst>
              <a:ext uri="{FF2B5EF4-FFF2-40B4-BE49-F238E27FC236}">
                <a16:creationId xmlns:a16="http://schemas.microsoft.com/office/drawing/2014/main" id="{B3973764-7C3F-4714-BBE6-238CAC513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5711825"/>
            <a:ext cx="132873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理想化</a:t>
            </a:r>
          </a:p>
        </p:txBody>
      </p:sp>
      <p:sp>
        <p:nvSpPr>
          <p:cNvPr id="19565" name="Text Box 109">
            <a:extLst>
              <a:ext uri="{FF2B5EF4-FFF2-40B4-BE49-F238E27FC236}">
                <a16:creationId xmlns:a16="http://schemas.microsoft.com/office/drawing/2014/main" id="{BF030AAC-AE75-4185-A812-18D990EDE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213" y="6227763"/>
            <a:ext cx="706437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</a:p>
        </p:txBody>
      </p:sp>
      <p:sp>
        <p:nvSpPr>
          <p:cNvPr id="19566" name="Text Box 110">
            <a:extLst>
              <a:ext uri="{FF2B5EF4-FFF2-40B4-BE49-F238E27FC236}">
                <a16:creationId xmlns:a16="http://schemas.microsoft.com/office/drawing/2014/main" id="{CD7D947D-50CF-4DC8-8A8F-D050988D7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5838" y="5330825"/>
            <a:ext cx="414178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阈值电压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门槛电平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sp>
        <p:nvSpPr>
          <p:cNvPr id="19567" name="Text Box 111">
            <a:extLst>
              <a:ext uri="{FF2B5EF4-FFF2-40B4-BE49-F238E27FC236}">
                <a16:creationId xmlns:a16="http://schemas.microsoft.com/office/drawing/2014/main" id="{0D8528E1-0514-4983-A870-58CC52C15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1825" y="5986463"/>
            <a:ext cx="1620838" cy="51911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=1.4V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00ABA20-7F32-4128-9355-683CE9A0D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15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  <p:sp>
        <p:nvSpPr>
          <p:cNvPr id="91" name="Rectangle 2">
            <a:extLst>
              <a:ext uri="{FF2B5EF4-FFF2-40B4-BE49-F238E27FC236}">
                <a16:creationId xmlns:a16="http://schemas.microsoft.com/office/drawing/2014/main" id="{B2997776-6AA4-4BDD-90D0-0AFD723C4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8" y="282575"/>
            <a:ext cx="1704974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/>
              <a:t>二、特性</a:t>
            </a:r>
            <a:endParaRPr lang="zh-CN" altLang="en-US" dirty="0"/>
          </a:p>
        </p:txBody>
      </p:sp>
      <p:grpSp>
        <p:nvGrpSpPr>
          <p:cNvPr id="92" name="Group 51">
            <a:extLst>
              <a:ext uri="{FF2B5EF4-FFF2-40B4-BE49-F238E27FC236}">
                <a16:creationId xmlns:a16="http://schemas.microsoft.com/office/drawing/2014/main" id="{E7D4EFE4-09D8-40CC-BC99-249BE009C262}"/>
              </a:ext>
            </a:extLst>
          </p:cNvPr>
          <p:cNvGrpSpPr>
            <a:grpSpLocks/>
          </p:cNvGrpSpPr>
          <p:nvPr/>
        </p:nvGrpSpPr>
        <p:grpSpPr bwMode="auto">
          <a:xfrm>
            <a:off x="5429013" y="50808"/>
            <a:ext cx="3778480" cy="2313771"/>
            <a:chOff x="1151" y="581"/>
            <a:chExt cx="4455" cy="2613"/>
          </a:xfrm>
        </p:grpSpPr>
        <p:grpSp>
          <p:nvGrpSpPr>
            <p:cNvPr id="93" name="Group 52">
              <a:extLst>
                <a:ext uri="{FF2B5EF4-FFF2-40B4-BE49-F238E27FC236}">
                  <a16:creationId xmlns:a16="http://schemas.microsoft.com/office/drawing/2014/main" id="{0590996B-613A-48F4-B3F0-40C1848DD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74" name="Line 53">
                <a:extLst>
                  <a:ext uri="{FF2B5EF4-FFF2-40B4-BE49-F238E27FC236}">
                    <a16:creationId xmlns:a16="http://schemas.microsoft.com/office/drawing/2014/main" id="{DFE0BBB4-CE8C-462F-8281-41FA703D3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5" name="Line 54">
                <a:extLst>
                  <a:ext uri="{FF2B5EF4-FFF2-40B4-BE49-F238E27FC236}">
                    <a16:creationId xmlns:a16="http://schemas.microsoft.com/office/drawing/2014/main" id="{F9EEB3B2-7D64-4B3E-9194-2E1F45468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6" name="Line 55">
                <a:extLst>
                  <a:ext uri="{FF2B5EF4-FFF2-40B4-BE49-F238E27FC236}">
                    <a16:creationId xmlns:a16="http://schemas.microsoft.com/office/drawing/2014/main" id="{6EBA40E5-44B4-4C70-A130-D27B03701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7" name="Line 56">
                <a:extLst>
                  <a:ext uri="{FF2B5EF4-FFF2-40B4-BE49-F238E27FC236}">
                    <a16:creationId xmlns:a16="http://schemas.microsoft.com/office/drawing/2014/main" id="{3D6BCA87-CD03-4173-B74E-4EBEBF03B6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4" name="Group 57">
              <a:extLst>
                <a:ext uri="{FF2B5EF4-FFF2-40B4-BE49-F238E27FC236}">
                  <a16:creationId xmlns:a16="http://schemas.microsoft.com/office/drawing/2014/main" id="{A0CCD03D-A1DB-4544-9D65-747878C3D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70" name="Line 58">
                <a:extLst>
                  <a:ext uri="{FF2B5EF4-FFF2-40B4-BE49-F238E27FC236}">
                    <a16:creationId xmlns:a16="http://schemas.microsoft.com/office/drawing/2014/main" id="{8460FDA8-9469-4478-B395-F2F1F34EC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1" name="Line 59">
                <a:extLst>
                  <a:ext uri="{FF2B5EF4-FFF2-40B4-BE49-F238E27FC236}">
                    <a16:creationId xmlns:a16="http://schemas.microsoft.com/office/drawing/2014/main" id="{66BB018F-AA9B-481D-824C-C50DF47A77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2" name="Line 60">
                <a:extLst>
                  <a:ext uri="{FF2B5EF4-FFF2-40B4-BE49-F238E27FC236}">
                    <a16:creationId xmlns:a16="http://schemas.microsoft.com/office/drawing/2014/main" id="{40CBDA1A-EB5C-4D03-94D8-3B6E5B710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3" name="Line 61">
                <a:extLst>
                  <a:ext uri="{FF2B5EF4-FFF2-40B4-BE49-F238E27FC236}">
                    <a16:creationId xmlns:a16="http://schemas.microsoft.com/office/drawing/2014/main" id="{BCADC3CF-6487-4233-A6CF-9054E5579A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5" name="Group 62">
              <a:extLst>
                <a:ext uri="{FF2B5EF4-FFF2-40B4-BE49-F238E27FC236}">
                  <a16:creationId xmlns:a16="http://schemas.microsoft.com/office/drawing/2014/main" id="{785D0A15-82CD-44E6-B9F4-84F0E409E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66" name="Line 63">
                <a:extLst>
                  <a:ext uri="{FF2B5EF4-FFF2-40B4-BE49-F238E27FC236}">
                    <a16:creationId xmlns:a16="http://schemas.microsoft.com/office/drawing/2014/main" id="{51687459-922D-4843-A40F-BB4A12381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7" name="Line 64">
                <a:extLst>
                  <a:ext uri="{FF2B5EF4-FFF2-40B4-BE49-F238E27FC236}">
                    <a16:creationId xmlns:a16="http://schemas.microsoft.com/office/drawing/2014/main" id="{9A33FBDF-809E-4B56-B48F-F891DFA9E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8" name="Line 65">
                <a:extLst>
                  <a:ext uri="{FF2B5EF4-FFF2-40B4-BE49-F238E27FC236}">
                    <a16:creationId xmlns:a16="http://schemas.microsoft.com/office/drawing/2014/main" id="{45ACA257-835C-492D-9A47-49C238423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9" name="Line 66">
                <a:extLst>
                  <a:ext uri="{FF2B5EF4-FFF2-40B4-BE49-F238E27FC236}">
                    <a16:creationId xmlns:a16="http://schemas.microsoft.com/office/drawing/2014/main" id="{A6B5C02A-5F9A-464B-B4F7-BC033CAC4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6" name="Group 67">
              <a:extLst>
                <a:ext uri="{FF2B5EF4-FFF2-40B4-BE49-F238E27FC236}">
                  <a16:creationId xmlns:a16="http://schemas.microsoft.com/office/drawing/2014/main" id="{57DB1167-994F-463F-859F-375BB0485E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62" name="Line 68">
                <a:extLst>
                  <a:ext uri="{FF2B5EF4-FFF2-40B4-BE49-F238E27FC236}">
                    <a16:creationId xmlns:a16="http://schemas.microsoft.com/office/drawing/2014/main" id="{B0D1CA2B-B52F-458D-A903-C03C0D29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3" name="Line 69">
                <a:extLst>
                  <a:ext uri="{FF2B5EF4-FFF2-40B4-BE49-F238E27FC236}">
                    <a16:creationId xmlns:a16="http://schemas.microsoft.com/office/drawing/2014/main" id="{5C70CA18-FD90-4C3C-BDF5-C1A45196C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" name="Line 70">
                <a:extLst>
                  <a:ext uri="{FF2B5EF4-FFF2-40B4-BE49-F238E27FC236}">
                    <a16:creationId xmlns:a16="http://schemas.microsoft.com/office/drawing/2014/main" id="{0D51235C-F0CE-4BF3-BBBE-50C5B2855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5" name="Line 71">
                <a:extLst>
                  <a:ext uri="{FF2B5EF4-FFF2-40B4-BE49-F238E27FC236}">
                    <a16:creationId xmlns:a16="http://schemas.microsoft.com/office/drawing/2014/main" id="{D28F1821-9F4A-458B-87DE-73B864B824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97" name="Group 72">
              <a:extLst>
                <a:ext uri="{FF2B5EF4-FFF2-40B4-BE49-F238E27FC236}">
                  <a16:creationId xmlns:a16="http://schemas.microsoft.com/office/drawing/2014/main" id="{2E8A8586-D1A2-47C2-B530-E10D5C7456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57" name="Line 73">
                <a:extLst>
                  <a:ext uri="{FF2B5EF4-FFF2-40B4-BE49-F238E27FC236}">
                    <a16:creationId xmlns:a16="http://schemas.microsoft.com/office/drawing/2014/main" id="{569E3F5E-95D7-485F-B6B8-7E9026EE8F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8" name="Line 74">
                <a:extLst>
                  <a:ext uri="{FF2B5EF4-FFF2-40B4-BE49-F238E27FC236}">
                    <a16:creationId xmlns:a16="http://schemas.microsoft.com/office/drawing/2014/main" id="{7E5234FB-4946-4292-83C8-8BFE62128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9" name="Line 75">
                <a:extLst>
                  <a:ext uri="{FF2B5EF4-FFF2-40B4-BE49-F238E27FC236}">
                    <a16:creationId xmlns:a16="http://schemas.microsoft.com/office/drawing/2014/main" id="{CF5334A8-253D-41DE-B2AF-84F0FEA5B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0" name="Line 76">
                <a:extLst>
                  <a:ext uri="{FF2B5EF4-FFF2-40B4-BE49-F238E27FC236}">
                    <a16:creationId xmlns:a16="http://schemas.microsoft.com/office/drawing/2014/main" id="{F34D5487-B6B0-4B1A-B88A-B92E50F4EB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1" name="Line 77">
                <a:extLst>
                  <a:ext uri="{FF2B5EF4-FFF2-40B4-BE49-F238E27FC236}">
                    <a16:creationId xmlns:a16="http://schemas.microsoft.com/office/drawing/2014/main" id="{B8ADF756-1359-49D4-A4EC-341D2DB00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98" name="Rectangle 78">
              <a:extLst>
                <a:ext uri="{FF2B5EF4-FFF2-40B4-BE49-F238E27FC236}">
                  <a16:creationId xmlns:a16="http://schemas.microsoft.com/office/drawing/2014/main" id="{24CEF630-F12D-493A-876A-9E177AA5E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Rectangle 79">
              <a:extLst>
                <a:ext uri="{FF2B5EF4-FFF2-40B4-BE49-F238E27FC236}">
                  <a16:creationId xmlns:a16="http://schemas.microsoft.com/office/drawing/2014/main" id="{45A53BC3-5D01-4165-8E37-96288CCC3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Rectangle 80">
              <a:extLst>
                <a:ext uri="{FF2B5EF4-FFF2-40B4-BE49-F238E27FC236}">
                  <a16:creationId xmlns:a16="http://schemas.microsoft.com/office/drawing/2014/main" id="{7A621694-0DDD-45BB-9A4C-466F86B5D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Rectangle 81">
              <a:extLst>
                <a:ext uri="{FF2B5EF4-FFF2-40B4-BE49-F238E27FC236}">
                  <a16:creationId xmlns:a16="http://schemas.microsoft.com/office/drawing/2014/main" id="{587F69C2-CC0D-46B6-B72C-26337EBAD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Rectangle 82">
              <a:extLst>
                <a:ext uri="{FF2B5EF4-FFF2-40B4-BE49-F238E27FC236}">
                  <a16:creationId xmlns:a16="http://schemas.microsoft.com/office/drawing/2014/main" id="{5D5499FA-2ADD-4712-99EC-C14E03947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Line 83">
              <a:extLst>
                <a:ext uri="{FF2B5EF4-FFF2-40B4-BE49-F238E27FC236}">
                  <a16:creationId xmlns:a16="http://schemas.microsoft.com/office/drawing/2014/main" id="{F341BE5E-2EC0-4C80-8564-4DE5D03A41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Line 84">
              <a:extLst>
                <a:ext uri="{FF2B5EF4-FFF2-40B4-BE49-F238E27FC236}">
                  <a16:creationId xmlns:a16="http://schemas.microsoft.com/office/drawing/2014/main" id="{895E9785-D2B8-43C8-A529-DFE1A29174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Line 85">
              <a:extLst>
                <a:ext uri="{FF2B5EF4-FFF2-40B4-BE49-F238E27FC236}">
                  <a16:creationId xmlns:a16="http://schemas.microsoft.com/office/drawing/2014/main" id="{847AEAE1-2009-44DD-BA4E-76E85E8B6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Line 86">
              <a:extLst>
                <a:ext uri="{FF2B5EF4-FFF2-40B4-BE49-F238E27FC236}">
                  <a16:creationId xmlns:a16="http://schemas.microsoft.com/office/drawing/2014/main" id="{271CC26D-0C25-4E10-B4E1-F3D9B74ED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Line 87">
              <a:extLst>
                <a:ext uri="{FF2B5EF4-FFF2-40B4-BE49-F238E27FC236}">
                  <a16:creationId xmlns:a16="http://schemas.microsoft.com/office/drawing/2014/main" id="{4136E93C-BFA1-43E6-9687-8D80843C5C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7" y="1178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Line 88">
              <a:extLst>
                <a:ext uri="{FF2B5EF4-FFF2-40B4-BE49-F238E27FC236}">
                  <a16:creationId xmlns:a16="http://schemas.microsoft.com/office/drawing/2014/main" id="{71CE8A07-DBC9-4192-80EF-A4D69003C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Line 89">
              <a:extLst>
                <a:ext uri="{FF2B5EF4-FFF2-40B4-BE49-F238E27FC236}">
                  <a16:creationId xmlns:a16="http://schemas.microsoft.com/office/drawing/2014/main" id="{C2823319-98E4-41CD-A475-D9B3F2680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Line 90">
              <a:extLst>
                <a:ext uri="{FF2B5EF4-FFF2-40B4-BE49-F238E27FC236}">
                  <a16:creationId xmlns:a16="http://schemas.microsoft.com/office/drawing/2014/main" id="{77A1CDA1-63D6-4CBE-B1C8-79501FEC06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Line 91">
              <a:extLst>
                <a:ext uri="{FF2B5EF4-FFF2-40B4-BE49-F238E27FC236}">
                  <a16:creationId xmlns:a16="http://schemas.microsoft.com/office/drawing/2014/main" id="{5FA01539-57DD-47E8-A66F-66335084A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Line 92">
              <a:extLst>
                <a:ext uri="{FF2B5EF4-FFF2-40B4-BE49-F238E27FC236}">
                  <a16:creationId xmlns:a16="http://schemas.microsoft.com/office/drawing/2014/main" id="{2C949592-2696-4B61-A44B-CDE786481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Line 93">
              <a:extLst>
                <a:ext uri="{FF2B5EF4-FFF2-40B4-BE49-F238E27FC236}">
                  <a16:creationId xmlns:a16="http://schemas.microsoft.com/office/drawing/2014/main" id="{C966A931-7A9C-4395-9F49-2BBD56D021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Line 94">
              <a:extLst>
                <a:ext uri="{FF2B5EF4-FFF2-40B4-BE49-F238E27FC236}">
                  <a16:creationId xmlns:a16="http://schemas.microsoft.com/office/drawing/2014/main" id="{E8C92A5B-3214-4A49-825B-617E70B56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Line 95">
              <a:extLst>
                <a:ext uri="{FF2B5EF4-FFF2-40B4-BE49-F238E27FC236}">
                  <a16:creationId xmlns:a16="http://schemas.microsoft.com/office/drawing/2014/main" id="{CE29DE8B-DDB2-4155-9771-B35DC822BB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Line 96">
              <a:extLst>
                <a:ext uri="{FF2B5EF4-FFF2-40B4-BE49-F238E27FC236}">
                  <a16:creationId xmlns:a16="http://schemas.microsoft.com/office/drawing/2014/main" id="{052350DE-64C0-431F-ABCE-0592A1B1C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Line 97">
              <a:extLst>
                <a:ext uri="{FF2B5EF4-FFF2-40B4-BE49-F238E27FC236}">
                  <a16:creationId xmlns:a16="http://schemas.microsoft.com/office/drawing/2014/main" id="{7A0F0B43-3F10-423E-8243-B56A6CD2B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8" name="Line 98">
              <a:extLst>
                <a:ext uri="{FF2B5EF4-FFF2-40B4-BE49-F238E27FC236}">
                  <a16:creationId xmlns:a16="http://schemas.microsoft.com/office/drawing/2014/main" id="{5F988B97-6DF5-4548-B9E7-7906A42CCF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9" name="Line 99">
              <a:extLst>
                <a:ext uri="{FF2B5EF4-FFF2-40B4-BE49-F238E27FC236}">
                  <a16:creationId xmlns:a16="http://schemas.microsoft.com/office/drawing/2014/main" id="{F509B762-0340-4F6F-A98F-058154A364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0" name="Line 100">
              <a:extLst>
                <a:ext uri="{FF2B5EF4-FFF2-40B4-BE49-F238E27FC236}">
                  <a16:creationId xmlns:a16="http://schemas.microsoft.com/office/drawing/2014/main" id="{79010F98-7D1B-4609-8530-AF17D4CD8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" name="Line 101">
              <a:extLst>
                <a:ext uri="{FF2B5EF4-FFF2-40B4-BE49-F238E27FC236}">
                  <a16:creationId xmlns:a16="http://schemas.microsoft.com/office/drawing/2014/main" id="{3A1E4F9F-A3F6-45D2-AB1F-C3C0CA676D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" name="Line 102">
              <a:extLst>
                <a:ext uri="{FF2B5EF4-FFF2-40B4-BE49-F238E27FC236}">
                  <a16:creationId xmlns:a16="http://schemas.microsoft.com/office/drawing/2014/main" id="{8A0E1773-995E-468A-928C-9C5E9C7DF0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3" name="Line 103">
              <a:extLst>
                <a:ext uri="{FF2B5EF4-FFF2-40B4-BE49-F238E27FC236}">
                  <a16:creationId xmlns:a16="http://schemas.microsoft.com/office/drawing/2014/main" id="{4BAACBBA-729F-4F96-8972-6B4AC39357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4" name="Line 104">
              <a:extLst>
                <a:ext uri="{FF2B5EF4-FFF2-40B4-BE49-F238E27FC236}">
                  <a16:creationId xmlns:a16="http://schemas.microsoft.com/office/drawing/2014/main" id="{78CFEA11-AC73-46A5-95F5-E9664F068B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5" name="Line 105">
              <a:extLst>
                <a:ext uri="{FF2B5EF4-FFF2-40B4-BE49-F238E27FC236}">
                  <a16:creationId xmlns:a16="http://schemas.microsoft.com/office/drawing/2014/main" id="{384F261B-6900-4905-9620-19A6210303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6" name="Line 106">
              <a:extLst>
                <a:ext uri="{FF2B5EF4-FFF2-40B4-BE49-F238E27FC236}">
                  <a16:creationId xmlns:a16="http://schemas.microsoft.com/office/drawing/2014/main" id="{2290DB80-AB14-4613-BBB7-181B25C8E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7" name="Line 107">
              <a:extLst>
                <a:ext uri="{FF2B5EF4-FFF2-40B4-BE49-F238E27FC236}">
                  <a16:creationId xmlns:a16="http://schemas.microsoft.com/office/drawing/2014/main" id="{2B384057-EAC7-42B9-8A00-BFBC9E7275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8" name="Text Box 108">
              <a:extLst>
                <a:ext uri="{FF2B5EF4-FFF2-40B4-BE49-F238E27FC236}">
                  <a16:creationId xmlns:a16="http://schemas.microsoft.com/office/drawing/2014/main" id="{D15439E2-8251-470B-8BC1-FE230739DB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581"/>
              <a:ext cx="493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29" name="Text Box 109">
              <a:extLst>
                <a:ext uri="{FF2B5EF4-FFF2-40B4-BE49-F238E27FC236}">
                  <a16:creationId xmlns:a16="http://schemas.microsoft.com/office/drawing/2014/main" id="{99BF4009-27A3-4269-A9B6-58C1E261C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549"/>
              <a:ext cx="275" cy="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0" name="Text Box 110">
              <a:extLst>
                <a:ext uri="{FF2B5EF4-FFF2-40B4-BE49-F238E27FC236}">
                  <a16:creationId xmlns:a16="http://schemas.microsoft.com/office/drawing/2014/main" id="{7BF26898-20E4-4451-BB32-DB06E3F78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7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1" name="Text Box 111">
              <a:extLst>
                <a:ext uri="{FF2B5EF4-FFF2-40B4-BE49-F238E27FC236}">
                  <a16:creationId xmlns:a16="http://schemas.microsoft.com/office/drawing/2014/main" id="{28DACF95-B808-4AD7-82B6-C4F8ABE61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061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2" name="Text Box 112">
              <a:extLst>
                <a:ext uri="{FF2B5EF4-FFF2-40B4-BE49-F238E27FC236}">
                  <a16:creationId xmlns:a16="http://schemas.microsoft.com/office/drawing/2014/main" id="{12E91613-968F-43B9-BEDB-80F78A4CD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86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3" name="Text Box 113">
              <a:extLst>
                <a:ext uri="{FF2B5EF4-FFF2-40B4-BE49-F238E27FC236}">
                  <a16:creationId xmlns:a16="http://schemas.microsoft.com/office/drawing/2014/main" id="{53369363-801F-4EEE-B199-956168A83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1589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4" name="Text Box 114">
              <a:extLst>
                <a:ext uri="{FF2B5EF4-FFF2-40B4-BE49-F238E27FC236}">
                  <a16:creationId xmlns:a16="http://schemas.microsoft.com/office/drawing/2014/main" id="{B404D763-6D4B-4133-9A09-FCA839DFB1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5" name="Text Box 115">
              <a:extLst>
                <a:ext uri="{FF2B5EF4-FFF2-40B4-BE49-F238E27FC236}">
                  <a16:creationId xmlns:a16="http://schemas.microsoft.com/office/drawing/2014/main" id="{8E26FF5B-CC1F-4ECA-9B61-6449D1FA4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589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6" name="Text Box 116">
              <a:extLst>
                <a:ext uri="{FF2B5EF4-FFF2-40B4-BE49-F238E27FC236}">
                  <a16:creationId xmlns:a16="http://schemas.microsoft.com/office/drawing/2014/main" id="{44F6143D-9A11-4884-B3D5-C7EB9A12CB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2261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137" name="Text Box 117">
              <a:extLst>
                <a:ext uri="{FF2B5EF4-FFF2-40B4-BE49-F238E27FC236}">
                  <a16:creationId xmlns:a16="http://schemas.microsoft.com/office/drawing/2014/main" id="{F185CE2B-47CE-43D9-82D6-5962654012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2500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8" name="Text Box 118">
              <a:extLst>
                <a:ext uri="{FF2B5EF4-FFF2-40B4-BE49-F238E27FC236}">
                  <a16:creationId xmlns:a16="http://schemas.microsoft.com/office/drawing/2014/main" id="{46852A70-AB76-48DD-BA21-F46783EFC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547"/>
              <a:ext cx="332" cy="3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39" name="Text Box 119">
              <a:extLst>
                <a:ext uri="{FF2B5EF4-FFF2-40B4-BE49-F238E27FC236}">
                  <a16:creationId xmlns:a16="http://schemas.microsoft.com/office/drawing/2014/main" id="{475706F0-3F62-4612-AEDC-430D4BDB3E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916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40" name="Line 120">
              <a:extLst>
                <a:ext uri="{FF2B5EF4-FFF2-40B4-BE49-F238E27FC236}">
                  <a16:creationId xmlns:a16="http://schemas.microsoft.com/office/drawing/2014/main" id="{DC4BC7C8-E463-40D4-839A-2EB0E41BAA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Text Box 121">
              <a:extLst>
                <a:ext uri="{FF2B5EF4-FFF2-40B4-BE49-F238E27FC236}">
                  <a16:creationId xmlns:a16="http://schemas.microsoft.com/office/drawing/2014/main" id="{2CD8733A-B90D-4526-A82C-D912623CA3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937"/>
              <a:ext cx="25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42" name="Oval 122">
              <a:extLst>
                <a:ext uri="{FF2B5EF4-FFF2-40B4-BE49-F238E27FC236}">
                  <a16:creationId xmlns:a16="http://schemas.microsoft.com/office/drawing/2014/main" id="{59F5F92A-44F4-452D-B436-E8A861BD9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Oval 123">
              <a:extLst>
                <a:ext uri="{FF2B5EF4-FFF2-40B4-BE49-F238E27FC236}">
                  <a16:creationId xmlns:a16="http://schemas.microsoft.com/office/drawing/2014/main" id="{224E13A4-4B1D-4F47-A904-AAA80F4EC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4" name="Oval 124">
              <a:extLst>
                <a:ext uri="{FF2B5EF4-FFF2-40B4-BE49-F238E27FC236}">
                  <a16:creationId xmlns:a16="http://schemas.microsoft.com/office/drawing/2014/main" id="{DC03E9D9-682E-4AAA-B749-5BF497669B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5" name="Oval 125">
              <a:extLst>
                <a:ext uri="{FF2B5EF4-FFF2-40B4-BE49-F238E27FC236}">
                  <a16:creationId xmlns:a16="http://schemas.microsoft.com/office/drawing/2014/main" id="{E09C2C74-49F8-4AE0-89BA-3368E0EE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6" name="Oval 126">
              <a:extLst>
                <a:ext uri="{FF2B5EF4-FFF2-40B4-BE49-F238E27FC236}">
                  <a16:creationId xmlns:a16="http://schemas.microsoft.com/office/drawing/2014/main" id="{6C65C79A-01FC-486A-957C-53F47F336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7" name="Oval 127">
              <a:extLst>
                <a:ext uri="{FF2B5EF4-FFF2-40B4-BE49-F238E27FC236}">
                  <a16:creationId xmlns:a16="http://schemas.microsoft.com/office/drawing/2014/main" id="{89E9E1A1-372E-4586-A6F5-7BAFBF92B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8" name="Oval 128">
              <a:extLst>
                <a:ext uri="{FF2B5EF4-FFF2-40B4-BE49-F238E27FC236}">
                  <a16:creationId xmlns:a16="http://schemas.microsoft.com/office/drawing/2014/main" id="{5012152C-AD5E-402D-8BD5-410DA6BEB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9" name="Oval 129">
              <a:extLst>
                <a:ext uri="{FF2B5EF4-FFF2-40B4-BE49-F238E27FC236}">
                  <a16:creationId xmlns:a16="http://schemas.microsoft.com/office/drawing/2014/main" id="{FBFA6E05-AD39-4C02-93AF-147169E9A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0" name="Oval 130">
              <a:extLst>
                <a:ext uri="{FF2B5EF4-FFF2-40B4-BE49-F238E27FC236}">
                  <a16:creationId xmlns:a16="http://schemas.microsoft.com/office/drawing/2014/main" id="{B5D9D48B-56CF-4842-AD5B-F7C9863DF2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1" name="Oval 131">
              <a:extLst>
                <a:ext uri="{FF2B5EF4-FFF2-40B4-BE49-F238E27FC236}">
                  <a16:creationId xmlns:a16="http://schemas.microsoft.com/office/drawing/2014/main" id="{097B5A89-822C-4776-B855-D1A853F50A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2" name="Oval 132">
              <a:extLst>
                <a:ext uri="{FF2B5EF4-FFF2-40B4-BE49-F238E27FC236}">
                  <a16:creationId xmlns:a16="http://schemas.microsoft.com/office/drawing/2014/main" id="{8E823F46-EB4C-49AF-9DFB-291784CD4B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" name="Oval 133">
              <a:extLst>
                <a:ext uri="{FF2B5EF4-FFF2-40B4-BE49-F238E27FC236}">
                  <a16:creationId xmlns:a16="http://schemas.microsoft.com/office/drawing/2014/main" id="{074C754C-E147-422E-95AE-E0FDD0157D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" name="Oval 134">
              <a:extLst>
                <a:ext uri="{FF2B5EF4-FFF2-40B4-BE49-F238E27FC236}">
                  <a16:creationId xmlns:a16="http://schemas.microsoft.com/office/drawing/2014/main" id="{81EC4E98-BFC7-4A87-9EE2-7F7F0256C2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5" name="Oval 135">
              <a:extLst>
                <a:ext uri="{FF2B5EF4-FFF2-40B4-BE49-F238E27FC236}">
                  <a16:creationId xmlns:a16="http://schemas.microsoft.com/office/drawing/2014/main" id="{F0DF4BD7-4A0F-4FA3-BF25-28FC45A5A0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6" name="Oval 136">
              <a:extLst>
                <a:ext uri="{FF2B5EF4-FFF2-40B4-BE49-F238E27FC236}">
                  <a16:creationId xmlns:a16="http://schemas.microsoft.com/office/drawing/2014/main" id="{F638D320-1417-403D-A555-977BED33F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113744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9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0" fill="hold"/>
                                        <p:tgtEl>
                                          <p:spTgt spid="195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95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8" dur="500"/>
                                        <p:tgtEl>
                                          <p:spTgt spid="1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19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9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9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9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1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9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5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5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0" fill="hold"/>
                                        <p:tgtEl>
                                          <p:spTgt spid="195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0" fill="hold"/>
                                        <p:tgtEl>
                                          <p:spTgt spid="195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9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3" dur="500"/>
                                        <p:tgtEl>
                                          <p:spTgt spid="19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8" grpId="0" animBg="1"/>
      <p:bldP spid="19458" grpId="0" autoUpdateAnimBg="0"/>
      <p:bldP spid="19526" grpId="0" autoUpdateAnimBg="0"/>
      <p:bldP spid="19545" grpId="0" animBg="1" autoUpdateAnimBg="0"/>
      <p:bldP spid="19554" grpId="0" autoUpdateAnimBg="0"/>
      <p:bldP spid="19564" grpId="0" animBg="1" autoUpdateAnimBg="0"/>
      <p:bldP spid="19565" grpId="0" autoUpdateAnimBg="0"/>
      <p:bldP spid="19566" grpId="0" animBg="1" autoUpdateAnimBg="0"/>
      <p:bldP spid="19567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2">
            <a:extLst>
              <a:ext uri="{FF2B5EF4-FFF2-40B4-BE49-F238E27FC236}">
                <a16:creationId xmlns:a16="http://schemas.microsoft.com/office/drawing/2014/main" id="{64DE8E30-846D-4CFA-AC6A-DBC9DB5F0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089025"/>
            <a:ext cx="7086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3333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当前一级门带动相同的后一级门时，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0D98F5F4-CA3D-4C22-8D70-1A5B729CF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503238"/>
            <a:ext cx="4572000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输入端噪声容限</a:t>
            </a:r>
          </a:p>
        </p:txBody>
      </p:sp>
      <p:pic>
        <p:nvPicPr>
          <p:cNvPr id="116740" name="Picture 4" descr="图片2">
            <a:extLst>
              <a:ext uri="{FF2B5EF4-FFF2-40B4-BE49-F238E27FC236}">
                <a16:creationId xmlns:a16="http://schemas.microsoft.com/office/drawing/2014/main" id="{DCEEC88C-13BE-4097-AB3D-208360F17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44" y="1546225"/>
            <a:ext cx="4608512" cy="408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A1DECBC8-B9BA-40E0-9E15-1D5EF71F3FDF}"/>
              </a:ext>
            </a:extLst>
          </p:cNvPr>
          <p:cNvSpPr txBox="1"/>
          <p:nvPr/>
        </p:nvSpPr>
        <p:spPr>
          <a:xfrm>
            <a:off x="5233338" y="2132012"/>
            <a:ext cx="3805382" cy="21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en-US" altLang="zh-CN" baseline="-25000" dirty="0">
                <a:solidFill>
                  <a:schemeClr val="tx1"/>
                </a:solidFill>
              </a:rPr>
              <a:t>NH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=V </a:t>
            </a:r>
            <a:r>
              <a:rPr lang="en-US" altLang="zh-CN" baseline="-25000" dirty="0">
                <a:solidFill>
                  <a:schemeClr val="tx1"/>
                </a:solidFill>
              </a:rPr>
              <a:t>IH(min)</a:t>
            </a:r>
            <a:r>
              <a:rPr lang="en-US" altLang="zh-CN" dirty="0">
                <a:solidFill>
                  <a:schemeClr val="tx1"/>
                </a:solidFill>
              </a:rPr>
              <a:t>-V </a:t>
            </a:r>
            <a:r>
              <a:rPr lang="en-US" altLang="zh-CN" baseline="-25000" dirty="0">
                <a:solidFill>
                  <a:schemeClr val="tx1"/>
                </a:solidFill>
              </a:rPr>
              <a:t>OH(min)</a:t>
            </a:r>
          </a:p>
          <a:p>
            <a:endParaRPr lang="en-US" altLang="zh-CN" baseline="-25000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V</a:t>
            </a:r>
            <a:r>
              <a:rPr lang="en-US" altLang="zh-CN" baseline="-25000" dirty="0">
                <a:solidFill>
                  <a:schemeClr val="tx1"/>
                </a:solidFill>
              </a:rPr>
              <a:t>NL</a:t>
            </a:r>
          </a:p>
          <a:p>
            <a:r>
              <a:rPr lang="en-US" altLang="zh-CN" dirty="0">
                <a:solidFill>
                  <a:schemeClr val="tx1"/>
                </a:solidFill>
              </a:rPr>
              <a:t>=V </a:t>
            </a:r>
            <a:r>
              <a:rPr lang="en-US" altLang="zh-CN" baseline="-25000" dirty="0">
                <a:solidFill>
                  <a:schemeClr val="tx1"/>
                </a:solidFill>
              </a:rPr>
              <a:t>IL(max)</a:t>
            </a:r>
            <a:r>
              <a:rPr lang="en-US" altLang="zh-CN" dirty="0">
                <a:solidFill>
                  <a:schemeClr val="tx1"/>
                </a:solidFill>
              </a:rPr>
              <a:t>-V </a:t>
            </a:r>
            <a:r>
              <a:rPr lang="en-US" altLang="zh-CN" baseline="-25000" dirty="0">
                <a:solidFill>
                  <a:schemeClr val="tx1"/>
                </a:solidFill>
              </a:rPr>
              <a:t>OL(max)</a:t>
            </a:r>
            <a:endParaRPr lang="zh-CN" altLang="en-US" baseline="-25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2785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6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8" grpId="0" autoUpdateAnimBg="0"/>
      <p:bldP spid="116739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41" name="Group 61">
            <a:extLst>
              <a:ext uri="{FF2B5EF4-FFF2-40B4-BE49-F238E27FC236}">
                <a16:creationId xmlns:a16="http://schemas.microsoft.com/office/drawing/2014/main" id="{3A35D3ED-A934-4B05-BD69-F8EB03D9BD3E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1231552"/>
            <a:ext cx="2921000" cy="2938463"/>
            <a:chOff x="579" y="676"/>
            <a:chExt cx="1840" cy="1851"/>
          </a:xfrm>
        </p:grpSpPr>
        <p:sp>
          <p:nvSpPr>
            <p:cNvPr id="14367" name="Rectangle 4">
              <a:extLst>
                <a:ext uri="{FF2B5EF4-FFF2-40B4-BE49-F238E27FC236}">
                  <a16:creationId xmlns:a16="http://schemas.microsoft.com/office/drawing/2014/main" id="{AB07EC95-7130-40D6-BF26-1961DB4BB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" y="1231"/>
              <a:ext cx="528" cy="86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8" name="Line 5">
              <a:extLst>
                <a:ext uri="{FF2B5EF4-FFF2-40B4-BE49-F238E27FC236}">
                  <a16:creationId xmlns:a16="http://schemas.microsoft.com/office/drawing/2014/main" id="{AD5EEC4E-977B-4E19-A4B8-E0693EC25D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1375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69" name="Line 6">
              <a:extLst>
                <a:ext uri="{FF2B5EF4-FFF2-40B4-BE49-F238E27FC236}">
                  <a16:creationId xmlns:a16="http://schemas.microsoft.com/office/drawing/2014/main" id="{D1F0B538-BCA8-43BB-A5D0-CF12BF2E3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1663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0" name="Line 7">
              <a:extLst>
                <a:ext uri="{FF2B5EF4-FFF2-40B4-BE49-F238E27FC236}">
                  <a16:creationId xmlns:a16="http://schemas.microsoft.com/office/drawing/2014/main" id="{DEDE684B-5710-41B0-AE13-AD3D65F498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943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1" name="Line 8">
              <a:extLst>
                <a:ext uri="{FF2B5EF4-FFF2-40B4-BE49-F238E27FC236}">
                  <a16:creationId xmlns:a16="http://schemas.microsoft.com/office/drawing/2014/main" id="{228A8AF8-2AAA-45AB-8D29-34FB43F95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9" y="2095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2" name="Line 9">
              <a:extLst>
                <a:ext uri="{FF2B5EF4-FFF2-40B4-BE49-F238E27FC236}">
                  <a16:creationId xmlns:a16="http://schemas.microsoft.com/office/drawing/2014/main" id="{CF59EE43-029D-4FF2-AE48-41990E98BB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" y="2383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3" name="Line 10">
              <a:extLst>
                <a:ext uri="{FF2B5EF4-FFF2-40B4-BE49-F238E27FC236}">
                  <a16:creationId xmlns:a16="http://schemas.microsoft.com/office/drawing/2014/main" id="{6BDB4E83-3034-4AE2-815D-4ADD143A9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" y="1903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4" name="Line 11">
              <a:extLst>
                <a:ext uri="{FF2B5EF4-FFF2-40B4-BE49-F238E27FC236}">
                  <a16:creationId xmlns:a16="http://schemas.microsoft.com/office/drawing/2014/main" id="{FD2BF94F-4E92-49B8-8E67-15E68EB21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" y="219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5" name="Oval 12">
              <a:extLst>
                <a:ext uri="{FF2B5EF4-FFF2-40B4-BE49-F238E27FC236}">
                  <a16:creationId xmlns:a16="http://schemas.microsoft.com/office/drawing/2014/main" id="{5CE95AE7-7A98-4C77-B29D-8392B0872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" y="1615"/>
              <a:ext cx="96" cy="9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6" name="Line 13">
              <a:extLst>
                <a:ext uri="{FF2B5EF4-FFF2-40B4-BE49-F238E27FC236}">
                  <a16:creationId xmlns:a16="http://schemas.microsoft.com/office/drawing/2014/main" id="{9820EB47-4DB8-4233-A624-2540518D0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3" y="1663"/>
              <a:ext cx="29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77" name="Rectangle 14">
              <a:extLst>
                <a:ext uri="{FF2B5EF4-FFF2-40B4-BE49-F238E27FC236}">
                  <a16:creationId xmlns:a16="http://schemas.microsoft.com/office/drawing/2014/main" id="{6616E02F-4F02-4549-98CA-5D1B80762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7" y="1279"/>
              <a:ext cx="276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4378" name="Rectangle 15">
              <a:extLst>
                <a:ext uri="{FF2B5EF4-FFF2-40B4-BE49-F238E27FC236}">
                  <a16:creationId xmlns:a16="http://schemas.microsoft.com/office/drawing/2014/main" id="{1EFF8D8D-11B5-4F4D-9690-832961AD5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0" y="1484"/>
              <a:ext cx="319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14379" name="Rectangle 16">
              <a:extLst>
                <a:ext uri="{FF2B5EF4-FFF2-40B4-BE49-F238E27FC236}">
                  <a16:creationId xmlns:a16="http://schemas.microsoft.com/office/drawing/2014/main" id="{9496B267-98B4-4F12-B513-DB6B8C71C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676"/>
              <a:ext cx="51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</a:p>
          </p:txBody>
        </p:sp>
        <p:sp>
          <p:nvSpPr>
            <p:cNvPr id="14380" name="Oval 17">
              <a:extLst>
                <a:ext uri="{FF2B5EF4-FFF2-40B4-BE49-F238E27FC236}">
                  <a16:creationId xmlns:a16="http://schemas.microsoft.com/office/drawing/2014/main" id="{7D13990A-455D-407D-BFC6-CA851F436C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358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1" name="Line 18">
              <a:extLst>
                <a:ext uri="{FF2B5EF4-FFF2-40B4-BE49-F238E27FC236}">
                  <a16:creationId xmlns:a16="http://schemas.microsoft.com/office/drawing/2014/main" id="{D9354410-B1ED-48A6-A6F2-FECA3AFB6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3" y="2527"/>
              <a:ext cx="19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2" name="Line 19">
              <a:extLst>
                <a:ext uri="{FF2B5EF4-FFF2-40B4-BE49-F238E27FC236}">
                  <a16:creationId xmlns:a16="http://schemas.microsoft.com/office/drawing/2014/main" id="{0183B817-3BF0-4F8E-A712-E32F98446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9" y="1903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3" name="Line 20">
              <a:extLst>
                <a:ext uri="{FF2B5EF4-FFF2-40B4-BE49-F238E27FC236}">
                  <a16:creationId xmlns:a16="http://schemas.microsoft.com/office/drawing/2014/main" id="{D4C56FCA-A8E1-486C-9261-25BAA8B240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" y="1999"/>
              <a:ext cx="288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4" name="Text Box 21">
              <a:extLst>
                <a:ext uri="{FF2B5EF4-FFF2-40B4-BE49-F238E27FC236}">
                  <a16:creationId xmlns:a16="http://schemas.microsoft.com/office/drawing/2014/main" id="{9DECA623-152A-4EE2-956E-15CAB515C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9" y="1958"/>
              <a:ext cx="528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2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32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endParaRPr kumimoji="1" lang="en-US" altLang="zh-CN" sz="32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5" name="Line 22">
              <a:extLst>
                <a:ext uri="{FF2B5EF4-FFF2-40B4-BE49-F238E27FC236}">
                  <a16:creationId xmlns:a16="http://schemas.microsoft.com/office/drawing/2014/main" id="{00AE2BD4-CDAD-4786-85A6-1B104BF6E2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5" y="2095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6" name="Line 23">
              <a:extLst>
                <a:ext uri="{FF2B5EF4-FFF2-40B4-BE49-F238E27FC236}">
                  <a16:creationId xmlns:a16="http://schemas.microsoft.com/office/drawing/2014/main" id="{A82FBA02-5465-436D-B3AA-9F923AC7A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1" y="2191"/>
              <a:ext cx="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7" name="Line 24">
              <a:extLst>
                <a:ext uri="{FF2B5EF4-FFF2-40B4-BE49-F238E27FC236}">
                  <a16:creationId xmlns:a16="http://schemas.microsoft.com/office/drawing/2014/main" id="{8D7EA6D4-176B-47FB-8635-2E5AF2232E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8" y="1833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88" name="Rectangle 25">
              <a:extLst>
                <a:ext uri="{FF2B5EF4-FFF2-40B4-BE49-F238E27FC236}">
                  <a16:creationId xmlns:a16="http://schemas.microsoft.com/office/drawing/2014/main" id="{1597EE6C-0C23-40E9-B8FF-1E226A66B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" y="1589"/>
              <a:ext cx="3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20536" name="Text Box 56">
            <a:extLst>
              <a:ext uri="{FF2B5EF4-FFF2-40B4-BE49-F238E27FC236}">
                <a16:creationId xmlns:a16="http://schemas.microsoft.com/office/drawing/2014/main" id="{18D9CBDE-4070-4FF0-A097-6454666FD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84" y="6077015"/>
            <a:ext cx="7780337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IH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输入高电平电流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输入漏电流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A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端电流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7" name="Text Box 57">
            <a:extLst>
              <a:ext uri="{FF2B5EF4-FFF2-40B4-BE49-F238E27FC236}">
                <a16:creationId xmlns:a16="http://schemas.microsoft.com/office/drawing/2014/main" id="{72B69879-8A20-468F-A74C-FBCDD4BB28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319" y="4703914"/>
            <a:ext cx="32781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IS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输入短路电流</a:t>
            </a:r>
          </a:p>
        </p:txBody>
      </p:sp>
      <p:sp>
        <p:nvSpPr>
          <p:cNvPr id="20540" name="Text Box 60">
            <a:extLst>
              <a:ext uri="{FF2B5EF4-FFF2-40B4-BE49-F238E27FC236}">
                <a16:creationId xmlns:a16="http://schemas.microsoft.com/office/drawing/2014/main" id="{B1191C98-3AF7-48CA-91A2-54CEC06A6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1653" y="5422686"/>
            <a:ext cx="6721330" cy="52322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输入低电平电流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–1.6mA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)-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门电流</a:t>
            </a:r>
            <a:endParaRPr kumimoji="1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4" name="Text Box 64">
            <a:extLst>
              <a:ext uri="{FF2B5EF4-FFF2-40B4-BE49-F238E27FC236}">
                <a16:creationId xmlns:a16="http://schemas.microsoft.com/office/drawing/2014/main" id="{8F4DBD86-602C-4A80-9D7B-4F453FA4E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901" y="285750"/>
            <a:ext cx="41925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 输入伏安特性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049F7CB-1A2B-456B-91CF-415C885CC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061362"/>
            <a:ext cx="1905000" cy="457200"/>
          </a:xfrm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17</a:t>
            </a:fld>
            <a:endParaRPr lang="en-US" altLang="zh-CN" dirty="0">
              <a:solidFill>
                <a:sysClr val="windowText" lastClr="000000"/>
              </a:solidFill>
            </a:endParaRPr>
          </a:p>
        </p:txBody>
      </p:sp>
      <p:grpSp>
        <p:nvGrpSpPr>
          <p:cNvPr id="53" name="Group 51">
            <a:extLst>
              <a:ext uri="{FF2B5EF4-FFF2-40B4-BE49-F238E27FC236}">
                <a16:creationId xmlns:a16="http://schemas.microsoft.com/office/drawing/2014/main" id="{5EE1DBBC-FFBF-49F9-8066-06CBC3FE8474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50808"/>
            <a:ext cx="4195755" cy="2313771"/>
            <a:chOff x="1151" y="581"/>
            <a:chExt cx="4455" cy="2613"/>
          </a:xfrm>
        </p:grpSpPr>
        <p:grpSp>
          <p:nvGrpSpPr>
            <p:cNvPr id="54" name="Group 52">
              <a:extLst>
                <a:ext uri="{FF2B5EF4-FFF2-40B4-BE49-F238E27FC236}">
                  <a16:creationId xmlns:a16="http://schemas.microsoft.com/office/drawing/2014/main" id="{DDB6C0C8-411A-43B5-8A81-89AC2D3D00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35" name="Line 53">
                <a:extLst>
                  <a:ext uri="{FF2B5EF4-FFF2-40B4-BE49-F238E27FC236}">
                    <a16:creationId xmlns:a16="http://schemas.microsoft.com/office/drawing/2014/main" id="{43B3CB96-E76B-418E-B3D9-EA32CBF19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6" name="Line 54">
                <a:extLst>
                  <a:ext uri="{FF2B5EF4-FFF2-40B4-BE49-F238E27FC236}">
                    <a16:creationId xmlns:a16="http://schemas.microsoft.com/office/drawing/2014/main" id="{A03008F6-2458-4781-A93E-F49CD1248C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Line 55">
                <a:extLst>
                  <a:ext uri="{FF2B5EF4-FFF2-40B4-BE49-F238E27FC236}">
                    <a16:creationId xmlns:a16="http://schemas.microsoft.com/office/drawing/2014/main" id="{DC9A2226-5ECF-4C52-9E68-F3960D6ECE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8" name="Line 56">
                <a:extLst>
                  <a:ext uri="{FF2B5EF4-FFF2-40B4-BE49-F238E27FC236}">
                    <a16:creationId xmlns:a16="http://schemas.microsoft.com/office/drawing/2014/main" id="{1F493FEF-C8DA-418C-9D9F-C8C2F96D4D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5" name="Group 57">
              <a:extLst>
                <a:ext uri="{FF2B5EF4-FFF2-40B4-BE49-F238E27FC236}">
                  <a16:creationId xmlns:a16="http://schemas.microsoft.com/office/drawing/2014/main" id="{CE740509-76BF-4071-B5C2-0B0EAAC8ED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31" name="Line 58">
                <a:extLst>
                  <a:ext uri="{FF2B5EF4-FFF2-40B4-BE49-F238E27FC236}">
                    <a16:creationId xmlns:a16="http://schemas.microsoft.com/office/drawing/2014/main" id="{20308EC9-8882-419E-90E0-DF74E6FB2D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2" name="Line 59">
                <a:extLst>
                  <a:ext uri="{FF2B5EF4-FFF2-40B4-BE49-F238E27FC236}">
                    <a16:creationId xmlns:a16="http://schemas.microsoft.com/office/drawing/2014/main" id="{E4CB3D4E-9054-45A9-898C-2DC7021155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3" name="Line 60">
                <a:extLst>
                  <a:ext uri="{FF2B5EF4-FFF2-40B4-BE49-F238E27FC236}">
                    <a16:creationId xmlns:a16="http://schemas.microsoft.com/office/drawing/2014/main" id="{4A57D03E-2992-49FC-B0A6-F79B839E62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4" name="Line 61">
                <a:extLst>
                  <a:ext uri="{FF2B5EF4-FFF2-40B4-BE49-F238E27FC236}">
                    <a16:creationId xmlns:a16="http://schemas.microsoft.com/office/drawing/2014/main" id="{08A5E2FB-F7A4-4BDC-AA81-663F02819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6" name="Group 62">
              <a:extLst>
                <a:ext uri="{FF2B5EF4-FFF2-40B4-BE49-F238E27FC236}">
                  <a16:creationId xmlns:a16="http://schemas.microsoft.com/office/drawing/2014/main" id="{5B1742A0-1458-445A-950B-12000C841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27" name="Line 63">
                <a:extLst>
                  <a:ext uri="{FF2B5EF4-FFF2-40B4-BE49-F238E27FC236}">
                    <a16:creationId xmlns:a16="http://schemas.microsoft.com/office/drawing/2014/main" id="{EA16DF25-7F05-4CFE-A697-007666787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Line 64">
                <a:extLst>
                  <a:ext uri="{FF2B5EF4-FFF2-40B4-BE49-F238E27FC236}">
                    <a16:creationId xmlns:a16="http://schemas.microsoft.com/office/drawing/2014/main" id="{6EDEB2E8-16BD-4EE6-90AA-587DF07CD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Line 65">
                <a:extLst>
                  <a:ext uri="{FF2B5EF4-FFF2-40B4-BE49-F238E27FC236}">
                    <a16:creationId xmlns:a16="http://schemas.microsoft.com/office/drawing/2014/main" id="{9AC8CDF3-7B0D-41D3-9A14-574DB5408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0" name="Line 66">
                <a:extLst>
                  <a:ext uri="{FF2B5EF4-FFF2-40B4-BE49-F238E27FC236}">
                    <a16:creationId xmlns:a16="http://schemas.microsoft.com/office/drawing/2014/main" id="{9A5328D4-75C2-494F-AB77-AFBFECE8A4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7" name="Group 67">
              <a:extLst>
                <a:ext uri="{FF2B5EF4-FFF2-40B4-BE49-F238E27FC236}">
                  <a16:creationId xmlns:a16="http://schemas.microsoft.com/office/drawing/2014/main" id="{D01881CB-BDE7-4E14-8FC9-442053C05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23" name="Line 68">
                <a:extLst>
                  <a:ext uri="{FF2B5EF4-FFF2-40B4-BE49-F238E27FC236}">
                    <a16:creationId xmlns:a16="http://schemas.microsoft.com/office/drawing/2014/main" id="{6ABA6D83-3A9F-4C3D-BA14-E29803849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Line 69">
                <a:extLst>
                  <a:ext uri="{FF2B5EF4-FFF2-40B4-BE49-F238E27FC236}">
                    <a16:creationId xmlns:a16="http://schemas.microsoft.com/office/drawing/2014/main" id="{25AE937A-914F-4697-B553-84C3ED4CFD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Line 70">
                <a:extLst>
                  <a:ext uri="{FF2B5EF4-FFF2-40B4-BE49-F238E27FC236}">
                    <a16:creationId xmlns:a16="http://schemas.microsoft.com/office/drawing/2014/main" id="{7E096A80-942D-4DD9-AC0C-7BDC2B3E7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Line 71">
                <a:extLst>
                  <a:ext uri="{FF2B5EF4-FFF2-40B4-BE49-F238E27FC236}">
                    <a16:creationId xmlns:a16="http://schemas.microsoft.com/office/drawing/2014/main" id="{46737B52-AC9B-4109-B6BC-DE14DC28D3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8" name="Group 72">
              <a:extLst>
                <a:ext uri="{FF2B5EF4-FFF2-40B4-BE49-F238E27FC236}">
                  <a16:creationId xmlns:a16="http://schemas.microsoft.com/office/drawing/2014/main" id="{5DD140DC-E632-48C9-A129-613BD2C38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18" name="Line 73">
                <a:extLst>
                  <a:ext uri="{FF2B5EF4-FFF2-40B4-BE49-F238E27FC236}">
                    <a16:creationId xmlns:a16="http://schemas.microsoft.com/office/drawing/2014/main" id="{EF09FACB-6980-4E8B-B48B-65C468840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Line 74">
                <a:extLst>
                  <a:ext uri="{FF2B5EF4-FFF2-40B4-BE49-F238E27FC236}">
                    <a16:creationId xmlns:a16="http://schemas.microsoft.com/office/drawing/2014/main" id="{D9FF33B5-0596-471B-BC86-8F5756169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75">
                <a:extLst>
                  <a:ext uri="{FF2B5EF4-FFF2-40B4-BE49-F238E27FC236}">
                    <a16:creationId xmlns:a16="http://schemas.microsoft.com/office/drawing/2014/main" id="{7DF77DAA-91AD-4D11-9DCB-9092F3DE5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76">
                <a:extLst>
                  <a:ext uri="{FF2B5EF4-FFF2-40B4-BE49-F238E27FC236}">
                    <a16:creationId xmlns:a16="http://schemas.microsoft.com/office/drawing/2014/main" id="{BA643C2C-CFEA-4C25-AED3-3A535D980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77">
                <a:extLst>
                  <a:ext uri="{FF2B5EF4-FFF2-40B4-BE49-F238E27FC236}">
                    <a16:creationId xmlns:a16="http://schemas.microsoft.com/office/drawing/2014/main" id="{3FF93FF7-7DA0-48F9-84FA-5FDA764FA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9" name="Rectangle 78">
              <a:extLst>
                <a:ext uri="{FF2B5EF4-FFF2-40B4-BE49-F238E27FC236}">
                  <a16:creationId xmlns:a16="http://schemas.microsoft.com/office/drawing/2014/main" id="{BD843D33-EA10-46EA-8F21-35C330757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Rectangle 79">
              <a:extLst>
                <a:ext uri="{FF2B5EF4-FFF2-40B4-BE49-F238E27FC236}">
                  <a16:creationId xmlns:a16="http://schemas.microsoft.com/office/drawing/2014/main" id="{127A6560-2998-41D4-8D11-EF8A047DC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Rectangle 80">
              <a:extLst>
                <a:ext uri="{FF2B5EF4-FFF2-40B4-BE49-F238E27FC236}">
                  <a16:creationId xmlns:a16="http://schemas.microsoft.com/office/drawing/2014/main" id="{09270BE8-159A-4B99-8F30-EC2AB61C3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Rectangle 81">
              <a:extLst>
                <a:ext uri="{FF2B5EF4-FFF2-40B4-BE49-F238E27FC236}">
                  <a16:creationId xmlns:a16="http://schemas.microsoft.com/office/drawing/2014/main" id="{9B33B326-05FE-459B-AABD-197CE9D9C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Rectangle 82">
              <a:extLst>
                <a:ext uri="{FF2B5EF4-FFF2-40B4-BE49-F238E27FC236}">
                  <a16:creationId xmlns:a16="http://schemas.microsoft.com/office/drawing/2014/main" id="{3069DDE6-58DF-4BAA-B4D5-F3FCC6245C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83">
              <a:extLst>
                <a:ext uri="{FF2B5EF4-FFF2-40B4-BE49-F238E27FC236}">
                  <a16:creationId xmlns:a16="http://schemas.microsoft.com/office/drawing/2014/main" id="{FBD8626E-B206-412B-BD8E-2192ACBE40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84">
              <a:extLst>
                <a:ext uri="{FF2B5EF4-FFF2-40B4-BE49-F238E27FC236}">
                  <a16:creationId xmlns:a16="http://schemas.microsoft.com/office/drawing/2014/main" id="{E2532D35-C649-4A71-96CC-5C56B8BAF7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85">
              <a:extLst>
                <a:ext uri="{FF2B5EF4-FFF2-40B4-BE49-F238E27FC236}">
                  <a16:creationId xmlns:a16="http://schemas.microsoft.com/office/drawing/2014/main" id="{483E60C6-15EC-4870-83C3-E5ACC5409E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Line 86">
              <a:extLst>
                <a:ext uri="{FF2B5EF4-FFF2-40B4-BE49-F238E27FC236}">
                  <a16:creationId xmlns:a16="http://schemas.microsoft.com/office/drawing/2014/main" id="{793B2AE4-E6C0-4160-84EA-2E8D2A7BD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87">
              <a:extLst>
                <a:ext uri="{FF2B5EF4-FFF2-40B4-BE49-F238E27FC236}">
                  <a16:creationId xmlns:a16="http://schemas.microsoft.com/office/drawing/2014/main" id="{47E24424-C99E-43C3-9B68-3060DE15A4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7" y="1178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88">
              <a:extLst>
                <a:ext uri="{FF2B5EF4-FFF2-40B4-BE49-F238E27FC236}">
                  <a16:creationId xmlns:a16="http://schemas.microsoft.com/office/drawing/2014/main" id="{DA3C7A52-1F2F-419B-B22E-C19AF6DF5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Line 89">
              <a:extLst>
                <a:ext uri="{FF2B5EF4-FFF2-40B4-BE49-F238E27FC236}">
                  <a16:creationId xmlns:a16="http://schemas.microsoft.com/office/drawing/2014/main" id="{E2BA3878-CBED-428A-A2C1-7BF01EEBE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Line 90">
              <a:extLst>
                <a:ext uri="{FF2B5EF4-FFF2-40B4-BE49-F238E27FC236}">
                  <a16:creationId xmlns:a16="http://schemas.microsoft.com/office/drawing/2014/main" id="{812B45A1-FE03-47AB-B5EB-EF192BF935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91">
              <a:extLst>
                <a:ext uri="{FF2B5EF4-FFF2-40B4-BE49-F238E27FC236}">
                  <a16:creationId xmlns:a16="http://schemas.microsoft.com/office/drawing/2014/main" id="{619AF2FF-3509-4BC0-AB01-A7B33FAF8F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92">
              <a:extLst>
                <a:ext uri="{FF2B5EF4-FFF2-40B4-BE49-F238E27FC236}">
                  <a16:creationId xmlns:a16="http://schemas.microsoft.com/office/drawing/2014/main" id="{9245EBE9-B158-431F-91BD-C60959FCD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93">
              <a:extLst>
                <a:ext uri="{FF2B5EF4-FFF2-40B4-BE49-F238E27FC236}">
                  <a16:creationId xmlns:a16="http://schemas.microsoft.com/office/drawing/2014/main" id="{BCDE0D39-FAD2-449B-A5D3-959393034E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Line 94">
              <a:extLst>
                <a:ext uri="{FF2B5EF4-FFF2-40B4-BE49-F238E27FC236}">
                  <a16:creationId xmlns:a16="http://schemas.microsoft.com/office/drawing/2014/main" id="{FC914047-1A16-4478-BF8E-322FF00F0A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95">
              <a:extLst>
                <a:ext uri="{FF2B5EF4-FFF2-40B4-BE49-F238E27FC236}">
                  <a16:creationId xmlns:a16="http://schemas.microsoft.com/office/drawing/2014/main" id="{6043DE54-498F-4B6F-8E2C-682638D63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Line 96">
              <a:extLst>
                <a:ext uri="{FF2B5EF4-FFF2-40B4-BE49-F238E27FC236}">
                  <a16:creationId xmlns:a16="http://schemas.microsoft.com/office/drawing/2014/main" id="{0CC5364E-93B5-4B72-9F2C-3687FD7FB2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Line 97">
              <a:extLst>
                <a:ext uri="{FF2B5EF4-FFF2-40B4-BE49-F238E27FC236}">
                  <a16:creationId xmlns:a16="http://schemas.microsoft.com/office/drawing/2014/main" id="{F34C4780-728E-416D-B7E2-EFF2CDC17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Line 98">
              <a:extLst>
                <a:ext uri="{FF2B5EF4-FFF2-40B4-BE49-F238E27FC236}">
                  <a16:creationId xmlns:a16="http://schemas.microsoft.com/office/drawing/2014/main" id="{26AE62F2-1995-4D99-909F-0233AED9D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Line 99">
              <a:extLst>
                <a:ext uri="{FF2B5EF4-FFF2-40B4-BE49-F238E27FC236}">
                  <a16:creationId xmlns:a16="http://schemas.microsoft.com/office/drawing/2014/main" id="{8B3BCD71-F06C-4B4F-ABC0-4D11B2BB69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Line 100">
              <a:extLst>
                <a:ext uri="{FF2B5EF4-FFF2-40B4-BE49-F238E27FC236}">
                  <a16:creationId xmlns:a16="http://schemas.microsoft.com/office/drawing/2014/main" id="{1877D571-14BB-4339-8F5A-728BED35B1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Line 101">
              <a:extLst>
                <a:ext uri="{FF2B5EF4-FFF2-40B4-BE49-F238E27FC236}">
                  <a16:creationId xmlns:a16="http://schemas.microsoft.com/office/drawing/2014/main" id="{CC4BEB2F-CFB9-4129-9AD0-61B4026DB3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Line 102">
              <a:extLst>
                <a:ext uri="{FF2B5EF4-FFF2-40B4-BE49-F238E27FC236}">
                  <a16:creationId xmlns:a16="http://schemas.microsoft.com/office/drawing/2014/main" id="{84162301-4FBD-460F-9BC4-BFFE24574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Line 103">
              <a:extLst>
                <a:ext uri="{FF2B5EF4-FFF2-40B4-BE49-F238E27FC236}">
                  <a16:creationId xmlns:a16="http://schemas.microsoft.com/office/drawing/2014/main" id="{CF4DA64B-6FD7-41C8-85EB-FD35C526C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5" name="Line 104">
              <a:extLst>
                <a:ext uri="{FF2B5EF4-FFF2-40B4-BE49-F238E27FC236}">
                  <a16:creationId xmlns:a16="http://schemas.microsoft.com/office/drawing/2014/main" id="{404C0FCF-7CCE-4654-BDE9-ABAD3D2468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6" name="Line 105">
              <a:extLst>
                <a:ext uri="{FF2B5EF4-FFF2-40B4-BE49-F238E27FC236}">
                  <a16:creationId xmlns:a16="http://schemas.microsoft.com/office/drawing/2014/main" id="{520170C9-D76E-445F-BB20-52D96BD00F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7" name="Line 106">
              <a:extLst>
                <a:ext uri="{FF2B5EF4-FFF2-40B4-BE49-F238E27FC236}">
                  <a16:creationId xmlns:a16="http://schemas.microsoft.com/office/drawing/2014/main" id="{379B76B3-0D9B-4F18-91E1-A68E342F9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8" name="Line 107">
              <a:extLst>
                <a:ext uri="{FF2B5EF4-FFF2-40B4-BE49-F238E27FC236}">
                  <a16:creationId xmlns:a16="http://schemas.microsoft.com/office/drawing/2014/main" id="{1D585682-24BC-4CB6-BA8B-E18B077628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9" name="Text Box 108">
              <a:extLst>
                <a:ext uri="{FF2B5EF4-FFF2-40B4-BE49-F238E27FC236}">
                  <a16:creationId xmlns:a16="http://schemas.microsoft.com/office/drawing/2014/main" id="{F0648252-6BDB-4DDC-A440-4007371AD1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581"/>
              <a:ext cx="493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0" name="Text Box 109">
              <a:extLst>
                <a:ext uri="{FF2B5EF4-FFF2-40B4-BE49-F238E27FC236}">
                  <a16:creationId xmlns:a16="http://schemas.microsoft.com/office/drawing/2014/main" id="{4C8FED1A-FC01-4790-9149-5459D6CC0C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549"/>
              <a:ext cx="275" cy="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1" name="Text Box 110">
              <a:extLst>
                <a:ext uri="{FF2B5EF4-FFF2-40B4-BE49-F238E27FC236}">
                  <a16:creationId xmlns:a16="http://schemas.microsoft.com/office/drawing/2014/main" id="{5A4F18F9-D989-4BAD-92AB-FF43422ED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7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2" name="Text Box 111">
              <a:extLst>
                <a:ext uri="{FF2B5EF4-FFF2-40B4-BE49-F238E27FC236}">
                  <a16:creationId xmlns:a16="http://schemas.microsoft.com/office/drawing/2014/main" id="{C42DF9A2-EDE9-46F4-ABE6-FBCAF0237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061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3" name="Text Box 112">
              <a:extLst>
                <a:ext uri="{FF2B5EF4-FFF2-40B4-BE49-F238E27FC236}">
                  <a16:creationId xmlns:a16="http://schemas.microsoft.com/office/drawing/2014/main" id="{2D981550-C27E-4ABC-B8CA-F0E85EDC73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86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4" name="Text Box 113">
              <a:extLst>
                <a:ext uri="{FF2B5EF4-FFF2-40B4-BE49-F238E27FC236}">
                  <a16:creationId xmlns:a16="http://schemas.microsoft.com/office/drawing/2014/main" id="{D2BDF7E2-F722-43A5-9BD4-ED1371FA97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1589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5" name="Text Box 114">
              <a:extLst>
                <a:ext uri="{FF2B5EF4-FFF2-40B4-BE49-F238E27FC236}">
                  <a16:creationId xmlns:a16="http://schemas.microsoft.com/office/drawing/2014/main" id="{10AB0FA2-ED2C-40D3-9259-881465F92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6" name="Text Box 115">
              <a:extLst>
                <a:ext uri="{FF2B5EF4-FFF2-40B4-BE49-F238E27FC236}">
                  <a16:creationId xmlns:a16="http://schemas.microsoft.com/office/drawing/2014/main" id="{34D7AD29-7E60-44B9-BD66-B9C90F3B0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589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7" name="Text Box 116">
              <a:extLst>
                <a:ext uri="{FF2B5EF4-FFF2-40B4-BE49-F238E27FC236}">
                  <a16:creationId xmlns:a16="http://schemas.microsoft.com/office/drawing/2014/main" id="{C4EFB85A-9B44-4F3E-91E9-1F6B69632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2261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98" name="Text Box 117">
              <a:extLst>
                <a:ext uri="{FF2B5EF4-FFF2-40B4-BE49-F238E27FC236}">
                  <a16:creationId xmlns:a16="http://schemas.microsoft.com/office/drawing/2014/main" id="{25B093E5-DDBC-4DC7-91D9-ADCC6B062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2500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9" name="Text Box 118">
              <a:extLst>
                <a:ext uri="{FF2B5EF4-FFF2-40B4-BE49-F238E27FC236}">
                  <a16:creationId xmlns:a16="http://schemas.microsoft.com/office/drawing/2014/main" id="{808C3CDA-15A7-4D59-8F9A-C5A7014AD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547"/>
              <a:ext cx="332" cy="3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0" name="Text Box 119">
              <a:extLst>
                <a:ext uri="{FF2B5EF4-FFF2-40B4-BE49-F238E27FC236}">
                  <a16:creationId xmlns:a16="http://schemas.microsoft.com/office/drawing/2014/main" id="{7B733418-94B7-48C1-A322-3321ED6EF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916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1" name="Line 120">
              <a:extLst>
                <a:ext uri="{FF2B5EF4-FFF2-40B4-BE49-F238E27FC236}">
                  <a16:creationId xmlns:a16="http://schemas.microsoft.com/office/drawing/2014/main" id="{97D67CB2-7820-40EA-8DF7-E8278A8C5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121">
              <a:extLst>
                <a:ext uri="{FF2B5EF4-FFF2-40B4-BE49-F238E27FC236}">
                  <a16:creationId xmlns:a16="http://schemas.microsoft.com/office/drawing/2014/main" id="{F67E667C-7445-44AC-990B-25AC0FBBC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937"/>
              <a:ext cx="25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103" name="Oval 122">
              <a:extLst>
                <a:ext uri="{FF2B5EF4-FFF2-40B4-BE49-F238E27FC236}">
                  <a16:creationId xmlns:a16="http://schemas.microsoft.com/office/drawing/2014/main" id="{26D29A60-9FD3-4848-8EBE-78D8654C4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Oval 123">
              <a:extLst>
                <a:ext uri="{FF2B5EF4-FFF2-40B4-BE49-F238E27FC236}">
                  <a16:creationId xmlns:a16="http://schemas.microsoft.com/office/drawing/2014/main" id="{7027DEE7-6832-4E80-B222-AE4DD6FFB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Oval 124">
              <a:extLst>
                <a:ext uri="{FF2B5EF4-FFF2-40B4-BE49-F238E27FC236}">
                  <a16:creationId xmlns:a16="http://schemas.microsoft.com/office/drawing/2014/main" id="{AE19D164-4247-47DA-8592-FF4E9C7CEB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Oval 125">
              <a:extLst>
                <a:ext uri="{FF2B5EF4-FFF2-40B4-BE49-F238E27FC236}">
                  <a16:creationId xmlns:a16="http://schemas.microsoft.com/office/drawing/2014/main" id="{B644B576-A53F-48FA-9B52-CE3EEB883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Oval 126">
              <a:extLst>
                <a:ext uri="{FF2B5EF4-FFF2-40B4-BE49-F238E27FC236}">
                  <a16:creationId xmlns:a16="http://schemas.microsoft.com/office/drawing/2014/main" id="{D76D0A63-B0BE-4200-9CBA-484188958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Oval 127">
              <a:extLst>
                <a:ext uri="{FF2B5EF4-FFF2-40B4-BE49-F238E27FC236}">
                  <a16:creationId xmlns:a16="http://schemas.microsoft.com/office/drawing/2014/main" id="{98F1053B-4922-4BFB-87F2-33C3B6170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Oval 128">
              <a:extLst>
                <a:ext uri="{FF2B5EF4-FFF2-40B4-BE49-F238E27FC236}">
                  <a16:creationId xmlns:a16="http://schemas.microsoft.com/office/drawing/2014/main" id="{3C4B1FC9-4A5A-46EE-AC21-D553842A3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0" name="Oval 129">
              <a:extLst>
                <a:ext uri="{FF2B5EF4-FFF2-40B4-BE49-F238E27FC236}">
                  <a16:creationId xmlns:a16="http://schemas.microsoft.com/office/drawing/2014/main" id="{428F6186-B552-47D1-B6A7-15E5A3EB0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1" name="Oval 130">
              <a:extLst>
                <a:ext uri="{FF2B5EF4-FFF2-40B4-BE49-F238E27FC236}">
                  <a16:creationId xmlns:a16="http://schemas.microsoft.com/office/drawing/2014/main" id="{E796F2B6-B952-4850-8111-D4BF8A1A9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2" name="Oval 131">
              <a:extLst>
                <a:ext uri="{FF2B5EF4-FFF2-40B4-BE49-F238E27FC236}">
                  <a16:creationId xmlns:a16="http://schemas.microsoft.com/office/drawing/2014/main" id="{3C44EC3D-F291-4C6A-A297-AE8B9C62E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3" name="Oval 132">
              <a:extLst>
                <a:ext uri="{FF2B5EF4-FFF2-40B4-BE49-F238E27FC236}">
                  <a16:creationId xmlns:a16="http://schemas.microsoft.com/office/drawing/2014/main" id="{63F56C80-F3BC-4811-AE8A-4A66C8D86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4" name="Oval 133">
              <a:extLst>
                <a:ext uri="{FF2B5EF4-FFF2-40B4-BE49-F238E27FC236}">
                  <a16:creationId xmlns:a16="http://schemas.microsoft.com/office/drawing/2014/main" id="{1B7BAFE4-1BAE-4D4C-9731-6E1B00CAE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5" name="Oval 134">
              <a:extLst>
                <a:ext uri="{FF2B5EF4-FFF2-40B4-BE49-F238E27FC236}">
                  <a16:creationId xmlns:a16="http://schemas.microsoft.com/office/drawing/2014/main" id="{568F3AED-36D4-4E78-8127-A7D5F8D87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6" name="Oval 135">
              <a:extLst>
                <a:ext uri="{FF2B5EF4-FFF2-40B4-BE49-F238E27FC236}">
                  <a16:creationId xmlns:a16="http://schemas.microsoft.com/office/drawing/2014/main" id="{DC69D325-F78E-481D-9D38-FAD1CA4E2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17" name="Oval 136">
              <a:extLst>
                <a:ext uri="{FF2B5EF4-FFF2-40B4-BE49-F238E27FC236}">
                  <a16:creationId xmlns:a16="http://schemas.microsoft.com/office/drawing/2014/main" id="{D3E3E4E5-8C82-4ECE-84C3-70D1F64D5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0" name="Group 2">
            <a:extLst>
              <a:ext uri="{FF2B5EF4-FFF2-40B4-BE49-F238E27FC236}">
                <a16:creationId xmlns:a16="http://schemas.microsoft.com/office/drawing/2014/main" id="{86CE24CA-4439-4330-9FC5-F8C2D9AA7B08}"/>
              </a:ext>
            </a:extLst>
          </p:cNvPr>
          <p:cNvGrpSpPr>
            <a:grpSpLocks/>
          </p:cNvGrpSpPr>
          <p:nvPr/>
        </p:nvGrpSpPr>
        <p:grpSpPr bwMode="auto">
          <a:xfrm>
            <a:off x="3534003" y="1891337"/>
            <a:ext cx="4400550" cy="3048000"/>
            <a:chOff x="3603" y="1423"/>
            <a:chExt cx="1955" cy="1584"/>
          </a:xfrm>
        </p:grpSpPr>
        <p:sp>
          <p:nvSpPr>
            <p:cNvPr id="161" name="Line 3">
              <a:extLst>
                <a:ext uri="{FF2B5EF4-FFF2-40B4-BE49-F238E27FC236}">
                  <a16:creationId xmlns:a16="http://schemas.microsoft.com/office/drawing/2014/main" id="{9E532E62-8BAB-4480-B914-C780ED6A09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3" y="2125"/>
              <a:ext cx="1836" cy="0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Line 4">
              <a:extLst>
                <a:ext uri="{FF2B5EF4-FFF2-40B4-BE49-F238E27FC236}">
                  <a16:creationId xmlns:a16="http://schemas.microsoft.com/office/drawing/2014/main" id="{FBAF023A-FCB7-4C66-83C8-AED2543394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049" y="1532"/>
              <a:ext cx="2" cy="1475"/>
            </a:xfrm>
            <a:prstGeom prst="line">
              <a:avLst/>
            </a:prstGeom>
            <a:noFill/>
            <a:ln w="28575">
              <a:solidFill>
                <a:srgbClr val="0033CC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Line 5">
              <a:extLst>
                <a:ext uri="{FF2B5EF4-FFF2-40B4-BE49-F238E27FC236}">
                  <a16:creationId xmlns:a16="http://schemas.microsoft.com/office/drawing/2014/main" id="{B8D525C5-EA1C-4DF5-9922-BB19428074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47" y="2076"/>
              <a:ext cx="1" cy="49"/>
            </a:xfrm>
            <a:prstGeom prst="line">
              <a:avLst/>
            </a:prstGeom>
            <a:noFill/>
            <a:ln w="26988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Line 6">
              <a:extLst>
                <a:ext uri="{FF2B5EF4-FFF2-40B4-BE49-F238E27FC236}">
                  <a16:creationId xmlns:a16="http://schemas.microsoft.com/office/drawing/2014/main" id="{5DDCF24B-CDEB-4CB1-B557-3A00FBE076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44" y="2076"/>
              <a:ext cx="1" cy="49"/>
            </a:xfrm>
            <a:prstGeom prst="line">
              <a:avLst/>
            </a:prstGeom>
            <a:noFill/>
            <a:ln w="26988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Line 7">
              <a:extLst>
                <a:ext uri="{FF2B5EF4-FFF2-40B4-BE49-F238E27FC236}">
                  <a16:creationId xmlns:a16="http://schemas.microsoft.com/office/drawing/2014/main" id="{EBBF9FE2-39FB-46AB-9FFA-5607FFF70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03" y="2553"/>
              <a:ext cx="50" cy="1"/>
            </a:xfrm>
            <a:prstGeom prst="line">
              <a:avLst/>
            </a:prstGeom>
            <a:noFill/>
            <a:ln w="26988">
              <a:solidFill>
                <a:srgbClr val="00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6" name="Group 8">
              <a:extLst>
                <a:ext uri="{FF2B5EF4-FFF2-40B4-BE49-F238E27FC236}">
                  <a16:creationId xmlns:a16="http://schemas.microsoft.com/office/drawing/2014/main" id="{4718828E-DB8D-45A1-98D9-C2D829BCE2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4" y="2199"/>
              <a:ext cx="394" cy="221"/>
              <a:chOff x="3496" y="1842"/>
              <a:chExt cx="394" cy="221"/>
            </a:xfrm>
          </p:grpSpPr>
          <p:sp>
            <p:nvSpPr>
              <p:cNvPr id="177" name="Rectangle 9">
                <a:extLst>
                  <a:ext uri="{FF2B5EF4-FFF2-40B4-BE49-F238E27FC236}">
                    <a16:creationId xmlns:a16="http://schemas.microsoft.com/office/drawing/2014/main" id="{1FA94058-7081-4EEB-93DE-53885DB711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2" y="1944"/>
                <a:ext cx="33" cy="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1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8" name="Rectangle 10">
                <a:extLst>
                  <a:ext uri="{FF2B5EF4-FFF2-40B4-BE49-F238E27FC236}">
                    <a16:creationId xmlns:a16="http://schemas.microsoft.com/office/drawing/2014/main" id="{EA046BEE-10EC-47AA-A768-16722A6C47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8" y="1854"/>
                <a:ext cx="102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V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9" name="Rectangle 11">
                <a:extLst>
                  <a:ext uri="{FF2B5EF4-FFF2-40B4-BE49-F238E27FC236}">
                    <a16:creationId xmlns:a16="http://schemas.microsoft.com/office/drawing/2014/main" id="{437AA736-B322-4ABD-98F5-8B5FC7C0A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9" y="1848"/>
                <a:ext cx="40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/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0" name="Rectangle 12">
                <a:extLst>
                  <a:ext uri="{FF2B5EF4-FFF2-40B4-BE49-F238E27FC236}">
                    <a16:creationId xmlns:a16="http://schemas.microsoft.com/office/drawing/2014/main" id="{9EAE1FFC-34C1-4A6E-A77F-1EA330551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96" y="1842"/>
                <a:ext cx="94" cy="1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 i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V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67" name="Group 13">
              <a:extLst>
                <a:ext uri="{FF2B5EF4-FFF2-40B4-BE49-F238E27FC236}">
                  <a16:creationId xmlns:a16="http://schemas.microsoft.com/office/drawing/2014/main" id="{F75E9D3D-C009-484E-8ADC-C73419F68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8" y="1423"/>
              <a:ext cx="537" cy="222"/>
              <a:chOff x="2590" y="1066"/>
              <a:chExt cx="537" cy="222"/>
            </a:xfrm>
          </p:grpSpPr>
          <p:sp>
            <p:nvSpPr>
              <p:cNvPr id="173" name="Rectangle 14">
                <a:extLst>
                  <a:ext uri="{FF2B5EF4-FFF2-40B4-BE49-F238E27FC236}">
                    <a16:creationId xmlns:a16="http://schemas.microsoft.com/office/drawing/2014/main" id="{964E1A3B-6303-45AD-9F91-B3A9D1749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5" y="1169"/>
                <a:ext cx="33" cy="1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1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4" name="Rectangle 15">
                <a:extLst>
                  <a:ext uri="{FF2B5EF4-FFF2-40B4-BE49-F238E27FC236}">
                    <a16:creationId xmlns:a16="http://schemas.microsoft.com/office/drawing/2014/main" id="{4FC59C26-E48F-4331-AA88-03890AB89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6" y="1072"/>
                <a:ext cx="311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mA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5" name="Rectangle 16">
                <a:extLst>
                  <a:ext uri="{FF2B5EF4-FFF2-40B4-BE49-F238E27FC236}">
                    <a16:creationId xmlns:a16="http://schemas.microsoft.com/office/drawing/2014/main" id="{136337AA-A812-4819-B70E-61BF7D1CA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" y="1072"/>
                <a:ext cx="39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/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6" name="Rectangle 17">
                <a:extLst>
                  <a:ext uri="{FF2B5EF4-FFF2-40B4-BE49-F238E27FC236}">
                    <a16:creationId xmlns:a16="http://schemas.microsoft.com/office/drawing/2014/main" id="{3E7E251B-A3BF-4442-BF9D-746D21305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0" y="1066"/>
                <a:ext cx="40" cy="1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 i="1">
                    <a:solidFill>
                      <a:srgbClr val="0033CC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0033C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68" name="Rectangle 18">
              <a:extLst>
                <a:ext uri="{FF2B5EF4-FFF2-40B4-BE49-F238E27FC236}">
                  <a16:creationId xmlns:a16="http://schemas.microsoft.com/office/drawing/2014/main" id="{842DCE66-8FCD-49E5-8A07-2599C72CB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1" y="2150"/>
              <a:ext cx="5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9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0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9" name="Rectangle 19">
              <a:extLst>
                <a:ext uri="{FF2B5EF4-FFF2-40B4-BE49-F238E27FC236}">
                  <a16:creationId xmlns:a16="http://schemas.microsoft.com/office/drawing/2014/main" id="{386CA3E6-0604-4F84-AB66-2AFB0CD55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7" y="2150"/>
              <a:ext cx="5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9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1</a:t>
              </a:r>
              <a:endParaRPr kumimoji="1" lang="en-US" altLang="zh-CN" sz="24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0" name="Rectangle 20">
              <a:extLst>
                <a:ext uri="{FF2B5EF4-FFF2-40B4-BE49-F238E27FC236}">
                  <a16:creationId xmlns:a16="http://schemas.microsoft.com/office/drawing/2014/main" id="{0FD1BCE5-8F57-4F23-8C26-CE7A29F36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4" y="2150"/>
              <a:ext cx="54" cy="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1900" b="1" dirty="0">
                  <a:solidFill>
                    <a:srgbClr val="0033CC"/>
                  </a:solidFill>
                  <a:latin typeface="Times New Roman" panose="02020603050405020304" pitchFamily="18" charset="0"/>
                </a:rPr>
                <a:t>2</a:t>
              </a:r>
              <a:endParaRPr kumimoji="1"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1" name="Rectangle 21">
              <a:extLst>
                <a:ext uri="{FF2B5EF4-FFF2-40B4-BE49-F238E27FC236}">
                  <a16:creationId xmlns:a16="http://schemas.microsoft.com/office/drawing/2014/main" id="{3C9C336E-B540-4A90-9590-EFAC3BD07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3" y="2410"/>
              <a:ext cx="94" cy="1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000" b="1">
                  <a:solidFill>
                    <a:srgbClr val="0033CC"/>
                  </a:solidFill>
                  <a:latin typeface="Times New Roman" panose="02020603050405020304" pitchFamily="18" charset="0"/>
                </a:rPr>
                <a:t>-1</a:t>
              </a:r>
              <a:endParaRPr kumimoji="1" lang="en-US" altLang="zh-CN" sz="2000">
                <a:solidFill>
                  <a:srgbClr val="00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2" name="Freeform 22">
              <a:extLst>
                <a:ext uri="{FF2B5EF4-FFF2-40B4-BE49-F238E27FC236}">
                  <a16:creationId xmlns:a16="http://schemas.microsoft.com/office/drawing/2014/main" id="{9847312E-EFA2-47F1-A917-1FC412D1D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8" y="2048"/>
              <a:ext cx="1573" cy="826"/>
            </a:xfrm>
            <a:custGeom>
              <a:avLst/>
              <a:gdLst>
                <a:gd name="T0" fmla="*/ 0 w 1573"/>
                <a:gd name="T1" fmla="*/ 826 h 826"/>
                <a:gd name="T2" fmla="*/ 46 w 1573"/>
                <a:gd name="T3" fmla="*/ 691 h 826"/>
                <a:gd name="T4" fmla="*/ 137 w 1573"/>
                <a:gd name="T5" fmla="*/ 601 h 826"/>
                <a:gd name="T6" fmla="*/ 321 w 1573"/>
                <a:gd name="T7" fmla="*/ 556 h 826"/>
                <a:gd name="T8" fmla="*/ 687 w 1573"/>
                <a:gd name="T9" fmla="*/ 511 h 826"/>
                <a:gd name="T10" fmla="*/ 916 w 1573"/>
                <a:gd name="T11" fmla="*/ 421 h 826"/>
                <a:gd name="T12" fmla="*/ 1007 w 1573"/>
                <a:gd name="T13" fmla="*/ 286 h 826"/>
                <a:gd name="T14" fmla="*/ 1053 w 1573"/>
                <a:gd name="T15" fmla="*/ 61 h 826"/>
                <a:gd name="T16" fmla="*/ 1237 w 1573"/>
                <a:gd name="T17" fmla="*/ 9 h 826"/>
                <a:gd name="T18" fmla="*/ 1573 w 1573"/>
                <a:gd name="T19" fmla="*/ 5 h 8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3" h="826">
                  <a:moveTo>
                    <a:pt x="0" y="826"/>
                  </a:moveTo>
                  <a:cubicBezTo>
                    <a:pt x="11" y="777"/>
                    <a:pt x="23" y="728"/>
                    <a:pt x="46" y="691"/>
                  </a:cubicBezTo>
                  <a:cubicBezTo>
                    <a:pt x="69" y="653"/>
                    <a:pt x="92" y="623"/>
                    <a:pt x="137" y="601"/>
                  </a:cubicBezTo>
                  <a:cubicBezTo>
                    <a:pt x="183" y="578"/>
                    <a:pt x="229" y="571"/>
                    <a:pt x="321" y="556"/>
                  </a:cubicBezTo>
                  <a:cubicBezTo>
                    <a:pt x="412" y="541"/>
                    <a:pt x="588" y="533"/>
                    <a:pt x="687" y="511"/>
                  </a:cubicBezTo>
                  <a:cubicBezTo>
                    <a:pt x="786" y="488"/>
                    <a:pt x="862" y="458"/>
                    <a:pt x="916" y="421"/>
                  </a:cubicBezTo>
                  <a:cubicBezTo>
                    <a:pt x="969" y="383"/>
                    <a:pt x="985" y="346"/>
                    <a:pt x="1007" y="286"/>
                  </a:cubicBezTo>
                  <a:cubicBezTo>
                    <a:pt x="1030" y="226"/>
                    <a:pt x="1015" y="107"/>
                    <a:pt x="1053" y="61"/>
                  </a:cubicBezTo>
                  <a:cubicBezTo>
                    <a:pt x="1091" y="15"/>
                    <a:pt x="1150" y="18"/>
                    <a:pt x="1237" y="9"/>
                  </a:cubicBezTo>
                  <a:cubicBezTo>
                    <a:pt x="1324" y="0"/>
                    <a:pt x="1503" y="6"/>
                    <a:pt x="1573" y="5"/>
                  </a:cubicBezTo>
                </a:path>
              </a:pathLst>
            </a:custGeom>
            <a:noFill/>
            <a:ln w="38100" cmpd="sng">
              <a:solidFill>
                <a:srgbClr val="00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181" name="Group 25">
            <a:extLst>
              <a:ext uri="{FF2B5EF4-FFF2-40B4-BE49-F238E27FC236}">
                <a16:creationId xmlns:a16="http://schemas.microsoft.com/office/drawing/2014/main" id="{12D35FCB-5673-412F-BF2A-CCEDC02287EE}"/>
              </a:ext>
            </a:extLst>
          </p:cNvPr>
          <p:cNvGrpSpPr>
            <a:grpSpLocks/>
          </p:cNvGrpSpPr>
          <p:nvPr/>
        </p:nvGrpSpPr>
        <p:grpSpPr bwMode="auto">
          <a:xfrm>
            <a:off x="4436622" y="4062536"/>
            <a:ext cx="611188" cy="603250"/>
            <a:chOff x="672" y="1584"/>
            <a:chExt cx="385" cy="380"/>
          </a:xfrm>
        </p:grpSpPr>
        <p:sp>
          <p:nvSpPr>
            <p:cNvPr id="182" name="Oval 26">
              <a:extLst>
                <a:ext uri="{FF2B5EF4-FFF2-40B4-BE49-F238E27FC236}">
                  <a16:creationId xmlns:a16="http://schemas.microsoft.com/office/drawing/2014/main" id="{0EC4EBD9-457B-4C0E-8F81-39D87EC2C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584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83" name="Group 27">
              <a:extLst>
                <a:ext uri="{FF2B5EF4-FFF2-40B4-BE49-F238E27FC236}">
                  <a16:creationId xmlns:a16="http://schemas.microsoft.com/office/drawing/2014/main" id="{DB9BE453-647D-4945-BABA-C9F3901BBE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680"/>
              <a:ext cx="241" cy="284"/>
              <a:chOff x="2577" y="2288"/>
              <a:chExt cx="241" cy="284"/>
            </a:xfrm>
          </p:grpSpPr>
          <p:sp>
            <p:nvSpPr>
              <p:cNvPr id="184" name="Rectangle 28">
                <a:extLst>
                  <a:ext uri="{FF2B5EF4-FFF2-40B4-BE49-F238E27FC236}">
                    <a16:creationId xmlns:a16="http://schemas.microsoft.com/office/drawing/2014/main" id="{7C4ACEF2-86AA-4A43-A483-3C9B3CC49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4" y="2390"/>
                <a:ext cx="144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1900" b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IS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5" name="Rectangle 29">
                <a:extLst>
                  <a:ext uri="{FF2B5EF4-FFF2-40B4-BE49-F238E27FC236}">
                    <a16:creationId xmlns:a16="http://schemas.microsoft.com/office/drawing/2014/main" id="{24614CDA-9815-4B64-8FC6-762601FD89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7" y="2288"/>
                <a:ext cx="7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 i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86" name="Group 30">
            <a:extLst>
              <a:ext uri="{FF2B5EF4-FFF2-40B4-BE49-F238E27FC236}">
                <a16:creationId xmlns:a16="http://schemas.microsoft.com/office/drawing/2014/main" id="{98D45457-70C9-4942-9E6F-614FC90136EC}"/>
              </a:ext>
            </a:extLst>
          </p:cNvPr>
          <p:cNvGrpSpPr>
            <a:grpSpLocks/>
          </p:cNvGrpSpPr>
          <p:nvPr/>
        </p:nvGrpSpPr>
        <p:grpSpPr bwMode="auto">
          <a:xfrm>
            <a:off x="6740235" y="2642745"/>
            <a:ext cx="663575" cy="1158875"/>
            <a:chOff x="2112" y="624"/>
            <a:chExt cx="418" cy="730"/>
          </a:xfrm>
        </p:grpSpPr>
        <p:sp>
          <p:nvSpPr>
            <p:cNvPr id="187" name="Line 31">
              <a:extLst>
                <a:ext uri="{FF2B5EF4-FFF2-40B4-BE49-F238E27FC236}">
                  <a16:creationId xmlns:a16="http://schemas.microsoft.com/office/drawing/2014/main" id="{78589662-1AEC-4A55-98F7-59A2B5FAA8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720"/>
              <a:ext cx="0" cy="24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Line 32">
              <a:extLst>
                <a:ext uri="{FF2B5EF4-FFF2-40B4-BE49-F238E27FC236}">
                  <a16:creationId xmlns:a16="http://schemas.microsoft.com/office/drawing/2014/main" id="{D7AEEDB1-549F-455B-B109-8252B43FC8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056"/>
              <a:ext cx="0" cy="298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9" name="Group 33">
              <a:extLst>
                <a:ext uri="{FF2B5EF4-FFF2-40B4-BE49-F238E27FC236}">
                  <a16:creationId xmlns:a16="http://schemas.microsoft.com/office/drawing/2014/main" id="{3B3FB06C-0354-4E9B-824C-A6F80496FA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624"/>
              <a:ext cx="274" cy="290"/>
              <a:chOff x="3047" y="1314"/>
              <a:chExt cx="274" cy="277"/>
            </a:xfrm>
          </p:grpSpPr>
          <p:sp>
            <p:nvSpPr>
              <p:cNvPr id="190" name="Rectangle 34">
                <a:extLst>
                  <a:ext uri="{FF2B5EF4-FFF2-40B4-BE49-F238E27FC236}">
                    <a16:creationId xmlns:a16="http://schemas.microsoft.com/office/drawing/2014/main" id="{B4A0BF0A-0043-4D72-99ED-8C317CFBD4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4" y="1417"/>
                <a:ext cx="177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1900" b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IH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1" name="Rectangle 35">
                <a:extLst>
                  <a:ext uri="{FF2B5EF4-FFF2-40B4-BE49-F238E27FC236}">
                    <a16:creationId xmlns:a16="http://schemas.microsoft.com/office/drawing/2014/main" id="{B871278D-AA3C-4C73-A3C4-1FA662ADF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7" y="1314"/>
                <a:ext cx="7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 i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92" name="Group 36">
            <a:extLst>
              <a:ext uri="{FF2B5EF4-FFF2-40B4-BE49-F238E27FC236}">
                <a16:creationId xmlns:a16="http://schemas.microsoft.com/office/drawing/2014/main" id="{307878DC-5D6C-4116-80C7-3E75EB8FF487}"/>
              </a:ext>
            </a:extLst>
          </p:cNvPr>
          <p:cNvGrpSpPr>
            <a:grpSpLocks/>
          </p:cNvGrpSpPr>
          <p:nvPr/>
        </p:nvGrpSpPr>
        <p:grpSpPr bwMode="auto">
          <a:xfrm>
            <a:off x="5825835" y="3252345"/>
            <a:ext cx="990600" cy="838200"/>
            <a:chOff x="1536" y="1008"/>
            <a:chExt cx="624" cy="528"/>
          </a:xfrm>
        </p:grpSpPr>
        <p:sp>
          <p:nvSpPr>
            <p:cNvPr id="193" name="Oval 37">
              <a:extLst>
                <a:ext uri="{FF2B5EF4-FFF2-40B4-BE49-F238E27FC236}">
                  <a16:creationId xmlns:a16="http://schemas.microsoft.com/office/drawing/2014/main" id="{BF3AA1ED-AF40-40FE-8257-C02915068E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008"/>
              <a:ext cx="96" cy="96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4" name="Text Box 38">
              <a:extLst>
                <a:ext uri="{FF2B5EF4-FFF2-40B4-BE49-F238E27FC236}">
                  <a16:creationId xmlns:a16="http://schemas.microsoft.com/office/drawing/2014/main" id="{F28EBC80-0D05-4D63-8DEE-2A2C4E1FF0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248"/>
              <a:ext cx="6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TH</a:t>
              </a:r>
            </a:p>
          </p:txBody>
        </p:sp>
      </p:grpSp>
      <p:grpSp>
        <p:nvGrpSpPr>
          <p:cNvPr id="195" name="Group 53">
            <a:extLst>
              <a:ext uri="{FF2B5EF4-FFF2-40B4-BE49-F238E27FC236}">
                <a16:creationId xmlns:a16="http://schemas.microsoft.com/office/drawing/2014/main" id="{1FF62590-4B78-4C31-9025-E2B07BC2A60A}"/>
              </a:ext>
            </a:extLst>
          </p:cNvPr>
          <p:cNvGrpSpPr>
            <a:grpSpLocks/>
          </p:cNvGrpSpPr>
          <p:nvPr/>
        </p:nvGrpSpPr>
        <p:grpSpPr bwMode="auto">
          <a:xfrm>
            <a:off x="4149435" y="2795145"/>
            <a:ext cx="1228725" cy="1371600"/>
            <a:chOff x="480" y="720"/>
            <a:chExt cx="774" cy="864"/>
          </a:xfrm>
        </p:grpSpPr>
        <p:sp>
          <p:nvSpPr>
            <p:cNvPr id="196" name="Line 54">
              <a:extLst>
                <a:ext uri="{FF2B5EF4-FFF2-40B4-BE49-F238E27FC236}">
                  <a16:creationId xmlns:a16="http://schemas.microsoft.com/office/drawing/2014/main" id="{C97678E1-E463-4D88-A03F-5E3EA26E6B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384" cy="0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Line 55">
              <a:extLst>
                <a:ext uri="{FF2B5EF4-FFF2-40B4-BE49-F238E27FC236}">
                  <a16:creationId xmlns:a16="http://schemas.microsoft.com/office/drawing/2014/main" id="{6DA8F8C7-CB7B-4908-A8E8-A7B9EC616F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056"/>
              <a:ext cx="0" cy="528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8" name="Group 56">
              <a:extLst>
                <a:ext uri="{FF2B5EF4-FFF2-40B4-BE49-F238E27FC236}">
                  <a16:creationId xmlns:a16="http://schemas.microsoft.com/office/drawing/2014/main" id="{915A5888-02A0-41DC-907F-627AE49C1B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1200"/>
              <a:ext cx="256" cy="285"/>
              <a:chOff x="2983" y="2170"/>
              <a:chExt cx="256" cy="285"/>
            </a:xfrm>
          </p:grpSpPr>
          <p:sp>
            <p:nvSpPr>
              <p:cNvPr id="200" name="Rectangle 57">
                <a:extLst>
                  <a:ext uri="{FF2B5EF4-FFF2-40B4-BE49-F238E27FC236}">
                    <a16:creationId xmlns:a16="http://schemas.microsoft.com/office/drawing/2014/main" id="{5FB417D3-D119-468D-9121-509370C237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9" y="2273"/>
                <a:ext cx="160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1900" b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IL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01" name="Rectangle 58">
                <a:extLst>
                  <a:ext uri="{FF2B5EF4-FFF2-40B4-BE49-F238E27FC236}">
                    <a16:creationId xmlns:a16="http://schemas.microsoft.com/office/drawing/2014/main" id="{CF0AEA6B-0198-461A-AC1A-974598FAAF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83" y="2170"/>
                <a:ext cx="78" cy="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1" lang="en-US" altLang="zh-CN" sz="2500" b="1" i="1">
                    <a:solidFill>
                      <a:srgbClr val="FF0066"/>
                    </a:solidFill>
                    <a:latin typeface="Times New Roman" panose="02020603050405020304" pitchFamily="18" charset="0"/>
                  </a:rPr>
                  <a:t>I</a:t>
                </a:r>
                <a:endParaRPr kumimoji="1" lang="en-US" altLang="zh-CN" sz="2400">
                  <a:solidFill>
                    <a:srgbClr val="FF0066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9" name="Text Box 59">
              <a:extLst>
                <a:ext uri="{FF2B5EF4-FFF2-40B4-BE49-F238E27FC236}">
                  <a16:creationId xmlns:a16="http://schemas.microsoft.com/office/drawing/2014/main" id="{BF45B7E6-3B10-46B0-9F49-E4A9B39258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720"/>
              <a:ext cx="3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sz="24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V</a:t>
              </a:r>
              <a:r>
                <a:rPr kumimoji="1" lang="en-US" altLang="zh-CN" sz="2400" b="1" baseline="-25000">
                  <a:solidFill>
                    <a:srgbClr val="FF0000"/>
                  </a:solidFill>
                  <a:latin typeface="Times New Roman" panose="02020603050405020304" pitchFamily="18" charset="0"/>
                </a:rPr>
                <a:t>IL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3267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3" dur="2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0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53" dur="2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36" grpId="0" animBg="1" autoUpdateAnimBg="0"/>
      <p:bldP spid="20537" grpId="0" animBg="1" autoUpdateAnimBg="0"/>
      <p:bldP spid="20540" grpId="0" animBg="1" autoUpdateAnimBg="0"/>
      <p:bldP spid="20544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A05A522-A4DD-417F-BF69-B48DCE3C24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7038" y="350838"/>
            <a:ext cx="3941762" cy="4699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ysClr val="windowText" lastClr="000000"/>
                </a:solidFill>
              </a:rPr>
              <a:t>3</a:t>
            </a:r>
            <a:r>
              <a:rPr lang="zh-CN" altLang="en-US" sz="2800" b="1" dirty="0">
                <a:solidFill>
                  <a:sysClr val="windowText" lastClr="000000"/>
                </a:solidFill>
              </a:rPr>
              <a:t>、 输入端负载特性</a:t>
            </a:r>
          </a:p>
        </p:txBody>
      </p:sp>
      <p:grpSp>
        <p:nvGrpSpPr>
          <p:cNvPr id="21549" name="Group 45">
            <a:extLst>
              <a:ext uri="{FF2B5EF4-FFF2-40B4-BE49-F238E27FC236}">
                <a16:creationId xmlns:a16="http://schemas.microsoft.com/office/drawing/2014/main" id="{F78D7116-61A2-43BE-A3DA-34F8586E7F17}"/>
              </a:ext>
            </a:extLst>
          </p:cNvPr>
          <p:cNvGrpSpPr>
            <a:grpSpLocks/>
          </p:cNvGrpSpPr>
          <p:nvPr/>
        </p:nvGrpSpPr>
        <p:grpSpPr bwMode="auto">
          <a:xfrm>
            <a:off x="5902325" y="277813"/>
            <a:ext cx="2924175" cy="2938462"/>
            <a:chOff x="349" y="600"/>
            <a:chExt cx="1842" cy="1851"/>
          </a:xfrm>
        </p:grpSpPr>
        <p:sp>
          <p:nvSpPr>
            <p:cNvPr id="15397" name="Rectangle 5">
              <a:extLst>
                <a:ext uri="{FF2B5EF4-FFF2-40B4-BE49-F238E27FC236}">
                  <a16:creationId xmlns:a16="http://schemas.microsoft.com/office/drawing/2014/main" id="{3D2C0722-8BF1-46D1-978B-BD42E0F51A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1" y="1155"/>
              <a:ext cx="528" cy="86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98" name="Line 6">
              <a:extLst>
                <a:ext uri="{FF2B5EF4-FFF2-40B4-BE49-F238E27FC236}">
                  <a16:creationId xmlns:a16="http://schemas.microsoft.com/office/drawing/2014/main" id="{12955342-021C-4741-A2F3-9B0D3EAA80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1299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99" name="Line 7">
              <a:extLst>
                <a:ext uri="{FF2B5EF4-FFF2-40B4-BE49-F238E27FC236}">
                  <a16:creationId xmlns:a16="http://schemas.microsoft.com/office/drawing/2014/main" id="{7F52081A-6751-4062-97F1-FC777B37F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3" y="1587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0" name="Line 8">
              <a:extLst>
                <a:ext uri="{FF2B5EF4-FFF2-40B4-BE49-F238E27FC236}">
                  <a16:creationId xmlns:a16="http://schemas.microsoft.com/office/drawing/2014/main" id="{D131E198-DDFA-4508-BD5E-FB1088397B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" y="867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1" name="Line 9">
              <a:extLst>
                <a:ext uri="{FF2B5EF4-FFF2-40B4-BE49-F238E27FC236}">
                  <a16:creationId xmlns:a16="http://schemas.microsoft.com/office/drawing/2014/main" id="{E9DF3C4F-81FD-4B7E-8B1B-C914CFA33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" y="2019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2" name="Line 10">
              <a:extLst>
                <a:ext uri="{FF2B5EF4-FFF2-40B4-BE49-F238E27FC236}">
                  <a16:creationId xmlns:a16="http://schemas.microsoft.com/office/drawing/2014/main" id="{6128149B-6FC5-4833-B38E-A51D47DE6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2307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3" name="Line 11">
              <a:extLst>
                <a:ext uri="{FF2B5EF4-FFF2-40B4-BE49-F238E27FC236}">
                  <a16:creationId xmlns:a16="http://schemas.microsoft.com/office/drawing/2014/main" id="{BD425D10-3B60-4D34-AD09-C1A80703E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827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4" name="Line 12">
              <a:extLst>
                <a:ext uri="{FF2B5EF4-FFF2-40B4-BE49-F238E27FC236}">
                  <a16:creationId xmlns:a16="http://schemas.microsoft.com/office/drawing/2014/main" id="{EAF5E6E0-1C99-4665-B8F1-CEB9BF13D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2120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5" name="Oval 13">
              <a:extLst>
                <a:ext uri="{FF2B5EF4-FFF2-40B4-BE49-F238E27FC236}">
                  <a16:creationId xmlns:a16="http://schemas.microsoft.com/office/drawing/2014/main" id="{EE739687-6AE7-4B2D-9C68-4A91571E3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1539"/>
              <a:ext cx="96" cy="9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6" name="Line 14">
              <a:extLst>
                <a:ext uri="{FF2B5EF4-FFF2-40B4-BE49-F238E27FC236}">
                  <a16:creationId xmlns:a16="http://schemas.microsoft.com/office/drawing/2014/main" id="{1B40D2F6-2FA7-46A2-BA74-45104FEE82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5" y="1587"/>
              <a:ext cx="29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07" name="Rectangle 15">
              <a:extLst>
                <a:ext uri="{FF2B5EF4-FFF2-40B4-BE49-F238E27FC236}">
                  <a16:creationId xmlns:a16="http://schemas.microsoft.com/office/drawing/2014/main" id="{06264F9F-B47A-4E22-BD37-5BDBBA72D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9" y="1203"/>
              <a:ext cx="276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15408" name="Rectangle 16">
              <a:extLst>
                <a:ext uri="{FF2B5EF4-FFF2-40B4-BE49-F238E27FC236}">
                  <a16:creationId xmlns:a16="http://schemas.microsoft.com/office/drawing/2014/main" id="{D55090AA-1546-496E-998D-123D5B403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408"/>
              <a:ext cx="319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15409" name="Rectangle 17">
              <a:extLst>
                <a:ext uri="{FF2B5EF4-FFF2-40B4-BE49-F238E27FC236}">
                  <a16:creationId xmlns:a16="http://schemas.microsoft.com/office/drawing/2014/main" id="{E0E0FB06-F616-44A6-9649-F1BAB0C00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6" y="600"/>
              <a:ext cx="51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</a:p>
          </p:txBody>
        </p:sp>
        <p:sp>
          <p:nvSpPr>
            <p:cNvPr id="15410" name="Oval 18">
              <a:extLst>
                <a:ext uri="{FF2B5EF4-FFF2-40B4-BE49-F238E27FC236}">
                  <a16:creationId xmlns:a16="http://schemas.microsoft.com/office/drawing/2014/main" id="{5C811F8A-5157-4F60-BF58-134F18A89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6" y="2282"/>
              <a:ext cx="48" cy="4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11" name="Line 19">
              <a:extLst>
                <a:ext uri="{FF2B5EF4-FFF2-40B4-BE49-F238E27FC236}">
                  <a16:creationId xmlns:a16="http://schemas.microsoft.com/office/drawing/2014/main" id="{0F8E25AD-3B61-410C-98C6-DD20335361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5" y="2451"/>
              <a:ext cx="19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12" name="Line 20">
              <a:extLst>
                <a:ext uri="{FF2B5EF4-FFF2-40B4-BE49-F238E27FC236}">
                  <a16:creationId xmlns:a16="http://schemas.microsoft.com/office/drawing/2014/main" id="{A3A84F0A-F949-4CF6-8EC6-8C7D8FF9E8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" y="1827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13" name="Rectangle 27">
              <a:extLst>
                <a:ext uri="{FF2B5EF4-FFF2-40B4-BE49-F238E27FC236}">
                  <a16:creationId xmlns:a16="http://schemas.microsoft.com/office/drawing/2014/main" id="{BE01AA90-DABD-4819-A90A-B2961E146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7" y="1924"/>
              <a:ext cx="76" cy="271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14" name="Text Box 28">
              <a:extLst>
                <a:ext uri="{FF2B5EF4-FFF2-40B4-BE49-F238E27FC236}">
                  <a16:creationId xmlns:a16="http://schemas.microsoft.com/office/drawing/2014/main" id="{1B95670C-23BD-4416-9997-AAA5B5EA59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2" y="1912"/>
              <a:ext cx="37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415" name="Line 29">
              <a:extLst>
                <a:ext uri="{FF2B5EF4-FFF2-40B4-BE49-F238E27FC236}">
                  <a16:creationId xmlns:a16="http://schemas.microsoft.com/office/drawing/2014/main" id="{6F0FC59F-9E67-4C4A-9713-E8C64A8608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" y="1858"/>
              <a:ext cx="0" cy="34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416" name="Text Box 30">
              <a:extLst>
                <a:ext uri="{FF2B5EF4-FFF2-40B4-BE49-F238E27FC236}">
                  <a16:creationId xmlns:a16="http://schemas.microsoft.com/office/drawing/2014/main" id="{1A8999F5-9880-4ACA-9480-7F2559BDE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" y="1815"/>
              <a:ext cx="424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grpSp>
        <p:nvGrpSpPr>
          <p:cNvPr id="21573" name="Group 69">
            <a:extLst>
              <a:ext uri="{FF2B5EF4-FFF2-40B4-BE49-F238E27FC236}">
                <a16:creationId xmlns:a16="http://schemas.microsoft.com/office/drawing/2014/main" id="{549CC37E-FAE4-44E4-A3BE-2C3BF98B4FAB}"/>
              </a:ext>
            </a:extLst>
          </p:cNvPr>
          <p:cNvGrpSpPr>
            <a:grpSpLocks/>
          </p:cNvGrpSpPr>
          <p:nvPr/>
        </p:nvGrpSpPr>
        <p:grpSpPr bwMode="auto">
          <a:xfrm>
            <a:off x="6265863" y="3395663"/>
            <a:ext cx="2878137" cy="2451100"/>
            <a:chOff x="2665" y="748"/>
            <a:chExt cx="1813" cy="1544"/>
          </a:xfrm>
        </p:grpSpPr>
        <p:sp>
          <p:nvSpPr>
            <p:cNvPr id="15380" name="Freeform 41">
              <a:extLst>
                <a:ext uri="{FF2B5EF4-FFF2-40B4-BE49-F238E27FC236}">
                  <a16:creationId xmlns:a16="http://schemas.microsoft.com/office/drawing/2014/main" id="{D3B39B1E-96C7-4DB4-9816-8B1124D0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738"/>
              <a:ext cx="271" cy="554"/>
            </a:xfrm>
            <a:custGeom>
              <a:avLst/>
              <a:gdLst>
                <a:gd name="T0" fmla="*/ 271 w 271"/>
                <a:gd name="T1" fmla="*/ 0 h 554"/>
                <a:gd name="T2" fmla="*/ 87 w 271"/>
                <a:gd name="T3" fmla="*/ 0 h 554"/>
                <a:gd name="T4" fmla="*/ 87 w 271"/>
                <a:gd name="T5" fmla="*/ 554 h 554"/>
                <a:gd name="T6" fmla="*/ 174 w 271"/>
                <a:gd name="T7" fmla="*/ 554 h 554"/>
                <a:gd name="T8" fmla="*/ 0 w 271"/>
                <a:gd name="T9" fmla="*/ 543 h 5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1" h="554">
                  <a:moveTo>
                    <a:pt x="271" y="0"/>
                  </a:moveTo>
                  <a:lnTo>
                    <a:pt x="87" y="0"/>
                  </a:lnTo>
                  <a:lnTo>
                    <a:pt x="87" y="554"/>
                  </a:lnTo>
                  <a:lnTo>
                    <a:pt x="174" y="554"/>
                  </a:lnTo>
                  <a:lnTo>
                    <a:pt x="0" y="543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81" name="Rectangle 42">
              <a:extLst>
                <a:ext uri="{FF2B5EF4-FFF2-40B4-BE49-F238E27FC236}">
                  <a16:creationId xmlns:a16="http://schemas.microsoft.com/office/drawing/2014/main" id="{1EE1B62D-1EA0-418C-85C1-822347EAF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5" y="1835"/>
              <a:ext cx="109" cy="304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82" name="Line 43">
              <a:extLst>
                <a:ext uri="{FF2B5EF4-FFF2-40B4-BE49-F238E27FC236}">
                  <a16:creationId xmlns:a16="http://schemas.microsoft.com/office/drawing/2014/main" id="{F2DE07D2-1EBE-4DAE-AB2E-0F26871BA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88" y="1846"/>
              <a:ext cx="0" cy="33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83" name="Text Box 44">
              <a:extLst>
                <a:ext uri="{FF2B5EF4-FFF2-40B4-BE49-F238E27FC236}">
                  <a16:creationId xmlns:a16="http://schemas.microsoft.com/office/drawing/2014/main" id="{6B98B872-F0AE-4BBF-AB2D-98BE28771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9" y="1803"/>
              <a:ext cx="424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384" name="Text Box 47">
              <a:extLst>
                <a:ext uri="{FF2B5EF4-FFF2-40B4-BE49-F238E27FC236}">
                  <a16:creationId xmlns:a16="http://schemas.microsoft.com/office/drawing/2014/main" id="{F33A279C-CE58-4443-9404-6A3468780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9" y="1139"/>
              <a:ext cx="500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b1</a:t>
              </a:r>
            </a:p>
          </p:txBody>
        </p:sp>
        <p:grpSp>
          <p:nvGrpSpPr>
            <p:cNvPr id="15385" name="Group 50">
              <a:extLst>
                <a:ext uri="{FF2B5EF4-FFF2-40B4-BE49-F238E27FC236}">
                  <a16:creationId xmlns:a16="http://schemas.microsoft.com/office/drawing/2014/main" id="{CB2221C6-637C-4527-89F0-B56D96C7B7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" y="748"/>
              <a:ext cx="1320" cy="1185"/>
              <a:chOff x="680" y="2596"/>
              <a:chExt cx="1320" cy="1185"/>
            </a:xfrm>
          </p:grpSpPr>
          <p:grpSp>
            <p:nvGrpSpPr>
              <p:cNvPr id="15387" name="Group 38">
                <a:extLst>
                  <a:ext uri="{FF2B5EF4-FFF2-40B4-BE49-F238E27FC236}">
                    <a16:creationId xmlns:a16="http://schemas.microsoft.com/office/drawing/2014/main" id="{A254708E-4B9E-4A80-B0EC-17064F9CDB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0" y="3035"/>
                <a:ext cx="549" cy="560"/>
                <a:chOff x="4059" y="2688"/>
                <a:chExt cx="680" cy="560"/>
              </a:xfrm>
            </p:grpSpPr>
            <p:sp>
              <p:nvSpPr>
                <p:cNvPr id="15392" name="Line 32">
                  <a:extLst>
                    <a:ext uri="{FF2B5EF4-FFF2-40B4-BE49-F238E27FC236}">
                      <a16:creationId xmlns:a16="http://schemas.microsoft.com/office/drawing/2014/main" id="{78449E75-D6CB-49CD-A5D1-229B09265F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059" y="3067"/>
                  <a:ext cx="226" cy="18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393" name="Line 33">
                  <a:extLst>
                    <a:ext uri="{FF2B5EF4-FFF2-40B4-BE49-F238E27FC236}">
                      <a16:creationId xmlns:a16="http://schemas.microsoft.com/office/drawing/2014/main" id="{F6B5F92D-0A13-4433-BBD7-7358B10F2A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195" y="3067"/>
                  <a:ext cx="226" cy="18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394" name="Line 34">
                  <a:extLst>
                    <a:ext uri="{FF2B5EF4-FFF2-40B4-BE49-F238E27FC236}">
                      <a16:creationId xmlns:a16="http://schemas.microsoft.com/office/drawing/2014/main" id="{66721E05-B246-4518-BFC8-D3985D2BE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95" y="3067"/>
                  <a:ext cx="453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395" name="Line 35">
                  <a:extLst>
                    <a:ext uri="{FF2B5EF4-FFF2-40B4-BE49-F238E27FC236}">
                      <a16:creationId xmlns:a16="http://schemas.microsoft.com/office/drawing/2014/main" id="{46277352-A102-4FDA-BFB2-FC1908C4E2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12" y="3067"/>
                  <a:ext cx="227" cy="18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5396" name="Line 36">
                  <a:extLst>
                    <a:ext uri="{FF2B5EF4-FFF2-40B4-BE49-F238E27FC236}">
                      <a16:creationId xmlns:a16="http://schemas.microsoft.com/office/drawing/2014/main" id="{23408F1A-4AC8-4D92-ABD7-0A44BC3327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16" y="2688"/>
                  <a:ext cx="0" cy="363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5388" name="Freeform 39">
                <a:extLst>
                  <a:ext uri="{FF2B5EF4-FFF2-40B4-BE49-F238E27FC236}">
                    <a16:creationId xmlns:a16="http://schemas.microsoft.com/office/drawing/2014/main" id="{28C5E1B6-F2A0-4494-BF42-3B2CC1C81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" y="2782"/>
                <a:ext cx="315" cy="403"/>
              </a:xfrm>
              <a:custGeom>
                <a:avLst/>
                <a:gdLst>
                  <a:gd name="T0" fmla="*/ 0 w 315"/>
                  <a:gd name="T1" fmla="*/ 403 h 403"/>
                  <a:gd name="T2" fmla="*/ 0 w 315"/>
                  <a:gd name="T3" fmla="*/ 0 h 403"/>
                  <a:gd name="T4" fmla="*/ 315 w 315"/>
                  <a:gd name="T5" fmla="*/ 0 h 40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5" h="403">
                    <a:moveTo>
                      <a:pt x="0" y="403"/>
                    </a:moveTo>
                    <a:lnTo>
                      <a:pt x="0" y="0"/>
                    </a:lnTo>
                    <a:lnTo>
                      <a:pt x="315" y="0"/>
                    </a:lnTo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389" name="Rectangle 40">
                <a:extLst>
                  <a:ext uri="{FF2B5EF4-FFF2-40B4-BE49-F238E27FC236}">
                    <a16:creationId xmlns:a16="http://schemas.microsoft.com/office/drawing/2014/main" id="{EA383E9B-03BD-4BE5-BAAD-F575AF1E85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" y="2977"/>
                <a:ext cx="109" cy="304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390" name="Text Box 46">
                <a:extLst>
                  <a:ext uri="{FF2B5EF4-FFF2-40B4-BE49-F238E27FC236}">
                    <a16:creationId xmlns:a16="http://schemas.microsoft.com/office/drawing/2014/main" id="{1E643E9E-1EF2-4F70-B578-2B345E4327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2" y="3454"/>
                <a:ext cx="41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8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15391" name="Text Box 48">
                <a:extLst>
                  <a:ext uri="{FF2B5EF4-FFF2-40B4-BE49-F238E27FC236}">
                    <a16:creationId xmlns:a16="http://schemas.microsoft.com/office/drawing/2014/main" id="{9B70C56B-81CC-483D-A30C-0CDEE1567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72" y="2596"/>
                <a:ext cx="728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+5V</a:t>
                </a:r>
                <a:endPara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5386" name="Text Box 66">
              <a:extLst>
                <a:ext uri="{FF2B5EF4-FFF2-40B4-BE49-F238E27FC236}">
                  <a16:creationId xmlns:a16="http://schemas.microsoft.com/office/drawing/2014/main" id="{A4ECD437-FA3A-4F30-B015-37F2BC03A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5" y="1835"/>
              <a:ext cx="41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4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21576" name="Text Box 72">
            <a:extLst>
              <a:ext uri="{FF2B5EF4-FFF2-40B4-BE49-F238E27FC236}">
                <a16:creationId xmlns:a16="http://schemas.microsoft.com/office/drawing/2014/main" id="{10C3E12D-AFE0-4CAD-B803-2D4A5716C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1017588"/>
            <a:ext cx="42608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较小时，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=“0”</a:t>
            </a:r>
          </a:p>
        </p:txBody>
      </p:sp>
      <p:sp>
        <p:nvSpPr>
          <p:cNvPr id="21577" name="Text Box 73">
            <a:extLst>
              <a:ext uri="{FF2B5EF4-FFF2-40B4-BE49-F238E27FC236}">
                <a16:creationId xmlns:a16="http://schemas.microsoft.com/office/drawing/2014/main" id="{39DE1A8B-5112-4401-A0B6-0F0DE7E69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758950"/>
            <a:ext cx="42608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较大时，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=“1”</a:t>
            </a:r>
          </a:p>
        </p:txBody>
      </p:sp>
      <p:sp>
        <p:nvSpPr>
          <p:cNvPr id="21578" name="Text Box 74">
            <a:extLst>
              <a:ext uri="{FF2B5EF4-FFF2-40B4-BE49-F238E27FC236}">
                <a16:creationId xmlns:a16="http://schemas.microsoft.com/office/drawing/2014/main" id="{2BBF0FDA-7E1A-4CBA-B501-B590E1D34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2727325"/>
            <a:ext cx="145097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临界时</a:t>
            </a:r>
          </a:p>
        </p:txBody>
      </p:sp>
      <p:grpSp>
        <p:nvGrpSpPr>
          <p:cNvPr id="21584" name="Group 80">
            <a:extLst>
              <a:ext uri="{FF2B5EF4-FFF2-40B4-BE49-F238E27FC236}">
                <a16:creationId xmlns:a16="http://schemas.microsoft.com/office/drawing/2014/main" id="{3769B5B6-6109-4055-8C64-05B828B3B573}"/>
              </a:ext>
            </a:extLst>
          </p:cNvPr>
          <p:cNvGrpSpPr>
            <a:grpSpLocks/>
          </p:cNvGrpSpPr>
          <p:nvPr/>
        </p:nvGrpSpPr>
        <p:grpSpPr bwMode="auto">
          <a:xfrm>
            <a:off x="1689100" y="2466973"/>
            <a:ext cx="3794125" cy="1063625"/>
            <a:chOff x="630" y="2608"/>
            <a:chExt cx="2390" cy="670"/>
          </a:xfrm>
        </p:grpSpPr>
        <p:sp>
          <p:nvSpPr>
            <p:cNvPr id="15375" name="Text Box 75">
              <a:extLst>
                <a:ext uri="{FF2B5EF4-FFF2-40B4-BE49-F238E27FC236}">
                  <a16:creationId xmlns:a16="http://schemas.microsoft.com/office/drawing/2014/main" id="{68A89379-AA25-4A78-A195-0F5BD5D83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" y="2793"/>
              <a:ext cx="576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15376" name="Line 76">
              <a:extLst>
                <a:ext uri="{FF2B5EF4-FFF2-40B4-BE49-F238E27FC236}">
                  <a16:creationId xmlns:a16="http://schemas.microsoft.com/office/drawing/2014/main" id="{3C152023-F101-4704-9B54-2C6A17D99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22" y="2945"/>
              <a:ext cx="673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377" name="Text Box 77">
              <a:extLst>
                <a:ext uri="{FF2B5EF4-FFF2-40B4-BE49-F238E27FC236}">
                  <a16:creationId xmlns:a16="http://schemas.microsoft.com/office/drawing/2014/main" id="{E436E5D0-7847-4A52-92E3-2F079A37D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5" y="2951"/>
              <a:ext cx="771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1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+R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b1</a:t>
              </a:r>
            </a:p>
          </p:txBody>
        </p:sp>
        <p:sp>
          <p:nvSpPr>
            <p:cNvPr id="15378" name="Text Box 78">
              <a:extLst>
                <a:ext uri="{FF2B5EF4-FFF2-40B4-BE49-F238E27FC236}">
                  <a16:creationId xmlns:a16="http://schemas.microsoft.com/office/drawing/2014/main" id="{7397C7FC-B840-4BB4-8D8B-5C492D968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608"/>
              <a:ext cx="47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1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379" name="Text Box 79">
              <a:extLst>
                <a:ext uri="{FF2B5EF4-FFF2-40B4-BE49-F238E27FC236}">
                  <a16:creationId xmlns:a16="http://schemas.microsoft.com/office/drawing/2014/main" id="{F2A89EB7-F912-4994-B752-25CBE815BB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3" y="2771"/>
              <a:ext cx="135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(5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–U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be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)=1.4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21585" name="Text Box 81">
            <a:extLst>
              <a:ext uri="{FF2B5EF4-FFF2-40B4-BE49-F238E27FC236}">
                <a16:creationId xmlns:a16="http://schemas.microsoft.com/office/drawing/2014/main" id="{FBEA265C-CC92-43F3-A30D-6991C2769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3590925"/>
            <a:ext cx="5346700" cy="104464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开门电阻，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&gt;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on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(2.5K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)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为高电平。</a:t>
            </a:r>
          </a:p>
        </p:txBody>
      </p:sp>
      <p:sp>
        <p:nvSpPr>
          <p:cNvPr id="21586" name="Text Box 82">
            <a:extLst>
              <a:ext uri="{FF2B5EF4-FFF2-40B4-BE49-F238E27FC236}">
                <a16:creationId xmlns:a16="http://schemas.microsoft.com/office/drawing/2014/main" id="{678546B5-0066-4F11-AD79-FD7719EDC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4692650"/>
            <a:ext cx="5278437" cy="104464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off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关门电阻，</a:t>
            </a:r>
          </a:p>
          <a:p>
            <a:pPr marL="0" marR="0" lvl="0" indent="0" algn="l" defTabSz="914400" rtl="0" eaLnBrk="1" fontAlgn="base" latinLnBrk="0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&lt;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off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(0.85K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)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为低电平。</a:t>
            </a:r>
          </a:p>
        </p:txBody>
      </p:sp>
      <p:sp>
        <p:nvSpPr>
          <p:cNvPr id="21587" name="Text Box 83">
            <a:extLst>
              <a:ext uri="{FF2B5EF4-FFF2-40B4-BE49-F238E27FC236}">
                <a16:creationId xmlns:a16="http://schemas.microsoft.com/office/drawing/2014/main" id="{7EBAA75D-F872-494F-BC71-86F06EBCC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3" y="5988050"/>
            <a:ext cx="56070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门电路输入端悬空时为“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。</a:t>
            </a:r>
          </a:p>
        </p:txBody>
      </p:sp>
      <p:grpSp>
        <p:nvGrpSpPr>
          <p:cNvPr id="21589" name="Group 85">
            <a:extLst>
              <a:ext uri="{FF2B5EF4-FFF2-40B4-BE49-F238E27FC236}">
                <a16:creationId xmlns:a16="http://schemas.microsoft.com/office/drawing/2014/main" id="{6F9A25AF-B07B-412B-8C54-D54608B2F1E6}"/>
              </a:ext>
            </a:extLst>
          </p:cNvPr>
          <p:cNvGrpSpPr>
            <a:grpSpLocks/>
          </p:cNvGrpSpPr>
          <p:nvPr/>
        </p:nvGrpSpPr>
        <p:grpSpPr bwMode="auto">
          <a:xfrm>
            <a:off x="6162675" y="3830638"/>
            <a:ext cx="996950" cy="1328737"/>
            <a:chOff x="3882" y="2413"/>
            <a:chExt cx="628" cy="837"/>
          </a:xfrm>
        </p:grpSpPr>
        <p:sp>
          <p:nvSpPr>
            <p:cNvPr id="15373" name="Text Box 70">
              <a:extLst>
                <a:ext uri="{FF2B5EF4-FFF2-40B4-BE49-F238E27FC236}">
                  <a16:creationId xmlns:a16="http://schemas.microsoft.com/office/drawing/2014/main" id="{5A5240DA-B37D-46DE-B527-A536285A8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2" y="2923"/>
              <a:ext cx="282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  <p:sp>
          <p:nvSpPr>
            <p:cNvPr id="15374" name="Freeform 84">
              <a:extLst>
                <a:ext uri="{FF2B5EF4-FFF2-40B4-BE49-F238E27FC236}">
                  <a16:creationId xmlns:a16="http://schemas.microsoft.com/office/drawing/2014/main" id="{C1722982-A975-4772-81A2-8AA748B73B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2413"/>
              <a:ext cx="391" cy="782"/>
            </a:xfrm>
            <a:custGeom>
              <a:avLst/>
              <a:gdLst>
                <a:gd name="T0" fmla="*/ 391 w 391"/>
                <a:gd name="T1" fmla="*/ 0 h 782"/>
                <a:gd name="T2" fmla="*/ 391 w 391"/>
                <a:gd name="T3" fmla="*/ 445 h 782"/>
                <a:gd name="T4" fmla="*/ 206 w 391"/>
                <a:gd name="T5" fmla="*/ 630 h 782"/>
                <a:gd name="T6" fmla="*/ 0 w 391"/>
                <a:gd name="T7" fmla="*/ 630 h 782"/>
                <a:gd name="T8" fmla="*/ 0 w 391"/>
                <a:gd name="T9" fmla="*/ 782 h 7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1" h="782">
                  <a:moveTo>
                    <a:pt x="391" y="0"/>
                  </a:moveTo>
                  <a:lnTo>
                    <a:pt x="391" y="445"/>
                  </a:lnTo>
                  <a:lnTo>
                    <a:pt x="206" y="630"/>
                  </a:lnTo>
                  <a:lnTo>
                    <a:pt x="0" y="630"/>
                  </a:lnTo>
                  <a:lnTo>
                    <a:pt x="0" y="782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BC1E544-4F89-4FA5-BA05-CA672EFC7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18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10154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76" grpId="0" animBg="1" autoUpdateAnimBg="0"/>
      <p:bldP spid="21577" grpId="0" animBg="1" autoUpdateAnimBg="0"/>
      <p:bldP spid="21578" grpId="0" animBg="1" autoUpdateAnimBg="0"/>
      <p:bldP spid="21585" grpId="0" animBg="1" autoUpdateAnimBg="0"/>
      <p:bldP spid="21586" grpId="0" animBg="1" autoUpdateAnimBg="0"/>
      <p:bldP spid="21587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A260BED4-E86D-4978-90DF-D765D1D1CC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247650"/>
            <a:ext cx="2336800" cy="4699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ysClr val="windowText" lastClr="000000"/>
                </a:solidFill>
              </a:rPr>
              <a:t>4</a:t>
            </a:r>
            <a:r>
              <a:rPr lang="zh-CN" altLang="en-US" sz="2800" b="1" dirty="0">
                <a:solidFill>
                  <a:sysClr val="windowText" lastClr="000000"/>
                </a:solidFill>
              </a:rPr>
              <a:t>、输出特性</a:t>
            </a:r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DA0CD0D9-86E3-496A-B767-CE5033CC6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0569" y="1684526"/>
            <a:ext cx="2932112" cy="116046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拉电流负载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输出高电平有效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pSp>
        <p:nvGrpSpPr>
          <p:cNvPr id="23587" name="Group 35">
            <a:extLst>
              <a:ext uri="{FF2B5EF4-FFF2-40B4-BE49-F238E27FC236}">
                <a16:creationId xmlns:a16="http://schemas.microsoft.com/office/drawing/2014/main" id="{CE67DB56-CB4A-4338-846E-FEB9CA0906AD}"/>
              </a:ext>
            </a:extLst>
          </p:cNvPr>
          <p:cNvGrpSpPr>
            <a:grpSpLocks/>
          </p:cNvGrpSpPr>
          <p:nvPr/>
        </p:nvGrpSpPr>
        <p:grpSpPr bwMode="auto">
          <a:xfrm>
            <a:off x="2157097" y="1235075"/>
            <a:ext cx="1362075" cy="1346200"/>
            <a:chOff x="2184" y="739"/>
            <a:chExt cx="858" cy="848"/>
          </a:xfrm>
        </p:grpSpPr>
        <p:sp>
          <p:nvSpPr>
            <p:cNvPr id="16424" name="Freeform 31">
              <a:extLst>
                <a:ext uri="{FF2B5EF4-FFF2-40B4-BE49-F238E27FC236}">
                  <a16:creationId xmlns:a16="http://schemas.microsoft.com/office/drawing/2014/main" id="{75758DA3-682F-435F-8E26-72FE971042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4" y="739"/>
              <a:ext cx="294" cy="641"/>
            </a:xfrm>
            <a:custGeom>
              <a:avLst/>
              <a:gdLst>
                <a:gd name="T0" fmla="*/ 0 w 294"/>
                <a:gd name="T1" fmla="*/ 0 h 641"/>
                <a:gd name="T2" fmla="*/ 294 w 294"/>
                <a:gd name="T3" fmla="*/ 0 h 641"/>
                <a:gd name="T4" fmla="*/ 294 w 294"/>
                <a:gd name="T5" fmla="*/ 641 h 6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4" h="641">
                  <a:moveTo>
                    <a:pt x="0" y="0"/>
                  </a:moveTo>
                  <a:lnTo>
                    <a:pt x="294" y="0"/>
                  </a:lnTo>
                  <a:lnTo>
                    <a:pt x="294" y="641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25" name="Text Box 34">
              <a:extLst>
                <a:ext uri="{FF2B5EF4-FFF2-40B4-BE49-F238E27FC236}">
                  <a16:creationId xmlns:a16="http://schemas.microsoft.com/office/drawing/2014/main" id="{72C4407E-FADD-4BD7-847C-32E907628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6" y="1260"/>
              <a:ext cx="57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</p:grpSp>
      <p:sp>
        <p:nvSpPr>
          <p:cNvPr id="23588" name="Text Box 36">
            <a:extLst>
              <a:ext uri="{FF2B5EF4-FFF2-40B4-BE49-F238E27FC236}">
                <a16:creationId xmlns:a16="http://schemas.microsoft.com/office/drawing/2014/main" id="{6F70CE59-04E9-4D27-ADAD-B5505A87E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281" y="2809085"/>
            <a:ext cx="655637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输出高电平电流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拉电流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400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A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pSp>
        <p:nvGrpSpPr>
          <p:cNvPr id="23630" name="Group 78">
            <a:extLst>
              <a:ext uri="{FF2B5EF4-FFF2-40B4-BE49-F238E27FC236}">
                <a16:creationId xmlns:a16="http://schemas.microsoft.com/office/drawing/2014/main" id="{E2135373-0D90-4632-AF5E-E345D02DF2D4}"/>
              </a:ext>
            </a:extLst>
          </p:cNvPr>
          <p:cNvGrpSpPr>
            <a:grpSpLocks/>
          </p:cNvGrpSpPr>
          <p:nvPr/>
        </p:nvGrpSpPr>
        <p:grpSpPr bwMode="auto">
          <a:xfrm>
            <a:off x="433072" y="785813"/>
            <a:ext cx="2241550" cy="1871665"/>
            <a:chOff x="1034" y="587"/>
            <a:chExt cx="1412" cy="1179"/>
          </a:xfrm>
        </p:grpSpPr>
        <p:grpSp>
          <p:nvGrpSpPr>
            <p:cNvPr id="16410" name="Group 63">
              <a:extLst>
                <a:ext uri="{FF2B5EF4-FFF2-40B4-BE49-F238E27FC236}">
                  <a16:creationId xmlns:a16="http://schemas.microsoft.com/office/drawing/2014/main" id="{A87E4DFA-B182-4739-858B-68BA4E64B5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34" y="587"/>
              <a:ext cx="1412" cy="1179"/>
              <a:chOff x="1034" y="587"/>
              <a:chExt cx="1412" cy="1179"/>
            </a:xfrm>
          </p:grpSpPr>
          <p:sp>
            <p:nvSpPr>
              <p:cNvPr id="16412" name="Rectangle 64">
                <a:extLst>
                  <a:ext uri="{FF2B5EF4-FFF2-40B4-BE49-F238E27FC236}">
                    <a16:creationId xmlns:a16="http://schemas.microsoft.com/office/drawing/2014/main" id="{87C72E6C-AFCE-4FDA-8276-1C82AC86BD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4" y="750"/>
                <a:ext cx="261" cy="41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13" name="Oval 65">
                <a:extLst>
                  <a:ext uri="{FF2B5EF4-FFF2-40B4-BE49-F238E27FC236}">
                    <a16:creationId xmlns:a16="http://schemas.microsoft.com/office/drawing/2014/main" id="{47BB1768-9A3A-4DB3-9C00-D17C1443C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" y="892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14" name="Line 66">
                <a:extLst>
                  <a:ext uri="{FF2B5EF4-FFF2-40B4-BE49-F238E27FC236}">
                    <a16:creationId xmlns:a16="http://schemas.microsoft.com/office/drawing/2014/main" id="{C76CEABB-A547-4F3C-A1A1-EC8FDF3FBD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935"/>
                <a:ext cx="3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15" name="Freeform 67">
                <a:extLst>
                  <a:ext uri="{FF2B5EF4-FFF2-40B4-BE49-F238E27FC236}">
                    <a16:creationId xmlns:a16="http://schemas.microsoft.com/office/drawing/2014/main" id="{73B9E9EB-7BB6-498F-B372-1331B68B2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8" y="929"/>
                <a:ext cx="316" cy="837"/>
              </a:xfrm>
              <a:custGeom>
                <a:avLst/>
                <a:gdLst>
                  <a:gd name="T0" fmla="*/ 0 w 316"/>
                  <a:gd name="T1" fmla="*/ 0 h 565"/>
                  <a:gd name="T2" fmla="*/ 229 w 316"/>
                  <a:gd name="T3" fmla="*/ 0 h 565"/>
                  <a:gd name="T4" fmla="*/ 229 w 316"/>
                  <a:gd name="T5" fmla="*/ 1655 h 565"/>
                  <a:gd name="T6" fmla="*/ 316 w 316"/>
                  <a:gd name="T7" fmla="*/ 1655 h 565"/>
                  <a:gd name="T8" fmla="*/ 142 w 316"/>
                  <a:gd name="T9" fmla="*/ 1655 h 5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6" h="565">
                    <a:moveTo>
                      <a:pt x="0" y="0"/>
                    </a:moveTo>
                    <a:lnTo>
                      <a:pt x="229" y="0"/>
                    </a:lnTo>
                    <a:lnTo>
                      <a:pt x="229" y="565"/>
                    </a:lnTo>
                    <a:lnTo>
                      <a:pt x="316" y="565"/>
                    </a:lnTo>
                    <a:lnTo>
                      <a:pt x="142" y="565"/>
                    </a:lnTo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16" name="Text Box 68">
                <a:extLst>
                  <a:ext uri="{FF2B5EF4-FFF2-40B4-BE49-F238E27FC236}">
                    <a16:creationId xmlns:a16="http://schemas.microsoft.com/office/drawing/2014/main" id="{D9E529CB-675D-467A-9DA8-998734DF6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34" y="674"/>
                <a:ext cx="54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“0”</a:t>
                </a:r>
              </a:p>
            </p:txBody>
          </p:sp>
          <p:sp>
            <p:nvSpPr>
              <p:cNvPr id="16417" name="Text Box 69">
                <a:extLst>
                  <a:ext uri="{FF2B5EF4-FFF2-40B4-BE49-F238E27FC236}">
                    <a16:creationId xmlns:a16="http://schemas.microsoft.com/office/drawing/2014/main" id="{E0D47A11-A974-4C06-8FA0-A50AD16B0B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3" y="587"/>
                <a:ext cx="543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“1”</a:t>
                </a:r>
              </a:p>
            </p:txBody>
          </p:sp>
          <p:sp>
            <p:nvSpPr>
              <p:cNvPr id="16418" name="Text Box 70">
                <a:extLst>
                  <a:ext uri="{FF2B5EF4-FFF2-40B4-BE49-F238E27FC236}">
                    <a16:creationId xmlns:a16="http://schemas.microsoft.com/office/drawing/2014/main" id="{AC864EBE-1804-4ACD-A88E-69AFAC345D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59" y="1327"/>
                <a:ext cx="304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19" name="Oval 71">
                <a:extLst>
                  <a:ext uri="{FF2B5EF4-FFF2-40B4-BE49-F238E27FC236}">
                    <a16:creationId xmlns:a16="http://schemas.microsoft.com/office/drawing/2014/main" id="{E67AB98B-455E-4006-951B-D7C599B5F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8" y="1393"/>
                <a:ext cx="250" cy="25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20" name="Line 72">
                <a:extLst>
                  <a:ext uri="{FF2B5EF4-FFF2-40B4-BE49-F238E27FC236}">
                    <a16:creationId xmlns:a16="http://schemas.microsoft.com/office/drawing/2014/main" id="{0CBBF314-7F0B-4E03-AD40-CD69322671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30" y="1459"/>
                <a:ext cx="174" cy="17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21" name="Line 73">
                <a:extLst>
                  <a:ext uri="{FF2B5EF4-FFF2-40B4-BE49-F238E27FC236}">
                    <a16:creationId xmlns:a16="http://schemas.microsoft.com/office/drawing/2014/main" id="{2F602841-C70C-409C-B1A7-988903C81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2" y="1433"/>
                <a:ext cx="174" cy="17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22" name="Rectangle 74">
                <a:extLst>
                  <a:ext uri="{FF2B5EF4-FFF2-40B4-BE49-F238E27FC236}">
                    <a16:creationId xmlns:a16="http://schemas.microsoft.com/office/drawing/2014/main" id="{9D3903B3-F535-4169-88E8-DCB567A0B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4" y="970"/>
                <a:ext cx="115" cy="331"/>
              </a:xfrm>
              <a:prstGeom prst="rect">
                <a:avLst/>
              </a:prstGeom>
              <a:solidFill>
                <a:srgbClr val="FFFF99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423" name="Text Box 75">
                <a:extLst>
                  <a:ext uri="{FF2B5EF4-FFF2-40B4-BE49-F238E27FC236}">
                    <a16:creationId xmlns:a16="http://schemas.microsoft.com/office/drawing/2014/main" id="{0D42A196-FC5B-4406-B5B7-32CD8D1E3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5" y="999"/>
                <a:ext cx="30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endPara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6411" name="Text Box 76">
              <a:extLst>
                <a:ext uri="{FF2B5EF4-FFF2-40B4-BE49-F238E27FC236}">
                  <a16:creationId xmlns:a16="http://schemas.microsoft.com/office/drawing/2014/main" id="{AB4AD317-4136-48D3-B17A-FCF43D751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4" y="760"/>
              <a:ext cx="22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23632" name="Text Box 80">
            <a:extLst>
              <a:ext uri="{FF2B5EF4-FFF2-40B4-BE49-F238E27FC236}">
                <a16:creationId xmlns:a16="http://schemas.microsoft.com/office/drawing/2014/main" id="{71F613A4-0684-4E30-B68F-9AF88AC7F2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3487738"/>
            <a:ext cx="29337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拉电流负载特性</a:t>
            </a:r>
          </a:p>
        </p:txBody>
      </p:sp>
      <p:grpSp>
        <p:nvGrpSpPr>
          <p:cNvPr id="23653" name="Group 101">
            <a:extLst>
              <a:ext uri="{FF2B5EF4-FFF2-40B4-BE49-F238E27FC236}">
                <a16:creationId xmlns:a16="http://schemas.microsoft.com/office/drawing/2014/main" id="{57153034-D02F-48B7-8BAD-265AE2CC562F}"/>
              </a:ext>
            </a:extLst>
          </p:cNvPr>
          <p:cNvGrpSpPr>
            <a:grpSpLocks/>
          </p:cNvGrpSpPr>
          <p:nvPr/>
        </p:nvGrpSpPr>
        <p:grpSpPr bwMode="auto">
          <a:xfrm>
            <a:off x="2105026" y="3689350"/>
            <a:ext cx="6469063" cy="2787650"/>
            <a:chOff x="1326" y="2324"/>
            <a:chExt cx="4075" cy="1756"/>
          </a:xfrm>
        </p:grpSpPr>
        <p:sp>
          <p:nvSpPr>
            <p:cNvPr id="16393" name="Line 81">
              <a:extLst>
                <a:ext uri="{FF2B5EF4-FFF2-40B4-BE49-F238E27FC236}">
                  <a16:creationId xmlns:a16="http://schemas.microsoft.com/office/drawing/2014/main" id="{1D394080-3A73-447E-A325-2FE4CFFDF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3684"/>
              <a:ext cx="22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4" name="Line 82">
              <a:extLst>
                <a:ext uri="{FF2B5EF4-FFF2-40B4-BE49-F238E27FC236}">
                  <a16:creationId xmlns:a16="http://schemas.microsoft.com/office/drawing/2014/main" id="{572B1530-F91D-46F7-BA7A-05719CBC1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2499"/>
              <a:ext cx="0" cy="117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395" name="Text Box 83">
              <a:extLst>
                <a:ext uri="{FF2B5EF4-FFF2-40B4-BE49-F238E27FC236}">
                  <a16:creationId xmlns:a16="http://schemas.microsoft.com/office/drawing/2014/main" id="{F30EA54B-F6E3-4F45-91A6-9F640A543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3" y="3651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16396" name="Text Box 84">
              <a:extLst>
                <a:ext uri="{FF2B5EF4-FFF2-40B4-BE49-F238E27FC236}">
                  <a16:creationId xmlns:a16="http://schemas.microsoft.com/office/drawing/2014/main" id="{0A4F567C-C2E0-4637-89EF-A171FA32B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" y="3651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16397" name="Text Box 86">
              <a:extLst>
                <a:ext uri="{FF2B5EF4-FFF2-40B4-BE49-F238E27FC236}">
                  <a16:creationId xmlns:a16="http://schemas.microsoft.com/office/drawing/2014/main" id="{F06506FC-3C7C-4F9D-9AC8-74FC69344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3465"/>
              <a:ext cx="945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1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  <a:r>
                <a:rPr kumimoji="1" lang="en-US" altLang="zh-CN" sz="2800" b="1" i="1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m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16398" name="Text Box 87">
              <a:extLst>
                <a:ext uri="{FF2B5EF4-FFF2-40B4-BE49-F238E27FC236}">
                  <a16:creationId xmlns:a16="http://schemas.microsoft.com/office/drawing/2014/main" id="{8C47BB75-763D-4E51-A408-E138C14DF5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423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6399" name="Text Box 88">
              <a:extLst>
                <a:ext uri="{FF2B5EF4-FFF2-40B4-BE49-F238E27FC236}">
                  <a16:creationId xmlns:a16="http://schemas.microsoft.com/office/drawing/2014/main" id="{2B27B63A-940E-49E4-A298-8CCAF50103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162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16400" name="Text Box 89">
              <a:extLst>
                <a:ext uri="{FF2B5EF4-FFF2-40B4-BE49-F238E27FC236}">
                  <a16:creationId xmlns:a16="http://schemas.microsoft.com/office/drawing/2014/main" id="{C630998B-4686-4204-8158-2E3D84053D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901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</a:t>
              </a:r>
            </a:p>
          </p:txBody>
        </p:sp>
        <p:sp>
          <p:nvSpPr>
            <p:cNvPr id="16401" name="Text Box 90">
              <a:extLst>
                <a:ext uri="{FF2B5EF4-FFF2-40B4-BE49-F238E27FC236}">
                  <a16:creationId xmlns:a16="http://schemas.microsoft.com/office/drawing/2014/main" id="{30951B93-F78D-4036-85F3-AD2EF8EE6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2662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16402" name="Text Box 92">
              <a:extLst>
                <a:ext uri="{FF2B5EF4-FFF2-40B4-BE49-F238E27FC236}">
                  <a16:creationId xmlns:a16="http://schemas.microsoft.com/office/drawing/2014/main" id="{6B1535D5-5DAC-4D19-BEF1-B029EE712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0" y="2324"/>
              <a:ext cx="945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/V</a:t>
              </a:r>
            </a:p>
          </p:txBody>
        </p:sp>
        <p:sp>
          <p:nvSpPr>
            <p:cNvPr id="16403" name="Arc 93">
              <a:extLst>
                <a:ext uri="{FF2B5EF4-FFF2-40B4-BE49-F238E27FC236}">
                  <a16:creationId xmlns:a16="http://schemas.microsoft.com/office/drawing/2014/main" id="{5DAF687E-8877-4DA2-BE4E-7374CFD3B1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836"/>
              <a:ext cx="308" cy="140"/>
            </a:xfrm>
            <a:custGeom>
              <a:avLst/>
              <a:gdLst>
                <a:gd name="T0" fmla="*/ 0 w 21126"/>
                <a:gd name="T1" fmla="*/ 0 h 21600"/>
                <a:gd name="T2" fmla="*/ 0 w 21126"/>
                <a:gd name="T3" fmla="*/ 0 h 21600"/>
                <a:gd name="T4" fmla="*/ 0 w 21126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126" h="21600" fill="none" extrusionOk="0">
                  <a:moveTo>
                    <a:pt x="-1" y="0"/>
                  </a:moveTo>
                  <a:cubicBezTo>
                    <a:pt x="10195" y="0"/>
                    <a:pt x="19002" y="7128"/>
                    <a:pt x="21126" y="17099"/>
                  </a:cubicBezTo>
                </a:path>
                <a:path w="21126" h="21600" stroke="0" extrusionOk="0">
                  <a:moveTo>
                    <a:pt x="-1" y="0"/>
                  </a:moveTo>
                  <a:cubicBezTo>
                    <a:pt x="10195" y="0"/>
                    <a:pt x="19002" y="7128"/>
                    <a:pt x="21126" y="170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4" name="Line 94">
              <a:extLst>
                <a:ext uri="{FF2B5EF4-FFF2-40B4-BE49-F238E27FC236}">
                  <a16:creationId xmlns:a16="http://schemas.microsoft.com/office/drawing/2014/main" id="{C9F63BDC-91C5-45A5-B1AD-B7C6FF024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0" y="2934"/>
              <a:ext cx="1348" cy="77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5" name="Line 95">
              <a:extLst>
                <a:ext uri="{FF2B5EF4-FFF2-40B4-BE49-F238E27FC236}">
                  <a16:creationId xmlns:a16="http://schemas.microsoft.com/office/drawing/2014/main" id="{831EF56A-3BBE-4126-9A48-E2B335645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5" y="3119"/>
              <a:ext cx="598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6" name="Line 96">
              <a:extLst>
                <a:ext uri="{FF2B5EF4-FFF2-40B4-BE49-F238E27FC236}">
                  <a16:creationId xmlns:a16="http://schemas.microsoft.com/office/drawing/2014/main" id="{22B914FF-4396-4FF7-B219-1F4A8F037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4" y="3119"/>
              <a:ext cx="0" cy="576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7" name="Text Box 97">
              <a:extLst>
                <a:ext uri="{FF2B5EF4-FFF2-40B4-BE49-F238E27FC236}">
                  <a16:creationId xmlns:a16="http://schemas.microsoft.com/office/drawing/2014/main" id="{CAF2F36A-850D-4D16-9119-B1EA58BA7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0" y="2324"/>
              <a:ext cx="945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/V</a:t>
              </a:r>
            </a:p>
          </p:txBody>
        </p:sp>
        <p:sp>
          <p:nvSpPr>
            <p:cNvPr id="16408" name="Text Box 98">
              <a:extLst>
                <a:ext uri="{FF2B5EF4-FFF2-40B4-BE49-F238E27FC236}">
                  <a16:creationId xmlns:a16="http://schemas.microsoft.com/office/drawing/2014/main" id="{BF4DF621-8A12-45E1-B61A-D3105972C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6" y="3009"/>
              <a:ext cx="1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OHmin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409" name="Text Box 99">
              <a:extLst>
                <a:ext uri="{FF2B5EF4-FFF2-40B4-BE49-F238E27FC236}">
                  <a16:creationId xmlns:a16="http://schemas.microsoft.com/office/drawing/2014/main" id="{0A651372-7C92-4380-9D89-8FA0FDE9F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7" y="3753"/>
              <a:ext cx="1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OHmax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2D4822BB-6B10-4FBC-9864-AE590B19C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19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  <p:grpSp>
        <p:nvGrpSpPr>
          <p:cNvPr id="43" name="Group 51">
            <a:extLst>
              <a:ext uri="{FF2B5EF4-FFF2-40B4-BE49-F238E27FC236}">
                <a16:creationId xmlns:a16="http://schemas.microsoft.com/office/drawing/2014/main" id="{E5E21D9A-C7B0-4944-B049-CF9800089053}"/>
              </a:ext>
            </a:extLst>
          </p:cNvPr>
          <p:cNvGrpSpPr>
            <a:grpSpLocks/>
          </p:cNvGrpSpPr>
          <p:nvPr/>
        </p:nvGrpSpPr>
        <p:grpSpPr bwMode="auto">
          <a:xfrm>
            <a:off x="5011738" y="50808"/>
            <a:ext cx="4195755" cy="2313771"/>
            <a:chOff x="1151" y="581"/>
            <a:chExt cx="4455" cy="2613"/>
          </a:xfrm>
        </p:grpSpPr>
        <p:grpSp>
          <p:nvGrpSpPr>
            <p:cNvPr id="44" name="Group 52">
              <a:extLst>
                <a:ext uri="{FF2B5EF4-FFF2-40B4-BE49-F238E27FC236}">
                  <a16:creationId xmlns:a16="http://schemas.microsoft.com/office/drawing/2014/main" id="{3297C6A0-2850-48EC-B55F-BD52E2E1D8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25" name="Line 53">
                <a:extLst>
                  <a:ext uri="{FF2B5EF4-FFF2-40B4-BE49-F238E27FC236}">
                    <a16:creationId xmlns:a16="http://schemas.microsoft.com/office/drawing/2014/main" id="{C3DFAE8C-FDED-4CF6-BB3D-42A748CE4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Line 54">
                <a:extLst>
                  <a:ext uri="{FF2B5EF4-FFF2-40B4-BE49-F238E27FC236}">
                    <a16:creationId xmlns:a16="http://schemas.microsoft.com/office/drawing/2014/main" id="{28D0D1BE-B177-47A1-BB3E-0938093352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7" name="Line 55">
                <a:extLst>
                  <a:ext uri="{FF2B5EF4-FFF2-40B4-BE49-F238E27FC236}">
                    <a16:creationId xmlns:a16="http://schemas.microsoft.com/office/drawing/2014/main" id="{5BDD991E-35CC-457F-AE6B-5F07AF581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Line 56">
                <a:extLst>
                  <a:ext uri="{FF2B5EF4-FFF2-40B4-BE49-F238E27FC236}">
                    <a16:creationId xmlns:a16="http://schemas.microsoft.com/office/drawing/2014/main" id="{C432551E-DCAC-4714-BC4A-E5313C1FD2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5" name="Group 57">
              <a:extLst>
                <a:ext uri="{FF2B5EF4-FFF2-40B4-BE49-F238E27FC236}">
                  <a16:creationId xmlns:a16="http://schemas.microsoft.com/office/drawing/2014/main" id="{DFB045D1-BF15-420D-9942-265F0ACC5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21" name="Line 58">
                <a:extLst>
                  <a:ext uri="{FF2B5EF4-FFF2-40B4-BE49-F238E27FC236}">
                    <a16:creationId xmlns:a16="http://schemas.microsoft.com/office/drawing/2014/main" id="{0B800827-B33E-4827-BE4E-FEF47D0E3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59">
                <a:extLst>
                  <a:ext uri="{FF2B5EF4-FFF2-40B4-BE49-F238E27FC236}">
                    <a16:creationId xmlns:a16="http://schemas.microsoft.com/office/drawing/2014/main" id="{FD6AB045-C90E-4477-985A-3EE06FA764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3" name="Line 60">
                <a:extLst>
                  <a:ext uri="{FF2B5EF4-FFF2-40B4-BE49-F238E27FC236}">
                    <a16:creationId xmlns:a16="http://schemas.microsoft.com/office/drawing/2014/main" id="{1C36E0E2-DD4D-409D-8D97-4E78EF513B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Line 61">
                <a:extLst>
                  <a:ext uri="{FF2B5EF4-FFF2-40B4-BE49-F238E27FC236}">
                    <a16:creationId xmlns:a16="http://schemas.microsoft.com/office/drawing/2014/main" id="{C49FF007-CEF9-4029-8672-66E96013B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6" name="Group 62">
              <a:extLst>
                <a:ext uri="{FF2B5EF4-FFF2-40B4-BE49-F238E27FC236}">
                  <a16:creationId xmlns:a16="http://schemas.microsoft.com/office/drawing/2014/main" id="{DBDA23AA-79ED-44D3-A542-97A2D9FC68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17" name="Line 63">
                <a:extLst>
                  <a:ext uri="{FF2B5EF4-FFF2-40B4-BE49-F238E27FC236}">
                    <a16:creationId xmlns:a16="http://schemas.microsoft.com/office/drawing/2014/main" id="{6AD86767-50CD-42C4-8031-F3299F0CD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64">
                <a:extLst>
                  <a:ext uri="{FF2B5EF4-FFF2-40B4-BE49-F238E27FC236}">
                    <a16:creationId xmlns:a16="http://schemas.microsoft.com/office/drawing/2014/main" id="{CA25C948-238E-46A3-8236-E3885CBBC5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9" name="Line 65">
                <a:extLst>
                  <a:ext uri="{FF2B5EF4-FFF2-40B4-BE49-F238E27FC236}">
                    <a16:creationId xmlns:a16="http://schemas.microsoft.com/office/drawing/2014/main" id="{A2F67961-CC53-41EC-BA0B-AB0863EB5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66">
                <a:extLst>
                  <a:ext uri="{FF2B5EF4-FFF2-40B4-BE49-F238E27FC236}">
                    <a16:creationId xmlns:a16="http://schemas.microsoft.com/office/drawing/2014/main" id="{563A6B28-54AA-41BE-A549-5708B10BD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7" name="Group 67">
              <a:extLst>
                <a:ext uri="{FF2B5EF4-FFF2-40B4-BE49-F238E27FC236}">
                  <a16:creationId xmlns:a16="http://schemas.microsoft.com/office/drawing/2014/main" id="{972CF2F7-55C5-46D4-9FEF-397AAC6FC9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13" name="Line 68">
                <a:extLst>
                  <a:ext uri="{FF2B5EF4-FFF2-40B4-BE49-F238E27FC236}">
                    <a16:creationId xmlns:a16="http://schemas.microsoft.com/office/drawing/2014/main" id="{D27D4A40-D55A-49F9-A552-EBB60C6A4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Line 69">
                <a:extLst>
                  <a:ext uri="{FF2B5EF4-FFF2-40B4-BE49-F238E27FC236}">
                    <a16:creationId xmlns:a16="http://schemas.microsoft.com/office/drawing/2014/main" id="{752E4ED1-63E2-4B94-BAD2-CBC95E7D0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5" name="Line 70">
                <a:extLst>
                  <a:ext uri="{FF2B5EF4-FFF2-40B4-BE49-F238E27FC236}">
                    <a16:creationId xmlns:a16="http://schemas.microsoft.com/office/drawing/2014/main" id="{24E298CE-2216-4DEC-B1B8-BD8819CEA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Line 71">
                <a:extLst>
                  <a:ext uri="{FF2B5EF4-FFF2-40B4-BE49-F238E27FC236}">
                    <a16:creationId xmlns:a16="http://schemas.microsoft.com/office/drawing/2014/main" id="{DE7B2CF5-9716-47DA-A96F-3710B80BDA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8" name="Group 72">
              <a:extLst>
                <a:ext uri="{FF2B5EF4-FFF2-40B4-BE49-F238E27FC236}">
                  <a16:creationId xmlns:a16="http://schemas.microsoft.com/office/drawing/2014/main" id="{8916C983-37AF-438A-8499-1DD14AF9E4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08" name="Line 73">
                <a:extLst>
                  <a:ext uri="{FF2B5EF4-FFF2-40B4-BE49-F238E27FC236}">
                    <a16:creationId xmlns:a16="http://schemas.microsoft.com/office/drawing/2014/main" id="{8FF0922B-1A0E-4571-B15F-E935329EB1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9" name="Line 74">
                <a:extLst>
                  <a:ext uri="{FF2B5EF4-FFF2-40B4-BE49-F238E27FC236}">
                    <a16:creationId xmlns:a16="http://schemas.microsoft.com/office/drawing/2014/main" id="{6D4A2A81-C704-4BA2-88F6-5DD6F05D5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0" name="Line 75">
                <a:extLst>
                  <a:ext uri="{FF2B5EF4-FFF2-40B4-BE49-F238E27FC236}">
                    <a16:creationId xmlns:a16="http://schemas.microsoft.com/office/drawing/2014/main" id="{E066AE50-A0DD-46CB-A3AB-613581A809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Line 76">
                <a:extLst>
                  <a:ext uri="{FF2B5EF4-FFF2-40B4-BE49-F238E27FC236}">
                    <a16:creationId xmlns:a16="http://schemas.microsoft.com/office/drawing/2014/main" id="{F2932ECD-67E3-42C9-9BFA-2DF6273D2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Line 77">
                <a:extLst>
                  <a:ext uri="{FF2B5EF4-FFF2-40B4-BE49-F238E27FC236}">
                    <a16:creationId xmlns:a16="http://schemas.microsoft.com/office/drawing/2014/main" id="{61B1B5BC-2C5D-4573-BD91-B97EA45AEA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9" name="Rectangle 78">
              <a:extLst>
                <a:ext uri="{FF2B5EF4-FFF2-40B4-BE49-F238E27FC236}">
                  <a16:creationId xmlns:a16="http://schemas.microsoft.com/office/drawing/2014/main" id="{83D56F32-84BC-4FF3-BAD8-7334146822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0" name="Rectangle 79">
              <a:extLst>
                <a:ext uri="{FF2B5EF4-FFF2-40B4-BE49-F238E27FC236}">
                  <a16:creationId xmlns:a16="http://schemas.microsoft.com/office/drawing/2014/main" id="{99B2275C-E2C4-4C26-8AA4-04BD8399C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1" name="Rectangle 80">
              <a:extLst>
                <a:ext uri="{FF2B5EF4-FFF2-40B4-BE49-F238E27FC236}">
                  <a16:creationId xmlns:a16="http://schemas.microsoft.com/office/drawing/2014/main" id="{FFEF37F5-7A34-42B0-A3A6-DE6D89F53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Rectangle 81">
              <a:extLst>
                <a:ext uri="{FF2B5EF4-FFF2-40B4-BE49-F238E27FC236}">
                  <a16:creationId xmlns:a16="http://schemas.microsoft.com/office/drawing/2014/main" id="{21C2B5AE-C414-45FB-AAE8-019C03776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Rectangle 82">
              <a:extLst>
                <a:ext uri="{FF2B5EF4-FFF2-40B4-BE49-F238E27FC236}">
                  <a16:creationId xmlns:a16="http://schemas.microsoft.com/office/drawing/2014/main" id="{67A6430E-3EA6-4061-A729-65978A05EA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Line 83">
              <a:extLst>
                <a:ext uri="{FF2B5EF4-FFF2-40B4-BE49-F238E27FC236}">
                  <a16:creationId xmlns:a16="http://schemas.microsoft.com/office/drawing/2014/main" id="{2EA2E77E-742C-4D32-BF1B-ACDABAC6C4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Line 84">
              <a:extLst>
                <a:ext uri="{FF2B5EF4-FFF2-40B4-BE49-F238E27FC236}">
                  <a16:creationId xmlns:a16="http://schemas.microsoft.com/office/drawing/2014/main" id="{4F7332E6-1975-458E-9D0D-D47C936E3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85">
              <a:extLst>
                <a:ext uri="{FF2B5EF4-FFF2-40B4-BE49-F238E27FC236}">
                  <a16:creationId xmlns:a16="http://schemas.microsoft.com/office/drawing/2014/main" id="{70C0156D-1CEC-40D0-8CC6-FAD7561C2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86">
              <a:extLst>
                <a:ext uri="{FF2B5EF4-FFF2-40B4-BE49-F238E27FC236}">
                  <a16:creationId xmlns:a16="http://schemas.microsoft.com/office/drawing/2014/main" id="{4B5E65E8-7936-4687-8782-F076DE645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87">
              <a:extLst>
                <a:ext uri="{FF2B5EF4-FFF2-40B4-BE49-F238E27FC236}">
                  <a16:creationId xmlns:a16="http://schemas.microsoft.com/office/drawing/2014/main" id="{81A3A7A4-13AA-4A7B-8F03-910A0ABEC6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7" y="1178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88">
              <a:extLst>
                <a:ext uri="{FF2B5EF4-FFF2-40B4-BE49-F238E27FC236}">
                  <a16:creationId xmlns:a16="http://schemas.microsoft.com/office/drawing/2014/main" id="{A07E777F-BFD7-43B6-890E-666AF2F430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89">
              <a:extLst>
                <a:ext uri="{FF2B5EF4-FFF2-40B4-BE49-F238E27FC236}">
                  <a16:creationId xmlns:a16="http://schemas.microsoft.com/office/drawing/2014/main" id="{2A4A7B49-F185-4564-B306-0BD0039DD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90">
              <a:extLst>
                <a:ext uri="{FF2B5EF4-FFF2-40B4-BE49-F238E27FC236}">
                  <a16:creationId xmlns:a16="http://schemas.microsoft.com/office/drawing/2014/main" id="{FCFB628B-96F9-45BB-965E-A74AB4CAE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91">
              <a:extLst>
                <a:ext uri="{FF2B5EF4-FFF2-40B4-BE49-F238E27FC236}">
                  <a16:creationId xmlns:a16="http://schemas.microsoft.com/office/drawing/2014/main" id="{67C69BB9-9742-40C9-AA14-699CA5FF9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Line 92">
              <a:extLst>
                <a:ext uri="{FF2B5EF4-FFF2-40B4-BE49-F238E27FC236}">
                  <a16:creationId xmlns:a16="http://schemas.microsoft.com/office/drawing/2014/main" id="{ADB53665-1ED6-4EB8-90C9-9A9BAF9AB3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93">
              <a:extLst>
                <a:ext uri="{FF2B5EF4-FFF2-40B4-BE49-F238E27FC236}">
                  <a16:creationId xmlns:a16="http://schemas.microsoft.com/office/drawing/2014/main" id="{C979A306-AC4F-447F-B8C0-E8E554C9D7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94">
              <a:extLst>
                <a:ext uri="{FF2B5EF4-FFF2-40B4-BE49-F238E27FC236}">
                  <a16:creationId xmlns:a16="http://schemas.microsoft.com/office/drawing/2014/main" id="{81138C4F-C2A9-465F-9CE2-185DCA72AE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95">
              <a:extLst>
                <a:ext uri="{FF2B5EF4-FFF2-40B4-BE49-F238E27FC236}">
                  <a16:creationId xmlns:a16="http://schemas.microsoft.com/office/drawing/2014/main" id="{75E8C1BF-66D8-435F-AC24-B650BE22F5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Line 96">
              <a:extLst>
                <a:ext uri="{FF2B5EF4-FFF2-40B4-BE49-F238E27FC236}">
                  <a16:creationId xmlns:a16="http://schemas.microsoft.com/office/drawing/2014/main" id="{FF860E1B-9802-4373-A06C-997E5F74DC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97">
              <a:extLst>
                <a:ext uri="{FF2B5EF4-FFF2-40B4-BE49-F238E27FC236}">
                  <a16:creationId xmlns:a16="http://schemas.microsoft.com/office/drawing/2014/main" id="{3B705BFC-AF71-4AE9-9C9A-5CDA410E7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98">
              <a:extLst>
                <a:ext uri="{FF2B5EF4-FFF2-40B4-BE49-F238E27FC236}">
                  <a16:creationId xmlns:a16="http://schemas.microsoft.com/office/drawing/2014/main" id="{06CEA2B7-8CDB-4F6B-AC6F-0697A80835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Line 99">
              <a:extLst>
                <a:ext uri="{FF2B5EF4-FFF2-40B4-BE49-F238E27FC236}">
                  <a16:creationId xmlns:a16="http://schemas.microsoft.com/office/drawing/2014/main" id="{89E03FD9-BC29-45B4-81C7-ECB04D8E18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Line 100">
              <a:extLst>
                <a:ext uri="{FF2B5EF4-FFF2-40B4-BE49-F238E27FC236}">
                  <a16:creationId xmlns:a16="http://schemas.microsoft.com/office/drawing/2014/main" id="{319B90F6-F822-48AD-91D1-DE6D92758A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101">
              <a:extLst>
                <a:ext uri="{FF2B5EF4-FFF2-40B4-BE49-F238E27FC236}">
                  <a16:creationId xmlns:a16="http://schemas.microsoft.com/office/drawing/2014/main" id="{86CCDEDD-A88E-4C34-8B24-1C8F9DDDC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02">
              <a:extLst>
                <a:ext uri="{FF2B5EF4-FFF2-40B4-BE49-F238E27FC236}">
                  <a16:creationId xmlns:a16="http://schemas.microsoft.com/office/drawing/2014/main" id="{F7E5D9F1-6806-4CB5-BD8F-671540573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103">
              <a:extLst>
                <a:ext uri="{FF2B5EF4-FFF2-40B4-BE49-F238E27FC236}">
                  <a16:creationId xmlns:a16="http://schemas.microsoft.com/office/drawing/2014/main" id="{AF193AC6-81B5-4343-ACBD-DF0E1EBD21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Line 104">
              <a:extLst>
                <a:ext uri="{FF2B5EF4-FFF2-40B4-BE49-F238E27FC236}">
                  <a16:creationId xmlns:a16="http://schemas.microsoft.com/office/drawing/2014/main" id="{406F6D86-C6E9-41A5-A2A9-7EAC8B9CE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105">
              <a:extLst>
                <a:ext uri="{FF2B5EF4-FFF2-40B4-BE49-F238E27FC236}">
                  <a16:creationId xmlns:a16="http://schemas.microsoft.com/office/drawing/2014/main" id="{2575C006-5615-44E6-9B11-F9F5ED0444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Line 106">
              <a:extLst>
                <a:ext uri="{FF2B5EF4-FFF2-40B4-BE49-F238E27FC236}">
                  <a16:creationId xmlns:a16="http://schemas.microsoft.com/office/drawing/2014/main" id="{D77DD0D7-78B7-4745-A24C-E7A742D79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Line 107">
              <a:extLst>
                <a:ext uri="{FF2B5EF4-FFF2-40B4-BE49-F238E27FC236}">
                  <a16:creationId xmlns:a16="http://schemas.microsoft.com/office/drawing/2014/main" id="{F7EA7709-6C33-4536-8706-11B25DA94E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Text Box 108">
              <a:extLst>
                <a:ext uri="{FF2B5EF4-FFF2-40B4-BE49-F238E27FC236}">
                  <a16:creationId xmlns:a16="http://schemas.microsoft.com/office/drawing/2014/main" id="{E0E862EE-6212-4771-8168-401A76E5C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581"/>
              <a:ext cx="493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0" name="Text Box 109">
              <a:extLst>
                <a:ext uri="{FF2B5EF4-FFF2-40B4-BE49-F238E27FC236}">
                  <a16:creationId xmlns:a16="http://schemas.microsoft.com/office/drawing/2014/main" id="{6C84D9B4-C559-43D2-A295-611462605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549"/>
              <a:ext cx="275" cy="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1" name="Text Box 110">
              <a:extLst>
                <a:ext uri="{FF2B5EF4-FFF2-40B4-BE49-F238E27FC236}">
                  <a16:creationId xmlns:a16="http://schemas.microsoft.com/office/drawing/2014/main" id="{3F9ECE8B-FF89-4270-B15F-5800C9445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7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2" name="Text Box 111">
              <a:extLst>
                <a:ext uri="{FF2B5EF4-FFF2-40B4-BE49-F238E27FC236}">
                  <a16:creationId xmlns:a16="http://schemas.microsoft.com/office/drawing/2014/main" id="{16636B93-8E26-49BA-81E2-0777BAC74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061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3" name="Text Box 112">
              <a:extLst>
                <a:ext uri="{FF2B5EF4-FFF2-40B4-BE49-F238E27FC236}">
                  <a16:creationId xmlns:a16="http://schemas.microsoft.com/office/drawing/2014/main" id="{5219A2AC-F92F-417E-982C-D4F5EDDF1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86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4" name="Text Box 113">
              <a:extLst>
                <a:ext uri="{FF2B5EF4-FFF2-40B4-BE49-F238E27FC236}">
                  <a16:creationId xmlns:a16="http://schemas.microsoft.com/office/drawing/2014/main" id="{A1F59092-36A4-4AEA-871B-BE6237099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1589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5" name="Text Box 114">
              <a:extLst>
                <a:ext uri="{FF2B5EF4-FFF2-40B4-BE49-F238E27FC236}">
                  <a16:creationId xmlns:a16="http://schemas.microsoft.com/office/drawing/2014/main" id="{D8AFFDAE-5E2B-4FB0-A302-417DBF235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6" name="Text Box 115">
              <a:extLst>
                <a:ext uri="{FF2B5EF4-FFF2-40B4-BE49-F238E27FC236}">
                  <a16:creationId xmlns:a16="http://schemas.microsoft.com/office/drawing/2014/main" id="{91232EB5-E740-48E8-9FA6-0F3DDDB7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589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7" name="Text Box 116">
              <a:extLst>
                <a:ext uri="{FF2B5EF4-FFF2-40B4-BE49-F238E27FC236}">
                  <a16:creationId xmlns:a16="http://schemas.microsoft.com/office/drawing/2014/main" id="{ADE215D7-4912-4B17-9195-950F074BD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2261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88" name="Text Box 117">
              <a:extLst>
                <a:ext uri="{FF2B5EF4-FFF2-40B4-BE49-F238E27FC236}">
                  <a16:creationId xmlns:a16="http://schemas.microsoft.com/office/drawing/2014/main" id="{7D9920A7-6591-4139-93BE-F87E3F87A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2500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9" name="Text Box 118">
              <a:extLst>
                <a:ext uri="{FF2B5EF4-FFF2-40B4-BE49-F238E27FC236}">
                  <a16:creationId xmlns:a16="http://schemas.microsoft.com/office/drawing/2014/main" id="{72C450BF-B431-48C4-AB3C-B5DA814986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547"/>
              <a:ext cx="332" cy="3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0" name="Text Box 119">
              <a:extLst>
                <a:ext uri="{FF2B5EF4-FFF2-40B4-BE49-F238E27FC236}">
                  <a16:creationId xmlns:a16="http://schemas.microsoft.com/office/drawing/2014/main" id="{0E928168-BE47-41E7-92C6-39DB963D97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916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1" name="Line 120">
              <a:extLst>
                <a:ext uri="{FF2B5EF4-FFF2-40B4-BE49-F238E27FC236}">
                  <a16:creationId xmlns:a16="http://schemas.microsoft.com/office/drawing/2014/main" id="{0D7A3120-C50F-46A6-9D7A-2A16F0232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2" name="Text Box 121">
              <a:extLst>
                <a:ext uri="{FF2B5EF4-FFF2-40B4-BE49-F238E27FC236}">
                  <a16:creationId xmlns:a16="http://schemas.microsoft.com/office/drawing/2014/main" id="{0E18549A-97EE-4768-ADA4-2C553081F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937"/>
              <a:ext cx="25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3" name="Oval 122">
              <a:extLst>
                <a:ext uri="{FF2B5EF4-FFF2-40B4-BE49-F238E27FC236}">
                  <a16:creationId xmlns:a16="http://schemas.microsoft.com/office/drawing/2014/main" id="{92F9A8AF-03F5-437C-A2EC-14D275FA6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Oval 123">
              <a:extLst>
                <a:ext uri="{FF2B5EF4-FFF2-40B4-BE49-F238E27FC236}">
                  <a16:creationId xmlns:a16="http://schemas.microsoft.com/office/drawing/2014/main" id="{0302C588-AF9C-478C-87D3-B42D68C26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5" name="Oval 124">
              <a:extLst>
                <a:ext uri="{FF2B5EF4-FFF2-40B4-BE49-F238E27FC236}">
                  <a16:creationId xmlns:a16="http://schemas.microsoft.com/office/drawing/2014/main" id="{CF0925CE-D87A-438D-80D8-3D62E0250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Oval 125">
              <a:extLst>
                <a:ext uri="{FF2B5EF4-FFF2-40B4-BE49-F238E27FC236}">
                  <a16:creationId xmlns:a16="http://schemas.microsoft.com/office/drawing/2014/main" id="{D8BDBBB2-D834-4D6D-8172-4B029E51E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Oval 126">
              <a:extLst>
                <a:ext uri="{FF2B5EF4-FFF2-40B4-BE49-F238E27FC236}">
                  <a16:creationId xmlns:a16="http://schemas.microsoft.com/office/drawing/2014/main" id="{6B31ED0E-E1A7-4F23-BFBA-0F2C358A3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Oval 127">
              <a:extLst>
                <a:ext uri="{FF2B5EF4-FFF2-40B4-BE49-F238E27FC236}">
                  <a16:creationId xmlns:a16="http://schemas.microsoft.com/office/drawing/2014/main" id="{974117A4-03E4-4A70-BE00-1591B3B532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Oval 128">
              <a:extLst>
                <a:ext uri="{FF2B5EF4-FFF2-40B4-BE49-F238E27FC236}">
                  <a16:creationId xmlns:a16="http://schemas.microsoft.com/office/drawing/2014/main" id="{160DF06C-22AE-47FA-B1E8-2F98BF8734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Oval 129">
              <a:extLst>
                <a:ext uri="{FF2B5EF4-FFF2-40B4-BE49-F238E27FC236}">
                  <a16:creationId xmlns:a16="http://schemas.microsoft.com/office/drawing/2014/main" id="{31AD77A5-829A-4047-A848-744BE271A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Oval 130">
              <a:extLst>
                <a:ext uri="{FF2B5EF4-FFF2-40B4-BE49-F238E27FC236}">
                  <a16:creationId xmlns:a16="http://schemas.microsoft.com/office/drawing/2014/main" id="{F69F2528-6F38-443B-A035-A7B15AD05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Oval 131">
              <a:extLst>
                <a:ext uri="{FF2B5EF4-FFF2-40B4-BE49-F238E27FC236}">
                  <a16:creationId xmlns:a16="http://schemas.microsoft.com/office/drawing/2014/main" id="{C43854B6-22C9-485B-9350-D5EADEFF7A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Oval 132">
              <a:extLst>
                <a:ext uri="{FF2B5EF4-FFF2-40B4-BE49-F238E27FC236}">
                  <a16:creationId xmlns:a16="http://schemas.microsoft.com/office/drawing/2014/main" id="{22FA4349-533E-4867-9509-1DAC4F8AC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Oval 133">
              <a:extLst>
                <a:ext uri="{FF2B5EF4-FFF2-40B4-BE49-F238E27FC236}">
                  <a16:creationId xmlns:a16="http://schemas.microsoft.com/office/drawing/2014/main" id="{130016EC-462C-41E6-8E18-73D24A90D2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Oval 134">
              <a:extLst>
                <a:ext uri="{FF2B5EF4-FFF2-40B4-BE49-F238E27FC236}">
                  <a16:creationId xmlns:a16="http://schemas.microsoft.com/office/drawing/2014/main" id="{84A6F6E2-5FC1-4331-A650-ACBBBBB7B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Oval 135">
              <a:extLst>
                <a:ext uri="{FF2B5EF4-FFF2-40B4-BE49-F238E27FC236}">
                  <a16:creationId xmlns:a16="http://schemas.microsoft.com/office/drawing/2014/main" id="{5031E34E-BDD3-486C-838F-E69EAA534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Oval 136">
              <a:extLst>
                <a:ext uri="{FF2B5EF4-FFF2-40B4-BE49-F238E27FC236}">
                  <a16:creationId xmlns:a16="http://schemas.microsoft.com/office/drawing/2014/main" id="{354B83E1-D35D-4673-8AF3-7DC23C657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061728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2000" fill="hold"/>
                                        <p:tgtEl>
                                          <p:spTgt spid="236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2000" fill="hold"/>
                                        <p:tgtEl>
                                          <p:spTgt spid="236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3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82" grpId="0" animBg="1" autoUpdateAnimBg="0"/>
      <p:bldP spid="23588" grpId="0" animBg="1" autoUpdateAnimBg="0"/>
      <p:bldP spid="236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DC2C56C-0842-4594-92DD-0A7272DCB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8763" y="134144"/>
            <a:ext cx="3838575" cy="642938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ysClr val="windowText" lastClr="000000"/>
                </a:solidFill>
              </a:rPr>
              <a:t>灌电流负载</a:t>
            </a:r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4351DA00-997B-48D1-906D-54B044394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8387" y="1648619"/>
            <a:ext cx="2932112" cy="116046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灌电流负载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输出低电平有效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</p:txBody>
      </p:sp>
      <p:grpSp>
        <p:nvGrpSpPr>
          <p:cNvPr id="144389" name="Group 5">
            <a:extLst>
              <a:ext uri="{FF2B5EF4-FFF2-40B4-BE49-F238E27FC236}">
                <a16:creationId xmlns:a16="http://schemas.microsoft.com/office/drawing/2014/main" id="{9BB5C369-E1CC-4651-859E-96018EC14430}"/>
              </a:ext>
            </a:extLst>
          </p:cNvPr>
          <p:cNvGrpSpPr>
            <a:grpSpLocks/>
          </p:cNvGrpSpPr>
          <p:nvPr/>
        </p:nvGrpSpPr>
        <p:grpSpPr bwMode="auto">
          <a:xfrm>
            <a:off x="1722120" y="981075"/>
            <a:ext cx="931863" cy="879475"/>
            <a:chOff x="1760" y="2576"/>
            <a:chExt cx="587" cy="554"/>
          </a:xfrm>
        </p:grpSpPr>
        <p:sp>
          <p:nvSpPr>
            <p:cNvPr id="17450" name="Freeform 6">
              <a:extLst>
                <a:ext uri="{FF2B5EF4-FFF2-40B4-BE49-F238E27FC236}">
                  <a16:creationId xmlns:a16="http://schemas.microsoft.com/office/drawing/2014/main" id="{D57C6796-3B20-4EB6-87CA-B159BB91A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576"/>
              <a:ext cx="370" cy="554"/>
            </a:xfrm>
            <a:custGeom>
              <a:avLst/>
              <a:gdLst>
                <a:gd name="T0" fmla="*/ 370 w 370"/>
                <a:gd name="T1" fmla="*/ 0 h 554"/>
                <a:gd name="T2" fmla="*/ 370 w 370"/>
                <a:gd name="T3" fmla="*/ 554 h 554"/>
                <a:gd name="T4" fmla="*/ 0 w 370"/>
                <a:gd name="T5" fmla="*/ 554 h 5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0" h="554">
                  <a:moveTo>
                    <a:pt x="370" y="0"/>
                  </a:moveTo>
                  <a:lnTo>
                    <a:pt x="370" y="554"/>
                  </a:lnTo>
                  <a:lnTo>
                    <a:pt x="0" y="554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51" name="Text Box 7">
              <a:extLst>
                <a:ext uri="{FF2B5EF4-FFF2-40B4-BE49-F238E27FC236}">
                  <a16:creationId xmlns:a16="http://schemas.microsoft.com/office/drawing/2014/main" id="{A52A565B-7B09-427E-A975-7FE1BD915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0" y="2792"/>
              <a:ext cx="58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sp>
        <p:nvSpPr>
          <p:cNvPr id="144392" name="Text Box 8">
            <a:extLst>
              <a:ext uri="{FF2B5EF4-FFF2-40B4-BE49-F238E27FC236}">
                <a16:creationId xmlns:a16="http://schemas.microsoft.com/office/drawing/2014/main" id="{EA6A4BC9-615D-4820-A3ED-BDC63AF5F5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695" y="2927350"/>
            <a:ext cx="59880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输出低电平电流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灌电流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16mA)</a:t>
            </a:r>
          </a:p>
        </p:txBody>
      </p:sp>
      <p:grpSp>
        <p:nvGrpSpPr>
          <p:cNvPr id="144393" name="Group 9">
            <a:extLst>
              <a:ext uri="{FF2B5EF4-FFF2-40B4-BE49-F238E27FC236}">
                <a16:creationId xmlns:a16="http://schemas.microsoft.com/office/drawing/2014/main" id="{BEA5C555-5BA3-40A1-B912-A1CA1AA4D52D}"/>
              </a:ext>
            </a:extLst>
          </p:cNvPr>
          <p:cNvGrpSpPr>
            <a:grpSpLocks/>
          </p:cNvGrpSpPr>
          <p:nvPr/>
        </p:nvGrpSpPr>
        <p:grpSpPr bwMode="auto">
          <a:xfrm>
            <a:off x="396558" y="530225"/>
            <a:ext cx="3656012" cy="2244725"/>
            <a:chOff x="904" y="2292"/>
            <a:chExt cx="2303" cy="1414"/>
          </a:xfrm>
        </p:grpSpPr>
        <p:grpSp>
          <p:nvGrpSpPr>
            <p:cNvPr id="17433" name="Group 10">
              <a:extLst>
                <a:ext uri="{FF2B5EF4-FFF2-40B4-BE49-F238E27FC236}">
                  <a16:creationId xmlns:a16="http://schemas.microsoft.com/office/drawing/2014/main" id="{631B8E0E-D622-4566-8084-9831C998E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4" y="2292"/>
              <a:ext cx="2303" cy="1414"/>
              <a:chOff x="740" y="2750"/>
              <a:chExt cx="2303" cy="1414"/>
            </a:xfrm>
          </p:grpSpPr>
          <p:sp>
            <p:nvSpPr>
              <p:cNvPr id="17435" name="Text Box 11">
                <a:extLst>
                  <a:ext uri="{FF2B5EF4-FFF2-40B4-BE49-F238E27FC236}">
                    <a16:creationId xmlns:a16="http://schemas.microsoft.com/office/drawing/2014/main" id="{B614CE33-6C87-4958-89D1-74E0BD7F4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7" y="3837"/>
                <a:ext cx="543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“0”</a:t>
                </a:r>
              </a:p>
            </p:txBody>
          </p:sp>
          <p:sp>
            <p:nvSpPr>
              <p:cNvPr id="17436" name="Text Box 12">
                <a:extLst>
                  <a:ext uri="{FF2B5EF4-FFF2-40B4-BE49-F238E27FC236}">
                    <a16:creationId xmlns:a16="http://schemas.microsoft.com/office/drawing/2014/main" id="{69BBBBBA-1378-47F5-9C63-65B96532A7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0" y="3447"/>
                <a:ext cx="543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“1”</a:t>
                </a:r>
              </a:p>
            </p:txBody>
          </p:sp>
          <p:sp>
            <p:nvSpPr>
              <p:cNvPr id="17437" name="Text Box 13">
                <a:extLst>
                  <a:ext uri="{FF2B5EF4-FFF2-40B4-BE49-F238E27FC236}">
                    <a16:creationId xmlns:a16="http://schemas.microsoft.com/office/drawing/2014/main" id="{74126D9F-3600-43E7-9B6D-861C1036E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8" y="3839"/>
                <a:ext cx="30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  <a:endPara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38" name="Rectangle 14">
                <a:extLst>
                  <a:ext uri="{FF2B5EF4-FFF2-40B4-BE49-F238E27FC236}">
                    <a16:creationId xmlns:a16="http://schemas.microsoft.com/office/drawing/2014/main" id="{3BBB1CF3-35B2-495C-BBBF-CA2589FE9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360" y="3522"/>
                <a:ext cx="261" cy="41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39" name="Oval 15">
                <a:extLst>
                  <a:ext uri="{FF2B5EF4-FFF2-40B4-BE49-F238E27FC236}">
                    <a16:creationId xmlns:a16="http://schemas.microsoft.com/office/drawing/2014/main" id="{93FD1291-9701-48B8-A6CA-B0DF8B523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609" y="3706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40" name="Line 16">
                <a:extLst>
                  <a:ext uri="{FF2B5EF4-FFF2-40B4-BE49-F238E27FC236}">
                    <a16:creationId xmlns:a16="http://schemas.microsoft.com/office/drawing/2014/main" id="{F6C0C6BB-7B26-4979-B909-BDFFEEE911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34" y="3750"/>
                <a:ext cx="3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41" name="Freeform 17">
                <a:extLst>
                  <a:ext uri="{FF2B5EF4-FFF2-40B4-BE49-F238E27FC236}">
                    <a16:creationId xmlns:a16="http://schemas.microsoft.com/office/drawing/2014/main" id="{918669BC-CB63-46E8-98E5-16A5DE496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6" y="2989"/>
                <a:ext cx="587" cy="771"/>
              </a:xfrm>
              <a:custGeom>
                <a:avLst/>
                <a:gdLst>
                  <a:gd name="T0" fmla="*/ 0 w 587"/>
                  <a:gd name="T1" fmla="*/ 771 h 771"/>
                  <a:gd name="T2" fmla="*/ 587 w 587"/>
                  <a:gd name="T3" fmla="*/ 771 h 771"/>
                  <a:gd name="T4" fmla="*/ 587 w 587"/>
                  <a:gd name="T5" fmla="*/ 0 h 77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87" h="771">
                    <a:moveTo>
                      <a:pt x="0" y="771"/>
                    </a:moveTo>
                    <a:lnTo>
                      <a:pt x="587" y="771"/>
                    </a:lnTo>
                    <a:lnTo>
                      <a:pt x="587" y="0"/>
                    </a:lnTo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42" name="Oval 18">
                <a:extLst>
                  <a:ext uri="{FF2B5EF4-FFF2-40B4-BE49-F238E27FC236}">
                    <a16:creationId xmlns:a16="http://schemas.microsoft.com/office/drawing/2014/main" id="{CD394FEF-765F-491E-8B68-1864B04467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2250" y="2913"/>
                <a:ext cx="87" cy="8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17443" name="Group 19">
                <a:extLst>
                  <a:ext uri="{FF2B5EF4-FFF2-40B4-BE49-F238E27FC236}">
                    <a16:creationId xmlns:a16="http://schemas.microsoft.com/office/drawing/2014/main" id="{E1196D90-C134-4C87-882E-355931EC46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3" y="3629"/>
                <a:ext cx="250" cy="250"/>
                <a:chOff x="1794" y="3326"/>
                <a:chExt cx="250" cy="250"/>
              </a:xfrm>
            </p:grpSpPr>
            <p:sp>
              <p:nvSpPr>
                <p:cNvPr id="17447" name="Oval 20">
                  <a:extLst>
                    <a:ext uri="{FF2B5EF4-FFF2-40B4-BE49-F238E27FC236}">
                      <a16:creationId xmlns:a16="http://schemas.microsoft.com/office/drawing/2014/main" id="{3976E63F-B349-4323-9F93-1AB65C82F2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1794" y="3326"/>
                  <a:ext cx="250" cy="250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448" name="Line 21">
                  <a:extLst>
                    <a:ext uri="{FF2B5EF4-FFF2-40B4-BE49-F238E27FC236}">
                      <a16:creationId xmlns:a16="http://schemas.microsoft.com/office/drawing/2014/main" id="{5A88BB61-57A5-4D60-90BE-8EFDA6D90B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1843" y="3365"/>
                  <a:ext cx="174" cy="17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7449" name="Line 22">
                  <a:extLst>
                    <a:ext uri="{FF2B5EF4-FFF2-40B4-BE49-F238E27FC236}">
                      <a16:creationId xmlns:a16="http://schemas.microsoft.com/office/drawing/2014/main" id="{BCCBE8A4-4F20-46A9-A90A-70542E438AD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848" y="3360"/>
                  <a:ext cx="174" cy="17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7444" name="Rectangle 23">
                <a:extLst>
                  <a:ext uri="{FF2B5EF4-FFF2-40B4-BE49-F238E27FC236}">
                    <a16:creationId xmlns:a16="http://schemas.microsoft.com/office/drawing/2014/main" id="{D79CF15D-1FBB-4FE3-80B7-AD74F398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3184"/>
                <a:ext cx="108" cy="272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445" name="Text Box 24">
                <a:extLst>
                  <a:ext uri="{FF2B5EF4-FFF2-40B4-BE49-F238E27FC236}">
                    <a16:creationId xmlns:a16="http://schemas.microsoft.com/office/drawing/2014/main" id="{D27D7516-779A-4C2C-8B71-7D6F3AF2C6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5" y="2750"/>
                <a:ext cx="728" cy="330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+5V</a:t>
                </a:r>
              </a:p>
            </p:txBody>
          </p:sp>
          <p:sp>
            <p:nvSpPr>
              <p:cNvPr id="17446" name="Text Box 25">
                <a:extLst>
                  <a:ext uri="{FF2B5EF4-FFF2-40B4-BE49-F238E27FC236}">
                    <a16:creationId xmlns:a16="http://schemas.microsoft.com/office/drawing/2014/main" id="{81D4606B-9642-496B-AC99-2C2AF867B0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4" y="3140"/>
                <a:ext cx="392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</a:p>
            </p:txBody>
          </p:sp>
        </p:grpSp>
        <p:sp>
          <p:nvSpPr>
            <p:cNvPr id="17434" name="Text Box 26">
              <a:extLst>
                <a:ext uri="{FF2B5EF4-FFF2-40B4-BE49-F238E27FC236}">
                  <a16:creationId xmlns:a16="http://schemas.microsoft.com/office/drawing/2014/main" id="{0C2B0D4C-387C-4469-B21A-7017D8B6F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3086"/>
              <a:ext cx="228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144411" name="Text Box 27">
            <a:extLst>
              <a:ext uri="{FF2B5EF4-FFF2-40B4-BE49-F238E27FC236}">
                <a16:creationId xmlns:a16="http://schemas.microsoft.com/office/drawing/2014/main" id="{6F0C115E-B97F-49FE-B03B-176A556C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25" y="3505200"/>
            <a:ext cx="29337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灌电流负载特性</a:t>
            </a:r>
          </a:p>
        </p:txBody>
      </p:sp>
      <p:grpSp>
        <p:nvGrpSpPr>
          <p:cNvPr id="144439" name="Group 55">
            <a:extLst>
              <a:ext uri="{FF2B5EF4-FFF2-40B4-BE49-F238E27FC236}">
                <a16:creationId xmlns:a16="http://schemas.microsoft.com/office/drawing/2014/main" id="{D48F6484-AC84-4F7B-9400-01B28E8A0BE8}"/>
              </a:ext>
            </a:extLst>
          </p:cNvPr>
          <p:cNvGrpSpPr>
            <a:grpSpLocks/>
          </p:cNvGrpSpPr>
          <p:nvPr/>
        </p:nvGrpSpPr>
        <p:grpSpPr bwMode="auto">
          <a:xfrm>
            <a:off x="1930400" y="3689350"/>
            <a:ext cx="6746875" cy="2857500"/>
            <a:chOff x="1216" y="2324"/>
            <a:chExt cx="4250" cy="1800"/>
          </a:xfrm>
        </p:grpSpPr>
        <p:sp>
          <p:nvSpPr>
            <p:cNvPr id="17417" name="Line 29">
              <a:extLst>
                <a:ext uri="{FF2B5EF4-FFF2-40B4-BE49-F238E27FC236}">
                  <a16:creationId xmlns:a16="http://schemas.microsoft.com/office/drawing/2014/main" id="{8238001C-E92D-4D02-978B-7208B844F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3684"/>
              <a:ext cx="22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18" name="Line 30">
              <a:extLst>
                <a:ext uri="{FF2B5EF4-FFF2-40B4-BE49-F238E27FC236}">
                  <a16:creationId xmlns:a16="http://schemas.microsoft.com/office/drawing/2014/main" id="{68BA6581-74F1-49D7-8939-09C27CCBBF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0" y="2499"/>
              <a:ext cx="0" cy="117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lg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19" name="Text Box 31">
              <a:extLst>
                <a:ext uri="{FF2B5EF4-FFF2-40B4-BE49-F238E27FC236}">
                  <a16:creationId xmlns:a16="http://schemas.microsoft.com/office/drawing/2014/main" id="{C5A63CCB-137D-4E5B-86A2-8F3C3A163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662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17420" name="Text Box 32">
              <a:extLst>
                <a:ext uri="{FF2B5EF4-FFF2-40B4-BE49-F238E27FC236}">
                  <a16:creationId xmlns:a16="http://schemas.microsoft.com/office/drawing/2014/main" id="{BF53A732-C448-4FEF-B092-68BECB3A3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2" y="3662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</a:t>
              </a:r>
            </a:p>
          </p:txBody>
        </p:sp>
        <p:sp>
          <p:nvSpPr>
            <p:cNvPr id="17421" name="Text Box 33">
              <a:extLst>
                <a:ext uri="{FF2B5EF4-FFF2-40B4-BE49-F238E27FC236}">
                  <a16:creationId xmlns:a16="http://schemas.microsoft.com/office/drawing/2014/main" id="{51F0E512-C13B-476B-B61E-CBB4FE103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3465"/>
              <a:ext cx="945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1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 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m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17422" name="Text Box 34">
              <a:extLst>
                <a:ext uri="{FF2B5EF4-FFF2-40B4-BE49-F238E27FC236}">
                  <a16:creationId xmlns:a16="http://schemas.microsoft.com/office/drawing/2014/main" id="{0C350398-7831-414C-BF79-54B652353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3348"/>
              <a:ext cx="46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0.1</a:t>
              </a:r>
            </a:p>
          </p:txBody>
        </p:sp>
        <p:sp>
          <p:nvSpPr>
            <p:cNvPr id="17423" name="Text Box 43">
              <a:extLst>
                <a:ext uri="{FF2B5EF4-FFF2-40B4-BE49-F238E27FC236}">
                  <a16:creationId xmlns:a16="http://schemas.microsoft.com/office/drawing/2014/main" id="{C0BDEAE3-4308-4D3A-A4AE-5C50E6D62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1" y="2324"/>
              <a:ext cx="94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1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  <a:r>
                <a:rPr kumimoji="1" lang="en-US" altLang="zh-CN" sz="2800" b="1" i="1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/V</a:t>
              </a:r>
            </a:p>
          </p:txBody>
        </p:sp>
        <p:sp>
          <p:nvSpPr>
            <p:cNvPr id="17424" name="Text Box 44">
              <a:extLst>
                <a:ext uri="{FF2B5EF4-FFF2-40B4-BE49-F238E27FC236}">
                  <a16:creationId xmlns:a16="http://schemas.microsoft.com/office/drawing/2014/main" id="{F926375E-AC03-430C-9CFE-41B01078E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6" y="2608"/>
              <a:ext cx="1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OLmax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25" name="Text Box 45">
              <a:extLst>
                <a:ext uri="{FF2B5EF4-FFF2-40B4-BE49-F238E27FC236}">
                  <a16:creationId xmlns:a16="http://schemas.microsoft.com/office/drawing/2014/main" id="{1DF5A727-3913-48E7-92C9-6A984209C9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3797"/>
              <a:ext cx="793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OLmax</a:t>
              </a:r>
            </a:p>
          </p:txBody>
        </p:sp>
        <p:sp>
          <p:nvSpPr>
            <p:cNvPr id="17426" name="Text Box 46">
              <a:extLst>
                <a:ext uri="{FF2B5EF4-FFF2-40B4-BE49-F238E27FC236}">
                  <a16:creationId xmlns:a16="http://schemas.microsoft.com/office/drawing/2014/main" id="{A5FC85C1-0CC2-4E62-AF67-B865DE8CC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" y="3651"/>
              <a:ext cx="598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</a:t>
              </a:r>
            </a:p>
          </p:txBody>
        </p:sp>
        <p:sp>
          <p:nvSpPr>
            <p:cNvPr id="17427" name="Text Box 47">
              <a:extLst>
                <a:ext uri="{FF2B5EF4-FFF2-40B4-BE49-F238E27FC236}">
                  <a16:creationId xmlns:a16="http://schemas.microsoft.com/office/drawing/2014/main" id="{F7D04AE3-BB2B-4658-80DD-431F6A9A5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3120"/>
              <a:ext cx="46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0.2</a:t>
              </a:r>
            </a:p>
          </p:txBody>
        </p:sp>
        <p:sp>
          <p:nvSpPr>
            <p:cNvPr id="17428" name="Text Box 48">
              <a:extLst>
                <a:ext uri="{FF2B5EF4-FFF2-40B4-BE49-F238E27FC236}">
                  <a16:creationId xmlns:a16="http://schemas.microsoft.com/office/drawing/2014/main" id="{E1155DC2-1F52-40E9-86EE-931B959C51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9" y="2913"/>
              <a:ext cx="46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0.3</a:t>
              </a:r>
            </a:p>
          </p:txBody>
        </p:sp>
        <p:sp>
          <p:nvSpPr>
            <p:cNvPr id="17429" name="Text Box 49">
              <a:extLst>
                <a:ext uri="{FF2B5EF4-FFF2-40B4-BE49-F238E27FC236}">
                  <a16:creationId xmlns:a16="http://schemas.microsoft.com/office/drawing/2014/main" id="{574AA914-1291-4E43-8E14-3311D5D52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2706"/>
              <a:ext cx="46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0.4</a:t>
              </a:r>
            </a:p>
          </p:txBody>
        </p:sp>
        <p:sp>
          <p:nvSpPr>
            <p:cNvPr id="17430" name="Arc 52">
              <a:extLst>
                <a:ext uri="{FF2B5EF4-FFF2-40B4-BE49-F238E27FC236}">
                  <a16:creationId xmlns:a16="http://schemas.microsoft.com/office/drawing/2014/main" id="{656AC84B-23B3-4BE9-8ED1-9206A100D32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250" y="2826"/>
              <a:ext cx="1532" cy="663"/>
            </a:xfrm>
            <a:custGeom>
              <a:avLst/>
              <a:gdLst>
                <a:gd name="T0" fmla="*/ 0 w 21600"/>
                <a:gd name="T1" fmla="*/ 0 h 21600"/>
                <a:gd name="T2" fmla="*/ 1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31" name="Line 53">
              <a:extLst>
                <a:ext uri="{FF2B5EF4-FFF2-40B4-BE49-F238E27FC236}">
                  <a16:creationId xmlns:a16="http://schemas.microsoft.com/office/drawing/2014/main" id="{578A48D1-E3A7-46A5-899F-2EC849DCC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9" y="2847"/>
              <a:ext cx="1521" cy="0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432" name="Line 54">
              <a:extLst>
                <a:ext uri="{FF2B5EF4-FFF2-40B4-BE49-F238E27FC236}">
                  <a16:creationId xmlns:a16="http://schemas.microsoft.com/office/drawing/2014/main" id="{5B4EF897-04FA-4998-87DE-00B248FEE0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2869"/>
              <a:ext cx="0" cy="826"/>
            </a:xfrm>
            <a:prstGeom prst="line">
              <a:avLst/>
            </a:prstGeom>
            <a:noFill/>
            <a:ln w="31750">
              <a:solidFill>
                <a:schemeClr val="accent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D0BAFD6-FB07-4044-8457-D90D948B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20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  <p:grpSp>
        <p:nvGrpSpPr>
          <p:cNvPr id="45" name="Group 51">
            <a:extLst>
              <a:ext uri="{FF2B5EF4-FFF2-40B4-BE49-F238E27FC236}">
                <a16:creationId xmlns:a16="http://schemas.microsoft.com/office/drawing/2014/main" id="{E531B805-5A2C-4425-8419-A375F11D9B9A}"/>
              </a:ext>
            </a:extLst>
          </p:cNvPr>
          <p:cNvGrpSpPr>
            <a:grpSpLocks/>
          </p:cNvGrpSpPr>
          <p:nvPr/>
        </p:nvGrpSpPr>
        <p:grpSpPr bwMode="auto">
          <a:xfrm>
            <a:off x="5036664" y="0"/>
            <a:ext cx="4195755" cy="2313771"/>
            <a:chOff x="1151" y="581"/>
            <a:chExt cx="4455" cy="2613"/>
          </a:xfrm>
        </p:grpSpPr>
        <p:grpSp>
          <p:nvGrpSpPr>
            <p:cNvPr id="46" name="Group 52">
              <a:extLst>
                <a:ext uri="{FF2B5EF4-FFF2-40B4-BE49-F238E27FC236}">
                  <a16:creationId xmlns:a16="http://schemas.microsoft.com/office/drawing/2014/main" id="{7F950325-360C-44A0-A4F0-A72AAA2368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41" y="1610"/>
              <a:ext cx="336" cy="288"/>
              <a:chOff x="2200" y="1610"/>
              <a:chExt cx="336" cy="288"/>
            </a:xfrm>
          </p:grpSpPr>
          <p:sp>
            <p:nvSpPr>
              <p:cNvPr id="127" name="Line 53">
                <a:extLst>
                  <a:ext uri="{FF2B5EF4-FFF2-40B4-BE49-F238E27FC236}">
                    <a16:creationId xmlns:a16="http://schemas.microsoft.com/office/drawing/2014/main" id="{D2C7C28F-EE18-4CB1-9EC6-3DA6138A4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8" name="Line 54">
                <a:extLst>
                  <a:ext uri="{FF2B5EF4-FFF2-40B4-BE49-F238E27FC236}">
                    <a16:creationId xmlns:a16="http://schemas.microsoft.com/office/drawing/2014/main" id="{CD25D59F-09C8-46EF-9A7C-9869D2851B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9" name="Line 55">
                <a:extLst>
                  <a:ext uri="{FF2B5EF4-FFF2-40B4-BE49-F238E27FC236}">
                    <a16:creationId xmlns:a16="http://schemas.microsoft.com/office/drawing/2014/main" id="{30760AE7-A60C-4BC9-AE53-5D133FC157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0" name="Line 56">
                <a:extLst>
                  <a:ext uri="{FF2B5EF4-FFF2-40B4-BE49-F238E27FC236}">
                    <a16:creationId xmlns:a16="http://schemas.microsoft.com/office/drawing/2014/main" id="{88E9D9E4-2F3D-4E51-87BD-953B36B20B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7" name="Group 57">
              <a:extLst>
                <a:ext uri="{FF2B5EF4-FFF2-40B4-BE49-F238E27FC236}">
                  <a16:creationId xmlns:a16="http://schemas.microsoft.com/office/drawing/2014/main" id="{54FFBC3C-C032-4D18-954C-DE2F92B1C7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1610"/>
              <a:ext cx="336" cy="288"/>
              <a:chOff x="3784" y="1610"/>
              <a:chExt cx="336" cy="288"/>
            </a:xfrm>
          </p:grpSpPr>
          <p:sp>
            <p:nvSpPr>
              <p:cNvPr id="123" name="Line 58">
                <a:extLst>
                  <a:ext uri="{FF2B5EF4-FFF2-40B4-BE49-F238E27FC236}">
                    <a16:creationId xmlns:a16="http://schemas.microsoft.com/office/drawing/2014/main" id="{008E3F7D-24B7-4BDD-A574-72E6F48A16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Line 59">
                <a:extLst>
                  <a:ext uri="{FF2B5EF4-FFF2-40B4-BE49-F238E27FC236}">
                    <a16:creationId xmlns:a16="http://schemas.microsoft.com/office/drawing/2014/main" id="{7122F15A-216B-4D8B-AA3D-9D33F5FD38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5" name="Line 60">
                <a:extLst>
                  <a:ext uri="{FF2B5EF4-FFF2-40B4-BE49-F238E27FC236}">
                    <a16:creationId xmlns:a16="http://schemas.microsoft.com/office/drawing/2014/main" id="{B5A4C9DB-246B-4F9F-82B1-EE8FEADC5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6" name="Line 61">
                <a:extLst>
                  <a:ext uri="{FF2B5EF4-FFF2-40B4-BE49-F238E27FC236}">
                    <a16:creationId xmlns:a16="http://schemas.microsoft.com/office/drawing/2014/main" id="{B12B338E-7075-460A-B8AE-387FC7364B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8" name="Group 62">
              <a:extLst>
                <a:ext uri="{FF2B5EF4-FFF2-40B4-BE49-F238E27FC236}">
                  <a16:creationId xmlns:a16="http://schemas.microsoft.com/office/drawing/2014/main" id="{733EC3F1-DCED-4D40-948A-1C930ED7DD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5" y="2186"/>
              <a:ext cx="336" cy="288"/>
              <a:chOff x="3784" y="2186"/>
              <a:chExt cx="336" cy="288"/>
            </a:xfrm>
          </p:grpSpPr>
          <p:sp>
            <p:nvSpPr>
              <p:cNvPr id="119" name="Line 63">
                <a:extLst>
                  <a:ext uri="{FF2B5EF4-FFF2-40B4-BE49-F238E27FC236}">
                    <a16:creationId xmlns:a16="http://schemas.microsoft.com/office/drawing/2014/main" id="{4BB1F0D1-C7E1-4CBF-9E2F-D56A5B338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0" name="Line 64">
                <a:extLst>
                  <a:ext uri="{FF2B5EF4-FFF2-40B4-BE49-F238E27FC236}">
                    <a16:creationId xmlns:a16="http://schemas.microsoft.com/office/drawing/2014/main" id="{0D04345F-4029-4F1D-B101-6FB42C123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" name="Line 65">
                <a:extLst>
                  <a:ext uri="{FF2B5EF4-FFF2-40B4-BE49-F238E27FC236}">
                    <a16:creationId xmlns:a16="http://schemas.microsoft.com/office/drawing/2014/main" id="{82CFD64A-390C-4335-BEB6-C9BDED41D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" name="Line 66">
                <a:extLst>
                  <a:ext uri="{FF2B5EF4-FFF2-40B4-BE49-F238E27FC236}">
                    <a16:creationId xmlns:a16="http://schemas.microsoft.com/office/drawing/2014/main" id="{5F70A5E9-15DA-4589-B769-D873B74FC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9" name="Group 67">
              <a:extLst>
                <a:ext uri="{FF2B5EF4-FFF2-40B4-BE49-F238E27FC236}">
                  <a16:creationId xmlns:a16="http://schemas.microsoft.com/office/drawing/2014/main" id="{978375E9-C75D-4F95-A63A-53920F9B9D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5" y="1274"/>
              <a:ext cx="336" cy="288"/>
              <a:chOff x="2824" y="1274"/>
              <a:chExt cx="336" cy="288"/>
            </a:xfrm>
          </p:grpSpPr>
          <p:sp>
            <p:nvSpPr>
              <p:cNvPr id="115" name="Line 68">
                <a:extLst>
                  <a:ext uri="{FF2B5EF4-FFF2-40B4-BE49-F238E27FC236}">
                    <a16:creationId xmlns:a16="http://schemas.microsoft.com/office/drawing/2014/main" id="{FD535826-78AA-44DD-AF27-04452781C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6" name="Line 69">
                <a:extLst>
                  <a:ext uri="{FF2B5EF4-FFF2-40B4-BE49-F238E27FC236}">
                    <a16:creationId xmlns:a16="http://schemas.microsoft.com/office/drawing/2014/main" id="{D750553D-C0BC-4710-9E29-DB168B5BB4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7" name="Line 70">
                <a:extLst>
                  <a:ext uri="{FF2B5EF4-FFF2-40B4-BE49-F238E27FC236}">
                    <a16:creationId xmlns:a16="http://schemas.microsoft.com/office/drawing/2014/main" id="{6B62E115-F34D-467F-ACFB-1B43CC842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8" name="Line 71">
                <a:extLst>
                  <a:ext uri="{FF2B5EF4-FFF2-40B4-BE49-F238E27FC236}">
                    <a16:creationId xmlns:a16="http://schemas.microsoft.com/office/drawing/2014/main" id="{7CD7C636-90AF-4ACB-A9F0-9C51D06B12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0" name="Group 72">
              <a:extLst>
                <a:ext uri="{FF2B5EF4-FFF2-40B4-BE49-F238E27FC236}">
                  <a16:creationId xmlns:a16="http://schemas.microsoft.com/office/drawing/2014/main" id="{BE93ED4E-BC74-4A71-8CA3-529DF37CFB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562"/>
              <a:ext cx="720" cy="192"/>
              <a:chOff x="1144" y="1562"/>
              <a:chExt cx="720" cy="192"/>
            </a:xfrm>
          </p:grpSpPr>
          <p:sp>
            <p:nvSpPr>
              <p:cNvPr id="110" name="Line 73">
                <a:extLst>
                  <a:ext uri="{FF2B5EF4-FFF2-40B4-BE49-F238E27FC236}">
                    <a16:creationId xmlns:a16="http://schemas.microsoft.com/office/drawing/2014/main" id="{213A11FA-7B0B-4FB6-8CD1-686FD8E22B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1" name="Line 74">
                <a:extLst>
                  <a:ext uri="{FF2B5EF4-FFF2-40B4-BE49-F238E27FC236}">
                    <a16:creationId xmlns:a16="http://schemas.microsoft.com/office/drawing/2014/main" id="{206076FA-C5FA-4EEC-8034-6FF261743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2" name="Line 75">
                <a:extLst>
                  <a:ext uri="{FF2B5EF4-FFF2-40B4-BE49-F238E27FC236}">
                    <a16:creationId xmlns:a16="http://schemas.microsoft.com/office/drawing/2014/main" id="{CB745383-1A88-42E0-B846-AD6A299B2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3" name="Line 76">
                <a:extLst>
                  <a:ext uri="{FF2B5EF4-FFF2-40B4-BE49-F238E27FC236}">
                    <a16:creationId xmlns:a16="http://schemas.microsoft.com/office/drawing/2014/main" id="{B094A539-A190-4B6C-807A-A8A391FE4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4" name="Line 77">
                <a:extLst>
                  <a:ext uri="{FF2B5EF4-FFF2-40B4-BE49-F238E27FC236}">
                    <a16:creationId xmlns:a16="http://schemas.microsoft.com/office/drawing/2014/main" id="{FB10CD45-3F01-4606-904F-6E9693380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51" name="Rectangle 78">
              <a:extLst>
                <a:ext uri="{FF2B5EF4-FFF2-40B4-BE49-F238E27FC236}">
                  <a16:creationId xmlns:a16="http://schemas.microsoft.com/office/drawing/2014/main" id="{3BCA555B-F093-45C8-B821-B5A6681375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03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2" name="Rectangle 79">
              <a:extLst>
                <a:ext uri="{FF2B5EF4-FFF2-40B4-BE49-F238E27FC236}">
                  <a16:creationId xmlns:a16="http://schemas.microsoft.com/office/drawing/2014/main" id="{1F3C9D8B-DA27-408D-A894-9BB8CF577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247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3" name="Rectangle 80">
              <a:extLst>
                <a:ext uri="{FF2B5EF4-FFF2-40B4-BE49-F238E27FC236}">
                  <a16:creationId xmlns:a16="http://schemas.microsoft.com/office/drawing/2014/main" id="{FC5C20E9-5E4C-4C42-8FFC-92D7B6B83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890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4" name="Rectangle 81">
              <a:extLst>
                <a:ext uri="{FF2B5EF4-FFF2-40B4-BE49-F238E27FC236}">
                  <a16:creationId xmlns:a16="http://schemas.microsoft.com/office/drawing/2014/main" id="{421D307F-D0C0-47C9-AF86-6709A6E2E4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3" y="2522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5" name="Rectangle 82">
              <a:extLst>
                <a:ext uri="{FF2B5EF4-FFF2-40B4-BE49-F238E27FC236}">
                  <a16:creationId xmlns:a16="http://schemas.microsoft.com/office/drawing/2014/main" id="{FE91EB3A-17A0-4413-A72E-F04C163DA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9" y="938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6" name="Line 83">
              <a:extLst>
                <a:ext uri="{FF2B5EF4-FFF2-40B4-BE49-F238E27FC236}">
                  <a16:creationId xmlns:a16="http://schemas.microsoft.com/office/drawing/2014/main" id="{1C60F06F-D9A6-4220-AFFE-1426B02CE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1274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7" name="Line 84">
              <a:extLst>
                <a:ext uri="{FF2B5EF4-FFF2-40B4-BE49-F238E27FC236}">
                  <a16:creationId xmlns:a16="http://schemas.microsoft.com/office/drawing/2014/main" id="{8E6E7DFE-4F6A-4E69-9E57-0143298F5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8" name="Line 85">
              <a:extLst>
                <a:ext uri="{FF2B5EF4-FFF2-40B4-BE49-F238E27FC236}">
                  <a16:creationId xmlns:a16="http://schemas.microsoft.com/office/drawing/2014/main" id="{4ECBA0F1-2AAA-400F-98E6-E52E53FF80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746"/>
              <a:ext cx="26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59" name="Line 86">
              <a:extLst>
                <a:ext uri="{FF2B5EF4-FFF2-40B4-BE49-F238E27FC236}">
                  <a16:creationId xmlns:a16="http://schemas.microsoft.com/office/drawing/2014/main" id="{FF593273-56F4-4128-A0CA-F497319A03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8" y="1754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0" name="Line 87">
              <a:extLst>
                <a:ext uri="{FF2B5EF4-FFF2-40B4-BE49-F238E27FC236}">
                  <a16:creationId xmlns:a16="http://schemas.microsoft.com/office/drawing/2014/main" id="{AAF44EEA-98BF-46E2-90AD-1789A6DF03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77" y="1178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1" name="Line 88">
              <a:extLst>
                <a:ext uri="{FF2B5EF4-FFF2-40B4-BE49-F238E27FC236}">
                  <a16:creationId xmlns:a16="http://schemas.microsoft.com/office/drawing/2014/main" id="{B4FDE20F-9ED8-4D2F-831A-8A523C83AB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746"/>
              <a:ext cx="0" cy="19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2" name="Line 89">
              <a:extLst>
                <a:ext uri="{FF2B5EF4-FFF2-40B4-BE49-F238E27FC236}">
                  <a16:creationId xmlns:a16="http://schemas.microsoft.com/office/drawing/2014/main" id="{79E2877C-78C3-487C-86F8-44E95920B5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418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3" name="Line 90">
              <a:extLst>
                <a:ext uri="{FF2B5EF4-FFF2-40B4-BE49-F238E27FC236}">
                  <a16:creationId xmlns:a16="http://schemas.microsoft.com/office/drawing/2014/main" id="{C477FDE5-EA2C-46B0-B30D-D8F50D231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1898"/>
              <a:ext cx="0" cy="5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4" name="Line 91">
              <a:extLst>
                <a:ext uri="{FF2B5EF4-FFF2-40B4-BE49-F238E27FC236}">
                  <a16:creationId xmlns:a16="http://schemas.microsoft.com/office/drawing/2014/main" id="{448018DF-E530-49E4-8E73-43473960E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562"/>
              <a:ext cx="0" cy="96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5" name="Line 92">
              <a:extLst>
                <a:ext uri="{FF2B5EF4-FFF2-40B4-BE49-F238E27FC236}">
                  <a16:creationId xmlns:a16="http://schemas.microsoft.com/office/drawing/2014/main" id="{0356D1CD-0DA7-4F7D-AA20-C024D1CF1F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330"/>
              <a:ext cx="12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6" name="Line 93">
              <a:extLst>
                <a:ext uri="{FF2B5EF4-FFF2-40B4-BE49-F238E27FC236}">
                  <a16:creationId xmlns:a16="http://schemas.microsoft.com/office/drawing/2014/main" id="{9A8DE38E-6A1F-4D9B-AEBE-5D9D02087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894"/>
              <a:ext cx="0" cy="31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7" name="Line 94">
              <a:extLst>
                <a:ext uri="{FF2B5EF4-FFF2-40B4-BE49-F238E27FC236}">
                  <a16:creationId xmlns:a16="http://schemas.microsoft.com/office/drawing/2014/main" id="{A508C74F-D3A5-4D4A-B809-151E71A3F3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754"/>
              <a:ext cx="67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8" name="Line 95">
              <a:extLst>
                <a:ext uri="{FF2B5EF4-FFF2-40B4-BE49-F238E27FC236}">
                  <a16:creationId xmlns:a16="http://schemas.microsoft.com/office/drawing/2014/main" id="{97C2DE50-A9CC-4EBB-BDF0-23705EDE58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746"/>
              <a:ext cx="0" cy="1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9" name="Line 96">
              <a:extLst>
                <a:ext uri="{FF2B5EF4-FFF2-40B4-BE49-F238E27FC236}">
                  <a16:creationId xmlns:a16="http://schemas.microsoft.com/office/drawing/2014/main" id="{E59BBF15-29A7-4898-BC1C-BE68BCEA6B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1130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0" name="Line 97">
              <a:extLst>
                <a:ext uri="{FF2B5EF4-FFF2-40B4-BE49-F238E27FC236}">
                  <a16:creationId xmlns:a16="http://schemas.microsoft.com/office/drawing/2014/main" id="{306DC3D0-0BE6-47B4-9785-32C52A007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1274"/>
              <a:ext cx="9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1" name="Line 98">
              <a:extLst>
                <a:ext uri="{FF2B5EF4-FFF2-40B4-BE49-F238E27FC236}">
                  <a16:creationId xmlns:a16="http://schemas.microsoft.com/office/drawing/2014/main" id="{B22805C0-A13C-4BD1-84D8-DC78675369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1" y="2762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2" name="Line 99">
              <a:extLst>
                <a:ext uri="{FF2B5EF4-FFF2-40B4-BE49-F238E27FC236}">
                  <a16:creationId xmlns:a16="http://schemas.microsoft.com/office/drawing/2014/main" id="{32C7530E-DD55-4A14-B6D2-42E122409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2714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3" name="Line 100">
              <a:extLst>
                <a:ext uri="{FF2B5EF4-FFF2-40B4-BE49-F238E27FC236}">
                  <a16:creationId xmlns:a16="http://schemas.microsoft.com/office/drawing/2014/main" id="{734FCCBD-7D8A-44E4-8BCB-987BF0FAB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474"/>
              <a:ext cx="0" cy="72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Line 101">
              <a:extLst>
                <a:ext uri="{FF2B5EF4-FFF2-40B4-BE49-F238E27FC236}">
                  <a16:creationId xmlns:a16="http://schemas.microsoft.com/office/drawing/2014/main" id="{472D4BF0-960A-40CB-B0B7-A17C268EA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7" y="3050"/>
              <a:ext cx="15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Line 102">
              <a:extLst>
                <a:ext uri="{FF2B5EF4-FFF2-40B4-BE49-F238E27FC236}">
                  <a16:creationId xmlns:a16="http://schemas.microsoft.com/office/drawing/2014/main" id="{BE0A9F8E-3D49-412B-BD8E-1CEDD4CBB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65" y="3192"/>
              <a:ext cx="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Line 103">
              <a:extLst>
                <a:ext uri="{FF2B5EF4-FFF2-40B4-BE49-F238E27FC236}">
                  <a16:creationId xmlns:a16="http://schemas.microsoft.com/office/drawing/2014/main" id="{4612AB08-20E9-44B5-8E4D-908F2D7DC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75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Line 104">
              <a:extLst>
                <a:ext uri="{FF2B5EF4-FFF2-40B4-BE49-F238E27FC236}">
                  <a16:creationId xmlns:a16="http://schemas.microsoft.com/office/drawing/2014/main" id="{19C37895-0714-48B9-97ED-2B244642C2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1" y="1754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Line 105">
              <a:extLst>
                <a:ext uri="{FF2B5EF4-FFF2-40B4-BE49-F238E27FC236}">
                  <a16:creationId xmlns:a16="http://schemas.microsoft.com/office/drawing/2014/main" id="{FA251041-D380-4CFA-BB32-B0E83F4545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994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Line 106">
              <a:extLst>
                <a:ext uri="{FF2B5EF4-FFF2-40B4-BE49-F238E27FC236}">
                  <a16:creationId xmlns:a16="http://schemas.microsoft.com/office/drawing/2014/main" id="{74FCE68C-2A2F-46B9-A2F4-94B33B6BED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5" y="1754"/>
              <a:ext cx="0" cy="4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Line 107">
              <a:extLst>
                <a:ext uri="{FF2B5EF4-FFF2-40B4-BE49-F238E27FC236}">
                  <a16:creationId xmlns:a16="http://schemas.microsoft.com/office/drawing/2014/main" id="{A6A01BFF-6FF3-4820-9830-FCDD5D0977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1" y="2234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Text Box 108">
              <a:extLst>
                <a:ext uri="{FF2B5EF4-FFF2-40B4-BE49-F238E27FC236}">
                  <a16:creationId xmlns:a16="http://schemas.microsoft.com/office/drawing/2014/main" id="{EC78EA54-71C3-4CED-87E1-E87072272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7" y="581"/>
              <a:ext cx="493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2" name="Text Box 109">
              <a:extLst>
                <a:ext uri="{FF2B5EF4-FFF2-40B4-BE49-F238E27FC236}">
                  <a16:creationId xmlns:a16="http://schemas.microsoft.com/office/drawing/2014/main" id="{DB9538EC-EBCD-426A-BA2E-1BD333F3C2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1" y="1549"/>
              <a:ext cx="275" cy="86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3" name="Text Box 110">
              <a:extLst>
                <a:ext uri="{FF2B5EF4-FFF2-40B4-BE49-F238E27FC236}">
                  <a16:creationId xmlns:a16="http://schemas.microsoft.com/office/drawing/2014/main" id="{E87BCCAC-E23F-476D-AAD5-1640598F6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7" y="167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4" name="Text Box 111">
              <a:extLst>
                <a:ext uri="{FF2B5EF4-FFF2-40B4-BE49-F238E27FC236}">
                  <a16:creationId xmlns:a16="http://schemas.microsoft.com/office/drawing/2014/main" id="{F146C3F4-3E54-47F4-A717-C166B0D04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3" y="1061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5" name="Text Box 112">
              <a:extLst>
                <a:ext uri="{FF2B5EF4-FFF2-40B4-BE49-F238E27FC236}">
                  <a16:creationId xmlns:a16="http://schemas.microsoft.com/office/drawing/2014/main" id="{17D5C7AD-F19F-44BD-8034-48A8D993E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2" y="86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6" name="Text Box 113">
              <a:extLst>
                <a:ext uri="{FF2B5EF4-FFF2-40B4-BE49-F238E27FC236}">
                  <a16:creationId xmlns:a16="http://schemas.microsoft.com/office/drawing/2014/main" id="{FD7C6475-1CC4-4360-8495-68E9BA8892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7" y="1589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7" name="Text Box 114">
              <a:extLst>
                <a:ext uri="{FF2B5EF4-FFF2-40B4-BE49-F238E27FC236}">
                  <a16:creationId xmlns:a16="http://schemas.microsoft.com/office/drawing/2014/main" id="{15BD6E7E-E05B-4E6D-A6D9-71891E37B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1348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8" name="Text Box 115">
              <a:extLst>
                <a:ext uri="{FF2B5EF4-FFF2-40B4-BE49-F238E27FC236}">
                  <a16:creationId xmlns:a16="http://schemas.microsoft.com/office/drawing/2014/main" id="{EB33D8DF-E69C-4723-90BB-24F3A8E97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1589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89" name="Text Box 116">
              <a:extLst>
                <a:ext uri="{FF2B5EF4-FFF2-40B4-BE49-F238E27FC236}">
                  <a16:creationId xmlns:a16="http://schemas.microsoft.com/office/drawing/2014/main" id="{1FACFE58-73E2-4229-AC23-94057E8B71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" y="2261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90" name="Text Box 117">
              <a:extLst>
                <a:ext uri="{FF2B5EF4-FFF2-40B4-BE49-F238E27FC236}">
                  <a16:creationId xmlns:a16="http://schemas.microsoft.com/office/drawing/2014/main" id="{718E7DCC-0A8F-477C-9DC7-20AD09BA9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4" y="2500"/>
              <a:ext cx="330" cy="3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1" name="Text Box 118">
              <a:extLst>
                <a:ext uri="{FF2B5EF4-FFF2-40B4-BE49-F238E27FC236}">
                  <a16:creationId xmlns:a16="http://schemas.microsoft.com/office/drawing/2014/main" id="{84ED616E-AB84-4188-A82E-6804ABC2AE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7" y="2547"/>
              <a:ext cx="332" cy="3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2" name="Text Box 119">
              <a:extLst>
                <a:ext uri="{FF2B5EF4-FFF2-40B4-BE49-F238E27FC236}">
                  <a16:creationId xmlns:a16="http://schemas.microsoft.com/office/drawing/2014/main" id="{EF225DD5-7C7E-4F83-A904-F899AE1031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916"/>
              <a:ext cx="33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3" name="Line 120">
              <a:extLst>
                <a:ext uri="{FF2B5EF4-FFF2-40B4-BE49-F238E27FC236}">
                  <a16:creationId xmlns:a16="http://schemas.microsoft.com/office/drawing/2014/main" id="{A47C8F9B-D6C3-4484-8FCB-3F1E75AEC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1" y="2090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4" name="Text Box 121">
              <a:extLst>
                <a:ext uri="{FF2B5EF4-FFF2-40B4-BE49-F238E27FC236}">
                  <a16:creationId xmlns:a16="http://schemas.microsoft.com/office/drawing/2014/main" id="{E1DE32BC-9692-432B-ACDE-5B70132D27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937"/>
              <a:ext cx="250" cy="331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95" name="Oval 122">
              <a:extLst>
                <a:ext uri="{FF2B5EF4-FFF2-40B4-BE49-F238E27FC236}">
                  <a16:creationId xmlns:a16="http://schemas.microsoft.com/office/drawing/2014/main" id="{9C845811-43E7-45FC-80AA-2C277671D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721"/>
              <a:ext cx="48" cy="48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6" name="Oval 123">
              <a:extLst>
                <a:ext uri="{FF2B5EF4-FFF2-40B4-BE49-F238E27FC236}">
                  <a16:creationId xmlns:a16="http://schemas.microsoft.com/office/drawing/2014/main" id="{817B63DF-4FBD-4A06-9AC3-D501C6315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8" y="17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7" name="Oval 124">
              <a:extLst>
                <a:ext uri="{FF2B5EF4-FFF2-40B4-BE49-F238E27FC236}">
                  <a16:creationId xmlns:a16="http://schemas.microsoft.com/office/drawing/2014/main" id="{2816AF83-14CF-4FE9-9048-B4007B7A0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1966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8" name="Oval 125">
              <a:extLst>
                <a:ext uri="{FF2B5EF4-FFF2-40B4-BE49-F238E27FC236}">
                  <a16:creationId xmlns:a16="http://schemas.microsoft.com/office/drawing/2014/main" id="{B041F6DB-2904-4587-9C76-18A3A64DC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220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9" name="Oval 126">
              <a:extLst>
                <a:ext uri="{FF2B5EF4-FFF2-40B4-BE49-F238E27FC236}">
                  <a16:creationId xmlns:a16="http://schemas.microsoft.com/office/drawing/2014/main" id="{86B05328-7EEA-4D3B-B9B2-43D85945C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1" y="2031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" name="Oval 127">
              <a:extLst>
                <a:ext uri="{FF2B5EF4-FFF2-40B4-BE49-F238E27FC236}">
                  <a16:creationId xmlns:a16="http://schemas.microsoft.com/office/drawing/2014/main" id="{99BF90FD-6616-47A4-BF80-2A7112EE9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" y="695"/>
              <a:ext cx="77" cy="7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" name="Oval 128">
              <a:extLst>
                <a:ext uri="{FF2B5EF4-FFF2-40B4-BE49-F238E27FC236}">
                  <a16:creationId xmlns:a16="http://schemas.microsoft.com/office/drawing/2014/main" id="{EF1F71AC-06B6-4CEB-9FED-F05CBE2C96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1369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Oval 129">
              <a:extLst>
                <a:ext uri="{FF2B5EF4-FFF2-40B4-BE49-F238E27FC236}">
                  <a16:creationId xmlns:a16="http://schemas.microsoft.com/office/drawing/2014/main" id="{DC3793BF-DBCA-4FC3-B634-7AD93FA02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2281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3" name="Oval 130">
              <a:extLst>
                <a:ext uri="{FF2B5EF4-FFF2-40B4-BE49-F238E27FC236}">
                  <a16:creationId xmlns:a16="http://schemas.microsoft.com/office/drawing/2014/main" id="{FC407D86-E443-4612-99CD-10E7A3734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1695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" name="Oval 131">
              <a:extLst>
                <a:ext uri="{FF2B5EF4-FFF2-40B4-BE49-F238E27FC236}">
                  <a16:creationId xmlns:a16="http://schemas.microsoft.com/office/drawing/2014/main" id="{E1E29B3B-67C0-4A50-B747-A932EAD59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4" y="122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" name="Oval 132">
              <a:extLst>
                <a:ext uri="{FF2B5EF4-FFF2-40B4-BE49-F238E27FC236}">
                  <a16:creationId xmlns:a16="http://schemas.microsoft.com/office/drawing/2014/main" id="{72EAEF52-220A-48FE-87E6-9D917B566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2042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6" name="Oval 133">
              <a:extLst>
                <a:ext uri="{FF2B5EF4-FFF2-40B4-BE49-F238E27FC236}">
                  <a16:creationId xmlns:a16="http://schemas.microsoft.com/office/drawing/2014/main" id="{AF6EA5B5-398C-49A1-B9B7-80C6E625A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7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7" name="Oval 134">
              <a:extLst>
                <a:ext uri="{FF2B5EF4-FFF2-40B4-BE49-F238E27FC236}">
                  <a16:creationId xmlns:a16="http://schemas.microsoft.com/office/drawing/2014/main" id="{6AD2E9B4-3DDF-4683-A771-3ECC46AE86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3" y="3010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8" name="Oval 135">
              <a:extLst>
                <a:ext uri="{FF2B5EF4-FFF2-40B4-BE49-F238E27FC236}">
                  <a16:creationId xmlns:a16="http://schemas.microsoft.com/office/drawing/2014/main" id="{541D3FB9-B456-4223-9EC6-0265DD72D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7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9" name="Oval 136">
              <a:extLst>
                <a:ext uri="{FF2B5EF4-FFF2-40B4-BE49-F238E27FC236}">
                  <a16:creationId xmlns:a16="http://schemas.microsoft.com/office/drawing/2014/main" id="{94B1AFD1-8E80-420D-9BB0-D3DBCA8B8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17"/>
              <a:ext cx="77" cy="7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27009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2000" fill="hold"/>
                                        <p:tgtEl>
                                          <p:spTgt spid="144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14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8" grpId="0" animBg="1" autoUpdateAnimBg="0"/>
      <p:bldP spid="144392" grpId="0" animBg="1" autoUpdateAnimBg="0"/>
      <p:bldP spid="1444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29A00016-4B68-41DA-8F91-67C6CDD76F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4650" y="609600"/>
            <a:ext cx="2336800" cy="53975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ysClr val="windowText" lastClr="000000"/>
                </a:solidFill>
              </a:rPr>
              <a:t>门电路级联：</a:t>
            </a:r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E99EF7AA-F9B1-4CE9-8147-996B985E8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0663" y="206375"/>
            <a:ext cx="5745162" cy="1373188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前一个器件的输出就是后一个器件的输入，后一个是前一个的负载，两者要相互影响。</a:t>
            </a:r>
          </a:p>
        </p:txBody>
      </p:sp>
      <p:sp>
        <p:nvSpPr>
          <p:cNvPr id="22566" name="Line 38">
            <a:extLst>
              <a:ext uri="{FF2B5EF4-FFF2-40B4-BE49-F238E27FC236}">
                <a16:creationId xmlns:a16="http://schemas.microsoft.com/office/drawing/2014/main" id="{3C7AD4E4-DC85-4C4F-A762-537D7B2CEB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2388" y="3449638"/>
            <a:ext cx="0" cy="316865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70" name="Text Box 42">
            <a:extLst>
              <a:ext uri="{FF2B5EF4-FFF2-40B4-BE49-F238E27FC236}">
                <a16:creationId xmlns:a16="http://schemas.microsoft.com/office/drawing/2014/main" id="{4924A95A-919D-4455-AA52-43507142C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5413" y="4457700"/>
            <a:ext cx="8731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0" name="Line 52">
            <a:extLst>
              <a:ext uri="{FF2B5EF4-FFF2-40B4-BE49-F238E27FC236}">
                <a16:creationId xmlns:a16="http://schemas.microsoft.com/office/drawing/2014/main" id="{B7D46DC6-9C91-4434-BFBB-1BFC90AAD2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3975" y="1768475"/>
            <a:ext cx="0" cy="1512888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2" name="Text Box 54">
            <a:extLst>
              <a:ext uri="{FF2B5EF4-FFF2-40B4-BE49-F238E27FC236}">
                <a16:creationId xmlns:a16="http://schemas.microsoft.com/office/drawing/2014/main" id="{BEB3ED06-7D4E-4DB6-B2A9-5DC277D21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0" y="2162175"/>
            <a:ext cx="873125" cy="45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83" name="Text Box 55">
            <a:extLst>
              <a:ext uri="{FF2B5EF4-FFF2-40B4-BE49-F238E27FC236}">
                <a16:creationId xmlns:a16="http://schemas.microsoft.com/office/drawing/2014/main" id="{FC5AD11F-8E05-427B-BC2F-156B23508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1955800"/>
            <a:ext cx="873125" cy="45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588" name="Group 60">
            <a:extLst>
              <a:ext uri="{FF2B5EF4-FFF2-40B4-BE49-F238E27FC236}">
                <a16:creationId xmlns:a16="http://schemas.microsoft.com/office/drawing/2014/main" id="{F32FB08D-AF30-433D-BC5E-CE9B9E065C93}"/>
              </a:ext>
            </a:extLst>
          </p:cNvPr>
          <p:cNvGrpSpPr>
            <a:grpSpLocks/>
          </p:cNvGrpSpPr>
          <p:nvPr/>
        </p:nvGrpSpPr>
        <p:grpSpPr bwMode="auto">
          <a:xfrm>
            <a:off x="1914525" y="2535238"/>
            <a:ext cx="1638300" cy="458787"/>
            <a:chOff x="1358" y="1575"/>
            <a:chExt cx="1032" cy="289"/>
          </a:xfrm>
        </p:grpSpPr>
        <p:sp>
          <p:nvSpPr>
            <p:cNvPr id="19589" name="Line 56">
              <a:extLst>
                <a:ext uri="{FF2B5EF4-FFF2-40B4-BE49-F238E27FC236}">
                  <a16:creationId xmlns:a16="http://schemas.microsoft.com/office/drawing/2014/main" id="{215EC393-F5E5-4E97-8CD7-DAF5108F7E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69" y="1587"/>
              <a:ext cx="3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90" name="Line 57">
              <a:extLst>
                <a:ext uri="{FF2B5EF4-FFF2-40B4-BE49-F238E27FC236}">
                  <a16:creationId xmlns:a16="http://schemas.microsoft.com/office/drawing/2014/main" id="{4AF44EB1-04DD-4EDE-B12E-A9558DED8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7" y="1587"/>
              <a:ext cx="38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91" name="Text Box 58">
              <a:extLst>
                <a:ext uri="{FF2B5EF4-FFF2-40B4-BE49-F238E27FC236}">
                  <a16:creationId xmlns:a16="http://schemas.microsoft.com/office/drawing/2014/main" id="{D1D23DCE-B70F-4D49-98C1-C1FC85D171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9" y="1576"/>
              <a:ext cx="52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  <p:sp>
          <p:nvSpPr>
            <p:cNvPr id="19592" name="Text Box 59">
              <a:extLst>
                <a:ext uri="{FF2B5EF4-FFF2-40B4-BE49-F238E27FC236}">
                  <a16:creationId xmlns:a16="http://schemas.microsoft.com/office/drawing/2014/main" id="{D156C75C-8273-4714-B917-AA49854A3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8" y="1575"/>
              <a:ext cx="52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grpSp>
        <p:nvGrpSpPr>
          <p:cNvPr id="22685" name="Group 157">
            <a:extLst>
              <a:ext uri="{FF2B5EF4-FFF2-40B4-BE49-F238E27FC236}">
                <a16:creationId xmlns:a16="http://schemas.microsoft.com/office/drawing/2014/main" id="{AEE889F4-0C31-4830-ADDD-96788245EF5F}"/>
              </a:ext>
            </a:extLst>
          </p:cNvPr>
          <p:cNvGrpSpPr>
            <a:grpSpLocks/>
          </p:cNvGrpSpPr>
          <p:nvPr/>
        </p:nvGrpSpPr>
        <p:grpSpPr bwMode="auto">
          <a:xfrm>
            <a:off x="735013" y="3192463"/>
            <a:ext cx="1708150" cy="2892425"/>
            <a:chOff x="463" y="2011"/>
            <a:chExt cx="1076" cy="1822"/>
          </a:xfrm>
        </p:grpSpPr>
        <p:grpSp>
          <p:nvGrpSpPr>
            <p:cNvPr id="19570" name="Group 150">
              <a:extLst>
                <a:ext uri="{FF2B5EF4-FFF2-40B4-BE49-F238E27FC236}">
                  <a16:creationId xmlns:a16="http://schemas.microsoft.com/office/drawing/2014/main" id="{039CD5E5-E544-4F8E-A3C7-F4AEF37016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3" y="2291"/>
              <a:ext cx="1076" cy="1542"/>
              <a:chOff x="463" y="2291"/>
              <a:chExt cx="1076" cy="1542"/>
            </a:xfrm>
          </p:grpSpPr>
          <p:grpSp>
            <p:nvGrpSpPr>
              <p:cNvPr id="19573" name="Group 148">
                <a:extLst>
                  <a:ext uri="{FF2B5EF4-FFF2-40B4-BE49-F238E27FC236}">
                    <a16:creationId xmlns:a16="http://schemas.microsoft.com/office/drawing/2014/main" id="{0038AEAC-4A13-4DA1-9CB7-99D6C141B4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" y="2653"/>
                <a:ext cx="362" cy="273"/>
                <a:chOff x="463" y="2653"/>
                <a:chExt cx="362" cy="273"/>
              </a:xfrm>
            </p:grpSpPr>
            <p:sp>
              <p:nvSpPr>
                <p:cNvPr id="19585" name="Line 20">
                  <a:extLst>
                    <a:ext uri="{FF2B5EF4-FFF2-40B4-BE49-F238E27FC236}">
                      <a16:creationId xmlns:a16="http://schemas.microsoft.com/office/drawing/2014/main" id="{1F7B4F56-1A83-480B-AA4C-FA2BD6F9A1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44" y="2653"/>
                  <a:ext cx="0" cy="273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6" name="Line 21">
                  <a:extLst>
                    <a:ext uri="{FF2B5EF4-FFF2-40B4-BE49-F238E27FC236}">
                      <a16:creationId xmlns:a16="http://schemas.microsoft.com/office/drawing/2014/main" id="{13BBA0C3-317A-4951-AFF6-03F971B15D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4" y="2835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7" name="Line 22">
                  <a:extLst>
                    <a:ext uri="{FF2B5EF4-FFF2-40B4-BE49-F238E27FC236}">
                      <a16:creationId xmlns:a16="http://schemas.microsoft.com/office/drawing/2014/main" id="{14C0CC69-FE59-40DF-A941-8AFBCC591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4" y="2653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8" name="Line 23">
                  <a:extLst>
                    <a:ext uri="{FF2B5EF4-FFF2-40B4-BE49-F238E27FC236}">
                      <a16:creationId xmlns:a16="http://schemas.microsoft.com/office/drawing/2014/main" id="{B56EEB75-D1CC-4CE1-8EC1-EFBD6B222F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3" y="2789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574" name="Group 149">
                <a:extLst>
                  <a:ext uri="{FF2B5EF4-FFF2-40B4-BE49-F238E27FC236}">
                    <a16:creationId xmlns:a16="http://schemas.microsoft.com/office/drawing/2014/main" id="{D0006184-1E39-43C0-BE81-F2258072FE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3" y="3243"/>
                <a:ext cx="362" cy="273"/>
                <a:chOff x="463" y="3243"/>
                <a:chExt cx="362" cy="273"/>
              </a:xfrm>
            </p:grpSpPr>
            <p:sp>
              <p:nvSpPr>
                <p:cNvPr id="19581" name="Line 25">
                  <a:extLst>
                    <a:ext uri="{FF2B5EF4-FFF2-40B4-BE49-F238E27FC236}">
                      <a16:creationId xmlns:a16="http://schemas.microsoft.com/office/drawing/2014/main" id="{623D70BA-36DE-400E-B09A-EF813EFDDF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44" y="3243"/>
                  <a:ext cx="0" cy="273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2" name="Line 26">
                  <a:extLst>
                    <a:ext uri="{FF2B5EF4-FFF2-40B4-BE49-F238E27FC236}">
                      <a16:creationId xmlns:a16="http://schemas.microsoft.com/office/drawing/2014/main" id="{0D7A43F5-0B2D-4AED-9656-2A47658F8F8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44" y="3425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3" name="Line 27">
                  <a:extLst>
                    <a:ext uri="{FF2B5EF4-FFF2-40B4-BE49-F238E27FC236}">
                      <a16:creationId xmlns:a16="http://schemas.microsoft.com/office/drawing/2014/main" id="{0EE2AEF4-F175-488F-9D2F-DAA5883C78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44" y="3243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84" name="Line 28">
                  <a:extLst>
                    <a:ext uri="{FF2B5EF4-FFF2-40B4-BE49-F238E27FC236}">
                      <a16:creationId xmlns:a16="http://schemas.microsoft.com/office/drawing/2014/main" id="{9EE457E7-485B-4F19-9609-70B64BA8AE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463" y="3379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575" name="Line 29">
                <a:extLst>
                  <a:ext uri="{FF2B5EF4-FFF2-40B4-BE49-F238E27FC236}">
                    <a16:creationId xmlns:a16="http://schemas.microsoft.com/office/drawing/2014/main" id="{EDD0E6E2-E11B-415D-AC6E-99574AD0D3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" y="2926"/>
                <a:ext cx="0" cy="31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76" name="Line 30">
                <a:extLst>
                  <a:ext uri="{FF2B5EF4-FFF2-40B4-BE49-F238E27FC236}">
                    <a16:creationId xmlns:a16="http://schemas.microsoft.com/office/drawing/2014/main" id="{893A4C4D-A0E8-4801-B072-18FB9A88C2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5" y="2291"/>
                <a:ext cx="0" cy="36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77" name="Line 31">
                <a:extLst>
                  <a:ext uri="{FF2B5EF4-FFF2-40B4-BE49-F238E27FC236}">
                    <a16:creationId xmlns:a16="http://schemas.microsoft.com/office/drawing/2014/main" id="{9017EB5A-A10F-4239-90BA-2F8DD699C1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" y="3515"/>
                <a:ext cx="0" cy="3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78" name="Line 32">
                <a:extLst>
                  <a:ext uri="{FF2B5EF4-FFF2-40B4-BE49-F238E27FC236}">
                    <a16:creationId xmlns:a16="http://schemas.microsoft.com/office/drawing/2014/main" id="{3082B279-6357-4787-BC19-C44223D917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5" y="3107"/>
                <a:ext cx="71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79" name="Text Box 63">
                <a:extLst>
                  <a:ext uri="{FF2B5EF4-FFF2-40B4-BE49-F238E27FC236}">
                    <a16:creationId xmlns:a16="http://schemas.microsoft.com/office/drawing/2014/main" id="{05E04A31-7D7A-4B04-95A1-1CA3BC83F6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2" y="2630"/>
                <a:ext cx="42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9580" name="Text Box 64">
                <a:extLst>
                  <a:ext uri="{FF2B5EF4-FFF2-40B4-BE49-F238E27FC236}">
                    <a16:creationId xmlns:a16="http://schemas.microsoft.com/office/drawing/2014/main" id="{3A7E8456-D315-4163-8611-82358E404C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1" y="3250"/>
                <a:ext cx="424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</p:grpSp>
        <p:sp>
          <p:nvSpPr>
            <p:cNvPr id="19571" name="Line 68">
              <a:extLst>
                <a:ext uri="{FF2B5EF4-FFF2-40B4-BE49-F238E27FC236}">
                  <a16:creationId xmlns:a16="http://schemas.microsoft.com/office/drawing/2014/main" id="{C145EF1F-F929-4AF1-9DB4-B1F7A1473D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0" y="3825"/>
              <a:ext cx="15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72" name="Text Box 69">
              <a:extLst>
                <a:ext uri="{FF2B5EF4-FFF2-40B4-BE49-F238E27FC236}">
                  <a16:creationId xmlns:a16="http://schemas.microsoft.com/office/drawing/2014/main" id="{CC8C810C-44F9-45BC-AD31-F6043B94D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2011"/>
              <a:ext cx="837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+5V</a:t>
              </a:r>
            </a:p>
          </p:txBody>
        </p:sp>
      </p:grpSp>
      <p:grpSp>
        <p:nvGrpSpPr>
          <p:cNvPr id="22603" name="Group 75">
            <a:extLst>
              <a:ext uri="{FF2B5EF4-FFF2-40B4-BE49-F238E27FC236}">
                <a16:creationId xmlns:a16="http://schemas.microsoft.com/office/drawing/2014/main" id="{B26D8C2D-C1E3-4BA8-872E-5911DB0B76B0}"/>
              </a:ext>
            </a:extLst>
          </p:cNvPr>
          <p:cNvGrpSpPr>
            <a:grpSpLocks/>
          </p:cNvGrpSpPr>
          <p:nvPr/>
        </p:nvGrpSpPr>
        <p:grpSpPr bwMode="auto">
          <a:xfrm>
            <a:off x="2432050" y="3362325"/>
            <a:ext cx="2657475" cy="1819275"/>
            <a:chOff x="1684" y="2096"/>
            <a:chExt cx="1674" cy="1146"/>
          </a:xfrm>
        </p:grpSpPr>
        <p:grpSp>
          <p:nvGrpSpPr>
            <p:cNvPr id="19556" name="Group 4">
              <a:extLst>
                <a:ext uri="{FF2B5EF4-FFF2-40B4-BE49-F238E27FC236}">
                  <a16:creationId xmlns:a16="http://schemas.microsoft.com/office/drawing/2014/main" id="{B1831041-C382-4BBF-B57D-82F5753824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096"/>
              <a:ext cx="1434" cy="1146"/>
              <a:chOff x="3077" y="2564"/>
              <a:chExt cx="1434" cy="1146"/>
            </a:xfrm>
          </p:grpSpPr>
          <p:grpSp>
            <p:nvGrpSpPr>
              <p:cNvPr id="19558" name="Group 5">
                <a:extLst>
                  <a:ext uri="{FF2B5EF4-FFF2-40B4-BE49-F238E27FC236}">
                    <a16:creationId xmlns:a16="http://schemas.microsoft.com/office/drawing/2014/main" id="{F7B77705-1374-46C1-A1E3-4C13DAE2E7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1" y="2564"/>
                <a:ext cx="1320" cy="1146"/>
                <a:chOff x="680" y="2596"/>
                <a:chExt cx="1320" cy="1146"/>
              </a:xfrm>
            </p:grpSpPr>
            <p:grpSp>
              <p:nvGrpSpPr>
                <p:cNvPr id="19560" name="Group 6">
                  <a:extLst>
                    <a:ext uri="{FF2B5EF4-FFF2-40B4-BE49-F238E27FC236}">
                      <a16:creationId xmlns:a16="http://schemas.microsoft.com/office/drawing/2014/main" id="{D3BB4419-B70E-4AC7-9811-B24E1F69D3C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0" y="3035"/>
                  <a:ext cx="549" cy="560"/>
                  <a:chOff x="4059" y="2688"/>
                  <a:chExt cx="680" cy="560"/>
                </a:xfrm>
              </p:grpSpPr>
              <p:sp>
                <p:nvSpPr>
                  <p:cNvPr id="19565" name="Line 7">
                    <a:extLst>
                      <a:ext uri="{FF2B5EF4-FFF2-40B4-BE49-F238E27FC236}">
                        <a16:creationId xmlns:a16="http://schemas.microsoft.com/office/drawing/2014/main" id="{46DD7455-CCFF-4686-A966-F67BBAE8B3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3067"/>
                    <a:ext cx="226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66" name="Line 8">
                    <a:extLst>
                      <a:ext uri="{FF2B5EF4-FFF2-40B4-BE49-F238E27FC236}">
                        <a16:creationId xmlns:a16="http://schemas.microsoft.com/office/drawing/2014/main" id="{586EB6F2-474F-432E-8CE6-77D3D59924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95" y="3067"/>
                    <a:ext cx="226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67" name="Line 9">
                    <a:extLst>
                      <a:ext uri="{FF2B5EF4-FFF2-40B4-BE49-F238E27FC236}">
                        <a16:creationId xmlns:a16="http://schemas.microsoft.com/office/drawing/2014/main" id="{B03A8AD7-4825-4A31-A0BD-612F206DC22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95" y="3067"/>
                    <a:ext cx="453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68" name="Line 10">
                    <a:extLst>
                      <a:ext uri="{FF2B5EF4-FFF2-40B4-BE49-F238E27FC236}">
                        <a16:creationId xmlns:a16="http://schemas.microsoft.com/office/drawing/2014/main" id="{A7A2D761-F6A7-4EEB-9250-87A6D3566D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12" y="3067"/>
                    <a:ext cx="227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69" name="Line 11">
                    <a:extLst>
                      <a:ext uri="{FF2B5EF4-FFF2-40B4-BE49-F238E27FC236}">
                        <a16:creationId xmlns:a16="http://schemas.microsoft.com/office/drawing/2014/main" id="{FEF004ED-E445-45CA-8536-3E43AC4364E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16" y="2688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19561" name="Freeform 12">
                  <a:extLst>
                    <a:ext uri="{FF2B5EF4-FFF2-40B4-BE49-F238E27FC236}">
                      <a16:creationId xmlns:a16="http://schemas.microsoft.com/office/drawing/2014/main" id="{3CC530F1-7E23-462F-99BF-8CD593A4DF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8" y="2782"/>
                  <a:ext cx="315" cy="403"/>
                </a:xfrm>
                <a:custGeom>
                  <a:avLst/>
                  <a:gdLst>
                    <a:gd name="T0" fmla="*/ 0 w 315"/>
                    <a:gd name="T1" fmla="*/ 403 h 403"/>
                    <a:gd name="T2" fmla="*/ 0 w 315"/>
                    <a:gd name="T3" fmla="*/ 0 h 403"/>
                    <a:gd name="T4" fmla="*/ 315 w 315"/>
                    <a:gd name="T5" fmla="*/ 0 h 40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5" h="403">
                      <a:moveTo>
                        <a:pt x="0" y="403"/>
                      </a:moveTo>
                      <a:lnTo>
                        <a:pt x="0" y="0"/>
                      </a:lnTo>
                      <a:lnTo>
                        <a:pt x="31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62" name="Rectangle 13">
                  <a:extLst>
                    <a:ext uri="{FF2B5EF4-FFF2-40B4-BE49-F238E27FC236}">
                      <a16:creationId xmlns:a16="http://schemas.microsoft.com/office/drawing/2014/main" id="{BCCB03BC-992B-46C0-982E-F0D99B30C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" y="2977"/>
                  <a:ext cx="109" cy="304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63" name="Text Box 14">
                  <a:extLst>
                    <a:ext uri="{FF2B5EF4-FFF2-40B4-BE49-F238E27FC236}">
                      <a16:creationId xmlns:a16="http://schemas.microsoft.com/office/drawing/2014/main" id="{D6095578-BE75-4563-8E75-96872C2C51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2" y="3454"/>
                  <a:ext cx="41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T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9564" name="Text Box 15">
                  <a:extLst>
                    <a:ext uri="{FF2B5EF4-FFF2-40B4-BE49-F238E27FC236}">
                      <a16:creationId xmlns:a16="http://schemas.microsoft.com/office/drawing/2014/main" id="{D3F4BC5B-F3AC-4930-B29E-1B66374F1EA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2" y="2596"/>
                  <a:ext cx="728" cy="288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+5V</a:t>
                  </a:r>
                  <a:endPara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559" name="Text Box 16">
                <a:extLst>
                  <a:ext uri="{FF2B5EF4-FFF2-40B4-BE49-F238E27FC236}">
                    <a16:creationId xmlns:a16="http://schemas.microsoft.com/office/drawing/2014/main" id="{14ED55EC-E983-4B0D-9DDB-400FA62001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7" y="2932"/>
                <a:ext cx="500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b1</a:t>
                </a:r>
              </a:p>
            </p:txBody>
          </p:sp>
        </p:grpSp>
        <p:sp>
          <p:nvSpPr>
            <p:cNvPr id="19557" name="Line 74">
              <a:extLst>
                <a:ext uri="{FF2B5EF4-FFF2-40B4-BE49-F238E27FC236}">
                  <a16:creationId xmlns:a16="http://schemas.microsoft.com/office/drawing/2014/main" id="{F7E44014-EF03-4C73-80C3-7DB8875555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3086"/>
              <a:ext cx="381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604" name="Freeform 76">
            <a:extLst>
              <a:ext uri="{FF2B5EF4-FFF2-40B4-BE49-F238E27FC236}">
                <a16:creationId xmlns:a16="http://schemas.microsoft.com/office/drawing/2014/main" id="{A1ABE009-B790-4592-AF56-F6588219A4E8}"/>
              </a:ext>
            </a:extLst>
          </p:cNvPr>
          <p:cNvSpPr>
            <a:spLocks/>
          </p:cNvSpPr>
          <p:nvPr/>
        </p:nvSpPr>
        <p:spPr bwMode="auto">
          <a:xfrm>
            <a:off x="1881188" y="3951288"/>
            <a:ext cx="1725612" cy="1914525"/>
          </a:xfrm>
          <a:custGeom>
            <a:avLst/>
            <a:gdLst>
              <a:gd name="T0" fmla="*/ 2147483647 w 1087"/>
              <a:gd name="T1" fmla="*/ 0 h 1206"/>
              <a:gd name="T2" fmla="*/ 2147483647 w 1087"/>
              <a:gd name="T3" fmla="*/ 2147483647 h 1206"/>
              <a:gd name="T4" fmla="*/ 2147483647 w 1087"/>
              <a:gd name="T5" fmla="*/ 2147483647 h 1206"/>
              <a:gd name="T6" fmla="*/ 0 w 1087"/>
              <a:gd name="T7" fmla="*/ 2147483647 h 1206"/>
              <a:gd name="T8" fmla="*/ 0 w 1087"/>
              <a:gd name="T9" fmla="*/ 2147483647 h 120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87" h="1206">
                <a:moveTo>
                  <a:pt x="1087" y="0"/>
                </a:moveTo>
                <a:lnTo>
                  <a:pt x="1087" y="402"/>
                </a:lnTo>
                <a:lnTo>
                  <a:pt x="858" y="717"/>
                </a:lnTo>
                <a:lnTo>
                  <a:pt x="0" y="717"/>
                </a:lnTo>
                <a:lnTo>
                  <a:pt x="0" y="1206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610" name="Group 82">
            <a:extLst>
              <a:ext uri="{FF2B5EF4-FFF2-40B4-BE49-F238E27FC236}">
                <a16:creationId xmlns:a16="http://schemas.microsoft.com/office/drawing/2014/main" id="{54EE2D27-D90E-415A-BB22-08C0377554DD}"/>
              </a:ext>
            </a:extLst>
          </p:cNvPr>
          <p:cNvGrpSpPr>
            <a:grpSpLocks/>
          </p:cNvGrpSpPr>
          <p:nvPr/>
        </p:nvGrpSpPr>
        <p:grpSpPr bwMode="auto">
          <a:xfrm>
            <a:off x="2673350" y="5089525"/>
            <a:ext cx="965200" cy="492125"/>
            <a:chOff x="1836" y="3184"/>
            <a:chExt cx="608" cy="310"/>
          </a:xfrm>
        </p:grpSpPr>
        <p:sp>
          <p:nvSpPr>
            <p:cNvPr id="19554" name="Line 79">
              <a:extLst>
                <a:ext uri="{FF2B5EF4-FFF2-40B4-BE49-F238E27FC236}">
                  <a16:creationId xmlns:a16="http://schemas.microsoft.com/office/drawing/2014/main" id="{EA99F40C-1154-425B-B29E-B43316010E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6" y="3184"/>
              <a:ext cx="381" cy="0"/>
            </a:xfrm>
            <a:prstGeom prst="line">
              <a:avLst/>
            </a:prstGeom>
            <a:noFill/>
            <a:ln w="38100">
              <a:noFill/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55" name="Text Box 80">
              <a:extLst>
                <a:ext uri="{FF2B5EF4-FFF2-40B4-BE49-F238E27FC236}">
                  <a16:creationId xmlns:a16="http://schemas.microsoft.com/office/drawing/2014/main" id="{E53D4EB9-7ACE-4B75-8E15-916BBB9D04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3" y="3206"/>
              <a:ext cx="52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</p:grpSp>
      <p:grpSp>
        <p:nvGrpSpPr>
          <p:cNvPr id="22611" name="Group 83">
            <a:extLst>
              <a:ext uri="{FF2B5EF4-FFF2-40B4-BE49-F238E27FC236}">
                <a16:creationId xmlns:a16="http://schemas.microsoft.com/office/drawing/2014/main" id="{ADB926D8-A2FF-49F3-8E3B-F34ED11EECAD}"/>
              </a:ext>
            </a:extLst>
          </p:cNvPr>
          <p:cNvGrpSpPr>
            <a:grpSpLocks/>
          </p:cNvGrpSpPr>
          <p:nvPr/>
        </p:nvGrpSpPr>
        <p:grpSpPr bwMode="auto">
          <a:xfrm>
            <a:off x="1844675" y="5072063"/>
            <a:ext cx="827088" cy="612775"/>
            <a:chOff x="1314" y="3173"/>
            <a:chExt cx="521" cy="386"/>
          </a:xfrm>
        </p:grpSpPr>
        <p:sp>
          <p:nvSpPr>
            <p:cNvPr id="19552" name="Line 78">
              <a:extLst>
                <a:ext uri="{FF2B5EF4-FFF2-40B4-BE49-F238E27FC236}">
                  <a16:creationId xmlns:a16="http://schemas.microsoft.com/office/drawing/2014/main" id="{2DB71532-0E20-4E78-97E8-D80C588DD3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 flipV="1">
              <a:off x="1141" y="3369"/>
              <a:ext cx="381" cy="0"/>
            </a:xfrm>
            <a:prstGeom prst="line">
              <a:avLst/>
            </a:prstGeom>
            <a:noFill/>
            <a:ln w="38100">
              <a:noFill/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53" name="Text Box 81">
              <a:extLst>
                <a:ext uri="{FF2B5EF4-FFF2-40B4-BE49-F238E27FC236}">
                  <a16:creationId xmlns:a16="http://schemas.microsoft.com/office/drawing/2014/main" id="{BAE6E4BB-1B7B-41E2-9BE5-62046435EC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" y="3173"/>
              <a:ext cx="52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grpSp>
        <p:nvGrpSpPr>
          <p:cNvPr id="22684" name="Group 156">
            <a:extLst>
              <a:ext uri="{FF2B5EF4-FFF2-40B4-BE49-F238E27FC236}">
                <a16:creationId xmlns:a16="http://schemas.microsoft.com/office/drawing/2014/main" id="{698F5DA3-CD72-4008-ACDE-76723333D781}"/>
              </a:ext>
            </a:extLst>
          </p:cNvPr>
          <p:cNvGrpSpPr>
            <a:grpSpLocks/>
          </p:cNvGrpSpPr>
          <p:nvPr/>
        </p:nvGrpSpPr>
        <p:grpSpPr bwMode="auto">
          <a:xfrm>
            <a:off x="5048250" y="3295650"/>
            <a:ext cx="1708150" cy="2892425"/>
            <a:chOff x="3180" y="2076"/>
            <a:chExt cx="1076" cy="1822"/>
          </a:xfrm>
        </p:grpSpPr>
        <p:grpSp>
          <p:nvGrpSpPr>
            <p:cNvPr id="19533" name="Group 154">
              <a:extLst>
                <a:ext uri="{FF2B5EF4-FFF2-40B4-BE49-F238E27FC236}">
                  <a16:creationId xmlns:a16="http://schemas.microsoft.com/office/drawing/2014/main" id="{E4730186-CCD3-4040-87B8-DDC173900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0" y="2356"/>
              <a:ext cx="1076" cy="1542"/>
              <a:chOff x="3180" y="2356"/>
              <a:chExt cx="1076" cy="1542"/>
            </a:xfrm>
          </p:grpSpPr>
          <p:grpSp>
            <p:nvGrpSpPr>
              <p:cNvPr id="19536" name="Group 152">
                <a:extLst>
                  <a:ext uri="{FF2B5EF4-FFF2-40B4-BE49-F238E27FC236}">
                    <a16:creationId xmlns:a16="http://schemas.microsoft.com/office/drawing/2014/main" id="{8AA616D9-5B64-4194-AB75-FA326583C7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0" y="2718"/>
                <a:ext cx="362" cy="273"/>
                <a:chOff x="3180" y="2718"/>
                <a:chExt cx="362" cy="273"/>
              </a:xfrm>
            </p:grpSpPr>
            <p:sp>
              <p:nvSpPr>
                <p:cNvPr id="19548" name="Line 105">
                  <a:extLst>
                    <a:ext uri="{FF2B5EF4-FFF2-40B4-BE49-F238E27FC236}">
                      <a16:creationId xmlns:a16="http://schemas.microsoft.com/office/drawing/2014/main" id="{30A0AF63-9BDB-4123-A334-26764DC623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1" y="2718"/>
                  <a:ext cx="0" cy="273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49" name="Line 106">
                  <a:extLst>
                    <a:ext uri="{FF2B5EF4-FFF2-40B4-BE49-F238E27FC236}">
                      <a16:creationId xmlns:a16="http://schemas.microsoft.com/office/drawing/2014/main" id="{F7B2145A-18D3-41F2-B68D-661CEABCDD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2900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50" name="Line 107">
                  <a:extLst>
                    <a:ext uri="{FF2B5EF4-FFF2-40B4-BE49-F238E27FC236}">
                      <a16:creationId xmlns:a16="http://schemas.microsoft.com/office/drawing/2014/main" id="{EDCFCEC9-F82B-4987-8140-DEC5807D3E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1" y="2718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51" name="Line 108">
                  <a:extLst>
                    <a:ext uri="{FF2B5EF4-FFF2-40B4-BE49-F238E27FC236}">
                      <a16:creationId xmlns:a16="http://schemas.microsoft.com/office/drawing/2014/main" id="{ED12BF78-2DBA-4174-823D-EE8578E519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0" y="2854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537" name="Group 153">
                <a:extLst>
                  <a:ext uri="{FF2B5EF4-FFF2-40B4-BE49-F238E27FC236}">
                    <a16:creationId xmlns:a16="http://schemas.microsoft.com/office/drawing/2014/main" id="{96E67FCC-62E7-40F0-A621-D528A8AE1F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0" y="3308"/>
                <a:ext cx="362" cy="273"/>
                <a:chOff x="3180" y="3308"/>
                <a:chExt cx="362" cy="273"/>
              </a:xfrm>
            </p:grpSpPr>
            <p:sp>
              <p:nvSpPr>
                <p:cNvPr id="19544" name="Line 110">
                  <a:extLst>
                    <a:ext uri="{FF2B5EF4-FFF2-40B4-BE49-F238E27FC236}">
                      <a16:creationId xmlns:a16="http://schemas.microsoft.com/office/drawing/2014/main" id="{B73FE84B-7BA5-4BFA-A3C8-77C03A22BE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361" y="3308"/>
                  <a:ext cx="0" cy="273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45" name="Line 111">
                  <a:extLst>
                    <a:ext uri="{FF2B5EF4-FFF2-40B4-BE49-F238E27FC236}">
                      <a16:creationId xmlns:a16="http://schemas.microsoft.com/office/drawing/2014/main" id="{3165E189-CD09-481C-A4EA-9C75F21AAB9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1" y="3490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46" name="Line 112">
                  <a:extLst>
                    <a:ext uri="{FF2B5EF4-FFF2-40B4-BE49-F238E27FC236}">
                      <a16:creationId xmlns:a16="http://schemas.microsoft.com/office/drawing/2014/main" id="{4E819449-8CA6-4906-843E-11BF4E11B4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1" y="3308"/>
                  <a:ext cx="181" cy="91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47" name="Line 113">
                  <a:extLst>
                    <a:ext uri="{FF2B5EF4-FFF2-40B4-BE49-F238E27FC236}">
                      <a16:creationId xmlns:a16="http://schemas.microsoft.com/office/drawing/2014/main" id="{F3A86498-F03D-4F5B-9BEE-C640BB01A3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3180" y="3444"/>
                  <a:ext cx="181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538" name="Line 114">
                <a:extLst>
                  <a:ext uri="{FF2B5EF4-FFF2-40B4-BE49-F238E27FC236}">
                    <a16:creationId xmlns:a16="http://schemas.microsoft.com/office/drawing/2014/main" id="{510D9A42-12EF-4CAB-A34E-0271A74749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2" y="2991"/>
                <a:ext cx="0" cy="31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39" name="Line 115">
                <a:extLst>
                  <a:ext uri="{FF2B5EF4-FFF2-40B4-BE49-F238E27FC236}">
                    <a16:creationId xmlns:a16="http://schemas.microsoft.com/office/drawing/2014/main" id="{A515E506-F488-469A-A13E-C14E4E3465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42" y="2356"/>
                <a:ext cx="0" cy="36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40" name="Line 116">
                <a:extLst>
                  <a:ext uri="{FF2B5EF4-FFF2-40B4-BE49-F238E27FC236}">
                    <a16:creationId xmlns:a16="http://schemas.microsoft.com/office/drawing/2014/main" id="{22416522-587B-465F-A89F-51A3684E4D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2" y="3580"/>
                <a:ext cx="0" cy="3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41" name="Line 117">
                <a:extLst>
                  <a:ext uri="{FF2B5EF4-FFF2-40B4-BE49-F238E27FC236}">
                    <a16:creationId xmlns:a16="http://schemas.microsoft.com/office/drawing/2014/main" id="{ED0CA11C-2304-4997-8E0E-1633FB4E80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2" y="3172"/>
                <a:ext cx="71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42" name="Text Box 118">
                <a:extLst>
                  <a:ext uri="{FF2B5EF4-FFF2-40B4-BE49-F238E27FC236}">
                    <a16:creationId xmlns:a16="http://schemas.microsoft.com/office/drawing/2014/main" id="{030898C5-A5C1-4B09-A192-E4DE4160A4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0" y="2684"/>
                <a:ext cx="424" cy="288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4</a:t>
                </a:r>
              </a:p>
            </p:txBody>
          </p:sp>
          <p:sp>
            <p:nvSpPr>
              <p:cNvPr id="19543" name="Text Box 119">
                <a:extLst>
                  <a:ext uri="{FF2B5EF4-FFF2-40B4-BE49-F238E27FC236}">
                    <a16:creationId xmlns:a16="http://schemas.microsoft.com/office/drawing/2014/main" id="{8CE4D7F0-42E6-46CD-B231-C8C8C90154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0" y="3385"/>
                <a:ext cx="424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5</a:t>
                </a:r>
              </a:p>
            </p:txBody>
          </p:sp>
        </p:grpSp>
        <p:sp>
          <p:nvSpPr>
            <p:cNvPr id="19534" name="Line 120">
              <a:extLst>
                <a:ext uri="{FF2B5EF4-FFF2-40B4-BE49-F238E27FC236}">
                  <a16:creationId xmlns:a16="http://schemas.microsoft.com/office/drawing/2014/main" id="{775F04A2-DC71-42E6-B161-499D5A0449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7" y="3890"/>
              <a:ext cx="168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35" name="Text Box 121">
              <a:extLst>
                <a:ext uri="{FF2B5EF4-FFF2-40B4-BE49-F238E27FC236}">
                  <a16:creationId xmlns:a16="http://schemas.microsoft.com/office/drawing/2014/main" id="{5AE4F98D-35A4-43FC-BFBD-283D1C23CF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2076"/>
              <a:ext cx="837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+5V</a:t>
              </a:r>
            </a:p>
          </p:txBody>
        </p:sp>
      </p:grpSp>
      <p:sp>
        <p:nvSpPr>
          <p:cNvPr id="22652" name="Text Box 124">
            <a:extLst>
              <a:ext uri="{FF2B5EF4-FFF2-40B4-BE49-F238E27FC236}">
                <a16:creationId xmlns:a16="http://schemas.microsoft.com/office/drawing/2014/main" id="{14398BCF-B0E6-4054-9F10-494EFF551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4973638"/>
            <a:ext cx="873125" cy="45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653" name="Rectangle 125">
            <a:extLst>
              <a:ext uri="{FF2B5EF4-FFF2-40B4-BE49-F238E27FC236}">
                <a16:creationId xmlns:a16="http://schemas.microsoft.com/office/drawing/2014/main" id="{69CCAD02-1602-4781-81ED-96A2DB2E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661" y="5186363"/>
            <a:ext cx="484187" cy="638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654" name="Group 126">
            <a:extLst>
              <a:ext uri="{FF2B5EF4-FFF2-40B4-BE49-F238E27FC236}">
                <a16:creationId xmlns:a16="http://schemas.microsoft.com/office/drawing/2014/main" id="{16CD980F-FB83-4959-9883-25B3D1C39355}"/>
              </a:ext>
            </a:extLst>
          </p:cNvPr>
          <p:cNvGrpSpPr>
            <a:grpSpLocks/>
          </p:cNvGrpSpPr>
          <p:nvPr/>
        </p:nvGrpSpPr>
        <p:grpSpPr bwMode="auto">
          <a:xfrm>
            <a:off x="6211888" y="3465513"/>
            <a:ext cx="2657475" cy="1819275"/>
            <a:chOff x="1684" y="2096"/>
            <a:chExt cx="1674" cy="1146"/>
          </a:xfrm>
        </p:grpSpPr>
        <p:grpSp>
          <p:nvGrpSpPr>
            <p:cNvPr id="19519" name="Group 127">
              <a:extLst>
                <a:ext uri="{FF2B5EF4-FFF2-40B4-BE49-F238E27FC236}">
                  <a16:creationId xmlns:a16="http://schemas.microsoft.com/office/drawing/2014/main" id="{ED1BEF53-786C-40E0-B81A-C877E28E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4" y="2096"/>
              <a:ext cx="1434" cy="1146"/>
              <a:chOff x="3077" y="2564"/>
              <a:chExt cx="1434" cy="1146"/>
            </a:xfrm>
          </p:grpSpPr>
          <p:grpSp>
            <p:nvGrpSpPr>
              <p:cNvPr id="19521" name="Group 128">
                <a:extLst>
                  <a:ext uri="{FF2B5EF4-FFF2-40B4-BE49-F238E27FC236}">
                    <a16:creationId xmlns:a16="http://schemas.microsoft.com/office/drawing/2014/main" id="{1D1CA719-CDBF-441A-8D33-B5D7C156E4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91" y="2564"/>
                <a:ext cx="1320" cy="1146"/>
                <a:chOff x="680" y="2596"/>
                <a:chExt cx="1320" cy="1146"/>
              </a:xfrm>
            </p:grpSpPr>
            <p:grpSp>
              <p:nvGrpSpPr>
                <p:cNvPr id="19523" name="Group 129">
                  <a:extLst>
                    <a:ext uri="{FF2B5EF4-FFF2-40B4-BE49-F238E27FC236}">
                      <a16:creationId xmlns:a16="http://schemas.microsoft.com/office/drawing/2014/main" id="{A778D4C4-F03F-4784-A296-75B3A258D8B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0" y="3035"/>
                  <a:ext cx="549" cy="560"/>
                  <a:chOff x="4059" y="2688"/>
                  <a:chExt cx="680" cy="560"/>
                </a:xfrm>
              </p:grpSpPr>
              <p:sp>
                <p:nvSpPr>
                  <p:cNvPr id="19528" name="Line 130">
                    <a:extLst>
                      <a:ext uri="{FF2B5EF4-FFF2-40B4-BE49-F238E27FC236}">
                        <a16:creationId xmlns:a16="http://schemas.microsoft.com/office/drawing/2014/main" id="{9BFE5689-A49E-4AB0-B023-A48C2E2CF36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059" y="3067"/>
                    <a:ext cx="226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29" name="Line 131">
                    <a:extLst>
                      <a:ext uri="{FF2B5EF4-FFF2-40B4-BE49-F238E27FC236}">
                        <a16:creationId xmlns:a16="http://schemas.microsoft.com/office/drawing/2014/main" id="{9387FCB8-3398-4AF7-99FB-0713D8172A4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95" y="3067"/>
                    <a:ext cx="226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 type="stealth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30" name="Line 132">
                    <a:extLst>
                      <a:ext uri="{FF2B5EF4-FFF2-40B4-BE49-F238E27FC236}">
                        <a16:creationId xmlns:a16="http://schemas.microsoft.com/office/drawing/2014/main" id="{404E36D4-A415-460C-AB84-A2174453FD4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195" y="3067"/>
                    <a:ext cx="453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31" name="Line 133">
                    <a:extLst>
                      <a:ext uri="{FF2B5EF4-FFF2-40B4-BE49-F238E27FC236}">
                        <a16:creationId xmlns:a16="http://schemas.microsoft.com/office/drawing/2014/main" id="{44F8667F-542D-404E-9F07-F8B09F36E4F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12" y="3067"/>
                    <a:ext cx="227" cy="181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532" name="Line 134">
                    <a:extLst>
                      <a:ext uri="{FF2B5EF4-FFF2-40B4-BE49-F238E27FC236}">
                        <a16:creationId xmlns:a16="http://schemas.microsoft.com/office/drawing/2014/main" id="{90945B05-E1A2-45F6-941A-4A9242572DA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416" y="2688"/>
                    <a:ext cx="0" cy="363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19524" name="Freeform 135">
                  <a:extLst>
                    <a:ext uri="{FF2B5EF4-FFF2-40B4-BE49-F238E27FC236}">
                      <a16:creationId xmlns:a16="http://schemas.microsoft.com/office/drawing/2014/main" id="{4A7CE011-4BCB-41C0-BE30-B43AD6F8D1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68" y="2782"/>
                  <a:ext cx="315" cy="403"/>
                </a:xfrm>
                <a:custGeom>
                  <a:avLst/>
                  <a:gdLst>
                    <a:gd name="T0" fmla="*/ 0 w 315"/>
                    <a:gd name="T1" fmla="*/ 403 h 403"/>
                    <a:gd name="T2" fmla="*/ 0 w 315"/>
                    <a:gd name="T3" fmla="*/ 0 h 403"/>
                    <a:gd name="T4" fmla="*/ 315 w 315"/>
                    <a:gd name="T5" fmla="*/ 0 h 40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5" h="403">
                      <a:moveTo>
                        <a:pt x="0" y="403"/>
                      </a:moveTo>
                      <a:lnTo>
                        <a:pt x="0" y="0"/>
                      </a:lnTo>
                      <a:lnTo>
                        <a:pt x="315" y="0"/>
                      </a:lnTo>
                    </a:path>
                  </a:pathLst>
                </a:custGeom>
                <a:noFill/>
                <a:ln w="3810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25" name="Rectangle 136">
                  <a:extLst>
                    <a:ext uri="{FF2B5EF4-FFF2-40B4-BE49-F238E27FC236}">
                      <a16:creationId xmlns:a16="http://schemas.microsoft.com/office/drawing/2014/main" id="{48503125-9D20-42C0-9107-1AF15006E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4" y="2977"/>
                  <a:ext cx="109" cy="304"/>
                </a:xfrm>
                <a:prstGeom prst="rect">
                  <a:avLst/>
                </a:prstGeom>
                <a:solidFill>
                  <a:srgbClr val="FFFF00"/>
                </a:solidFill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26" name="Text Box 137">
                  <a:extLst>
                    <a:ext uri="{FF2B5EF4-FFF2-40B4-BE49-F238E27FC236}">
                      <a16:creationId xmlns:a16="http://schemas.microsoft.com/office/drawing/2014/main" id="{20DA364A-75E8-48C9-8BCD-388B458F75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82" y="3454"/>
                  <a:ext cx="413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T</a:t>
                  </a:r>
                  <a:r>
                    <a:rPr kumimoji="1" lang="en-US" altLang="zh-CN" sz="2400" b="1" i="0" u="none" strike="noStrike" kern="1200" cap="none" spc="0" normalizeH="0" baseline="-2500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</a:p>
              </p:txBody>
            </p:sp>
            <p:sp>
              <p:nvSpPr>
                <p:cNvPr id="19527" name="Text Box 138">
                  <a:extLst>
                    <a:ext uri="{FF2B5EF4-FFF2-40B4-BE49-F238E27FC236}">
                      <a16:creationId xmlns:a16="http://schemas.microsoft.com/office/drawing/2014/main" id="{6EB0C4A6-CD86-4C7A-AE75-E3782DBFD8B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72" y="2596"/>
                  <a:ext cx="728" cy="288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4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+5V</a:t>
                  </a:r>
                  <a:endPara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522" name="Text Box 139">
                <a:extLst>
                  <a:ext uri="{FF2B5EF4-FFF2-40B4-BE49-F238E27FC236}">
                    <a16:creationId xmlns:a16="http://schemas.microsoft.com/office/drawing/2014/main" id="{9F2E32B7-B3DB-4DAA-B2CA-0CD41406E0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7" y="2932"/>
                <a:ext cx="500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b1</a:t>
                </a:r>
              </a:p>
            </p:txBody>
          </p:sp>
        </p:grpSp>
        <p:sp>
          <p:nvSpPr>
            <p:cNvPr id="19520" name="Line 140">
              <a:extLst>
                <a:ext uri="{FF2B5EF4-FFF2-40B4-BE49-F238E27FC236}">
                  <a16:creationId xmlns:a16="http://schemas.microsoft.com/office/drawing/2014/main" id="{57FA184E-11BD-4321-9815-E9E59EFB2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4" y="3086"/>
              <a:ext cx="381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2669" name="Freeform 141">
            <a:extLst>
              <a:ext uri="{FF2B5EF4-FFF2-40B4-BE49-F238E27FC236}">
                <a16:creationId xmlns:a16="http://schemas.microsoft.com/office/drawing/2014/main" id="{EB0873BB-6AEF-4E7A-B2D8-DE6640A385B5}"/>
              </a:ext>
            </a:extLst>
          </p:cNvPr>
          <p:cNvSpPr>
            <a:spLocks/>
          </p:cNvSpPr>
          <p:nvPr/>
        </p:nvSpPr>
        <p:spPr bwMode="auto">
          <a:xfrm>
            <a:off x="5710238" y="3916363"/>
            <a:ext cx="1120775" cy="1052512"/>
          </a:xfrm>
          <a:custGeom>
            <a:avLst/>
            <a:gdLst>
              <a:gd name="T0" fmla="*/ 0 w 619"/>
              <a:gd name="T1" fmla="*/ 0 h 663"/>
              <a:gd name="T2" fmla="*/ 0 w 619"/>
              <a:gd name="T3" fmla="*/ 2147483647 h 663"/>
              <a:gd name="T4" fmla="*/ 2147483647 w 619"/>
              <a:gd name="T5" fmla="*/ 2147483647 h 663"/>
              <a:gd name="T6" fmla="*/ 2147483647 w 619"/>
              <a:gd name="T7" fmla="*/ 2147483647 h 66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19" h="663">
                <a:moveTo>
                  <a:pt x="0" y="0"/>
                </a:moveTo>
                <a:lnTo>
                  <a:pt x="0" y="663"/>
                </a:lnTo>
                <a:lnTo>
                  <a:pt x="522" y="663"/>
                </a:lnTo>
                <a:lnTo>
                  <a:pt x="619" y="511"/>
                </a:lnTo>
              </a:path>
            </a:pathLst>
          </a:cu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stealth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674" name="Group 146">
            <a:extLst>
              <a:ext uri="{FF2B5EF4-FFF2-40B4-BE49-F238E27FC236}">
                <a16:creationId xmlns:a16="http://schemas.microsoft.com/office/drawing/2014/main" id="{FFFEACAC-20C0-4244-A6C5-3132829898C8}"/>
              </a:ext>
            </a:extLst>
          </p:cNvPr>
          <p:cNvGrpSpPr>
            <a:grpSpLocks/>
          </p:cNvGrpSpPr>
          <p:nvPr/>
        </p:nvGrpSpPr>
        <p:grpSpPr bwMode="auto">
          <a:xfrm>
            <a:off x="5746750" y="4397375"/>
            <a:ext cx="1328738" cy="579438"/>
            <a:chOff x="3500" y="2803"/>
            <a:chExt cx="837" cy="365"/>
          </a:xfrm>
        </p:grpSpPr>
        <p:sp>
          <p:nvSpPr>
            <p:cNvPr id="19517" name="Text Box 144">
              <a:extLst>
                <a:ext uri="{FF2B5EF4-FFF2-40B4-BE49-F238E27FC236}">
                  <a16:creationId xmlns:a16="http://schemas.microsoft.com/office/drawing/2014/main" id="{8635F90D-E4C5-4D39-B304-16F23F6B3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880"/>
              <a:ext cx="47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  <p:sp>
          <p:nvSpPr>
            <p:cNvPr id="19518" name="Text Box 145">
              <a:extLst>
                <a:ext uri="{FF2B5EF4-FFF2-40B4-BE49-F238E27FC236}">
                  <a16:creationId xmlns:a16="http://schemas.microsoft.com/office/drawing/2014/main" id="{D244B57C-8BAA-42CE-8796-AFF0DF11C7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" y="2803"/>
              <a:ext cx="47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H</a:t>
              </a:r>
            </a:p>
          </p:txBody>
        </p:sp>
      </p:grpSp>
      <p:sp>
        <p:nvSpPr>
          <p:cNvPr id="22675" name="Line 147">
            <a:extLst>
              <a:ext uri="{FF2B5EF4-FFF2-40B4-BE49-F238E27FC236}">
                <a16:creationId xmlns:a16="http://schemas.microsoft.com/office/drawing/2014/main" id="{980DE4C6-C7EE-43F6-A488-27B64879D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4763" y="3519488"/>
            <a:ext cx="0" cy="316865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2688" name="Group 160">
            <a:extLst>
              <a:ext uri="{FF2B5EF4-FFF2-40B4-BE49-F238E27FC236}">
                <a16:creationId xmlns:a16="http://schemas.microsoft.com/office/drawing/2014/main" id="{F4582486-AEFF-4082-A53E-3EB4E211DDDC}"/>
              </a:ext>
            </a:extLst>
          </p:cNvPr>
          <p:cNvGrpSpPr>
            <a:grpSpLocks/>
          </p:cNvGrpSpPr>
          <p:nvPr/>
        </p:nvGrpSpPr>
        <p:grpSpPr bwMode="auto">
          <a:xfrm>
            <a:off x="913607" y="5040312"/>
            <a:ext cx="484188" cy="896938"/>
            <a:chOff x="576" y="3130"/>
            <a:chExt cx="305" cy="565"/>
          </a:xfrm>
          <a:solidFill>
            <a:schemeClr val="bg1"/>
          </a:solidFill>
        </p:grpSpPr>
        <p:sp>
          <p:nvSpPr>
            <p:cNvPr id="19515" name="Rectangle 158">
              <a:extLst>
                <a:ext uri="{FF2B5EF4-FFF2-40B4-BE49-F238E27FC236}">
                  <a16:creationId xmlns:a16="http://schemas.microsoft.com/office/drawing/2014/main" id="{E6F1F80A-D1B3-4ED4-A165-6C6AA469F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" y="3195"/>
              <a:ext cx="305" cy="402"/>
            </a:xfrm>
            <a:prstGeom prst="rect">
              <a:avLst/>
            </a:prstGeom>
            <a:grp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516" name="Line 159">
              <a:extLst>
                <a:ext uri="{FF2B5EF4-FFF2-40B4-BE49-F238E27FC236}">
                  <a16:creationId xmlns:a16="http://schemas.microsoft.com/office/drawing/2014/main" id="{5838284E-D392-4D6A-9C33-48EFD1727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6" y="3130"/>
              <a:ext cx="0" cy="565"/>
            </a:xfrm>
            <a:prstGeom prst="line">
              <a:avLst/>
            </a:prstGeom>
            <a:grp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2694" name="Group 166">
            <a:extLst>
              <a:ext uri="{FF2B5EF4-FFF2-40B4-BE49-F238E27FC236}">
                <a16:creationId xmlns:a16="http://schemas.microsoft.com/office/drawing/2014/main" id="{B30B210F-7C1B-47E2-BF02-F0A1C8637233}"/>
              </a:ext>
            </a:extLst>
          </p:cNvPr>
          <p:cNvGrpSpPr>
            <a:grpSpLocks/>
          </p:cNvGrpSpPr>
          <p:nvPr/>
        </p:nvGrpSpPr>
        <p:grpSpPr bwMode="auto">
          <a:xfrm>
            <a:off x="1092200" y="2149475"/>
            <a:ext cx="3113088" cy="577850"/>
            <a:chOff x="546" y="843"/>
            <a:chExt cx="1961" cy="364"/>
          </a:xfrm>
        </p:grpSpPr>
        <p:grpSp>
          <p:nvGrpSpPr>
            <p:cNvPr id="19503" name="Group 61">
              <a:extLst>
                <a:ext uri="{FF2B5EF4-FFF2-40B4-BE49-F238E27FC236}">
                  <a16:creationId xmlns:a16="http://schemas.microsoft.com/office/drawing/2014/main" id="{187D504C-5243-4B16-A8DF-312571C5C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6" y="843"/>
              <a:ext cx="1961" cy="364"/>
              <a:chOff x="839" y="1343"/>
              <a:chExt cx="1961" cy="364"/>
            </a:xfrm>
          </p:grpSpPr>
          <p:grpSp>
            <p:nvGrpSpPr>
              <p:cNvPr id="19506" name="Group 43">
                <a:extLst>
                  <a:ext uri="{FF2B5EF4-FFF2-40B4-BE49-F238E27FC236}">
                    <a16:creationId xmlns:a16="http://schemas.microsoft.com/office/drawing/2014/main" id="{FB21C1BE-8278-4621-98E3-FBD06D31E5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0" y="1343"/>
                <a:ext cx="317" cy="363"/>
                <a:chOff x="1020" y="1706"/>
                <a:chExt cx="317" cy="363"/>
              </a:xfrm>
            </p:grpSpPr>
            <p:sp>
              <p:nvSpPr>
                <p:cNvPr id="19513" name="Rectangle 44">
                  <a:extLst>
                    <a:ext uri="{FF2B5EF4-FFF2-40B4-BE49-F238E27FC236}">
                      <a16:creationId xmlns:a16="http://schemas.microsoft.com/office/drawing/2014/main" id="{4B13564A-B73F-400D-A017-E802D1F008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14" name="Oval 45">
                  <a:extLst>
                    <a:ext uri="{FF2B5EF4-FFF2-40B4-BE49-F238E27FC236}">
                      <a16:creationId xmlns:a16="http://schemas.microsoft.com/office/drawing/2014/main" id="{718B5B3D-6441-4C27-9BE3-7DA525BF25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507" name="Group 46">
                <a:extLst>
                  <a:ext uri="{FF2B5EF4-FFF2-40B4-BE49-F238E27FC236}">
                    <a16:creationId xmlns:a16="http://schemas.microsoft.com/office/drawing/2014/main" id="{518E07B1-D86F-4E4B-A6CB-43AA730B1D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1" y="1344"/>
                <a:ext cx="317" cy="363"/>
                <a:chOff x="1020" y="1706"/>
                <a:chExt cx="317" cy="363"/>
              </a:xfrm>
            </p:grpSpPr>
            <p:sp>
              <p:nvSpPr>
                <p:cNvPr id="19511" name="Rectangle 47">
                  <a:extLst>
                    <a:ext uri="{FF2B5EF4-FFF2-40B4-BE49-F238E27FC236}">
                      <a16:creationId xmlns:a16="http://schemas.microsoft.com/office/drawing/2014/main" id="{88085E4E-6ACB-4671-AF8B-922211CA58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512" name="Oval 48">
                  <a:extLst>
                    <a:ext uri="{FF2B5EF4-FFF2-40B4-BE49-F238E27FC236}">
                      <a16:creationId xmlns:a16="http://schemas.microsoft.com/office/drawing/2014/main" id="{4451BF9F-F31F-48E1-B9BA-1534A96A7A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9508" name="Line 49">
                <a:extLst>
                  <a:ext uri="{FF2B5EF4-FFF2-40B4-BE49-F238E27FC236}">
                    <a16:creationId xmlns:a16="http://schemas.microsoft.com/office/drawing/2014/main" id="{154186C9-8169-40EC-84F6-3AA718F936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8" y="1525"/>
                <a:ext cx="96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09" name="Line 50">
                <a:extLst>
                  <a:ext uri="{FF2B5EF4-FFF2-40B4-BE49-F238E27FC236}">
                    <a16:creationId xmlns:a16="http://schemas.microsoft.com/office/drawing/2014/main" id="{E3F39EBC-4AC7-431C-82C2-C9C84BDB9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19" y="1525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9510" name="Line 51">
                <a:extLst>
                  <a:ext uri="{FF2B5EF4-FFF2-40B4-BE49-F238E27FC236}">
                    <a16:creationId xmlns:a16="http://schemas.microsoft.com/office/drawing/2014/main" id="{8DB5E58A-D509-4CC8-B4D4-E6607B79B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" y="1525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504" name="Text Box 163">
              <a:extLst>
                <a:ext uri="{FF2B5EF4-FFF2-40B4-BE49-F238E27FC236}">
                  <a16:creationId xmlns:a16="http://schemas.microsoft.com/office/drawing/2014/main" id="{2A2BE207-CF93-4CA9-8B9B-2869BF456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" y="848"/>
              <a:ext cx="26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9505" name="Text Box 164">
              <a:extLst>
                <a:ext uri="{FF2B5EF4-FFF2-40B4-BE49-F238E27FC236}">
                  <a16:creationId xmlns:a16="http://schemas.microsoft.com/office/drawing/2014/main" id="{26C4EDA4-2AA7-47B3-ABBB-25DB8F356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1" y="848"/>
              <a:ext cx="26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22696" name="Group 168">
            <a:extLst>
              <a:ext uri="{FF2B5EF4-FFF2-40B4-BE49-F238E27FC236}">
                <a16:creationId xmlns:a16="http://schemas.microsoft.com/office/drawing/2014/main" id="{792D5499-27C8-4216-80BB-7D8149AD6BF7}"/>
              </a:ext>
            </a:extLst>
          </p:cNvPr>
          <p:cNvGrpSpPr>
            <a:grpSpLocks/>
          </p:cNvGrpSpPr>
          <p:nvPr/>
        </p:nvGrpSpPr>
        <p:grpSpPr bwMode="auto">
          <a:xfrm>
            <a:off x="4725988" y="1785938"/>
            <a:ext cx="3652837" cy="1512887"/>
            <a:chOff x="2977" y="1125"/>
            <a:chExt cx="2301" cy="953"/>
          </a:xfrm>
        </p:grpSpPr>
        <p:grpSp>
          <p:nvGrpSpPr>
            <p:cNvPr id="19481" name="Group 123">
              <a:extLst>
                <a:ext uri="{FF2B5EF4-FFF2-40B4-BE49-F238E27FC236}">
                  <a16:creationId xmlns:a16="http://schemas.microsoft.com/office/drawing/2014/main" id="{AC757C1E-A945-448B-8B2D-AAD2393318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7" y="1125"/>
              <a:ext cx="2301" cy="953"/>
              <a:chOff x="2977" y="1125"/>
              <a:chExt cx="2301" cy="953"/>
            </a:xfrm>
          </p:grpSpPr>
          <p:grpSp>
            <p:nvGrpSpPr>
              <p:cNvPr id="19484" name="Group 101">
                <a:extLst>
                  <a:ext uri="{FF2B5EF4-FFF2-40B4-BE49-F238E27FC236}">
                    <a16:creationId xmlns:a16="http://schemas.microsoft.com/office/drawing/2014/main" id="{1CB22E97-7696-409C-A035-FBAA04D457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7" y="1297"/>
                <a:ext cx="2301" cy="655"/>
                <a:chOff x="2934" y="1156"/>
                <a:chExt cx="2301" cy="655"/>
              </a:xfrm>
            </p:grpSpPr>
            <p:grpSp>
              <p:nvGrpSpPr>
                <p:cNvPr id="19486" name="Group 84">
                  <a:extLst>
                    <a:ext uri="{FF2B5EF4-FFF2-40B4-BE49-F238E27FC236}">
                      <a16:creationId xmlns:a16="http://schemas.microsoft.com/office/drawing/2014/main" id="{6874FBF0-BAED-490E-BB45-AF842D1FBA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274" y="1278"/>
                  <a:ext cx="1961" cy="364"/>
                  <a:chOff x="839" y="1343"/>
                  <a:chExt cx="1961" cy="364"/>
                </a:xfrm>
              </p:grpSpPr>
              <p:grpSp>
                <p:nvGrpSpPr>
                  <p:cNvPr id="19494" name="Group 85">
                    <a:extLst>
                      <a:ext uri="{FF2B5EF4-FFF2-40B4-BE49-F238E27FC236}">
                        <a16:creationId xmlns:a16="http://schemas.microsoft.com/office/drawing/2014/main" id="{A13AB9BD-6030-427B-8564-C592B68B598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020" y="1343"/>
                    <a:ext cx="317" cy="363"/>
                    <a:chOff x="1020" y="1706"/>
                    <a:chExt cx="317" cy="363"/>
                  </a:xfrm>
                </p:grpSpPr>
                <p:sp>
                  <p:nvSpPr>
                    <p:cNvPr id="19501" name="Rectangle 86">
                      <a:extLst>
                        <a:ext uri="{FF2B5EF4-FFF2-40B4-BE49-F238E27FC236}">
                          <a16:creationId xmlns:a16="http://schemas.microsoft.com/office/drawing/2014/main" id="{3D3AA032-89F6-4E1D-A24E-6C88BE44DF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0" y="1706"/>
                      <a:ext cx="227" cy="363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9502" name="Oval 87">
                      <a:extLst>
                        <a:ext uri="{FF2B5EF4-FFF2-40B4-BE49-F238E27FC236}">
                          <a16:creationId xmlns:a16="http://schemas.microsoft.com/office/drawing/2014/main" id="{944BCD7E-E883-470D-8C62-AF0609C7FBE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7" y="1842"/>
                      <a:ext cx="90" cy="90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19495" name="Group 88">
                    <a:extLst>
                      <a:ext uri="{FF2B5EF4-FFF2-40B4-BE49-F238E27FC236}">
                        <a16:creationId xmlns:a16="http://schemas.microsoft.com/office/drawing/2014/main" id="{E63131F7-FFAF-41B9-BAAB-AEBE1CA8DF2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01" y="1344"/>
                    <a:ext cx="317" cy="363"/>
                    <a:chOff x="1020" y="1706"/>
                    <a:chExt cx="317" cy="363"/>
                  </a:xfrm>
                </p:grpSpPr>
                <p:sp>
                  <p:nvSpPr>
                    <p:cNvPr id="19499" name="Rectangle 89">
                      <a:extLst>
                        <a:ext uri="{FF2B5EF4-FFF2-40B4-BE49-F238E27FC236}">
                          <a16:creationId xmlns:a16="http://schemas.microsoft.com/office/drawing/2014/main" id="{DB18CD14-13CE-4FCE-911E-82F724514EB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20" y="1706"/>
                      <a:ext cx="227" cy="363"/>
                    </a:xfrm>
                    <a:prstGeom prst="rect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19500" name="Oval 90">
                      <a:extLst>
                        <a:ext uri="{FF2B5EF4-FFF2-40B4-BE49-F238E27FC236}">
                          <a16:creationId xmlns:a16="http://schemas.microsoft.com/office/drawing/2014/main" id="{6F999E2E-C64F-4512-A146-9085237046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247" y="1842"/>
                      <a:ext cx="90" cy="90"/>
                    </a:xfrm>
                    <a:prstGeom prst="ellipse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19496" name="Line 91">
                    <a:extLst>
                      <a:ext uri="{FF2B5EF4-FFF2-40B4-BE49-F238E27FC236}">
                        <a16:creationId xmlns:a16="http://schemas.microsoft.com/office/drawing/2014/main" id="{F2BD1033-74E8-4E6A-B4FB-C5C16C638F5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38" y="1525"/>
                    <a:ext cx="969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97" name="Line 92">
                    <a:extLst>
                      <a:ext uri="{FF2B5EF4-FFF2-40B4-BE49-F238E27FC236}">
                        <a16:creationId xmlns:a16="http://schemas.microsoft.com/office/drawing/2014/main" id="{66FC596A-D694-4920-A825-0BC092604F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2619" y="1525"/>
                    <a:ext cx="1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98" name="Line 93">
                    <a:extLst>
                      <a:ext uri="{FF2B5EF4-FFF2-40B4-BE49-F238E27FC236}">
                        <a16:creationId xmlns:a16="http://schemas.microsoft.com/office/drawing/2014/main" id="{BA3A6BF2-C396-4AFD-8BF4-BE40364FB8E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839" y="1525"/>
                    <a:ext cx="1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</p:grpSp>
            <p:sp>
              <p:nvSpPr>
                <p:cNvPr id="19487" name="Text Box 94">
                  <a:extLst>
                    <a:ext uri="{FF2B5EF4-FFF2-40B4-BE49-F238E27FC236}">
                      <a16:creationId xmlns:a16="http://schemas.microsoft.com/office/drawing/2014/main" id="{1181C3AF-EBB1-4039-9E70-EFF2164B229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651" y="1156"/>
                  <a:ext cx="550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“</a:t>
                  </a: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1</a:t>
                  </a: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”</a:t>
                  </a:r>
                  <a:endPara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19488" name="Text Box 95">
                  <a:extLst>
                    <a:ext uri="{FF2B5EF4-FFF2-40B4-BE49-F238E27FC236}">
                      <a16:creationId xmlns:a16="http://schemas.microsoft.com/office/drawing/2014/main" id="{79D5F329-8E42-4D61-BCA3-9BC31EB6B39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34" y="1221"/>
                  <a:ext cx="550" cy="288"/>
                </a:xfrm>
                <a:prstGeom prst="rect">
                  <a:avLst/>
                </a:prstGeom>
                <a:noFill/>
                <a:ln w="38100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“</a:t>
                  </a: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0</a:t>
                  </a:r>
                  <a:r>
                    <a:rPr kumimoji="0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rPr>
                    <a:t>”</a:t>
                  </a:r>
                  <a:endPara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19489" name="Group 96">
                  <a:extLst>
                    <a:ext uri="{FF2B5EF4-FFF2-40B4-BE49-F238E27FC236}">
                      <a16:creationId xmlns:a16="http://schemas.microsoft.com/office/drawing/2014/main" id="{D55C73DC-2334-4DDD-82B7-04D3F2937C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3694" y="1522"/>
                  <a:ext cx="1032" cy="289"/>
                  <a:chOff x="1358" y="1575"/>
                  <a:chExt cx="1032" cy="289"/>
                </a:xfrm>
              </p:grpSpPr>
              <p:sp>
                <p:nvSpPr>
                  <p:cNvPr id="19490" name="Line 97">
                    <a:extLst>
                      <a:ext uri="{FF2B5EF4-FFF2-40B4-BE49-F238E27FC236}">
                        <a16:creationId xmlns:a16="http://schemas.microsoft.com/office/drawing/2014/main" id="{1E2EE6F0-8690-4257-AFAF-909074CEF85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69" y="1587"/>
                    <a:ext cx="3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 type="stealth" w="sm" len="lg"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91" name="Line 98">
                    <a:extLst>
                      <a:ext uri="{FF2B5EF4-FFF2-40B4-BE49-F238E27FC236}">
                        <a16:creationId xmlns:a16="http://schemas.microsoft.com/office/drawing/2014/main" id="{424AE73D-4D79-4C9D-B6E5-933C9D8DC0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47" y="1587"/>
                    <a:ext cx="381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 type="stealth" w="sm" len="lg"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492" name="Text Box 99">
                    <a:extLst>
                      <a:ext uri="{FF2B5EF4-FFF2-40B4-BE49-F238E27FC236}">
                        <a16:creationId xmlns:a16="http://schemas.microsoft.com/office/drawing/2014/main" id="{EB2FAB9F-71F3-4B72-B08B-BE4C78D424D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869" y="1576"/>
                    <a:ext cx="521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I</a:t>
                    </a:r>
                    <a:r>
                      <a:rPr kumimoji="1" lang="en-US" altLang="zh-CN" sz="2400" b="1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OH</a:t>
                    </a:r>
                  </a:p>
                </p:txBody>
              </p:sp>
              <p:sp>
                <p:nvSpPr>
                  <p:cNvPr id="19493" name="Text Box 100">
                    <a:extLst>
                      <a:ext uri="{FF2B5EF4-FFF2-40B4-BE49-F238E27FC236}">
                        <a16:creationId xmlns:a16="http://schemas.microsoft.com/office/drawing/2014/main" id="{B03CB420-6D92-4903-8E94-222328DB107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58" y="1575"/>
                    <a:ext cx="521" cy="288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24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I</a:t>
                    </a:r>
                    <a:r>
                      <a:rPr kumimoji="1" lang="en-US" altLang="zh-CN" sz="2400" b="1" i="0" u="none" strike="noStrike" kern="1200" cap="none" spc="0" normalizeH="0" baseline="-2500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I H</a:t>
                    </a:r>
                  </a:p>
                </p:txBody>
              </p:sp>
            </p:grpSp>
          </p:grpSp>
          <p:sp>
            <p:nvSpPr>
              <p:cNvPr id="19485" name="Line 122">
                <a:extLst>
                  <a:ext uri="{FF2B5EF4-FFF2-40B4-BE49-F238E27FC236}">
                    <a16:creationId xmlns:a16="http://schemas.microsoft.com/office/drawing/2014/main" id="{92271464-58CF-4B6B-8111-2F46198B1C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97" y="1125"/>
                <a:ext cx="0" cy="95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482" name="Text Box 165">
              <a:extLst>
                <a:ext uri="{FF2B5EF4-FFF2-40B4-BE49-F238E27FC236}">
                  <a16:creationId xmlns:a16="http://schemas.microsoft.com/office/drawing/2014/main" id="{A10A129E-0E08-4683-8409-C7D35732D6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1423"/>
              <a:ext cx="26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19483" name="Text Box 167">
              <a:extLst>
                <a:ext uri="{FF2B5EF4-FFF2-40B4-BE49-F238E27FC236}">
                  <a16:creationId xmlns:a16="http://schemas.microsoft.com/office/drawing/2014/main" id="{33A722CD-DD2D-4B8C-A84F-4BFBCADFB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3" y="1423"/>
              <a:ext cx="26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BDC3D51-F24B-4959-8FD3-77742A768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21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1962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8" dur="500"/>
                                        <p:tgtEl>
                                          <p:spTgt spid="2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54" presetID="1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6" dur="500"/>
                                        <p:tgtEl>
                                          <p:spTgt spid="22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2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2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22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0" fill="hold"/>
                                        <p:tgtEl>
                                          <p:spTgt spid="22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0" fill="hold"/>
                                        <p:tgtEl>
                                          <p:spTgt spid="22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0" dur="500"/>
                                        <p:tgtEl>
                                          <p:spTgt spid="22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 autoUpdateAnimBg="0"/>
      <p:bldP spid="22545" grpId="0" animBg="1" autoUpdateAnimBg="0"/>
      <p:bldP spid="22570" grpId="0" autoUpdateAnimBg="0"/>
      <p:bldP spid="22582" grpId="0" animBg="1" autoUpdateAnimBg="0"/>
      <p:bldP spid="22583" grpId="0" animBg="1" autoUpdateAnimBg="0"/>
      <p:bldP spid="22652" grpId="0" animBg="1" autoUpdateAnimBg="0"/>
      <p:bldP spid="2265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5C72EAD-548D-433E-9EC6-984A29E3D3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282575"/>
            <a:ext cx="2941637" cy="504825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ysClr val="windowText" lastClr="000000"/>
                </a:solidFill>
              </a:rPr>
              <a:t>负载能力的计算</a:t>
            </a:r>
          </a:p>
        </p:txBody>
      </p:sp>
      <p:grpSp>
        <p:nvGrpSpPr>
          <p:cNvPr id="25654" name="Group 54">
            <a:extLst>
              <a:ext uri="{FF2B5EF4-FFF2-40B4-BE49-F238E27FC236}">
                <a16:creationId xmlns:a16="http://schemas.microsoft.com/office/drawing/2014/main" id="{17CB12F9-6D07-4255-826F-BB3E62263AD2}"/>
              </a:ext>
            </a:extLst>
          </p:cNvPr>
          <p:cNvGrpSpPr>
            <a:grpSpLocks/>
          </p:cNvGrpSpPr>
          <p:nvPr/>
        </p:nvGrpSpPr>
        <p:grpSpPr bwMode="auto">
          <a:xfrm>
            <a:off x="1344613" y="1473200"/>
            <a:ext cx="1223962" cy="3168650"/>
            <a:chOff x="880" y="819"/>
            <a:chExt cx="771" cy="1996"/>
          </a:xfrm>
        </p:grpSpPr>
        <p:sp>
          <p:nvSpPr>
            <p:cNvPr id="20598" name="Line 36">
              <a:extLst>
                <a:ext uri="{FF2B5EF4-FFF2-40B4-BE49-F238E27FC236}">
                  <a16:creationId xmlns:a16="http://schemas.microsoft.com/office/drawing/2014/main" id="{BD5CB956-0DBD-43D5-99A5-8E886770A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80" y="1318"/>
              <a:ext cx="31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9" name="Line 37">
              <a:extLst>
                <a:ext uri="{FF2B5EF4-FFF2-40B4-BE49-F238E27FC236}">
                  <a16:creationId xmlns:a16="http://schemas.microsoft.com/office/drawing/2014/main" id="{AA99D351-B345-452C-AA70-27D1AB74B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819"/>
              <a:ext cx="0" cy="19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0" name="Line 38">
              <a:extLst>
                <a:ext uri="{FF2B5EF4-FFF2-40B4-BE49-F238E27FC236}">
                  <a16:creationId xmlns:a16="http://schemas.microsoft.com/office/drawing/2014/main" id="{F2385A68-B1D2-411B-AB39-6094F752A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819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1" name="Line 39">
              <a:extLst>
                <a:ext uri="{FF2B5EF4-FFF2-40B4-BE49-F238E27FC236}">
                  <a16:creationId xmlns:a16="http://schemas.microsoft.com/office/drawing/2014/main" id="{6989EE9C-2A4F-4E6F-AF94-6906957136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1454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2" name="Line 40">
              <a:extLst>
                <a:ext uri="{FF2B5EF4-FFF2-40B4-BE49-F238E27FC236}">
                  <a16:creationId xmlns:a16="http://schemas.microsoft.com/office/drawing/2014/main" id="{A8CF9E6F-8301-4B38-946D-B121A18E56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2135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3" name="Line 41">
              <a:extLst>
                <a:ext uri="{FF2B5EF4-FFF2-40B4-BE49-F238E27FC236}">
                  <a16:creationId xmlns:a16="http://schemas.microsoft.com/office/drawing/2014/main" id="{B2DAECF1-9C4A-452C-B9DE-326D88D0DA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7" y="2815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42" name="Text Box 42">
            <a:extLst>
              <a:ext uri="{FF2B5EF4-FFF2-40B4-BE49-F238E27FC236}">
                <a16:creationId xmlns:a16="http://schemas.microsoft.com/office/drawing/2014/main" id="{58228204-5A54-4769-906C-97A9A6C1E9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5850" y="2401888"/>
            <a:ext cx="76835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659" name="Group 59">
            <a:extLst>
              <a:ext uri="{FF2B5EF4-FFF2-40B4-BE49-F238E27FC236}">
                <a16:creationId xmlns:a16="http://schemas.microsoft.com/office/drawing/2014/main" id="{4F219C99-8274-4430-9AF7-B0C8319DE0E8}"/>
              </a:ext>
            </a:extLst>
          </p:cNvPr>
          <p:cNvGrpSpPr>
            <a:grpSpLocks/>
          </p:cNvGrpSpPr>
          <p:nvPr/>
        </p:nvGrpSpPr>
        <p:grpSpPr bwMode="auto">
          <a:xfrm>
            <a:off x="1103313" y="982663"/>
            <a:ext cx="1520825" cy="3597275"/>
            <a:chOff x="728" y="521"/>
            <a:chExt cx="958" cy="2266"/>
          </a:xfrm>
        </p:grpSpPr>
        <p:sp>
          <p:nvSpPr>
            <p:cNvPr id="20593" name="Text Box 53">
              <a:extLst>
                <a:ext uri="{FF2B5EF4-FFF2-40B4-BE49-F238E27FC236}">
                  <a16:creationId xmlns:a16="http://schemas.microsoft.com/office/drawing/2014/main" id="{04D1F467-0E83-4925-A33F-BBB8B8627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" y="1000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  <p:sp>
          <p:nvSpPr>
            <p:cNvPr id="20594" name="Text Box 55">
              <a:extLst>
                <a:ext uri="{FF2B5EF4-FFF2-40B4-BE49-F238E27FC236}">
                  <a16:creationId xmlns:a16="http://schemas.microsoft.com/office/drawing/2014/main" id="{F8D7E6E7-A659-4268-B26F-E4DB151F5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" y="521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H</a:t>
              </a:r>
            </a:p>
          </p:txBody>
        </p:sp>
        <p:sp>
          <p:nvSpPr>
            <p:cNvPr id="20595" name="Text Box 56">
              <a:extLst>
                <a:ext uri="{FF2B5EF4-FFF2-40B4-BE49-F238E27FC236}">
                  <a16:creationId xmlns:a16="http://schemas.microsoft.com/office/drawing/2014/main" id="{FE4F0359-1F0C-40C4-AADA-A6892A004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1162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H</a:t>
              </a:r>
            </a:p>
          </p:txBody>
        </p:sp>
        <p:sp>
          <p:nvSpPr>
            <p:cNvPr id="20596" name="Text Box 57">
              <a:extLst>
                <a:ext uri="{FF2B5EF4-FFF2-40B4-BE49-F238E27FC236}">
                  <a16:creationId xmlns:a16="http://schemas.microsoft.com/office/drawing/2014/main" id="{D24E9C3B-DFAA-4FB4-AD4F-1B2FC3E94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1836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H</a:t>
              </a:r>
            </a:p>
          </p:txBody>
        </p:sp>
        <p:sp>
          <p:nvSpPr>
            <p:cNvPr id="20597" name="Text Box 58">
              <a:extLst>
                <a:ext uri="{FF2B5EF4-FFF2-40B4-BE49-F238E27FC236}">
                  <a16:creationId xmlns:a16="http://schemas.microsoft.com/office/drawing/2014/main" id="{C9C92A4F-1279-427D-8F04-4853E7821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2499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H</a:t>
              </a:r>
            </a:p>
          </p:txBody>
        </p:sp>
      </p:grpSp>
      <p:sp>
        <p:nvSpPr>
          <p:cNvPr id="25660" name="Text Box 60">
            <a:extLst>
              <a:ext uri="{FF2B5EF4-FFF2-40B4-BE49-F238E27FC236}">
                <a16:creationId xmlns:a16="http://schemas.microsoft.com/office/drawing/2014/main" id="{4E6AF009-4F4B-4922-BCF1-3767418C1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454650"/>
            <a:ext cx="19319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IH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61" name="Text Box 61">
            <a:extLst>
              <a:ext uri="{FF2B5EF4-FFF2-40B4-BE49-F238E27FC236}">
                <a16:creationId xmlns:a16="http://schemas.microsoft.com/office/drawing/2014/main" id="{0185FCD5-8467-4E37-AE43-44B7D134B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6142038"/>
            <a:ext cx="36750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N=I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IH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=400/40=10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714" name="Group 114">
            <a:extLst>
              <a:ext uri="{FF2B5EF4-FFF2-40B4-BE49-F238E27FC236}">
                <a16:creationId xmlns:a16="http://schemas.microsoft.com/office/drawing/2014/main" id="{53F8F82A-A9D4-48C1-80F7-A0128E8C7E63}"/>
              </a:ext>
            </a:extLst>
          </p:cNvPr>
          <p:cNvGrpSpPr>
            <a:grpSpLocks/>
          </p:cNvGrpSpPr>
          <p:nvPr/>
        </p:nvGrpSpPr>
        <p:grpSpPr bwMode="auto">
          <a:xfrm>
            <a:off x="5348288" y="730250"/>
            <a:ext cx="1223962" cy="3168650"/>
            <a:chOff x="3380" y="612"/>
            <a:chExt cx="771" cy="1996"/>
          </a:xfrm>
        </p:grpSpPr>
        <p:sp>
          <p:nvSpPr>
            <p:cNvPr id="20587" name="Line 63">
              <a:extLst>
                <a:ext uri="{FF2B5EF4-FFF2-40B4-BE49-F238E27FC236}">
                  <a16:creationId xmlns:a16="http://schemas.microsoft.com/office/drawing/2014/main" id="{744FD9C0-77EC-4DD5-AABF-102F635570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80" y="1111"/>
              <a:ext cx="31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8" name="Line 64">
              <a:extLst>
                <a:ext uri="{FF2B5EF4-FFF2-40B4-BE49-F238E27FC236}">
                  <a16:creationId xmlns:a16="http://schemas.microsoft.com/office/drawing/2014/main" id="{77CD6BE5-B43D-4B18-97C5-25B09FA64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612"/>
              <a:ext cx="0" cy="19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9" name="Line 65">
              <a:extLst>
                <a:ext uri="{FF2B5EF4-FFF2-40B4-BE49-F238E27FC236}">
                  <a16:creationId xmlns:a16="http://schemas.microsoft.com/office/drawing/2014/main" id="{5D2546BC-4BC8-4618-AA7E-15CED726C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7" y="612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0" name="Line 66">
              <a:extLst>
                <a:ext uri="{FF2B5EF4-FFF2-40B4-BE49-F238E27FC236}">
                  <a16:creationId xmlns:a16="http://schemas.microsoft.com/office/drawing/2014/main" id="{4DEB17CF-31F4-4395-B63D-CC303CE90A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7" y="1247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1" name="Line 67">
              <a:extLst>
                <a:ext uri="{FF2B5EF4-FFF2-40B4-BE49-F238E27FC236}">
                  <a16:creationId xmlns:a16="http://schemas.microsoft.com/office/drawing/2014/main" id="{C695477D-C0BB-4412-872E-F309D5B124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7" y="1928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2" name="Line 68">
              <a:extLst>
                <a:ext uri="{FF2B5EF4-FFF2-40B4-BE49-F238E27FC236}">
                  <a16:creationId xmlns:a16="http://schemas.microsoft.com/office/drawing/2014/main" id="{79EF8D0D-EFD1-4C6F-8C46-55DFB372B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97" y="2608"/>
              <a:ext cx="45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5669" name="Text Box 69">
            <a:extLst>
              <a:ext uri="{FF2B5EF4-FFF2-40B4-BE49-F238E27FC236}">
                <a16:creationId xmlns:a16="http://schemas.microsoft.com/office/drawing/2014/main" id="{46BF8FEA-7B79-4FA1-BAAA-CC21A56BE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9525" y="1658938"/>
            <a:ext cx="768350" cy="457200"/>
          </a:xfrm>
          <a:prstGeom prst="rect">
            <a:avLst/>
          </a:prstGeom>
          <a:noFill/>
          <a:ln w="38100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708" name="Group 108">
            <a:extLst>
              <a:ext uri="{FF2B5EF4-FFF2-40B4-BE49-F238E27FC236}">
                <a16:creationId xmlns:a16="http://schemas.microsoft.com/office/drawing/2014/main" id="{03DDBBCC-DBB7-42C1-A737-526D73564632}"/>
              </a:ext>
            </a:extLst>
          </p:cNvPr>
          <p:cNvGrpSpPr>
            <a:grpSpLocks/>
          </p:cNvGrpSpPr>
          <p:nvPr/>
        </p:nvGrpSpPr>
        <p:grpSpPr bwMode="auto">
          <a:xfrm>
            <a:off x="5106988" y="239713"/>
            <a:ext cx="1520825" cy="3597275"/>
            <a:chOff x="728" y="521"/>
            <a:chExt cx="958" cy="2266"/>
          </a:xfrm>
        </p:grpSpPr>
        <p:sp>
          <p:nvSpPr>
            <p:cNvPr id="20582" name="Text Box 109">
              <a:extLst>
                <a:ext uri="{FF2B5EF4-FFF2-40B4-BE49-F238E27FC236}">
                  <a16:creationId xmlns:a16="http://schemas.microsoft.com/office/drawing/2014/main" id="{A0B1E54C-4DCD-4ACF-83F8-CF101E286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8" y="1000"/>
              <a:ext cx="501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  <p:sp>
          <p:nvSpPr>
            <p:cNvPr id="20583" name="Text Box 110">
              <a:extLst>
                <a:ext uri="{FF2B5EF4-FFF2-40B4-BE49-F238E27FC236}">
                  <a16:creationId xmlns:a16="http://schemas.microsoft.com/office/drawing/2014/main" id="{0C29FD40-4D9F-44C4-BA96-7D5F3991A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50" y="521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  <p:sp>
          <p:nvSpPr>
            <p:cNvPr id="20584" name="Text Box 111">
              <a:extLst>
                <a:ext uri="{FF2B5EF4-FFF2-40B4-BE49-F238E27FC236}">
                  <a16:creationId xmlns:a16="http://schemas.microsoft.com/office/drawing/2014/main" id="{37D8D139-476F-4697-895B-798EBCB56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1162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  <p:sp>
          <p:nvSpPr>
            <p:cNvPr id="20585" name="Text Box 112">
              <a:extLst>
                <a:ext uri="{FF2B5EF4-FFF2-40B4-BE49-F238E27FC236}">
                  <a16:creationId xmlns:a16="http://schemas.microsoft.com/office/drawing/2014/main" id="{16E4B114-9795-4FD6-99EF-E4BBDAE2F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9" y="1836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  <p:sp>
          <p:nvSpPr>
            <p:cNvPr id="20586" name="Text Box 113">
              <a:extLst>
                <a:ext uri="{FF2B5EF4-FFF2-40B4-BE49-F238E27FC236}">
                  <a16:creationId xmlns:a16="http://schemas.microsoft.com/office/drawing/2014/main" id="{88AC33B9-53DC-44F6-8813-8E3139AC2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8" y="2499"/>
              <a:ext cx="43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 L</a:t>
              </a:r>
            </a:p>
          </p:txBody>
        </p:sp>
      </p:grpSp>
      <p:sp>
        <p:nvSpPr>
          <p:cNvPr id="25715" name="Text Box 115">
            <a:extLst>
              <a:ext uri="{FF2B5EF4-FFF2-40B4-BE49-F238E27FC236}">
                <a16:creationId xmlns:a16="http://schemas.microsoft.com/office/drawing/2014/main" id="{D3D583A1-D088-4540-BB60-65622785D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5163" y="4730750"/>
            <a:ext cx="1931987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=N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16" name="Text Box 116">
            <a:extLst>
              <a:ext uri="{FF2B5EF4-FFF2-40B4-BE49-F238E27FC236}">
                <a16:creationId xmlns:a16="http://schemas.microsoft.com/office/drawing/2014/main" id="{C2FA8000-9EB7-4B03-9F85-C6490F0E4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1713" y="5381625"/>
            <a:ext cx="3675062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N=I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/I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=16/1.6=10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717" name="Text Box 117">
            <a:extLst>
              <a:ext uri="{FF2B5EF4-FFF2-40B4-BE49-F238E27FC236}">
                <a16:creationId xmlns:a16="http://schemas.microsoft.com/office/drawing/2014/main" id="{B446F224-2F8D-4EC5-8D75-20A9308F8C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8875" y="6056313"/>
            <a:ext cx="25717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 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扇出系数</a:t>
            </a:r>
          </a:p>
        </p:txBody>
      </p:sp>
      <p:grpSp>
        <p:nvGrpSpPr>
          <p:cNvPr id="25726" name="Group 126">
            <a:extLst>
              <a:ext uri="{FF2B5EF4-FFF2-40B4-BE49-F238E27FC236}">
                <a16:creationId xmlns:a16="http://schemas.microsoft.com/office/drawing/2014/main" id="{0C1378D0-99CC-4DFA-BCA4-357E0F060286}"/>
              </a:ext>
            </a:extLst>
          </p:cNvPr>
          <p:cNvGrpSpPr>
            <a:grpSpLocks/>
          </p:cNvGrpSpPr>
          <p:nvPr/>
        </p:nvGrpSpPr>
        <p:grpSpPr bwMode="auto">
          <a:xfrm>
            <a:off x="377825" y="1449388"/>
            <a:ext cx="3354388" cy="3897312"/>
            <a:chOff x="1238" y="1250"/>
            <a:chExt cx="2113" cy="2455"/>
          </a:xfrm>
        </p:grpSpPr>
        <p:grpSp>
          <p:nvGrpSpPr>
            <p:cNvPr id="20539" name="Group 52">
              <a:extLst>
                <a:ext uri="{FF2B5EF4-FFF2-40B4-BE49-F238E27FC236}">
                  <a16:creationId xmlns:a16="http://schemas.microsoft.com/office/drawing/2014/main" id="{05A03E58-5432-4BF7-9649-D31F711DEA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38" y="1255"/>
              <a:ext cx="2113" cy="2450"/>
              <a:chOff x="271" y="787"/>
              <a:chExt cx="2113" cy="2450"/>
            </a:xfrm>
          </p:grpSpPr>
          <p:grpSp>
            <p:nvGrpSpPr>
              <p:cNvPr id="20545" name="Group 4">
                <a:extLst>
                  <a:ext uri="{FF2B5EF4-FFF2-40B4-BE49-F238E27FC236}">
                    <a16:creationId xmlns:a16="http://schemas.microsoft.com/office/drawing/2014/main" id="{77F90385-11E0-415A-BDA3-8305EBB93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787"/>
                <a:ext cx="317" cy="363"/>
                <a:chOff x="1020" y="1706"/>
                <a:chExt cx="317" cy="363"/>
              </a:xfrm>
            </p:grpSpPr>
            <p:sp>
              <p:nvSpPr>
                <p:cNvPr id="20580" name="Rectangle 5">
                  <a:extLst>
                    <a:ext uri="{FF2B5EF4-FFF2-40B4-BE49-F238E27FC236}">
                      <a16:creationId xmlns:a16="http://schemas.microsoft.com/office/drawing/2014/main" id="{6B3425CA-9155-4081-9679-C352534CDD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81" name="Oval 6">
                  <a:extLst>
                    <a:ext uri="{FF2B5EF4-FFF2-40B4-BE49-F238E27FC236}">
                      <a16:creationId xmlns:a16="http://schemas.microsoft.com/office/drawing/2014/main" id="{1A731AAA-5470-4CE1-B6FA-F129B02193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46" name="Group 7">
                <a:extLst>
                  <a:ext uri="{FF2B5EF4-FFF2-40B4-BE49-F238E27FC236}">
                    <a16:creationId xmlns:a16="http://schemas.microsoft.com/office/drawing/2014/main" id="{2C501942-7F90-40B2-9F42-AFA8001DD6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1422"/>
                <a:ext cx="317" cy="363"/>
                <a:chOff x="1020" y="1706"/>
                <a:chExt cx="317" cy="363"/>
              </a:xfrm>
            </p:grpSpPr>
            <p:sp>
              <p:nvSpPr>
                <p:cNvPr id="20578" name="Rectangle 8">
                  <a:extLst>
                    <a:ext uri="{FF2B5EF4-FFF2-40B4-BE49-F238E27FC236}">
                      <a16:creationId xmlns:a16="http://schemas.microsoft.com/office/drawing/2014/main" id="{483A44B3-1064-477E-A3A2-73C29A41B8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79" name="Oval 9">
                  <a:extLst>
                    <a:ext uri="{FF2B5EF4-FFF2-40B4-BE49-F238E27FC236}">
                      <a16:creationId xmlns:a16="http://schemas.microsoft.com/office/drawing/2014/main" id="{07371BFA-BBF3-4BF2-8942-7ADA26AFE85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47" name="Group 10">
                <a:extLst>
                  <a:ext uri="{FF2B5EF4-FFF2-40B4-BE49-F238E27FC236}">
                    <a16:creationId xmlns:a16="http://schemas.microsoft.com/office/drawing/2014/main" id="{F4F57112-A1EF-429D-AF77-6F491A52A9C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2102"/>
                <a:ext cx="317" cy="363"/>
                <a:chOff x="1020" y="1706"/>
                <a:chExt cx="317" cy="363"/>
              </a:xfrm>
            </p:grpSpPr>
            <p:sp>
              <p:nvSpPr>
                <p:cNvPr id="20576" name="Rectangle 11">
                  <a:extLst>
                    <a:ext uri="{FF2B5EF4-FFF2-40B4-BE49-F238E27FC236}">
                      <a16:creationId xmlns:a16="http://schemas.microsoft.com/office/drawing/2014/main" id="{862436AA-5FEC-4E34-9082-987D5B077C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77" name="Oval 12">
                  <a:extLst>
                    <a:ext uri="{FF2B5EF4-FFF2-40B4-BE49-F238E27FC236}">
                      <a16:creationId xmlns:a16="http://schemas.microsoft.com/office/drawing/2014/main" id="{A1BA389D-CF5F-4EF7-B254-4D7743DB46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48" name="Group 13">
                <a:extLst>
                  <a:ext uri="{FF2B5EF4-FFF2-40B4-BE49-F238E27FC236}">
                    <a16:creationId xmlns:a16="http://schemas.microsoft.com/office/drawing/2014/main" id="{B809EB0B-6E4C-4233-BE75-A90C6A3AD5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2783"/>
                <a:ext cx="317" cy="363"/>
                <a:chOff x="1020" y="1706"/>
                <a:chExt cx="317" cy="363"/>
              </a:xfrm>
            </p:grpSpPr>
            <p:sp>
              <p:nvSpPr>
                <p:cNvPr id="20574" name="Rectangle 14">
                  <a:extLst>
                    <a:ext uri="{FF2B5EF4-FFF2-40B4-BE49-F238E27FC236}">
                      <a16:creationId xmlns:a16="http://schemas.microsoft.com/office/drawing/2014/main" id="{A5ECF15E-8A20-4ACD-91BD-87F176CB10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75" name="Oval 15">
                  <a:extLst>
                    <a:ext uri="{FF2B5EF4-FFF2-40B4-BE49-F238E27FC236}">
                      <a16:creationId xmlns:a16="http://schemas.microsoft.com/office/drawing/2014/main" id="{59A64EEB-3935-4402-9964-ECE20BCC45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0549" name="Line 16">
                <a:extLst>
                  <a:ext uri="{FF2B5EF4-FFF2-40B4-BE49-F238E27FC236}">
                    <a16:creationId xmlns:a16="http://schemas.microsoft.com/office/drawing/2014/main" id="{D3F5CF1E-386B-4CCE-8517-D2928A1022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377"/>
                <a:ext cx="44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0" name="Line 17">
                <a:extLst>
                  <a:ext uri="{FF2B5EF4-FFF2-40B4-BE49-F238E27FC236}">
                    <a16:creationId xmlns:a16="http://schemas.microsoft.com/office/drawing/2014/main" id="{4FC48659-1B85-45E1-BFBE-4B46601F36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878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1" name="Line 18">
                <a:extLst>
                  <a:ext uri="{FF2B5EF4-FFF2-40B4-BE49-F238E27FC236}">
                    <a16:creationId xmlns:a16="http://schemas.microsoft.com/office/drawing/2014/main" id="{7BFA703C-26FA-4239-A931-2DD346CADD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0" y="878"/>
                <a:ext cx="0" cy="19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2" name="Line 19">
                <a:extLst>
                  <a:ext uri="{FF2B5EF4-FFF2-40B4-BE49-F238E27FC236}">
                    <a16:creationId xmlns:a16="http://schemas.microsoft.com/office/drawing/2014/main" id="{598E678F-974A-4A48-ABF6-39FF4CE24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1513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3" name="Line 20">
                <a:extLst>
                  <a:ext uri="{FF2B5EF4-FFF2-40B4-BE49-F238E27FC236}">
                    <a16:creationId xmlns:a16="http://schemas.microsoft.com/office/drawing/2014/main" id="{CAF6772C-10DE-406D-8E7C-51E5A710F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2193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4" name="Line 21">
                <a:extLst>
                  <a:ext uri="{FF2B5EF4-FFF2-40B4-BE49-F238E27FC236}">
                    <a16:creationId xmlns:a16="http://schemas.microsoft.com/office/drawing/2014/main" id="{6D159C99-D783-4EEE-B036-356F31895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2874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5" name="Line 22">
                <a:extLst>
                  <a:ext uri="{FF2B5EF4-FFF2-40B4-BE49-F238E27FC236}">
                    <a16:creationId xmlns:a16="http://schemas.microsoft.com/office/drawing/2014/main" id="{C20DADE0-9790-4F5D-8692-AEADA7854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1059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6" name="Line 23">
                <a:extLst>
                  <a:ext uri="{FF2B5EF4-FFF2-40B4-BE49-F238E27FC236}">
                    <a16:creationId xmlns:a16="http://schemas.microsoft.com/office/drawing/2014/main" id="{F37D8397-3FE6-4051-9C8C-48CDE0475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1059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7" name="Line 24">
                <a:extLst>
                  <a:ext uri="{FF2B5EF4-FFF2-40B4-BE49-F238E27FC236}">
                    <a16:creationId xmlns:a16="http://schemas.microsoft.com/office/drawing/2014/main" id="{0F301E90-107D-4A33-B69B-9E44F946B6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1694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8" name="Line 25">
                <a:extLst>
                  <a:ext uri="{FF2B5EF4-FFF2-40B4-BE49-F238E27FC236}">
                    <a16:creationId xmlns:a16="http://schemas.microsoft.com/office/drawing/2014/main" id="{E0B75359-CA30-41EF-A058-DE956E1ED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1694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59" name="Line 26">
                <a:extLst>
                  <a:ext uri="{FF2B5EF4-FFF2-40B4-BE49-F238E27FC236}">
                    <a16:creationId xmlns:a16="http://schemas.microsoft.com/office/drawing/2014/main" id="{59716EA4-DA3A-418E-8E07-1B0277611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2375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0" name="Line 27">
                <a:extLst>
                  <a:ext uri="{FF2B5EF4-FFF2-40B4-BE49-F238E27FC236}">
                    <a16:creationId xmlns:a16="http://schemas.microsoft.com/office/drawing/2014/main" id="{B823DACA-52A9-4727-AF4F-423CBFDBD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2375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1" name="Line 28">
                <a:extLst>
                  <a:ext uri="{FF2B5EF4-FFF2-40B4-BE49-F238E27FC236}">
                    <a16:creationId xmlns:a16="http://schemas.microsoft.com/office/drawing/2014/main" id="{BF1E651B-4465-4EF1-9678-09D2AFBD55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3055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2" name="Line 29">
                <a:extLst>
                  <a:ext uri="{FF2B5EF4-FFF2-40B4-BE49-F238E27FC236}">
                    <a16:creationId xmlns:a16="http://schemas.microsoft.com/office/drawing/2014/main" id="{7CED7361-355E-4B88-BD93-6BBB6C0053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3055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3" name="Line 30">
                <a:extLst>
                  <a:ext uri="{FF2B5EF4-FFF2-40B4-BE49-F238E27FC236}">
                    <a16:creationId xmlns:a16="http://schemas.microsoft.com/office/drawing/2014/main" id="{292EAC44-C475-434F-B87B-C1FF1ACC33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96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4" name="Line 31">
                <a:extLst>
                  <a:ext uri="{FF2B5EF4-FFF2-40B4-BE49-F238E27FC236}">
                    <a16:creationId xmlns:a16="http://schemas.microsoft.com/office/drawing/2014/main" id="{FC3517F9-FF26-48B3-AC09-53F0811F0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160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5" name="Line 32">
                <a:extLst>
                  <a:ext uri="{FF2B5EF4-FFF2-40B4-BE49-F238E27FC236}">
                    <a16:creationId xmlns:a16="http://schemas.microsoft.com/office/drawing/2014/main" id="{D43C2D7A-36C5-4F36-985D-3CF8D21388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228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6" name="Line 33">
                <a:extLst>
                  <a:ext uri="{FF2B5EF4-FFF2-40B4-BE49-F238E27FC236}">
                    <a16:creationId xmlns:a16="http://schemas.microsoft.com/office/drawing/2014/main" id="{E483B23A-D825-4859-9E64-AEE4007315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296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67" name="Line 34">
                <a:extLst>
                  <a:ext uri="{FF2B5EF4-FFF2-40B4-BE49-F238E27FC236}">
                    <a16:creationId xmlns:a16="http://schemas.microsoft.com/office/drawing/2014/main" id="{2F753AB9-D6FF-41CA-A85C-ADBEDAFFAC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1" y="1377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568" name="Group 43">
                <a:extLst>
                  <a:ext uri="{FF2B5EF4-FFF2-40B4-BE49-F238E27FC236}">
                    <a16:creationId xmlns:a16="http://schemas.microsoft.com/office/drawing/2014/main" id="{C2889E45-342C-4BBF-8FD9-B88661F70D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" y="1195"/>
                <a:ext cx="317" cy="363"/>
                <a:chOff x="1020" y="1706"/>
                <a:chExt cx="317" cy="363"/>
              </a:xfrm>
            </p:grpSpPr>
            <p:sp>
              <p:nvSpPr>
                <p:cNvPr id="20572" name="Rectangle 44">
                  <a:extLst>
                    <a:ext uri="{FF2B5EF4-FFF2-40B4-BE49-F238E27FC236}">
                      <a16:creationId xmlns:a16="http://schemas.microsoft.com/office/drawing/2014/main" id="{AA6EE4C5-FD21-4187-B111-CFA075D22B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73" name="Oval 45">
                  <a:extLst>
                    <a:ext uri="{FF2B5EF4-FFF2-40B4-BE49-F238E27FC236}">
                      <a16:creationId xmlns:a16="http://schemas.microsoft.com/office/drawing/2014/main" id="{BF937B44-16C2-4A10-BCAC-9D83CED222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0569" name="Oval 47">
                <a:extLst>
                  <a:ext uri="{FF2B5EF4-FFF2-40B4-BE49-F238E27FC236}">
                    <a16:creationId xmlns:a16="http://schemas.microsoft.com/office/drawing/2014/main" id="{494A64E5-2CE7-47C1-A507-DB09640D8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" y="1347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70" name="Oval 48">
                <a:extLst>
                  <a:ext uri="{FF2B5EF4-FFF2-40B4-BE49-F238E27FC236}">
                    <a16:creationId xmlns:a16="http://schemas.microsoft.com/office/drawing/2014/main" id="{1DDF6D3E-4BC4-4854-AC22-34CCE731BC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" y="1477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71" name="Oval 49">
                <a:extLst>
                  <a:ext uri="{FF2B5EF4-FFF2-40B4-BE49-F238E27FC236}">
                    <a16:creationId xmlns:a16="http://schemas.microsoft.com/office/drawing/2014/main" id="{61F39B17-6334-4C5B-9745-B7BC9433F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" y="2162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0540" name="Text Box 120">
              <a:extLst>
                <a:ext uri="{FF2B5EF4-FFF2-40B4-BE49-F238E27FC236}">
                  <a16:creationId xmlns:a16="http://schemas.microsoft.com/office/drawing/2014/main" id="{0A25B9BD-A03C-43B3-929C-7DD289C9AA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6" y="1652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0541" name="Text Box 122">
              <a:extLst>
                <a:ext uri="{FF2B5EF4-FFF2-40B4-BE49-F238E27FC236}">
                  <a16:creationId xmlns:a16="http://schemas.microsoft.com/office/drawing/2014/main" id="{657758B1-9589-4667-80B7-5AC3F2D10F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6" y="1250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542" name="Text Box 123">
              <a:extLst>
                <a:ext uri="{FF2B5EF4-FFF2-40B4-BE49-F238E27FC236}">
                  <a16:creationId xmlns:a16="http://schemas.microsoft.com/office/drawing/2014/main" id="{97A5E1D9-379B-46D8-A9DB-CC7DB5DC12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6" y="1891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543" name="Text Box 124">
              <a:extLst>
                <a:ext uri="{FF2B5EF4-FFF2-40B4-BE49-F238E27FC236}">
                  <a16:creationId xmlns:a16="http://schemas.microsoft.com/office/drawing/2014/main" id="{D9D8CD0D-9343-4B33-9128-7AA0FD6AF7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6" y="2543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544" name="Text Box 125">
              <a:extLst>
                <a:ext uri="{FF2B5EF4-FFF2-40B4-BE49-F238E27FC236}">
                  <a16:creationId xmlns:a16="http://schemas.microsoft.com/office/drawing/2014/main" id="{4E46F30A-954C-46E3-8ABB-4A956032A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8" y="3249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  <p:grpSp>
        <p:nvGrpSpPr>
          <p:cNvPr id="25731" name="Group 131">
            <a:extLst>
              <a:ext uri="{FF2B5EF4-FFF2-40B4-BE49-F238E27FC236}">
                <a16:creationId xmlns:a16="http://schemas.microsoft.com/office/drawing/2014/main" id="{F941FB6F-D84B-45E8-B4CE-C8CC1EBEFFC4}"/>
              </a:ext>
            </a:extLst>
          </p:cNvPr>
          <p:cNvGrpSpPr>
            <a:grpSpLocks/>
          </p:cNvGrpSpPr>
          <p:nvPr/>
        </p:nvGrpSpPr>
        <p:grpSpPr bwMode="auto">
          <a:xfrm>
            <a:off x="4208463" y="692150"/>
            <a:ext cx="3354387" cy="3911600"/>
            <a:chOff x="3499" y="414"/>
            <a:chExt cx="2113" cy="2464"/>
          </a:xfrm>
        </p:grpSpPr>
        <p:grpSp>
          <p:nvGrpSpPr>
            <p:cNvPr id="20496" name="Group 70">
              <a:extLst>
                <a:ext uri="{FF2B5EF4-FFF2-40B4-BE49-F238E27FC236}">
                  <a16:creationId xmlns:a16="http://schemas.microsoft.com/office/drawing/2014/main" id="{69DA0CDD-3B11-4AC3-843E-303C6DA5C6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9" y="428"/>
              <a:ext cx="2113" cy="2450"/>
              <a:chOff x="271" y="787"/>
              <a:chExt cx="2113" cy="2450"/>
            </a:xfrm>
          </p:grpSpPr>
          <p:grpSp>
            <p:nvGrpSpPr>
              <p:cNvPr id="20502" name="Group 71">
                <a:extLst>
                  <a:ext uri="{FF2B5EF4-FFF2-40B4-BE49-F238E27FC236}">
                    <a16:creationId xmlns:a16="http://schemas.microsoft.com/office/drawing/2014/main" id="{EFC74022-6B02-4A82-AEFE-85DDE41DD5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787"/>
                <a:ext cx="317" cy="363"/>
                <a:chOff x="1020" y="1706"/>
                <a:chExt cx="317" cy="363"/>
              </a:xfrm>
            </p:grpSpPr>
            <p:sp>
              <p:nvSpPr>
                <p:cNvPr id="20537" name="Rectangle 72">
                  <a:extLst>
                    <a:ext uri="{FF2B5EF4-FFF2-40B4-BE49-F238E27FC236}">
                      <a16:creationId xmlns:a16="http://schemas.microsoft.com/office/drawing/2014/main" id="{AEF39BE1-D7CB-4C4E-A4F6-2D87DEBFE9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38" name="Oval 73">
                  <a:extLst>
                    <a:ext uri="{FF2B5EF4-FFF2-40B4-BE49-F238E27FC236}">
                      <a16:creationId xmlns:a16="http://schemas.microsoft.com/office/drawing/2014/main" id="{A3AE6847-5DCF-4452-AAB3-C27CB10D2B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03" name="Group 74">
                <a:extLst>
                  <a:ext uri="{FF2B5EF4-FFF2-40B4-BE49-F238E27FC236}">
                    <a16:creationId xmlns:a16="http://schemas.microsoft.com/office/drawing/2014/main" id="{680B6458-F5C2-41D3-83C6-637EF947D0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1422"/>
                <a:ext cx="317" cy="363"/>
                <a:chOff x="1020" y="1706"/>
                <a:chExt cx="317" cy="363"/>
              </a:xfrm>
            </p:grpSpPr>
            <p:sp>
              <p:nvSpPr>
                <p:cNvPr id="20535" name="Rectangle 75">
                  <a:extLst>
                    <a:ext uri="{FF2B5EF4-FFF2-40B4-BE49-F238E27FC236}">
                      <a16:creationId xmlns:a16="http://schemas.microsoft.com/office/drawing/2014/main" id="{92D67FFF-92F3-44AB-9945-AA94DBCB4C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36" name="Oval 76">
                  <a:extLst>
                    <a:ext uri="{FF2B5EF4-FFF2-40B4-BE49-F238E27FC236}">
                      <a16:creationId xmlns:a16="http://schemas.microsoft.com/office/drawing/2014/main" id="{5703097E-6DFE-4723-B19E-82EADA2CE4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04" name="Group 77">
                <a:extLst>
                  <a:ext uri="{FF2B5EF4-FFF2-40B4-BE49-F238E27FC236}">
                    <a16:creationId xmlns:a16="http://schemas.microsoft.com/office/drawing/2014/main" id="{AF385C2B-39BA-4D00-BDC7-E2F9B070D6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2102"/>
                <a:ext cx="317" cy="363"/>
                <a:chOff x="1020" y="1706"/>
                <a:chExt cx="317" cy="363"/>
              </a:xfrm>
            </p:grpSpPr>
            <p:sp>
              <p:nvSpPr>
                <p:cNvPr id="20533" name="Rectangle 78">
                  <a:extLst>
                    <a:ext uri="{FF2B5EF4-FFF2-40B4-BE49-F238E27FC236}">
                      <a16:creationId xmlns:a16="http://schemas.microsoft.com/office/drawing/2014/main" id="{44A3EE8A-70A1-4C9C-B04F-BDF253200C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34" name="Oval 79">
                  <a:extLst>
                    <a:ext uri="{FF2B5EF4-FFF2-40B4-BE49-F238E27FC236}">
                      <a16:creationId xmlns:a16="http://schemas.microsoft.com/office/drawing/2014/main" id="{FFBB0E44-83FE-47E6-BF8F-D7CF563384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505" name="Group 80">
                <a:extLst>
                  <a:ext uri="{FF2B5EF4-FFF2-40B4-BE49-F238E27FC236}">
                    <a16:creationId xmlns:a16="http://schemas.microsoft.com/office/drawing/2014/main" id="{7A1C978A-0ABE-4F5F-97A4-56E452757D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85" y="2783"/>
                <a:ext cx="317" cy="363"/>
                <a:chOff x="1020" y="1706"/>
                <a:chExt cx="317" cy="363"/>
              </a:xfrm>
            </p:grpSpPr>
            <p:sp>
              <p:nvSpPr>
                <p:cNvPr id="20531" name="Rectangle 81">
                  <a:extLst>
                    <a:ext uri="{FF2B5EF4-FFF2-40B4-BE49-F238E27FC236}">
                      <a16:creationId xmlns:a16="http://schemas.microsoft.com/office/drawing/2014/main" id="{00C12D72-C74E-4EDA-908E-D1B1783E8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32" name="Oval 82">
                  <a:extLst>
                    <a:ext uri="{FF2B5EF4-FFF2-40B4-BE49-F238E27FC236}">
                      <a16:creationId xmlns:a16="http://schemas.microsoft.com/office/drawing/2014/main" id="{F15620CD-F3C0-4619-888C-E87066FE42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0506" name="Line 83">
                <a:extLst>
                  <a:ext uri="{FF2B5EF4-FFF2-40B4-BE49-F238E27FC236}">
                    <a16:creationId xmlns:a16="http://schemas.microsoft.com/office/drawing/2014/main" id="{24BD806D-397C-4A51-B10E-DCD9ABBBCF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377"/>
                <a:ext cx="44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07" name="Line 84">
                <a:extLst>
                  <a:ext uri="{FF2B5EF4-FFF2-40B4-BE49-F238E27FC236}">
                    <a16:creationId xmlns:a16="http://schemas.microsoft.com/office/drawing/2014/main" id="{68459B89-79B2-414B-A196-5D7DF009F7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878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08" name="Line 85">
                <a:extLst>
                  <a:ext uri="{FF2B5EF4-FFF2-40B4-BE49-F238E27FC236}">
                    <a16:creationId xmlns:a16="http://schemas.microsoft.com/office/drawing/2014/main" id="{351390C5-3C27-4865-A41F-EF063AD00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0" y="878"/>
                <a:ext cx="0" cy="19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09" name="Line 86">
                <a:extLst>
                  <a:ext uri="{FF2B5EF4-FFF2-40B4-BE49-F238E27FC236}">
                    <a16:creationId xmlns:a16="http://schemas.microsoft.com/office/drawing/2014/main" id="{6B111457-B92F-47DA-9307-98A1E222EE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1513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0" name="Line 87">
                <a:extLst>
                  <a:ext uri="{FF2B5EF4-FFF2-40B4-BE49-F238E27FC236}">
                    <a16:creationId xmlns:a16="http://schemas.microsoft.com/office/drawing/2014/main" id="{9D0CBDD0-A465-49CF-9F73-D9E30672C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2193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1" name="Line 88">
                <a:extLst>
                  <a:ext uri="{FF2B5EF4-FFF2-40B4-BE49-F238E27FC236}">
                    <a16:creationId xmlns:a16="http://schemas.microsoft.com/office/drawing/2014/main" id="{E3806AD4-8912-4EE6-A680-C05AC93902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50" y="2874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2" name="Line 89">
                <a:extLst>
                  <a:ext uri="{FF2B5EF4-FFF2-40B4-BE49-F238E27FC236}">
                    <a16:creationId xmlns:a16="http://schemas.microsoft.com/office/drawing/2014/main" id="{27966395-0996-4843-A1E2-6BF3C72894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1059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3" name="Line 90">
                <a:extLst>
                  <a:ext uri="{FF2B5EF4-FFF2-40B4-BE49-F238E27FC236}">
                    <a16:creationId xmlns:a16="http://schemas.microsoft.com/office/drawing/2014/main" id="{8AC1D2D6-CC69-4A57-806C-6F0770DC2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1059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4" name="Line 91">
                <a:extLst>
                  <a:ext uri="{FF2B5EF4-FFF2-40B4-BE49-F238E27FC236}">
                    <a16:creationId xmlns:a16="http://schemas.microsoft.com/office/drawing/2014/main" id="{CB794A71-DE1E-46EE-9BD7-2F967047A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1694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5" name="Line 92">
                <a:extLst>
                  <a:ext uri="{FF2B5EF4-FFF2-40B4-BE49-F238E27FC236}">
                    <a16:creationId xmlns:a16="http://schemas.microsoft.com/office/drawing/2014/main" id="{CA0743C8-083C-47F8-B7AE-86BCECA8DC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1694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6" name="Line 93">
                <a:extLst>
                  <a:ext uri="{FF2B5EF4-FFF2-40B4-BE49-F238E27FC236}">
                    <a16:creationId xmlns:a16="http://schemas.microsoft.com/office/drawing/2014/main" id="{361813BB-EC0A-4F9D-9DD8-4BC6049D1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2375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7" name="Line 94">
                <a:extLst>
                  <a:ext uri="{FF2B5EF4-FFF2-40B4-BE49-F238E27FC236}">
                    <a16:creationId xmlns:a16="http://schemas.microsoft.com/office/drawing/2014/main" id="{A13DAA01-F2C7-4EA8-A5C7-B0D8DCCD5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2375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8" name="Line 95">
                <a:extLst>
                  <a:ext uri="{FF2B5EF4-FFF2-40B4-BE49-F238E27FC236}">
                    <a16:creationId xmlns:a16="http://schemas.microsoft.com/office/drawing/2014/main" id="{357F7F30-1335-4C28-A625-FBC108AF4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58" y="3055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19" name="Line 96">
                <a:extLst>
                  <a:ext uri="{FF2B5EF4-FFF2-40B4-BE49-F238E27FC236}">
                    <a16:creationId xmlns:a16="http://schemas.microsoft.com/office/drawing/2014/main" id="{E87FD329-6B1E-4AAE-A698-4B3E09813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58" y="3055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0" name="Line 97">
                <a:extLst>
                  <a:ext uri="{FF2B5EF4-FFF2-40B4-BE49-F238E27FC236}">
                    <a16:creationId xmlns:a16="http://schemas.microsoft.com/office/drawing/2014/main" id="{57B1DC7D-0DD7-48F9-B24D-FDAB8C6211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96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1" name="Line 98">
                <a:extLst>
                  <a:ext uri="{FF2B5EF4-FFF2-40B4-BE49-F238E27FC236}">
                    <a16:creationId xmlns:a16="http://schemas.microsoft.com/office/drawing/2014/main" id="{2F64CF26-4D8F-409D-BC40-904B85DFA2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160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2" name="Line 99">
                <a:extLst>
                  <a:ext uri="{FF2B5EF4-FFF2-40B4-BE49-F238E27FC236}">
                    <a16:creationId xmlns:a16="http://schemas.microsoft.com/office/drawing/2014/main" id="{F9C6CA26-DAA6-48F3-AC36-11A126CA1E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228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3" name="Line 100">
                <a:extLst>
                  <a:ext uri="{FF2B5EF4-FFF2-40B4-BE49-F238E27FC236}">
                    <a16:creationId xmlns:a16="http://schemas.microsoft.com/office/drawing/2014/main" id="{6C9E18F3-3AFC-4999-89AD-A69F2FDF2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3" y="2964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4" name="Line 101">
                <a:extLst>
                  <a:ext uri="{FF2B5EF4-FFF2-40B4-BE49-F238E27FC236}">
                    <a16:creationId xmlns:a16="http://schemas.microsoft.com/office/drawing/2014/main" id="{2662176C-2053-47E5-9374-3B1B84D658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1" y="1377"/>
                <a:ext cx="22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pSp>
            <p:nvGrpSpPr>
              <p:cNvPr id="20525" name="Group 102">
                <a:extLst>
                  <a:ext uri="{FF2B5EF4-FFF2-40B4-BE49-F238E27FC236}">
                    <a16:creationId xmlns:a16="http://schemas.microsoft.com/office/drawing/2014/main" id="{3C83D9D5-1627-4E7E-A5E1-759ADA2C21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" y="1195"/>
                <a:ext cx="317" cy="363"/>
                <a:chOff x="1020" y="1706"/>
                <a:chExt cx="317" cy="363"/>
              </a:xfrm>
            </p:grpSpPr>
            <p:sp>
              <p:nvSpPr>
                <p:cNvPr id="20529" name="Rectangle 103">
                  <a:extLst>
                    <a:ext uri="{FF2B5EF4-FFF2-40B4-BE49-F238E27FC236}">
                      <a16:creationId xmlns:a16="http://schemas.microsoft.com/office/drawing/2014/main" id="{46650DB8-725E-4E77-AA36-A269D3F6D1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0530" name="Oval 104">
                  <a:extLst>
                    <a:ext uri="{FF2B5EF4-FFF2-40B4-BE49-F238E27FC236}">
                      <a16:creationId xmlns:a16="http://schemas.microsoft.com/office/drawing/2014/main" id="{3AF35928-3A74-494E-B3DB-66F320256D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0526" name="Oval 105">
                <a:extLst>
                  <a:ext uri="{FF2B5EF4-FFF2-40B4-BE49-F238E27FC236}">
                    <a16:creationId xmlns:a16="http://schemas.microsoft.com/office/drawing/2014/main" id="{042FDFC6-C8DD-4277-AFC0-1F88EB3AE5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9" y="1347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7" name="Oval 106">
                <a:extLst>
                  <a:ext uri="{FF2B5EF4-FFF2-40B4-BE49-F238E27FC236}">
                    <a16:creationId xmlns:a16="http://schemas.microsoft.com/office/drawing/2014/main" id="{E8EA6D3E-F8FA-4166-9E48-FDDAB38605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" y="1477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528" name="Oval 107">
                <a:extLst>
                  <a:ext uri="{FF2B5EF4-FFF2-40B4-BE49-F238E27FC236}">
                    <a16:creationId xmlns:a16="http://schemas.microsoft.com/office/drawing/2014/main" id="{24F4F209-01D7-48D0-AD81-3EE8FAD33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9" y="2162"/>
                <a:ext cx="56" cy="5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0497" name="Text Box 121">
              <a:extLst>
                <a:ext uri="{FF2B5EF4-FFF2-40B4-BE49-F238E27FC236}">
                  <a16:creationId xmlns:a16="http://schemas.microsoft.com/office/drawing/2014/main" id="{4A9D202E-65F3-4A72-A014-3BF950CE7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414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498" name="Text Box 127">
              <a:extLst>
                <a:ext uri="{FF2B5EF4-FFF2-40B4-BE49-F238E27FC236}">
                  <a16:creationId xmlns:a16="http://schemas.microsoft.com/office/drawing/2014/main" id="{74170FED-64DE-465F-A01D-5C45C43149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826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20499" name="Text Box 128">
              <a:extLst>
                <a:ext uri="{FF2B5EF4-FFF2-40B4-BE49-F238E27FC236}">
                  <a16:creationId xmlns:a16="http://schemas.microsoft.com/office/drawing/2014/main" id="{27AEB53F-3456-4D9B-9AD3-77FC6D2B5B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1055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500" name="Text Box 129">
              <a:extLst>
                <a:ext uri="{FF2B5EF4-FFF2-40B4-BE49-F238E27FC236}">
                  <a16:creationId xmlns:a16="http://schemas.microsoft.com/office/drawing/2014/main" id="{A5FB2EA8-76B7-44FF-A27F-F42EDAB1FF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7" y="1740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0501" name="Text Box 130">
              <a:extLst>
                <a:ext uri="{FF2B5EF4-FFF2-40B4-BE49-F238E27FC236}">
                  <a16:creationId xmlns:a16="http://schemas.microsoft.com/office/drawing/2014/main" id="{E4D62E7D-25CF-4A5B-A62A-70ED93E331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2413"/>
              <a:ext cx="239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48A5C9-AF65-440B-B194-DA633633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22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224528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5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0" fill="hold"/>
                                        <p:tgtEl>
                                          <p:spTgt spid="256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9" dur="500"/>
                                        <p:tgtEl>
                                          <p:spTgt spid="2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25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0" fill="hold"/>
                                        <p:tgtEl>
                                          <p:spTgt spid="25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5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2" presetClass="entr" presetSubtype="2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25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5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57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42" grpId="0" autoUpdateAnimBg="0"/>
      <p:bldP spid="25660" grpId="0" animBg="1" autoUpdateAnimBg="0"/>
      <p:bldP spid="25661" grpId="0" animBg="1" autoUpdateAnimBg="0"/>
      <p:bldP spid="25669" grpId="0" animBg="1" autoUpdateAnimBg="0"/>
      <p:bldP spid="25715" grpId="0" animBg="1" autoUpdateAnimBg="0"/>
      <p:bldP spid="25716" grpId="0" animBg="1" autoUpdateAnimBg="0"/>
      <p:bldP spid="25717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3B428BA-2143-4FAA-AC68-17E1497DC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0375" y="644525"/>
            <a:ext cx="1939925" cy="487363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kumimoji="0" lang="zh-CN" altLang="en-US" sz="2800" b="1">
                <a:solidFill>
                  <a:sysClr val="windowText" lastClr="000000"/>
                </a:solidFill>
              </a:rPr>
              <a:t>直流参数</a:t>
            </a:r>
          </a:p>
        </p:txBody>
      </p:sp>
      <p:sp>
        <p:nvSpPr>
          <p:cNvPr id="27655" name="Text Box 7">
            <a:extLst>
              <a:ext uri="{FF2B5EF4-FFF2-40B4-BE49-F238E27FC236}">
                <a16:creationId xmlns:a16="http://schemas.microsoft.com/office/drawing/2014/main" id="{A18E176E-7FE9-40A7-96CE-5A7101E81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6810" y="1458278"/>
            <a:ext cx="6659563" cy="4111625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低电平输入电流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1.6 mA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高电平输入电流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IH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40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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 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低电平输出电流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16 mA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高电平输出电流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0.4 mA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低电平输出电压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≤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0.35V</a:t>
            </a:r>
            <a:r>
              <a:rPr kumimoji="1" lang="en-US" altLang="zh-CN" sz="2800" b="1" i="0" u="none" strike="noStrike" kern="1200" cap="none" spc="0" normalizeH="0" baseline="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个负载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</a:p>
          <a:p>
            <a:pPr marL="0" marR="0" lvl="0" indent="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高电平输出电压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≥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3V</a:t>
            </a:r>
            <a:r>
              <a:rPr kumimoji="1" lang="en-US" altLang="zh-CN" sz="2800" b="1" i="0" u="none" strike="noStrike" kern="1200" cap="none" spc="0" normalizeH="0" baseline="-30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(10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个负载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AC2E83C-446B-4A95-A2D0-F358F1576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5760" y="5933440"/>
            <a:ext cx="1905000" cy="457200"/>
          </a:xfrm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23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748861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5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E9602A1-E92E-44B4-981D-574646891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2113" y="315913"/>
            <a:ext cx="2906712" cy="504825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ysClr val="windowText" lastClr="000000"/>
                </a:solidFill>
              </a:rPr>
              <a:t>5</a:t>
            </a:r>
            <a:r>
              <a:rPr lang="zh-CN" altLang="en-US" sz="2800" b="1" dirty="0">
                <a:solidFill>
                  <a:sysClr val="windowText" lastClr="000000"/>
                </a:solidFill>
              </a:rPr>
              <a:t>、传输延迟时间</a:t>
            </a:r>
          </a:p>
        </p:txBody>
      </p:sp>
      <p:grpSp>
        <p:nvGrpSpPr>
          <p:cNvPr id="28736" name="Group 64">
            <a:extLst>
              <a:ext uri="{FF2B5EF4-FFF2-40B4-BE49-F238E27FC236}">
                <a16:creationId xmlns:a16="http://schemas.microsoft.com/office/drawing/2014/main" id="{2302A0C1-B1FC-4097-887C-7C7BEEC95F93}"/>
              </a:ext>
            </a:extLst>
          </p:cNvPr>
          <p:cNvGrpSpPr>
            <a:grpSpLocks/>
          </p:cNvGrpSpPr>
          <p:nvPr/>
        </p:nvGrpSpPr>
        <p:grpSpPr bwMode="auto">
          <a:xfrm>
            <a:off x="3243263" y="561975"/>
            <a:ext cx="5334000" cy="762000"/>
            <a:chOff x="342" y="2257"/>
            <a:chExt cx="3360" cy="480"/>
          </a:xfrm>
        </p:grpSpPr>
        <p:sp>
          <p:nvSpPr>
            <p:cNvPr id="22585" name="Line 7">
              <a:extLst>
                <a:ext uri="{FF2B5EF4-FFF2-40B4-BE49-F238E27FC236}">
                  <a16:creationId xmlns:a16="http://schemas.microsoft.com/office/drawing/2014/main" id="{55FD3A8B-B831-4096-875C-10EFB0206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" y="2737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6" name="Arc 8">
              <a:extLst>
                <a:ext uri="{FF2B5EF4-FFF2-40B4-BE49-F238E27FC236}">
                  <a16:creationId xmlns:a16="http://schemas.microsoft.com/office/drawing/2014/main" id="{2D9D2559-8AC7-4A28-8608-8F5467B651D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822" y="2593"/>
              <a:ext cx="192" cy="144"/>
            </a:xfrm>
            <a:custGeom>
              <a:avLst/>
              <a:gdLst>
                <a:gd name="T0" fmla="*/ 0 w 21590"/>
                <a:gd name="T1" fmla="*/ 0 h 21600"/>
                <a:gd name="T2" fmla="*/ 0 w 21590"/>
                <a:gd name="T3" fmla="*/ 0 h 21600"/>
                <a:gd name="T4" fmla="*/ 0 w 2159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90" h="21600" fill="none" extrusionOk="0">
                  <a:moveTo>
                    <a:pt x="-1" y="0"/>
                  </a:moveTo>
                  <a:cubicBezTo>
                    <a:pt x="11672" y="0"/>
                    <a:pt x="21233" y="9273"/>
                    <a:pt x="21589" y="20940"/>
                  </a:cubicBezTo>
                </a:path>
                <a:path w="21590" h="21600" stroke="0" extrusionOk="0">
                  <a:moveTo>
                    <a:pt x="-1" y="0"/>
                  </a:moveTo>
                  <a:cubicBezTo>
                    <a:pt x="11672" y="0"/>
                    <a:pt x="21233" y="9273"/>
                    <a:pt x="21589" y="2094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7" name="Line 9">
              <a:extLst>
                <a:ext uri="{FF2B5EF4-FFF2-40B4-BE49-F238E27FC236}">
                  <a16:creationId xmlns:a16="http://schemas.microsoft.com/office/drawing/2014/main" id="{9D9F28D0-B94E-4799-A9B6-AE4CCA65D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14" y="2305"/>
              <a:ext cx="96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8" name="Line 10">
              <a:extLst>
                <a:ext uri="{FF2B5EF4-FFF2-40B4-BE49-F238E27FC236}">
                  <a16:creationId xmlns:a16="http://schemas.microsoft.com/office/drawing/2014/main" id="{7F58E266-67EC-42EA-9310-8559B5677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6" y="2257"/>
              <a:ext cx="110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9" name="Arc 11">
              <a:extLst>
                <a:ext uri="{FF2B5EF4-FFF2-40B4-BE49-F238E27FC236}">
                  <a16:creationId xmlns:a16="http://schemas.microsoft.com/office/drawing/2014/main" id="{A95F5080-AC39-49A1-B4D7-159BBE4D99C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110" y="2257"/>
              <a:ext cx="96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90" name="Line 12">
              <a:extLst>
                <a:ext uri="{FF2B5EF4-FFF2-40B4-BE49-F238E27FC236}">
                  <a16:creationId xmlns:a16="http://schemas.microsoft.com/office/drawing/2014/main" id="{16AFE102-0187-43F9-AE97-CD7AD0E22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8" y="2305"/>
              <a:ext cx="144" cy="38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91" name="Arc 13">
              <a:extLst>
                <a:ext uri="{FF2B5EF4-FFF2-40B4-BE49-F238E27FC236}">
                  <a16:creationId xmlns:a16="http://schemas.microsoft.com/office/drawing/2014/main" id="{DBCC639F-8CBD-4AC5-8B48-51F61D51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57"/>
              <a:ext cx="96" cy="4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92" name="Line 14">
              <a:extLst>
                <a:ext uri="{FF2B5EF4-FFF2-40B4-BE49-F238E27FC236}">
                  <a16:creationId xmlns:a16="http://schemas.microsoft.com/office/drawing/2014/main" id="{17587EA9-FED5-45A0-B680-E366A6277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6" y="2737"/>
              <a:ext cx="105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93" name="Arc 15">
              <a:extLst>
                <a:ext uri="{FF2B5EF4-FFF2-40B4-BE49-F238E27FC236}">
                  <a16:creationId xmlns:a16="http://schemas.microsoft.com/office/drawing/2014/main" id="{EB29153F-A28A-435E-BF1C-FA999995B27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2497" y="2641"/>
              <a:ext cx="144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94" name="Rectangle 24">
              <a:extLst>
                <a:ext uri="{FF2B5EF4-FFF2-40B4-BE49-F238E27FC236}">
                  <a16:creationId xmlns:a16="http://schemas.microsoft.com/office/drawing/2014/main" id="{189ABE1E-FAAA-404E-805C-F195C428C9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383"/>
              <a:ext cx="278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737" name="Group 65">
            <a:extLst>
              <a:ext uri="{FF2B5EF4-FFF2-40B4-BE49-F238E27FC236}">
                <a16:creationId xmlns:a16="http://schemas.microsoft.com/office/drawing/2014/main" id="{937EEF51-4B4E-4FBF-924D-C597786FA64A}"/>
              </a:ext>
            </a:extLst>
          </p:cNvPr>
          <p:cNvGrpSpPr>
            <a:grpSpLocks/>
          </p:cNvGrpSpPr>
          <p:nvPr/>
        </p:nvGrpSpPr>
        <p:grpSpPr bwMode="auto">
          <a:xfrm>
            <a:off x="3208338" y="1549400"/>
            <a:ext cx="5486400" cy="812800"/>
            <a:chOff x="342" y="2911"/>
            <a:chExt cx="3456" cy="512"/>
          </a:xfrm>
        </p:grpSpPr>
        <p:sp>
          <p:nvSpPr>
            <p:cNvPr id="22575" name="Line 16">
              <a:extLst>
                <a:ext uri="{FF2B5EF4-FFF2-40B4-BE49-F238E27FC236}">
                  <a16:creationId xmlns:a16="http://schemas.microsoft.com/office/drawing/2014/main" id="{7D738720-FEB5-4D5E-9C73-D46852627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4" y="3019"/>
              <a:ext cx="288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6" name="Line 17">
              <a:extLst>
                <a:ext uri="{FF2B5EF4-FFF2-40B4-BE49-F238E27FC236}">
                  <a16:creationId xmlns:a16="http://schemas.microsoft.com/office/drawing/2014/main" id="{583FA2F2-500A-4D77-8B31-1DB9EAD338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34" y="3025"/>
              <a:ext cx="197" cy="34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7" name="Line 18">
              <a:extLst>
                <a:ext uri="{FF2B5EF4-FFF2-40B4-BE49-F238E27FC236}">
                  <a16:creationId xmlns:a16="http://schemas.microsoft.com/office/drawing/2014/main" id="{CD3DDEE1-E49A-4808-A25E-A9EB140F7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22" y="2976"/>
              <a:ext cx="5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8" name="Arc 19">
              <a:extLst>
                <a:ext uri="{FF2B5EF4-FFF2-40B4-BE49-F238E27FC236}">
                  <a16:creationId xmlns:a16="http://schemas.microsoft.com/office/drawing/2014/main" id="{0EA5F3F8-DDAE-4E3F-88BB-B71DC3302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929"/>
              <a:ext cx="135" cy="144"/>
            </a:xfrm>
            <a:custGeom>
              <a:avLst/>
              <a:gdLst>
                <a:gd name="T0" fmla="*/ 0 w 20319"/>
                <a:gd name="T1" fmla="*/ 0 h 21600"/>
                <a:gd name="T2" fmla="*/ 0 w 20319"/>
                <a:gd name="T3" fmla="*/ 0 h 21600"/>
                <a:gd name="T4" fmla="*/ 0 w 20319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319" h="21600" fill="none" extrusionOk="0">
                  <a:moveTo>
                    <a:pt x="-1" y="0"/>
                  </a:moveTo>
                  <a:cubicBezTo>
                    <a:pt x="9104" y="0"/>
                    <a:pt x="17230" y="5708"/>
                    <a:pt x="20319" y="14272"/>
                  </a:cubicBezTo>
                </a:path>
                <a:path w="20319" h="21600" stroke="0" extrusionOk="0">
                  <a:moveTo>
                    <a:pt x="-1" y="0"/>
                  </a:moveTo>
                  <a:cubicBezTo>
                    <a:pt x="9104" y="0"/>
                    <a:pt x="17230" y="5708"/>
                    <a:pt x="20319" y="1427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9" name="Arc 20">
              <a:extLst>
                <a:ext uri="{FF2B5EF4-FFF2-40B4-BE49-F238E27FC236}">
                  <a16:creationId xmlns:a16="http://schemas.microsoft.com/office/drawing/2014/main" id="{80AF2DE5-81BE-4508-80F6-619D17F08C36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524" y="3327"/>
              <a:ext cx="141" cy="96"/>
            </a:xfrm>
            <a:custGeom>
              <a:avLst/>
              <a:gdLst>
                <a:gd name="T0" fmla="*/ 0 w 21207"/>
                <a:gd name="T1" fmla="*/ 0 h 21600"/>
                <a:gd name="T2" fmla="*/ 0 w 21207"/>
                <a:gd name="T3" fmla="*/ 0 h 21600"/>
                <a:gd name="T4" fmla="*/ 0 w 2120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207" h="21600" fill="none" extrusionOk="0">
                  <a:moveTo>
                    <a:pt x="-1" y="0"/>
                  </a:moveTo>
                  <a:cubicBezTo>
                    <a:pt x="10347" y="0"/>
                    <a:pt x="19241" y="7338"/>
                    <a:pt x="21206" y="17497"/>
                  </a:cubicBezTo>
                </a:path>
                <a:path w="21207" h="21600" stroke="0" extrusionOk="0">
                  <a:moveTo>
                    <a:pt x="-1" y="0"/>
                  </a:moveTo>
                  <a:cubicBezTo>
                    <a:pt x="10347" y="0"/>
                    <a:pt x="19241" y="7338"/>
                    <a:pt x="21206" y="1749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0" name="Arc 21">
              <a:extLst>
                <a:ext uri="{FF2B5EF4-FFF2-40B4-BE49-F238E27FC236}">
                  <a16:creationId xmlns:a16="http://schemas.microsoft.com/office/drawing/2014/main" id="{6DA27E8C-50FF-4FD3-9943-94B676361EA2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765" y="3323"/>
              <a:ext cx="192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1" name="Arc 22">
              <a:extLst>
                <a:ext uri="{FF2B5EF4-FFF2-40B4-BE49-F238E27FC236}">
                  <a16:creationId xmlns:a16="http://schemas.microsoft.com/office/drawing/2014/main" id="{103B5E70-1C0A-46E4-9C02-CCF61F10172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126" y="2977"/>
              <a:ext cx="96" cy="96"/>
            </a:xfrm>
            <a:custGeom>
              <a:avLst/>
              <a:gdLst>
                <a:gd name="T0" fmla="*/ 0 w 21587"/>
                <a:gd name="T1" fmla="*/ 0 h 21600"/>
                <a:gd name="T2" fmla="*/ 0 w 21587"/>
                <a:gd name="T3" fmla="*/ 0 h 21600"/>
                <a:gd name="T4" fmla="*/ 0 w 21587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587" h="21600" fill="none" extrusionOk="0">
                  <a:moveTo>
                    <a:pt x="-1" y="0"/>
                  </a:moveTo>
                  <a:cubicBezTo>
                    <a:pt x="11642" y="0"/>
                    <a:pt x="21189" y="9226"/>
                    <a:pt x="21587" y="20861"/>
                  </a:cubicBezTo>
                </a:path>
                <a:path w="21587" h="21600" stroke="0" extrusionOk="0">
                  <a:moveTo>
                    <a:pt x="-1" y="0"/>
                  </a:moveTo>
                  <a:cubicBezTo>
                    <a:pt x="11642" y="0"/>
                    <a:pt x="21189" y="9226"/>
                    <a:pt x="21587" y="20861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2" name="Line 23">
              <a:extLst>
                <a:ext uri="{FF2B5EF4-FFF2-40B4-BE49-F238E27FC236}">
                  <a16:creationId xmlns:a16="http://schemas.microsoft.com/office/drawing/2014/main" id="{8A136A4E-BE8D-4502-A84F-48376CCC0A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6" y="3419"/>
              <a:ext cx="110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3" name="Rectangle 25">
              <a:extLst>
                <a:ext uri="{FF2B5EF4-FFF2-40B4-BE49-F238E27FC236}">
                  <a16:creationId xmlns:a16="http://schemas.microsoft.com/office/drawing/2014/main" id="{34C45464-7C3B-41F1-B687-5828F8A84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" y="2911"/>
              <a:ext cx="253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84" name="Line 26">
              <a:extLst>
                <a:ext uri="{FF2B5EF4-FFF2-40B4-BE49-F238E27FC236}">
                  <a16:creationId xmlns:a16="http://schemas.microsoft.com/office/drawing/2014/main" id="{E8D0E057-506E-46E2-A6B0-4ADD135C60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" y="2929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8730" name="Group 58">
            <a:extLst>
              <a:ext uri="{FF2B5EF4-FFF2-40B4-BE49-F238E27FC236}">
                <a16:creationId xmlns:a16="http://schemas.microsoft.com/office/drawing/2014/main" id="{F0048828-F09C-49D8-AD59-4D6FA8E63CAC}"/>
              </a:ext>
            </a:extLst>
          </p:cNvPr>
          <p:cNvGrpSpPr>
            <a:grpSpLocks/>
          </p:cNvGrpSpPr>
          <p:nvPr/>
        </p:nvGrpSpPr>
        <p:grpSpPr bwMode="auto">
          <a:xfrm>
            <a:off x="311150" y="3262313"/>
            <a:ext cx="3433763" cy="776287"/>
            <a:chOff x="2934" y="468"/>
            <a:chExt cx="2163" cy="489"/>
          </a:xfrm>
        </p:grpSpPr>
        <p:sp>
          <p:nvSpPr>
            <p:cNvPr id="22573" name="Freeform 53">
              <a:extLst>
                <a:ext uri="{FF2B5EF4-FFF2-40B4-BE49-F238E27FC236}">
                  <a16:creationId xmlns:a16="http://schemas.microsoft.com/office/drawing/2014/main" id="{6445AB7F-9AD4-4D8A-B828-77E4653BD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3" y="468"/>
              <a:ext cx="1924" cy="380"/>
            </a:xfrm>
            <a:custGeom>
              <a:avLst/>
              <a:gdLst>
                <a:gd name="T0" fmla="*/ 0 w 1924"/>
                <a:gd name="T1" fmla="*/ 380 h 380"/>
                <a:gd name="T2" fmla="*/ 457 w 1924"/>
                <a:gd name="T3" fmla="*/ 380 h 380"/>
                <a:gd name="T4" fmla="*/ 457 w 1924"/>
                <a:gd name="T5" fmla="*/ 0 h 380"/>
                <a:gd name="T6" fmla="*/ 1446 w 1924"/>
                <a:gd name="T7" fmla="*/ 0 h 380"/>
                <a:gd name="T8" fmla="*/ 1446 w 1924"/>
                <a:gd name="T9" fmla="*/ 380 h 380"/>
                <a:gd name="T10" fmla="*/ 1924 w 1924"/>
                <a:gd name="T11" fmla="*/ 380 h 3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4" h="380">
                  <a:moveTo>
                    <a:pt x="0" y="380"/>
                  </a:moveTo>
                  <a:lnTo>
                    <a:pt x="457" y="380"/>
                  </a:lnTo>
                  <a:lnTo>
                    <a:pt x="457" y="0"/>
                  </a:lnTo>
                  <a:lnTo>
                    <a:pt x="1446" y="0"/>
                  </a:lnTo>
                  <a:lnTo>
                    <a:pt x="1446" y="380"/>
                  </a:lnTo>
                  <a:lnTo>
                    <a:pt x="1924" y="38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4" name="Text Box 54">
              <a:extLst>
                <a:ext uri="{FF2B5EF4-FFF2-40B4-BE49-F238E27FC236}">
                  <a16:creationId xmlns:a16="http://schemas.microsoft.com/office/drawing/2014/main" id="{2D26E89B-6E39-4A09-8BC9-F70B42474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4" y="630"/>
              <a:ext cx="43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</p:grpSp>
      <p:grpSp>
        <p:nvGrpSpPr>
          <p:cNvPr id="28731" name="Group 59">
            <a:extLst>
              <a:ext uri="{FF2B5EF4-FFF2-40B4-BE49-F238E27FC236}">
                <a16:creationId xmlns:a16="http://schemas.microsoft.com/office/drawing/2014/main" id="{9CA79A68-4E06-4CEB-AC53-74F637645830}"/>
              </a:ext>
            </a:extLst>
          </p:cNvPr>
          <p:cNvGrpSpPr>
            <a:grpSpLocks/>
          </p:cNvGrpSpPr>
          <p:nvPr/>
        </p:nvGrpSpPr>
        <p:grpSpPr bwMode="auto">
          <a:xfrm>
            <a:off x="327025" y="3935413"/>
            <a:ext cx="3416300" cy="841375"/>
            <a:chOff x="2966" y="1424"/>
            <a:chExt cx="2152" cy="530"/>
          </a:xfrm>
        </p:grpSpPr>
        <p:sp>
          <p:nvSpPr>
            <p:cNvPr id="22571" name="Freeform 55">
              <a:extLst>
                <a:ext uri="{FF2B5EF4-FFF2-40B4-BE49-F238E27FC236}">
                  <a16:creationId xmlns:a16="http://schemas.microsoft.com/office/drawing/2014/main" id="{A42C6F67-374E-42BA-BCC2-1D1FFF6E49BA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194" y="1574"/>
              <a:ext cx="1924" cy="380"/>
            </a:xfrm>
            <a:custGeom>
              <a:avLst/>
              <a:gdLst>
                <a:gd name="T0" fmla="*/ 0 w 1924"/>
                <a:gd name="T1" fmla="*/ 380 h 380"/>
                <a:gd name="T2" fmla="*/ 457 w 1924"/>
                <a:gd name="T3" fmla="*/ 380 h 380"/>
                <a:gd name="T4" fmla="*/ 457 w 1924"/>
                <a:gd name="T5" fmla="*/ 0 h 380"/>
                <a:gd name="T6" fmla="*/ 1446 w 1924"/>
                <a:gd name="T7" fmla="*/ 0 h 380"/>
                <a:gd name="T8" fmla="*/ 1446 w 1924"/>
                <a:gd name="T9" fmla="*/ 380 h 380"/>
                <a:gd name="T10" fmla="*/ 1924 w 1924"/>
                <a:gd name="T11" fmla="*/ 380 h 3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4" h="380">
                  <a:moveTo>
                    <a:pt x="0" y="380"/>
                  </a:moveTo>
                  <a:lnTo>
                    <a:pt x="457" y="380"/>
                  </a:lnTo>
                  <a:lnTo>
                    <a:pt x="457" y="0"/>
                  </a:lnTo>
                  <a:lnTo>
                    <a:pt x="1446" y="0"/>
                  </a:lnTo>
                  <a:lnTo>
                    <a:pt x="1446" y="380"/>
                  </a:lnTo>
                  <a:lnTo>
                    <a:pt x="1924" y="38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72" name="Text Box 57">
              <a:extLst>
                <a:ext uri="{FF2B5EF4-FFF2-40B4-BE49-F238E27FC236}">
                  <a16:creationId xmlns:a16="http://schemas.microsoft.com/office/drawing/2014/main" id="{23E93119-6A95-488E-81BE-DD58429D2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6" y="1424"/>
              <a:ext cx="43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sp>
        <p:nvSpPr>
          <p:cNvPr id="28732" name="Line 60">
            <a:extLst>
              <a:ext uri="{FF2B5EF4-FFF2-40B4-BE49-F238E27FC236}">
                <a16:creationId xmlns:a16="http://schemas.microsoft.com/office/drawing/2014/main" id="{573778DB-D30A-4CCB-BBCE-A19D40F939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6050" y="2900363"/>
            <a:ext cx="0" cy="2155825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33" name="Line 61">
            <a:extLst>
              <a:ext uri="{FF2B5EF4-FFF2-40B4-BE49-F238E27FC236}">
                <a16:creationId xmlns:a16="http://schemas.microsoft.com/office/drawing/2014/main" id="{B3A70981-DC19-4F93-B086-0038863A0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6088" y="2813050"/>
            <a:ext cx="0" cy="2155825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34" name="Text Box 62">
            <a:extLst>
              <a:ext uri="{FF2B5EF4-FFF2-40B4-BE49-F238E27FC236}">
                <a16:creationId xmlns:a16="http://schemas.microsoft.com/office/drawing/2014/main" id="{2189A620-515C-405B-AB8C-C10EA0C6E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8738" y="5038725"/>
            <a:ext cx="18288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理想波形</a:t>
            </a:r>
          </a:p>
        </p:txBody>
      </p:sp>
      <p:sp>
        <p:nvSpPr>
          <p:cNvPr id="28735" name="Text Box 63">
            <a:extLst>
              <a:ext uri="{FF2B5EF4-FFF2-40B4-BE49-F238E27FC236}">
                <a16:creationId xmlns:a16="http://schemas.microsoft.com/office/drawing/2014/main" id="{3AED0328-360B-4F43-923D-89A47D6B4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0725" y="344488"/>
            <a:ext cx="18288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实际波形</a:t>
            </a:r>
          </a:p>
        </p:txBody>
      </p:sp>
      <p:sp>
        <p:nvSpPr>
          <p:cNvPr id="28742" name="Text Box 70">
            <a:extLst>
              <a:ext uri="{FF2B5EF4-FFF2-40B4-BE49-F238E27FC236}">
                <a16:creationId xmlns:a16="http://schemas.microsoft.com/office/drawing/2014/main" id="{029DEA9E-1AF3-4DE0-9514-FD1345E53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4338" y="2611438"/>
            <a:ext cx="914400" cy="519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Pd1</a:t>
            </a:r>
          </a:p>
        </p:txBody>
      </p:sp>
      <p:grpSp>
        <p:nvGrpSpPr>
          <p:cNvPr id="28745" name="Group 73">
            <a:extLst>
              <a:ext uri="{FF2B5EF4-FFF2-40B4-BE49-F238E27FC236}">
                <a16:creationId xmlns:a16="http://schemas.microsoft.com/office/drawing/2014/main" id="{B3D1D227-D48B-4EAD-836F-A7F17B04FA9C}"/>
              </a:ext>
            </a:extLst>
          </p:cNvPr>
          <p:cNvGrpSpPr>
            <a:grpSpLocks/>
          </p:cNvGrpSpPr>
          <p:nvPr/>
        </p:nvGrpSpPr>
        <p:grpSpPr bwMode="auto">
          <a:xfrm>
            <a:off x="3930650" y="704850"/>
            <a:ext cx="1966913" cy="2052638"/>
            <a:chOff x="785" y="2020"/>
            <a:chExt cx="1239" cy="1293"/>
          </a:xfrm>
        </p:grpSpPr>
        <p:grpSp>
          <p:nvGrpSpPr>
            <p:cNvPr id="22564" name="Group 69">
              <a:extLst>
                <a:ext uri="{FF2B5EF4-FFF2-40B4-BE49-F238E27FC236}">
                  <a16:creationId xmlns:a16="http://schemas.microsoft.com/office/drawing/2014/main" id="{AD7B7BB1-0EC4-45E8-97AD-A4EC0B3969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5" y="2134"/>
              <a:ext cx="848" cy="1179"/>
              <a:chOff x="785" y="2134"/>
              <a:chExt cx="848" cy="1179"/>
            </a:xfrm>
          </p:grpSpPr>
          <p:sp>
            <p:nvSpPr>
              <p:cNvPr id="22567" name="Line 32">
                <a:extLst>
                  <a:ext uri="{FF2B5EF4-FFF2-40B4-BE49-F238E27FC236}">
                    <a16:creationId xmlns:a16="http://schemas.microsoft.com/office/drawing/2014/main" id="{C6684137-CF0B-4FAE-BFE9-D171FD7E2A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62" y="2134"/>
                <a:ext cx="0" cy="114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68" name="Line 66">
                <a:extLst>
                  <a:ext uri="{FF2B5EF4-FFF2-40B4-BE49-F238E27FC236}">
                    <a16:creationId xmlns:a16="http://schemas.microsoft.com/office/drawing/2014/main" id="{8761E356-519A-4BE5-8AA4-85DFD538BF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825"/>
                <a:ext cx="0" cy="4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69" name="Line 67">
                <a:extLst>
                  <a:ext uri="{FF2B5EF4-FFF2-40B4-BE49-F238E27FC236}">
                    <a16:creationId xmlns:a16="http://schemas.microsoft.com/office/drawing/2014/main" id="{763550DD-95E8-4C43-8E4E-86B11BF5AB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5" y="3087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70" name="Line 68">
                <a:extLst>
                  <a:ext uri="{FF2B5EF4-FFF2-40B4-BE49-F238E27FC236}">
                    <a16:creationId xmlns:a16="http://schemas.microsoft.com/office/drawing/2014/main" id="{AFB6AB8F-8F13-4E85-B0F9-3CFCFCF933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45" y="311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2565" name="Text Box 71">
              <a:extLst>
                <a:ext uri="{FF2B5EF4-FFF2-40B4-BE49-F238E27FC236}">
                  <a16:creationId xmlns:a16="http://schemas.microsoft.com/office/drawing/2014/main" id="{D98B40CE-52E6-4FE7-9236-FC4C3569C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7" y="2020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50%</a:t>
              </a:r>
            </a:p>
          </p:txBody>
        </p:sp>
        <p:sp>
          <p:nvSpPr>
            <p:cNvPr id="22566" name="Text Box 72">
              <a:extLst>
                <a:ext uri="{FF2B5EF4-FFF2-40B4-BE49-F238E27FC236}">
                  <a16:creationId xmlns:a16="http://schemas.microsoft.com/office/drawing/2014/main" id="{217BC501-7C1B-4AFC-91FA-9E7BDA72AB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2" y="2628"/>
              <a:ext cx="67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50%</a:t>
              </a:r>
            </a:p>
          </p:txBody>
        </p:sp>
      </p:grpSp>
      <p:grpSp>
        <p:nvGrpSpPr>
          <p:cNvPr id="28750" name="Group 78">
            <a:extLst>
              <a:ext uri="{FF2B5EF4-FFF2-40B4-BE49-F238E27FC236}">
                <a16:creationId xmlns:a16="http://schemas.microsoft.com/office/drawing/2014/main" id="{FEC25A11-EB85-4872-8E7D-99B7200F32DD}"/>
              </a:ext>
            </a:extLst>
          </p:cNvPr>
          <p:cNvGrpSpPr>
            <a:grpSpLocks/>
          </p:cNvGrpSpPr>
          <p:nvPr/>
        </p:nvGrpSpPr>
        <p:grpSpPr bwMode="auto">
          <a:xfrm>
            <a:off x="6103938" y="884238"/>
            <a:ext cx="1795462" cy="2141537"/>
            <a:chOff x="2154" y="2133"/>
            <a:chExt cx="1131" cy="1349"/>
          </a:xfrm>
        </p:grpSpPr>
        <p:sp>
          <p:nvSpPr>
            <p:cNvPr id="22559" name="Text Box 41">
              <a:extLst>
                <a:ext uri="{FF2B5EF4-FFF2-40B4-BE49-F238E27FC236}">
                  <a16:creationId xmlns:a16="http://schemas.microsoft.com/office/drawing/2014/main" id="{84735EEE-4136-4514-A8F8-70FA96246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7" y="3119"/>
              <a:ext cx="576" cy="3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Pd2</a:t>
              </a:r>
            </a:p>
          </p:txBody>
        </p:sp>
        <p:sp>
          <p:nvSpPr>
            <p:cNvPr id="22560" name="Line 74">
              <a:extLst>
                <a:ext uri="{FF2B5EF4-FFF2-40B4-BE49-F238E27FC236}">
                  <a16:creationId xmlns:a16="http://schemas.microsoft.com/office/drawing/2014/main" id="{A93CF4F6-6937-40D6-A757-DD1DF3A49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38" y="2133"/>
              <a:ext cx="0" cy="131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1" name="Line 75">
              <a:extLst>
                <a:ext uri="{FF2B5EF4-FFF2-40B4-BE49-F238E27FC236}">
                  <a16:creationId xmlns:a16="http://schemas.microsoft.com/office/drawing/2014/main" id="{B8A0386E-A156-4A70-A403-06031EE6A3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4" y="2428"/>
              <a:ext cx="0" cy="105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2" name="Line 76">
              <a:extLst>
                <a:ext uri="{FF2B5EF4-FFF2-40B4-BE49-F238E27FC236}">
                  <a16:creationId xmlns:a16="http://schemas.microsoft.com/office/drawing/2014/main" id="{CA5655CB-57F3-4310-A24D-F561D0B88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7" y="3245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63" name="Line 77">
              <a:extLst>
                <a:ext uri="{FF2B5EF4-FFF2-40B4-BE49-F238E27FC236}">
                  <a16:creationId xmlns:a16="http://schemas.microsoft.com/office/drawing/2014/main" id="{ECB2C00D-C36F-4625-B128-6A692A684F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4" y="3272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8751" name="Text Box 79">
            <a:extLst>
              <a:ext uri="{FF2B5EF4-FFF2-40B4-BE49-F238E27FC236}">
                <a16:creationId xmlns:a16="http://schemas.microsoft.com/office/drawing/2014/main" id="{F8410B46-318C-4606-890D-DC852BBEA4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8013" y="3484563"/>
            <a:ext cx="403701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pd1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前沿传输延迟时间</a:t>
            </a:r>
            <a:endParaRPr kumimoji="1" lang="zh-CN" altLang="en-US" sz="2800" b="1" i="0" u="none" strike="noStrike" kern="120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52" name="Text Box 80">
            <a:extLst>
              <a:ext uri="{FF2B5EF4-FFF2-40B4-BE49-F238E27FC236}">
                <a16:creationId xmlns:a16="http://schemas.microsoft.com/office/drawing/2014/main" id="{A54DFCA0-3E8A-4B4C-878C-6877BCEE6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0550" y="4140200"/>
            <a:ext cx="4037013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pd2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后沿传输延迟时间</a:t>
            </a:r>
            <a:endParaRPr kumimoji="1" lang="zh-CN" altLang="en-US" sz="2800" b="1" i="0" u="none" strike="noStrike" kern="120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753" name="Text Box 81">
            <a:extLst>
              <a:ext uri="{FF2B5EF4-FFF2-40B4-BE49-F238E27FC236}">
                <a16:creationId xmlns:a16="http://schemas.microsoft.com/office/drawing/2014/main" id="{39586D21-EDEF-4894-A405-4EF0DE3F1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9488" y="5037138"/>
            <a:ext cx="1931987" cy="94615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平均传输延迟时间</a:t>
            </a:r>
          </a:p>
        </p:txBody>
      </p:sp>
      <p:grpSp>
        <p:nvGrpSpPr>
          <p:cNvPr id="28758" name="Group 86">
            <a:extLst>
              <a:ext uri="{FF2B5EF4-FFF2-40B4-BE49-F238E27FC236}">
                <a16:creationId xmlns:a16="http://schemas.microsoft.com/office/drawing/2014/main" id="{08E08C1A-DAA6-420A-A4EC-15643060B62D}"/>
              </a:ext>
            </a:extLst>
          </p:cNvPr>
          <p:cNvGrpSpPr>
            <a:grpSpLocks/>
          </p:cNvGrpSpPr>
          <p:nvPr/>
        </p:nvGrpSpPr>
        <p:grpSpPr bwMode="auto">
          <a:xfrm>
            <a:off x="5451475" y="4984750"/>
            <a:ext cx="2122488" cy="1071563"/>
            <a:chOff x="3597" y="3173"/>
            <a:chExt cx="1337" cy="675"/>
          </a:xfrm>
        </p:grpSpPr>
        <p:sp>
          <p:nvSpPr>
            <p:cNvPr id="22555" name="Text Box 82">
              <a:extLst>
                <a:ext uri="{FF2B5EF4-FFF2-40B4-BE49-F238E27FC236}">
                  <a16:creationId xmlns:a16="http://schemas.microsoft.com/office/drawing/2014/main" id="{BE73702D-6B12-4C93-B76B-2E519F3F1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" y="3391"/>
              <a:ext cx="609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pd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22556" name="Line 83">
              <a:extLst>
                <a:ext uri="{FF2B5EF4-FFF2-40B4-BE49-F238E27FC236}">
                  <a16:creationId xmlns:a16="http://schemas.microsoft.com/office/drawing/2014/main" id="{944A33E4-FA2A-419C-B6BD-E7FF50629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3543"/>
              <a:ext cx="880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557" name="Text Box 84">
              <a:extLst>
                <a:ext uri="{FF2B5EF4-FFF2-40B4-BE49-F238E27FC236}">
                  <a16:creationId xmlns:a16="http://schemas.microsoft.com/office/drawing/2014/main" id="{B7709F8D-C709-4453-9296-90B05DFAD4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8" y="3173"/>
              <a:ext cx="956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pd1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+t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pd2</a:t>
              </a:r>
            </a:p>
          </p:txBody>
        </p:sp>
        <p:sp>
          <p:nvSpPr>
            <p:cNvPr id="22558" name="Text Box 85">
              <a:extLst>
                <a:ext uri="{FF2B5EF4-FFF2-40B4-BE49-F238E27FC236}">
                  <a16:creationId xmlns:a16="http://schemas.microsoft.com/office/drawing/2014/main" id="{B874FDB8-7005-4F00-A769-8C69CF623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" y="3521"/>
              <a:ext cx="381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28762" name="Group 90">
            <a:extLst>
              <a:ext uri="{FF2B5EF4-FFF2-40B4-BE49-F238E27FC236}">
                <a16:creationId xmlns:a16="http://schemas.microsoft.com/office/drawing/2014/main" id="{9A36EFA3-DCD9-4637-BCA1-7056F86CF177}"/>
              </a:ext>
            </a:extLst>
          </p:cNvPr>
          <p:cNvGrpSpPr>
            <a:grpSpLocks/>
          </p:cNvGrpSpPr>
          <p:nvPr/>
        </p:nvGrpSpPr>
        <p:grpSpPr bwMode="auto">
          <a:xfrm>
            <a:off x="412750" y="1277938"/>
            <a:ext cx="2468563" cy="669925"/>
            <a:chOff x="260" y="805"/>
            <a:chExt cx="1555" cy="422"/>
          </a:xfrm>
        </p:grpSpPr>
        <p:grpSp>
          <p:nvGrpSpPr>
            <p:cNvPr id="22547" name="Group 51">
              <a:extLst>
                <a:ext uri="{FF2B5EF4-FFF2-40B4-BE49-F238E27FC236}">
                  <a16:creationId xmlns:a16="http://schemas.microsoft.com/office/drawing/2014/main" id="{B1B3EEB4-2102-4357-A9C9-F268A0F638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0" y="814"/>
              <a:ext cx="1555" cy="413"/>
              <a:chOff x="130" y="2151"/>
              <a:chExt cx="1555" cy="413"/>
            </a:xfrm>
          </p:grpSpPr>
          <p:sp>
            <p:nvSpPr>
              <p:cNvPr id="22549" name="Rectangle 45">
                <a:extLst>
                  <a:ext uri="{FF2B5EF4-FFF2-40B4-BE49-F238E27FC236}">
                    <a16:creationId xmlns:a16="http://schemas.microsoft.com/office/drawing/2014/main" id="{F66631FB-62F2-4221-90C5-AC87F309C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5" y="2151"/>
                <a:ext cx="283" cy="41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50" name="Oval 46">
                <a:extLst>
                  <a:ext uri="{FF2B5EF4-FFF2-40B4-BE49-F238E27FC236}">
                    <a16:creationId xmlns:a16="http://schemas.microsoft.com/office/drawing/2014/main" id="{80C4D764-7047-4E95-B863-A67789D89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" y="2304"/>
                <a:ext cx="76" cy="76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51" name="Line 47">
                <a:extLst>
                  <a:ext uri="{FF2B5EF4-FFF2-40B4-BE49-F238E27FC236}">
                    <a16:creationId xmlns:a16="http://schemas.microsoft.com/office/drawing/2014/main" id="{EB207CD6-B7E2-4944-8766-2EC8708D07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7" y="2347"/>
                <a:ext cx="36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52" name="Line 48">
                <a:extLst>
                  <a:ext uri="{FF2B5EF4-FFF2-40B4-BE49-F238E27FC236}">
                    <a16:creationId xmlns:a16="http://schemas.microsoft.com/office/drawing/2014/main" id="{0CA50B25-FA04-4935-9AF8-2D2EC8886C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76" y="2347"/>
                <a:ext cx="23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2553" name="Text Box 49">
                <a:extLst>
                  <a:ext uri="{FF2B5EF4-FFF2-40B4-BE49-F238E27FC236}">
                    <a16:creationId xmlns:a16="http://schemas.microsoft.com/office/drawing/2014/main" id="{AE01D5CF-3EC7-4410-85FA-E2C28D8A99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4" y="2184"/>
                <a:ext cx="39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</a:p>
            </p:txBody>
          </p:sp>
          <p:sp>
            <p:nvSpPr>
              <p:cNvPr id="22554" name="Text Box 50">
                <a:extLst>
                  <a:ext uri="{FF2B5EF4-FFF2-40B4-BE49-F238E27FC236}">
                    <a16:creationId xmlns:a16="http://schemas.microsoft.com/office/drawing/2014/main" id="{34579FFC-A7FC-4FAE-A473-842387C35A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" y="2174"/>
                <a:ext cx="391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</p:grpSp>
        <p:sp>
          <p:nvSpPr>
            <p:cNvPr id="22548" name="Text Box 89">
              <a:extLst>
                <a:ext uri="{FF2B5EF4-FFF2-40B4-BE49-F238E27FC236}">
                  <a16:creationId xmlns:a16="http://schemas.microsoft.com/office/drawing/2014/main" id="{6046BAAB-BD08-414F-AE98-D222D60C0E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6" y="805"/>
              <a:ext cx="239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812544-DC1C-4C9A-B89D-DC3FC33A0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24</a:t>
            </a:fld>
            <a:endParaRPr lang="en-US" altLang="zh-CN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4389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8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1" dur="500"/>
                                        <p:tgtEl>
                                          <p:spTgt spid="2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2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8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8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8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8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734" grpId="0" animBg="1" autoUpdateAnimBg="0"/>
      <p:bldP spid="28735" grpId="0" animBg="1" autoUpdateAnimBg="0"/>
      <p:bldP spid="28742" grpId="0" animBg="1" autoUpdateAnimBg="0"/>
      <p:bldP spid="28751" grpId="0" animBg="1" autoUpdateAnimBg="0"/>
      <p:bldP spid="28752" grpId="0" animBg="1" autoUpdateAnimBg="0"/>
      <p:bldP spid="28753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58" name="Picture 2" descr="3-5-29">
            <a:extLst>
              <a:ext uri="{FF2B5EF4-FFF2-40B4-BE49-F238E27FC236}">
                <a16:creationId xmlns:a16="http://schemas.microsoft.com/office/drawing/2014/main" id="{70936784-59DC-48EA-966F-336EC8F34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88" y="1493838"/>
            <a:ext cx="4949825" cy="436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1859" name="Rectangle 3">
            <a:extLst>
              <a:ext uri="{FF2B5EF4-FFF2-40B4-BE49-F238E27FC236}">
                <a16:creationId xmlns:a16="http://schemas.microsoft.com/office/drawing/2014/main" id="{FDFCC6B8-BAFF-4A06-81DB-35D963D7DC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554477" y="363523"/>
            <a:ext cx="7772400" cy="693738"/>
          </a:xfrm>
          <a:noFill/>
          <a:ln/>
        </p:spPr>
        <p:txBody>
          <a:bodyPr/>
          <a:lstStyle/>
          <a:p>
            <a:pPr algn="l"/>
            <a:r>
              <a:rPr lang="en-US" altLang="zh-CN" sz="2800" b="1" dirty="0">
                <a:ea typeface="楷体_GB2312" pitchFamily="49" charset="-122"/>
              </a:rPr>
              <a:t>TTL</a:t>
            </a:r>
            <a:r>
              <a:rPr lang="zh-CN" altLang="en-US" sz="2800" b="1" dirty="0">
                <a:ea typeface="楷体_GB2312" pitchFamily="49" charset="-122"/>
              </a:rPr>
              <a:t>或非门</a:t>
            </a:r>
            <a:r>
              <a:rPr lang="zh-CN" altLang="en-US" sz="3600" b="1" dirty="0"/>
              <a:t> </a:t>
            </a:r>
          </a:p>
        </p:txBody>
      </p:sp>
      <p:grpSp>
        <p:nvGrpSpPr>
          <p:cNvPr id="121860" name="Group 4">
            <a:extLst>
              <a:ext uri="{FF2B5EF4-FFF2-40B4-BE49-F238E27FC236}">
                <a16:creationId xmlns:a16="http://schemas.microsoft.com/office/drawing/2014/main" id="{FF92331B-13C4-4878-96A7-DD97811276D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808163"/>
            <a:ext cx="598488" cy="3259137"/>
            <a:chOff x="864" y="1584"/>
            <a:chExt cx="377" cy="2053"/>
          </a:xfrm>
        </p:grpSpPr>
        <p:grpSp>
          <p:nvGrpSpPr>
            <p:cNvPr id="121861" name="Group 5">
              <a:extLst>
                <a:ext uri="{FF2B5EF4-FFF2-40B4-BE49-F238E27FC236}">
                  <a16:creationId xmlns:a16="http://schemas.microsoft.com/office/drawing/2014/main" id="{DC75D28D-9A15-4B46-AA35-5B3AC9295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584"/>
              <a:ext cx="377" cy="853"/>
              <a:chOff x="144" y="720"/>
              <a:chExt cx="360" cy="924"/>
            </a:xfrm>
          </p:grpSpPr>
          <p:sp>
            <p:nvSpPr>
              <p:cNvPr id="121862" name="Oval 6">
                <a:extLst>
                  <a:ext uri="{FF2B5EF4-FFF2-40B4-BE49-F238E27FC236}">
                    <a16:creationId xmlns:a16="http://schemas.microsoft.com/office/drawing/2014/main" id="{78B77342-6F98-41F3-904F-F205C6ED4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296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63" name="Line 7">
                <a:extLst>
                  <a:ext uri="{FF2B5EF4-FFF2-40B4-BE49-F238E27FC236}">
                    <a16:creationId xmlns:a16="http://schemas.microsoft.com/office/drawing/2014/main" id="{B18FA369-959C-4FD9-A2BB-26DD1FB7D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" y="105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64" name="Oval 8">
                <a:extLst>
                  <a:ext uri="{FF2B5EF4-FFF2-40B4-BE49-F238E27FC236}">
                    <a16:creationId xmlns:a16="http://schemas.microsoft.com/office/drawing/2014/main" id="{E60425CE-01D3-4B41-B019-AD326DE7D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" y="720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49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121865" name="Group 9">
              <a:extLst>
                <a:ext uri="{FF2B5EF4-FFF2-40B4-BE49-F238E27FC236}">
                  <a16:creationId xmlns:a16="http://schemas.microsoft.com/office/drawing/2014/main" id="{F9C13EB1-61D9-4843-B46E-25034BD365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784"/>
              <a:ext cx="377" cy="853"/>
              <a:chOff x="144" y="720"/>
              <a:chExt cx="360" cy="924"/>
            </a:xfrm>
          </p:grpSpPr>
          <p:sp>
            <p:nvSpPr>
              <p:cNvPr id="121866" name="Oval 10">
                <a:extLst>
                  <a:ext uri="{FF2B5EF4-FFF2-40B4-BE49-F238E27FC236}">
                    <a16:creationId xmlns:a16="http://schemas.microsoft.com/office/drawing/2014/main" id="{F34D16DA-EF34-4C71-AB3E-78E7C11C8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296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67" name="Line 11">
                <a:extLst>
                  <a:ext uri="{FF2B5EF4-FFF2-40B4-BE49-F238E27FC236}">
                    <a16:creationId xmlns:a16="http://schemas.microsoft.com/office/drawing/2014/main" id="{751435A1-CD09-43C5-8B5F-DB118B69A6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" y="105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68" name="Oval 12">
                <a:extLst>
                  <a:ext uri="{FF2B5EF4-FFF2-40B4-BE49-F238E27FC236}">
                    <a16:creationId xmlns:a16="http://schemas.microsoft.com/office/drawing/2014/main" id="{F22055AB-0618-40D8-BBDB-6B1302E1F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" y="720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49" charset="-122"/>
                    <a:cs typeface="+mn-cs"/>
                  </a:rPr>
                  <a:t>0</a:t>
                </a:r>
              </a:p>
            </p:txBody>
          </p:sp>
        </p:grpSp>
      </p:grpSp>
      <p:grpSp>
        <p:nvGrpSpPr>
          <p:cNvPr id="121869" name="Group 13">
            <a:extLst>
              <a:ext uri="{FF2B5EF4-FFF2-40B4-BE49-F238E27FC236}">
                <a16:creationId xmlns:a16="http://schemas.microsoft.com/office/drawing/2014/main" id="{F7427A2E-83E7-4643-8D88-45C7495AF1A1}"/>
              </a:ext>
            </a:extLst>
          </p:cNvPr>
          <p:cNvGrpSpPr>
            <a:grpSpLocks/>
          </p:cNvGrpSpPr>
          <p:nvPr/>
        </p:nvGrpSpPr>
        <p:grpSpPr bwMode="auto">
          <a:xfrm>
            <a:off x="3492500" y="2528888"/>
            <a:ext cx="2520950" cy="3502025"/>
            <a:chOff x="2160" y="2012"/>
            <a:chExt cx="1588" cy="2152"/>
          </a:xfrm>
        </p:grpSpPr>
        <p:sp>
          <p:nvSpPr>
            <p:cNvPr id="121870" name="Oval 14">
              <a:extLst>
                <a:ext uri="{FF2B5EF4-FFF2-40B4-BE49-F238E27FC236}">
                  <a16:creationId xmlns:a16="http://schemas.microsoft.com/office/drawing/2014/main" id="{6B99C5D7-E930-48E9-99A5-8369428FD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012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1" name="Oval 15">
              <a:extLst>
                <a:ext uri="{FF2B5EF4-FFF2-40B4-BE49-F238E27FC236}">
                  <a16:creationId xmlns:a16="http://schemas.microsoft.com/office/drawing/2014/main" id="{F130A263-1452-4E78-8A7C-931B5B8F38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168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2" name="Oval 16">
              <a:extLst>
                <a:ext uri="{FF2B5EF4-FFF2-40B4-BE49-F238E27FC236}">
                  <a16:creationId xmlns:a16="http://schemas.microsoft.com/office/drawing/2014/main" id="{94AE6BA7-F58B-4893-9188-F5F3340899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2736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3" name="Line 17">
              <a:extLst>
                <a:ext uri="{FF2B5EF4-FFF2-40B4-BE49-F238E27FC236}">
                  <a16:creationId xmlns:a16="http://schemas.microsoft.com/office/drawing/2014/main" id="{10E14865-DC21-4A3D-B69D-E7121702E2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3209"/>
              <a:ext cx="336" cy="6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4" name="Line 18">
              <a:extLst>
                <a:ext uri="{FF2B5EF4-FFF2-40B4-BE49-F238E27FC236}">
                  <a16:creationId xmlns:a16="http://schemas.microsoft.com/office/drawing/2014/main" id="{8B0E110B-CCF9-43C5-8CA0-93718BB0FF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2" y="2441"/>
              <a:ext cx="432" cy="139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5" name="Line 19">
              <a:extLst>
                <a:ext uri="{FF2B5EF4-FFF2-40B4-BE49-F238E27FC236}">
                  <a16:creationId xmlns:a16="http://schemas.microsoft.com/office/drawing/2014/main" id="{CE4730C1-60D6-4850-B6E9-F2584B126B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40" y="3497"/>
              <a:ext cx="384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76" name="Oval 20">
              <a:extLst>
                <a:ext uri="{FF2B5EF4-FFF2-40B4-BE49-F238E27FC236}">
                  <a16:creationId xmlns:a16="http://schemas.microsoft.com/office/drawing/2014/main" id="{11BC9C88-4B49-42E8-AB40-168539C15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840"/>
              <a:ext cx="922" cy="3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截止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endParaRPr>
            </a:p>
          </p:txBody>
        </p:sp>
      </p:grpSp>
      <p:grpSp>
        <p:nvGrpSpPr>
          <p:cNvPr id="121877" name="Group 21">
            <a:extLst>
              <a:ext uri="{FF2B5EF4-FFF2-40B4-BE49-F238E27FC236}">
                <a16:creationId xmlns:a16="http://schemas.microsoft.com/office/drawing/2014/main" id="{501E5B96-DE19-4F9B-A646-01FFAC9E90C8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978150"/>
            <a:ext cx="1676400" cy="990600"/>
            <a:chOff x="3744" y="2256"/>
            <a:chExt cx="1056" cy="624"/>
          </a:xfrm>
        </p:grpSpPr>
        <p:grpSp>
          <p:nvGrpSpPr>
            <p:cNvPr id="121878" name="Group 22">
              <a:extLst>
                <a:ext uri="{FF2B5EF4-FFF2-40B4-BE49-F238E27FC236}">
                  <a16:creationId xmlns:a16="http://schemas.microsoft.com/office/drawing/2014/main" id="{3E00A2D6-E035-4726-9E4F-A9CBE2F9F7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304"/>
              <a:ext cx="1056" cy="576"/>
              <a:chOff x="3744" y="2304"/>
              <a:chExt cx="1056" cy="576"/>
            </a:xfrm>
          </p:grpSpPr>
          <p:sp>
            <p:nvSpPr>
              <p:cNvPr id="121879" name="Oval 23">
                <a:extLst>
                  <a:ext uri="{FF2B5EF4-FFF2-40B4-BE49-F238E27FC236}">
                    <a16:creationId xmlns:a16="http://schemas.microsoft.com/office/drawing/2014/main" id="{DE0366B5-32DC-4E6A-AF90-27B28EC8E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544"/>
                <a:ext cx="384" cy="33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80" name="Line 24">
                <a:extLst>
                  <a:ext uri="{FF2B5EF4-FFF2-40B4-BE49-F238E27FC236}">
                    <a16:creationId xmlns:a16="http://schemas.microsoft.com/office/drawing/2014/main" id="{415FBB42-E2D5-4F27-98D0-5DB2AD3EFD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2544"/>
                <a:ext cx="288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1881" name="Oval 25">
                <a:extLst>
                  <a:ext uri="{FF2B5EF4-FFF2-40B4-BE49-F238E27FC236}">
                    <a16:creationId xmlns:a16="http://schemas.microsoft.com/office/drawing/2014/main" id="{D0F97378-ED20-4533-8BC9-91DF5CB481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432" cy="33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1882" name="Text Box 26">
              <a:extLst>
                <a:ext uri="{FF2B5EF4-FFF2-40B4-BE49-F238E27FC236}">
                  <a16:creationId xmlns:a16="http://schemas.microsoft.com/office/drawing/2014/main" id="{46EFAC9F-1DF6-4B56-AED4-55BB732CE6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256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121883" name="Group 27">
            <a:extLst>
              <a:ext uri="{FF2B5EF4-FFF2-40B4-BE49-F238E27FC236}">
                <a16:creationId xmlns:a16="http://schemas.microsoft.com/office/drawing/2014/main" id="{EDD2437E-EF66-4468-967A-F9F7040FFDB5}"/>
              </a:ext>
            </a:extLst>
          </p:cNvPr>
          <p:cNvGrpSpPr>
            <a:grpSpLocks/>
          </p:cNvGrpSpPr>
          <p:nvPr/>
        </p:nvGrpSpPr>
        <p:grpSpPr bwMode="auto">
          <a:xfrm>
            <a:off x="4346575" y="922338"/>
            <a:ext cx="1676400" cy="2057400"/>
            <a:chOff x="2736" y="1056"/>
            <a:chExt cx="964" cy="1248"/>
          </a:xfrm>
        </p:grpSpPr>
        <p:sp>
          <p:nvSpPr>
            <p:cNvPr id="121884" name="Oval 28">
              <a:extLst>
                <a:ext uri="{FF2B5EF4-FFF2-40B4-BE49-F238E27FC236}">
                  <a16:creationId xmlns:a16="http://schemas.microsoft.com/office/drawing/2014/main" id="{F54A4384-2982-4058-8A26-4E3B9BCB2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920"/>
              <a:ext cx="484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1885" name="Oval 29">
              <a:extLst>
                <a:ext uri="{FF2B5EF4-FFF2-40B4-BE49-F238E27FC236}">
                  <a16:creationId xmlns:a16="http://schemas.microsoft.com/office/drawing/2014/main" id="{7E7AD872-BD5D-43FF-B682-FBF61F731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056"/>
              <a:ext cx="904" cy="3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导通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endParaRPr>
            </a:p>
          </p:txBody>
        </p:sp>
        <p:sp>
          <p:nvSpPr>
            <p:cNvPr id="121886" name="Line 30">
              <a:extLst>
                <a:ext uri="{FF2B5EF4-FFF2-40B4-BE49-F238E27FC236}">
                  <a16:creationId xmlns:a16="http://schemas.microsoft.com/office/drawing/2014/main" id="{7C899345-775E-460E-845A-CF09B7114D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68" y="1392"/>
              <a:ext cx="144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1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2" descr="3-5-29">
            <a:extLst>
              <a:ext uri="{FF2B5EF4-FFF2-40B4-BE49-F238E27FC236}">
                <a16:creationId xmlns:a16="http://schemas.microsoft.com/office/drawing/2014/main" id="{FDA002D5-73A9-4078-B68B-DCD1A0A08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1268413"/>
            <a:ext cx="5175250" cy="414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883" name="Group 3">
            <a:extLst>
              <a:ext uri="{FF2B5EF4-FFF2-40B4-BE49-F238E27FC236}">
                <a16:creationId xmlns:a16="http://schemas.microsoft.com/office/drawing/2014/main" id="{69EC8CDF-B52A-4126-901D-B7314357AA06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493838"/>
            <a:ext cx="598487" cy="3259137"/>
            <a:chOff x="864" y="1584"/>
            <a:chExt cx="377" cy="2053"/>
          </a:xfrm>
        </p:grpSpPr>
        <p:grpSp>
          <p:nvGrpSpPr>
            <p:cNvPr id="122884" name="Group 4">
              <a:extLst>
                <a:ext uri="{FF2B5EF4-FFF2-40B4-BE49-F238E27FC236}">
                  <a16:creationId xmlns:a16="http://schemas.microsoft.com/office/drawing/2014/main" id="{12571F18-5314-4AF2-8ACE-44D564BB86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584"/>
              <a:ext cx="377" cy="853"/>
              <a:chOff x="144" y="720"/>
              <a:chExt cx="360" cy="924"/>
            </a:xfrm>
          </p:grpSpPr>
          <p:sp>
            <p:nvSpPr>
              <p:cNvPr id="122885" name="Oval 5">
                <a:extLst>
                  <a:ext uri="{FF2B5EF4-FFF2-40B4-BE49-F238E27FC236}">
                    <a16:creationId xmlns:a16="http://schemas.microsoft.com/office/drawing/2014/main" id="{39561FA5-3D72-455B-8A3B-7608E2206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296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886" name="Line 6">
                <a:extLst>
                  <a:ext uri="{FF2B5EF4-FFF2-40B4-BE49-F238E27FC236}">
                    <a16:creationId xmlns:a16="http://schemas.microsoft.com/office/drawing/2014/main" id="{9A68AC0C-56E7-42B7-8E3F-A2EE10A86A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" y="105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887" name="Oval 7">
                <a:extLst>
                  <a:ext uri="{FF2B5EF4-FFF2-40B4-BE49-F238E27FC236}">
                    <a16:creationId xmlns:a16="http://schemas.microsoft.com/office/drawing/2014/main" id="{633CC846-CB60-49FC-985B-442403F7F9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" y="720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49" charset="-122"/>
                    <a:cs typeface="+mn-cs"/>
                  </a:rPr>
                  <a:t>0</a:t>
                </a:r>
              </a:p>
            </p:txBody>
          </p:sp>
        </p:grpSp>
        <p:grpSp>
          <p:nvGrpSpPr>
            <p:cNvPr id="122888" name="Group 8">
              <a:extLst>
                <a:ext uri="{FF2B5EF4-FFF2-40B4-BE49-F238E27FC236}">
                  <a16:creationId xmlns:a16="http://schemas.microsoft.com/office/drawing/2014/main" id="{3563F0B8-7FF9-49E1-8E13-984B93C618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2784"/>
              <a:ext cx="377" cy="853"/>
              <a:chOff x="144" y="720"/>
              <a:chExt cx="360" cy="924"/>
            </a:xfrm>
          </p:grpSpPr>
          <p:sp>
            <p:nvSpPr>
              <p:cNvPr id="122889" name="Oval 9">
                <a:extLst>
                  <a:ext uri="{FF2B5EF4-FFF2-40B4-BE49-F238E27FC236}">
                    <a16:creationId xmlns:a16="http://schemas.microsoft.com/office/drawing/2014/main" id="{60A04571-C1F0-45E6-BCA5-4BEE6D0653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" y="1296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890" name="Line 10">
                <a:extLst>
                  <a:ext uri="{FF2B5EF4-FFF2-40B4-BE49-F238E27FC236}">
                    <a16:creationId xmlns:a16="http://schemas.microsoft.com/office/drawing/2014/main" id="{74E71BE6-62CD-4C6E-A94D-87F8FC97F9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" y="1056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891" name="Oval 11">
                <a:extLst>
                  <a:ext uri="{FF2B5EF4-FFF2-40B4-BE49-F238E27FC236}">
                    <a16:creationId xmlns:a16="http://schemas.microsoft.com/office/drawing/2014/main" id="{F71F4863-0805-4475-99BD-741392902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" y="720"/>
                <a:ext cx="348" cy="348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长城楷体" pitchFamily="49" charset="-122"/>
                    <a:cs typeface="+mn-cs"/>
                  </a:rPr>
                  <a:t>1</a:t>
                </a:r>
              </a:p>
            </p:txBody>
          </p:sp>
        </p:grpSp>
      </p:grpSp>
      <p:grpSp>
        <p:nvGrpSpPr>
          <p:cNvPr id="122892" name="Group 12">
            <a:extLst>
              <a:ext uri="{FF2B5EF4-FFF2-40B4-BE49-F238E27FC236}">
                <a16:creationId xmlns:a16="http://schemas.microsoft.com/office/drawing/2014/main" id="{A024985D-1FA5-40C1-BAF0-9604107D55AC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3384550"/>
            <a:ext cx="2743200" cy="2286000"/>
            <a:chOff x="2016" y="2700"/>
            <a:chExt cx="1588" cy="1428"/>
          </a:xfrm>
        </p:grpSpPr>
        <p:sp>
          <p:nvSpPr>
            <p:cNvPr id="122893" name="Oval 13">
              <a:extLst>
                <a:ext uri="{FF2B5EF4-FFF2-40B4-BE49-F238E27FC236}">
                  <a16:creationId xmlns:a16="http://schemas.microsoft.com/office/drawing/2014/main" id="{1C5FCC7B-F612-4E11-9DCB-533343B07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132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4" name="Oval 14">
              <a:extLst>
                <a:ext uri="{FF2B5EF4-FFF2-40B4-BE49-F238E27FC236}">
                  <a16:creationId xmlns:a16="http://schemas.microsoft.com/office/drawing/2014/main" id="{2DEA2ECF-E530-4050-801A-09D8F43A50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00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5" name="Line 15">
              <a:extLst>
                <a:ext uri="{FF2B5EF4-FFF2-40B4-BE49-F238E27FC236}">
                  <a16:creationId xmlns:a16="http://schemas.microsoft.com/office/drawing/2014/main" id="{DD168490-41B3-4903-9098-946FA613F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3173"/>
              <a:ext cx="336" cy="62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6" name="Line 16">
              <a:extLst>
                <a:ext uri="{FF2B5EF4-FFF2-40B4-BE49-F238E27FC236}">
                  <a16:creationId xmlns:a16="http://schemas.microsoft.com/office/drawing/2014/main" id="{7EC36EA1-FC91-41EC-9BF3-B26B158ED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496" y="3461"/>
              <a:ext cx="384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897" name="Oval 17">
              <a:extLst>
                <a:ext uri="{FF2B5EF4-FFF2-40B4-BE49-F238E27FC236}">
                  <a16:creationId xmlns:a16="http://schemas.microsoft.com/office/drawing/2014/main" id="{5055998A-347D-4D78-AFA4-A56AF1BE6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3804"/>
              <a:ext cx="922" cy="3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导通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endParaRPr>
            </a:p>
          </p:txBody>
        </p:sp>
      </p:grpSp>
      <p:grpSp>
        <p:nvGrpSpPr>
          <p:cNvPr id="122898" name="Group 18">
            <a:extLst>
              <a:ext uri="{FF2B5EF4-FFF2-40B4-BE49-F238E27FC236}">
                <a16:creationId xmlns:a16="http://schemas.microsoft.com/office/drawing/2014/main" id="{DEDF7AF3-297C-4908-9C68-25B1E364D99A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503238"/>
            <a:ext cx="2444750" cy="2587625"/>
            <a:chOff x="2016" y="924"/>
            <a:chExt cx="1540" cy="1584"/>
          </a:xfrm>
        </p:grpSpPr>
        <p:sp>
          <p:nvSpPr>
            <p:cNvPr id="122899" name="Oval 19">
              <a:extLst>
                <a:ext uri="{FF2B5EF4-FFF2-40B4-BE49-F238E27FC236}">
                  <a16:creationId xmlns:a16="http://schemas.microsoft.com/office/drawing/2014/main" id="{C1C5E9C0-35E3-42EF-8593-49330DBA5A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1976"/>
              <a:ext cx="484" cy="532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0" name="Line 20">
              <a:extLst>
                <a:ext uri="{FF2B5EF4-FFF2-40B4-BE49-F238E27FC236}">
                  <a16:creationId xmlns:a16="http://schemas.microsoft.com/office/drawing/2014/main" id="{78EEC685-F5B1-4515-ACD0-798EBEBA4E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1248"/>
              <a:ext cx="384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1" name="Oval 21">
              <a:extLst>
                <a:ext uri="{FF2B5EF4-FFF2-40B4-BE49-F238E27FC236}">
                  <a16:creationId xmlns:a16="http://schemas.microsoft.com/office/drawing/2014/main" id="{832638B8-008B-404D-9363-E82673C47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872"/>
              <a:ext cx="484" cy="38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2902" name="Oval 22">
              <a:extLst>
                <a:ext uri="{FF2B5EF4-FFF2-40B4-BE49-F238E27FC236}">
                  <a16:creationId xmlns:a16="http://schemas.microsoft.com/office/drawing/2014/main" id="{715DB36B-2198-47F2-953D-95070FBCC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924"/>
              <a:ext cx="904" cy="3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截止</a:t>
              </a: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endParaRPr>
            </a:p>
          </p:txBody>
        </p:sp>
        <p:sp>
          <p:nvSpPr>
            <p:cNvPr id="122903" name="Line 23">
              <a:extLst>
                <a:ext uri="{FF2B5EF4-FFF2-40B4-BE49-F238E27FC236}">
                  <a16:creationId xmlns:a16="http://schemas.microsoft.com/office/drawing/2014/main" id="{9AA3FDC1-0D6A-4B02-9B13-067DBD5E4D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688" y="1248"/>
              <a:ext cx="480" cy="6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2904" name="Group 24">
            <a:extLst>
              <a:ext uri="{FF2B5EF4-FFF2-40B4-BE49-F238E27FC236}">
                <a16:creationId xmlns:a16="http://schemas.microsoft.com/office/drawing/2014/main" id="{ACE4BFEA-C8EE-47E9-B7E4-A8CF7872BDFD}"/>
              </a:ext>
            </a:extLst>
          </p:cNvPr>
          <p:cNvGrpSpPr>
            <a:grpSpLocks/>
          </p:cNvGrpSpPr>
          <p:nvPr/>
        </p:nvGrpSpPr>
        <p:grpSpPr bwMode="auto">
          <a:xfrm>
            <a:off x="6507163" y="4508500"/>
            <a:ext cx="2336800" cy="1173163"/>
            <a:chOff x="4099" y="2840"/>
            <a:chExt cx="1472" cy="739"/>
          </a:xfrm>
        </p:grpSpPr>
        <p:sp>
          <p:nvSpPr>
            <p:cNvPr id="122905" name="Text Box 25">
              <a:extLst>
                <a:ext uri="{FF2B5EF4-FFF2-40B4-BE49-F238E27FC236}">
                  <a16:creationId xmlns:a16="http://schemas.microsoft.com/office/drawing/2014/main" id="{D40E85CA-C40D-4F6A-AC77-32739C6CCD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2" y="2840"/>
              <a:ext cx="135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CC0066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逻辑式：</a:t>
              </a:r>
            </a:p>
          </p:txBody>
        </p:sp>
        <p:graphicFrame>
          <p:nvGraphicFramePr>
            <p:cNvPr id="122906" name="Object 26">
              <a:extLst>
                <a:ext uri="{FF2B5EF4-FFF2-40B4-BE49-F238E27FC236}">
                  <a16:creationId xmlns:a16="http://schemas.microsoft.com/office/drawing/2014/main" id="{85EAF06A-1AE0-4FAC-BC81-08454551F9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99" y="3209"/>
            <a:ext cx="1418" cy="3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070" name="Equation" r:id="rId4" imgW="850680" imgH="253800" progId="Equation.DSMT4">
                    <p:embed/>
                  </p:oleObj>
                </mc:Choice>
                <mc:Fallback>
                  <p:oleObj name="Equation" r:id="rId4" imgW="850680" imgH="253800" progId="Equation.DSMT4">
                    <p:embed/>
                    <p:pic>
                      <p:nvPicPr>
                        <p:cNvPr id="122906" name="Object 26">
                          <a:extLst>
                            <a:ext uri="{FF2B5EF4-FFF2-40B4-BE49-F238E27FC236}">
                              <a16:creationId xmlns:a16="http://schemas.microsoft.com/office/drawing/2014/main" id="{85EAF06A-1AE0-4FAC-BC81-08454551F9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9" y="3209"/>
                          <a:ext cx="1418" cy="3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2907" name="Group 27">
            <a:extLst>
              <a:ext uri="{FF2B5EF4-FFF2-40B4-BE49-F238E27FC236}">
                <a16:creationId xmlns:a16="http://schemas.microsoft.com/office/drawing/2014/main" id="{0426A83B-AFA4-482E-A52A-CFA658ADE1E6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754313"/>
            <a:ext cx="1676400" cy="919162"/>
            <a:chOff x="3600" y="2169"/>
            <a:chExt cx="1056" cy="579"/>
          </a:xfrm>
        </p:grpSpPr>
        <p:grpSp>
          <p:nvGrpSpPr>
            <p:cNvPr id="122908" name="Group 28">
              <a:extLst>
                <a:ext uri="{FF2B5EF4-FFF2-40B4-BE49-F238E27FC236}">
                  <a16:creationId xmlns:a16="http://schemas.microsoft.com/office/drawing/2014/main" id="{3E415FDD-E661-41FB-A7F6-B53FEA4FC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2172"/>
              <a:ext cx="1056" cy="576"/>
              <a:chOff x="3744" y="2304"/>
              <a:chExt cx="1056" cy="576"/>
            </a:xfrm>
          </p:grpSpPr>
          <p:sp>
            <p:nvSpPr>
              <p:cNvPr id="122909" name="Oval 29">
                <a:extLst>
                  <a:ext uri="{FF2B5EF4-FFF2-40B4-BE49-F238E27FC236}">
                    <a16:creationId xmlns:a16="http://schemas.microsoft.com/office/drawing/2014/main" id="{AEC687C1-043D-4D7B-8B2E-34641B52D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2544"/>
                <a:ext cx="384" cy="33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910" name="Line 30">
                <a:extLst>
                  <a:ext uri="{FF2B5EF4-FFF2-40B4-BE49-F238E27FC236}">
                    <a16:creationId xmlns:a16="http://schemas.microsoft.com/office/drawing/2014/main" id="{303A2E4B-280E-4BD3-9BC9-2DEE0E054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28" y="2544"/>
                <a:ext cx="288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2911" name="Oval 31">
                <a:extLst>
                  <a:ext uri="{FF2B5EF4-FFF2-40B4-BE49-F238E27FC236}">
                    <a16:creationId xmlns:a16="http://schemas.microsoft.com/office/drawing/2014/main" id="{225169F6-9B00-4D8D-B986-2452F99B43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304"/>
                <a:ext cx="432" cy="336"/>
              </a:xfrm>
              <a:prstGeom prst="ellips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2912" name="Text Box 32">
              <a:extLst>
                <a:ext uri="{FF2B5EF4-FFF2-40B4-BE49-F238E27FC236}">
                  <a16:creationId xmlns:a16="http://schemas.microsoft.com/office/drawing/2014/main" id="{995DE4C5-811B-4B5E-B8DC-A98F4BBCA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169"/>
              <a:ext cx="2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07952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2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2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BA3F27A-3924-48D9-8332-21859588D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65113"/>
            <a:ext cx="5272088" cy="504825"/>
          </a:xfrm>
          <a:ln>
            <a:noFill/>
          </a:ln>
        </p:spPr>
        <p:txBody>
          <a:bodyPr/>
          <a:lstStyle/>
          <a:p>
            <a:pPr algn="l" eaLnBrk="1" hangingPunct="1">
              <a:defRPr/>
            </a:pPr>
            <a:r>
              <a:rPr lang="en-US" altLang="zh-CN" sz="32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anose="02020603050405020304" pitchFamily="18" charset="0"/>
              </a:rPr>
              <a:t>§4</a:t>
            </a:r>
            <a:r>
              <a:rPr lang="en-US" altLang="zh-CN" sz="32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—4    </a:t>
            </a:r>
            <a:r>
              <a:rPr lang="zh-CN" altLang="en-US" sz="3200" b="1" dirty="0">
                <a:solidFill>
                  <a:sysClr val="windowText" lastClr="00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其它类型</a:t>
            </a:r>
            <a:r>
              <a:rPr lang="en-US" altLang="zh-CN" sz="3200" b="1" dirty="0">
                <a:solidFill>
                  <a:sysClr val="windowText" lastClr="000000"/>
                </a:solidFill>
              </a:rPr>
              <a:t>TTL</a:t>
            </a:r>
            <a:r>
              <a:rPr lang="zh-CN" altLang="en-US" sz="3200" b="1" dirty="0">
                <a:solidFill>
                  <a:sysClr val="windowText" lastClr="000000"/>
                </a:solidFill>
              </a:rPr>
              <a:t>门</a:t>
            </a: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06E5BB61-512F-4013-9A60-40C5D7C58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2413" y="914400"/>
            <a:ext cx="34163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为什么需要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OC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门？</a:t>
            </a:r>
          </a:p>
        </p:txBody>
      </p:sp>
      <p:sp>
        <p:nvSpPr>
          <p:cNvPr id="29701" name="Text Box 5">
            <a:extLst>
              <a:ext uri="{FF2B5EF4-FFF2-40B4-BE49-F238E27FC236}">
                <a16:creationId xmlns:a16="http://schemas.microsoft.com/office/drawing/2014/main" id="{CBA9E613-E430-4F19-B0E8-1C9317100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3" y="1658938"/>
            <a:ext cx="775811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普通与非门输出不能直接连在一起实现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“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线与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”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！</a:t>
            </a:r>
          </a:p>
        </p:txBody>
      </p:sp>
      <p:sp>
        <p:nvSpPr>
          <p:cNvPr id="29712" name="Text Box 16">
            <a:extLst>
              <a:ext uri="{FF2B5EF4-FFF2-40B4-BE49-F238E27FC236}">
                <a16:creationId xmlns:a16="http://schemas.microsoft.com/office/drawing/2014/main" id="{8FC685F6-F5B1-407A-B6C7-BBBC81585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2725738"/>
            <a:ext cx="169068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F=F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•F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1" lang="en-US" altLang="zh-CN" sz="2800" b="1" i="0" u="none" strike="noStrike" kern="120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9781" name="Group 85">
            <a:extLst>
              <a:ext uri="{FF2B5EF4-FFF2-40B4-BE49-F238E27FC236}">
                <a16:creationId xmlns:a16="http://schemas.microsoft.com/office/drawing/2014/main" id="{05BFA10B-6F27-44D2-9EFC-469569A39EBE}"/>
              </a:ext>
            </a:extLst>
          </p:cNvPr>
          <p:cNvGrpSpPr>
            <a:grpSpLocks/>
          </p:cNvGrpSpPr>
          <p:nvPr/>
        </p:nvGrpSpPr>
        <p:grpSpPr bwMode="auto">
          <a:xfrm>
            <a:off x="3462338" y="2346325"/>
            <a:ext cx="1525587" cy="2152650"/>
            <a:chOff x="2181" y="1478"/>
            <a:chExt cx="961" cy="1356"/>
          </a:xfrm>
        </p:grpSpPr>
        <p:grpSp>
          <p:nvGrpSpPr>
            <p:cNvPr id="23614" name="Group 22">
              <a:extLst>
                <a:ext uri="{FF2B5EF4-FFF2-40B4-BE49-F238E27FC236}">
                  <a16:creationId xmlns:a16="http://schemas.microsoft.com/office/drawing/2014/main" id="{92D626C4-1FDE-40A8-8152-1106DB42B0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956"/>
              <a:ext cx="321" cy="203"/>
              <a:chOff x="463" y="2653"/>
              <a:chExt cx="362" cy="273"/>
            </a:xfrm>
          </p:grpSpPr>
          <p:sp>
            <p:nvSpPr>
              <p:cNvPr id="23629" name="Line 23">
                <a:extLst>
                  <a:ext uri="{FF2B5EF4-FFF2-40B4-BE49-F238E27FC236}">
                    <a16:creationId xmlns:a16="http://schemas.microsoft.com/office/drawing/2014/main" id="{8C3087E6-6EC6-493A-B481-8F4E3EC65F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4" y="265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30" name="Line 24">
                <a:extLst>
                  <a:ext uri="{FF2B5EF4-FFF2-40B4-BE49-F238E27FC236}">
                    <a16:creationId xmlns:a16="http://schemas.microsoft.com/office/drawing/2014/main" id="{F3831D13-C208-4B84-97C2-7F1C1EBC8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4" y="2835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31" name="Line 25">
                <a:extLst>
                  <a:ext uri="{FF2B5EF4-FFF2-40B4-BE49-F238E27FC236}">
                    <a16:creationId xmlns:a16="http://schemas.microsoft.com/office/drawing/2014/main" id="{9DCCE811-7D9E-4E42-9FA4-6225F2BFB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2653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32" name="Line 26">
                <a:extLst>
                  <a:ext uri="{FF2B5EF4-FFF2-40B4-BE49-F238E27FC236}">
                    <a16:creationId xmlns:a16="http://schemas.microsoft.com/office/drawing/2014/main" id="{E9292FF6-0A81-477F-A061-C6171F083E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" y="278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615" name="Group 27">
              <a:extLst>
                <a:ext uri="{FF2B5EF4-FFF2-40B4-BE49-F238E27FC236}">
                  <a16:creationId xmlns:a16="http://schemas.microsoft.com/office/drawing/2014/main" id="{C8C60AF0-DB1E-42DC-80BC-499BF8ED91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2395"/>
              <a:ext cx="321" cy="203"/>
              <a:chOff x="463" y="3243"/>
              <a:chExt cx="362" cy="273"/>
            </a:xfrm>
          </p:grpSpPr>
          <p:sp>
            <p:nvSpPr>
              <p:cNvPr id="23625" name="Line 28">
                <a:extLst>
                  <a:ext uri="{FF2B5EF4-FFF2-40B4-BE49-F238E27FC236}">
                    <a16:creationId xmlns:a16="http://schemas.microsoft.com/office/drawing/2014/main" id="{2CB111B2-E76D-489B-9EEF-C41B9698BC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4" y="324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26" name="Line 29">
                <a:extLst>
                  <a:ext uri="{FF2B5EF4-FFF2-40B4-BE49-F238E27FC236}">
                    <a16:creationId xmlns:a16="http://schemas.microsoft.com/office/drawing/2014/main" id="{C6F98840-DD73-467C-A397-E101C2F078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4" y="3425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27" name="Line 30">
                <a:extLst>
                  <a:ext uri="{FF2B5EF4-FFF2-40B4-BE49-F238E27FC236}">
                    <a16:creationId xmlns:a16="http://schemas.microsoft.com/office/drawing/2014/main" id="{F981B6A7-FF93-456F-AB8D-4E8B103A2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3243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28" name="Line 31">
                <a:extLst>
                  <a:ext uri="{FF2B5EF4-FFF2-40B4-BE49-F238E27FC236}">
                    <a16:creationId xmlns:a16="http://schemas.microsoft.com/office/drawing/2014/main" id="{E28300CA-1C32-4D3D-991B-6F5338087C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" y="337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3616" name="Line 32">
              <a:extLst>
                <a:ext uri="{FF2B5EF4-FFF2-40B4-BE49-F238E27FC236}">
                  <a16:creationId xmlns:a16="http://schemas.microsoft.com/office/drawing/2014/main" id="{FFE15577-93A4-4399-87F4-331669418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2159"/>
              <a:ext cx="0" cy="2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17" name="Line 33">
              <a:extLst>
                <a:ext uri="{FF2B5EF4-FFF2-40B4-BE49-F238E27FC236}">
                  <a16:creationId xmlns:a16="http://schemas.microsoft.com/office/drawing/2014/main" id="{EEA53DC6-7D72-4B37-BEB9-81844D6833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2" y="1686"/>
              <a:ext cx="0" cy="27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18" name="Line 34">
              <a:extLst>
                <a:ext uri="{FF2B5EF4-FFF2-40B4-BE49-F238E27FC236}">
                  <a16:creationId xmlns:a16="http://schemas.microsoft.com/office/drawing/2014/main" id="{6CA339A6-18AC-46EE-9814-E9AA601466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2597"/>
              <a:ext cx="0" cy="23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19" name="Line 35">
              <a:extLst>
                <a:ext uri="{FF2B5EF4-FFF2-40B4-BE49-F238E27FC236}">
                  <a16:creationId xmlns:a16="http://schemas.microsoft.com/office/drawing/2014/main" id="{400ABEAA-4C77-4FA4-9D49-9840F862E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2" y="2309"/>
              <a:ext cx="6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20" name="Text Box 36">
              <a:extLst>
                <a:ext uri="{FF2B5EF4-FFF2-40B4-BE49-F238E27FC236}">
                  <a16:creationId xmlns:a16="http://schemas.microsoft.com/office/drawing/2014/main" id="{658D06B3-4ADD-4F9F-864D-C04783CC9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6" y="1938"/>
              <a:ext cx="37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23621" name="Text Box 37">
              <a:extLst>
                <a:ext uri="{FF2B5EF4-FFF2-40B4-BE49-F238E27FC236}">
                  <a16:creationId xmlns:a16="http://schemas.microsoft.com/office/drawing/2014/main" id="{2390E5B4-E0AA-4B8B-9A9D-84E46F02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1" y="2400"/>
              <a:ext cx="37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23622" name="Line 38">
              <a:extLst>
                <a:ext uri="{FF2B5EF4-FFF2-40B4-BE49-F238E27FC236}">
                  <a16:creationId xmlns:a16="http://schemas.microsoft.com/office/drawing/2014/main" id="{05A9D916-540B-4EC4-ABA3-B638F1D53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5" y="2828"/>
              <a:ext cx="136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23" name="Text Box 39">
              <a:extLst>
                <a:ext uri="{FF2B5EF4-FFF2-40B4-BE49-F238E27FC236}">
                  <a16:creationId xmlns:a16="http://schemas.microsoft.com/office/drawing/2014/main" id="{DB05FB65-1ACE-4D30-A406-BB765F74D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1" y="1478"/>
              <a:ext cx="74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+5V</a:t>
              </a:r>
            </a:p>
          </p:txBody>
        </p:sp>
        <p:sp>
          <p:nvSpPr>
            <p:cNvPr id="23624" name="Text Box 42">
              <a:extLst>
                <a:ext uri="{FF2B5EF4-FFF2-40B4-BE49-F238E27FC236}">
                  <a16:creationId xmlns:a16="http://schemas.microsoft.com/office/drawing/2014/main" id="{C1E4DA13-4965-4CCD-B8BE-E6BB06A89F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4" y="1989"/>
              <a:ext cx="325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29782" name="Group 86">
            <a:extLst>
              <a:ext uri="{FF2B5EF4-FFF2-40B4-BE49-F238E27FC236}">
                <a16:creationId xmlns:a16="http://schemas.microsoft.com/office/drawing/2014/main" id="{7F3606FC-24B5-466E-8CAA-64187089EAAC}"/>
              </a:ext>
            </a:extLst>
          </p:cNvPr>
          <p:cNvGrpSpPr>
            <a:grpSpLocks/>
          </p:cNvGrpSpPr>
          <p:nvPr/>
        </p:nvGrpSpPr>
        <p:grpSpPr bwMode="auto">
          <a:xfrm>
            <a:off x="3463925" y="4589463"/>
            <a:ext cx="1525588" cy="2152650"/>
            <a:chOff x="2182" y="2891"/>
            <a:chExt cx="961" cy="1356"/>
          </a:xfrm>
        </p:grpSpPr>
        <p:grpSp>
          <p:nvGrpSpPr>
            <p:cNvPr id="23595" name="Group 45">
              <a:extLst>
                <a:ext uri="{FF2B5EF4-FFF2-40B4-BE49-F238E27FC236}">
                  <a16:creationId xmlns:a16="http://schemas.microsoft.com/office/drawing/2014/main" id="{4548961A-EE3C-4283-9837-44CB734C0D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2" y="3369"/>
              <a:ext cx="321" cy="203"/>
              <a:chOff x="463" y="2653"/>
              <a:chExt cx="362" cy="273"/>
            </a:xfrm>
          </p:grpSpPr>
          <p:sp>
            <p:nvSpPr>
              <p:cNvPr id="23610" name="Line 46">
                <a:extLst>
                  <a:ext uri="{FF2B5EF4-FFF2-40B4-BE49-F238E27FC236}">
                    <a16:creationId xmlns:a16="http://schemas.microsoft.com/office/drawing/2014/main" id="{2FF540C1-1E35-4A0D-9C45-345709E9A2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4" y="265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11" name="Line 47">
                <a:extLst>
                  <a:ext uri="{FF2B5EF4-FFF2-40B4-BE49-F238E27FC236}">
                    <a16:creationId xmlns:a16="http://schemas.microsoft.com/office/drawing/2014/main" id="{14D5B702-4EFB-4360-B441-D0D77ACB3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4" y="2835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12" name="Line 48">
                <a:extLst>
                  <a:ext uri="{FF2B5EF4-FFF2-40B4-BE49-F238E27FC236}">
                    <a16:creationId xmlns:a16="http://schemas.microsoft.com/office/drawing/2014/main" id="{266884DC-3C76-42B0-9C0F-3E8D05957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2653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13" name="Line 49">
                <a:extLst>
                  <a:ext uri="{FF2B5EF4-FFF2-40B4-BE49-F238E27FC236}">
                    <a16:creationId xmlns:a16="http://schemas.microsoft.com/office/drawing/2014/main" id="{66BF0743-EDD6-42C8-A655-97E29F7B6E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" y="278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3596" name="Group 50">
              <a:extLst>
                <a:ext uri="{FF2B5EF4-FFF2-40B4-BE49-F238E27FC236}">
                  <a16:creationId xmlns:a16="http://schemas.microsoft.com/office/drawing/2014/main" id="{10D9CD3D-FF12-4C9D-ABC4-0DB021923C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2" y="3808"/>
              <a:ext cx="321" cy="203"/>
              <a:chOff x="463" y="3243"/>
              <a:chExt cx="362" cy="273"/>
            </a:xfrm>
          </p:grpSpPr>
          <p:sp>
            <p:nvSpPr>
              <p:cNvPr id="23606" name="Line 51">
                <a:extLst>
                  <a:ext uri="{FF2B5EF4-FFF2-40B4-BE49-F238E27FC236}">
                    <a16:creationId xmlns:a16="http://schemas.microsoft.com/office/drawing/2014/main" id="{8563905F-151A-4A5A-AFE8-D87805360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44" y="3243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07" name="Line 52">
                <a:extLst>
                  <a:ext uri="{FF2B5EF4-FFF2-40B4-BE49-F238E27FC236}">
                    <a16:creationId xmlns:a16="http://schemas.microsoft.com/office/drawing/2014/main" id="{8B7E9715-96CE-4225-94A6-CE4C60644C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4" y="3425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08" name="Line 53">
                <a:extLst>
                  <a:ext uri="{FF2B5EF4-FFF2-40B4-BE49-F238E27FC236}">
                    <a16:creationId xmlns:a16="http://schemas.microsoft.com/office/drawing/2014/main" id="{296F10C8-08D3-4BA9-AD76-5F67EC5D6F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44" y="3243"/>
                <a:ext cx="181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609" name="Line 54">
                <a:extLst>
                  <a:ext uri="{FF2B5EF4-FFF2-40B4-BE49-F238E27FC236}">
                    <a16:creationId xmlns:a16="http://schemas.microsoft.com/office/drawing/2014/main" id="{EC135016-A4A4-4FDC-9F3C-8E0EE45B90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3" y="337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3597" name="Line 55">
              <a:extLst>
                <a:ext uri="{FF2B5EF4-FFF2-40B4-BE49-F238E27FC236}">
                  <a16:creationId xmlns:a16="http://schemas.microsoft.com/office/drawing/2014/main" id="{373345E5-9FC4-4EBE-90F8-8FE9EA379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" y="3572"/>
              <a:ext cx="0" cy="2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8" name="Line 56">
              <a:extLst>
                <a:ext uri="{FF2B5EF4-FFF2-40B4-BE49-F238E27FC236}">
                  <a16:creationId xmlns:a16="http://schemas.microsoft.com/office/drawing/2014/main" id="{5B205247-BF31-4B94-BFE7-9494D548CB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3" y="3099"/>
              <a:ext cx="0" cy="27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9" name="Line 57">
              <a:extLst>
                <a:ext uri="{FF2B5EF4-FFF2-40B4-BE49-F238E27FC236}">
                  <a16:creationId xmlns:a16="http://schemas.microsoft.com/office/drawing/2014/main" id="{4C054F79-3658-4162-BE36-499CE2E00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" y="4010"/>
              <a:ext cx="0" cy="23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00" name="Line 58">
              <a:extLst>
                <a:ext uri="{FF2B5EF4-FFF2-40B4-BE49-F238E27FC236}">
                  <a16:creationId xmlns:a16="http://schemas.microsoft.com/office/drawing/2014/main" id="{4E45C9D5-BEA9-485E-B8D4-0F101C863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3" y="3707"/>
              <a:ext cx="6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01" name="Text Box 59">
              <a:extLst>
                <a:ext uri="{FF2B5EF4-FFF2-40B4-BE49-F238E27FC236}">
                  <a16:creationId xmlns:a16="http://schemas.microsoft.com/office/drawing/2014/main" id="{4C2EA461-9F2F-4315-A193-537F512CBC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7" y="3351"/>
              <a:ext cx="37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</a:t>
              </a:r>
            </a:p>
          </p:txBody>
        </p:sp>
        <p:sp>
          <p:nvSpPr>
            <p:cNvPr id="23602" name="Text Box 60">
              <a:extLst>
                <a:ext uri="{FF2B5EF4-FFF2-40B4-BE49-F238E27FC236}">
                  <a16:creationId xmlns:a16="http://schemas.microsoft.com/office/drawing/2014/main" id="{03A560B1-FCD9-41DE-A175-B87DB51C8F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6" y="3813"/>
              <a:ext cx="376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</a:t>
              </a:r>
            </a:p>
          </p:txBody>
        </p:sp>
        <p:sp>
          <p:nvSpPr>
            <p:cNvPr id="23603" name="Line 61">
              <a:extLst>
                <a:ext uri="{FF2B5EF4-FFF2-40B4-BE49-F238E27FC236}">
                  <a16:creationId xmlns:a16="http://schemas.microsoft.com/office/drawing/2014/main" id="{DB12A45F-F225-4F9F-A957-9C2E89B190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6" y="4241"/>
              <a:ext cx="130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604" name="Text Box 62">
              <a:extLst>
                <a:ext uri="{FF2B5EF4-FFF2-40B4-BE49-F238E27FC236}">
                  <a16:creationId xmlns:a16="http://schemas.microsoft.com/office/drawing/2014/main" id="{A5FB34CC-6EE3-4E46-9705-882D6B38C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2" y="2891"/>
              <a:ext cx="74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+5V</a:t>
              </a:r>
            </a:p>
          </p:txBody>
        </p:sp>
        <p:sp>
          <p:nvSpPr>
            <p:cNvPr id="23605" name="Text Box 63">
              <a:extLst>
                <a:ext uri="{FF2B5EF4-FFF2-40B4-BE49-F238E27FC236}">
                  <a16:creationId xmlns:a16="http://schemas.microsoft.com/office/drawing/2014/main" id="{BA98600F-D6FE-43F1-8BA4-465FF5AA2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5" y="3402"/>
              <a:ext cx="32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</p:grpSp>
      <p:grpSp>
        <p:nvGrpSpPr>
          <p:cNvPr id="29763" name="Group 67">
            <a:extLst>
              <a:ext uri="{FF2B5EF4-FFF2-40B4-BE49-F238E27FC236}">
                <a16:creationId xmlns:a16="http://schemas.microsoft.com/office/drawing/2014/main" id="{EBC9828E-D10D-4DBA-A262-88D79756786A}"/>
              </a:ext>
            </a:extLst>
          </p:cNvPr>
          <p:cNvGrpSpPr>
            <a:grpSpLocks/>
          </p:cNvGrpSpPr>
          <p:nvPr/>
        </p:nvGrpSpPr>
        <p:grpSpPr bwMode="auto">
          <a:xfrm>
            <a:off x="1844675" y="4021138"/>
            <a:ext cx="1431925" cy="1138237"/>
            <a:chOff x="1250" y="2326"/>
            <a:chExt cx="902" cy="717"/>
          </a:xfrm>
        </p:grpSpPr>
        <p:sp>
          <p:nvSpPr>
            <p:cNvPr id="23591" name="Freeform 17">
              <a:extLst>
                <a:ext uri="{FF2B5EF4-FFF2-40B4-BE49-F238E27FC236}">
                  <a16:creationId xmlns:a16="http://schemas.microsoft.com/office/drawing/2014/main" id="{25B41441-98C5-4A66-8A9B-5CA52836C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2326"/>
              <a:ext cx="402" cy="717"/>
            </a:xfrm>
            <a:custGeom>
              <a:avLst/>
              <a:gdLst>
                <a:gd name="T0" fmla="*/ 0 w 402"/>
                <a:gd name="T1" fmla="*/ 0 h 717"/>
                <a:gd name="T2" fmla="*/ 0 w 402"/>
                <a:gd name="T3" fmla="*/ 717 h 717"/>
                <a:gd name="T4" fmla="*/ 0 w 402"/>
                <a:gd name="T5" fmla="*/ 336 h 717"/>
                <a:gd name="T6" fmla="*/ 402 w 402"/>
                <a:gd name="T7" fmla="*/ 336 h 7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2" h="717">
                  <a:moveTo>
                    <a:pt x="0" y="0"/>
                  </a:moveTo>
                  <a:lnTo>
                    <a:pt x="0" y="717"/>
                  </a:lnTo>
                  <a:lnTo>
                    <a:pt x="0" y="336"/>
                  </a:lnTo>
                  <a:lnTo>
                    <a:pt x="402" y="336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2" name="Text Box 18">
              <a:extLst>
                <a:ext uri="{FF2B5EF4-FFF2-40B4-BE49-F238E27FC236}">
                  <a16:creationId xmlns:a16="http://schemas.microsoft.com/office/drawing/2014/main" id="{E5A9BC45-EE83-4A43-B3D3-7C10AF52E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2478"/>
              <a:ext cx="500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23593" name="Text Box 19">
              <a:extLst>
                <a:ext uri="{FF2B5EF4-FFF2-40B4-BE49-F238E27FC236}">
                  <a16:creationId xmlns:a16="http://schemas.microsoft.com/office/drawing/2014/main" id="{EBA81351-CB62-4A9D-A32B-AA49509F51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3" y="2424"/>
              <a:ext cx="369" cy="404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36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?</a:t>
              </a:r>
            </a:p>
          </p:txBody>
        </p:sp>
        <p:sp>
          <p:nvSpPr>
            <p:cNvPr id="23594" name="Text Box 65">
              <a:extLst>
                <a:ext uri="{FF2B5EF4-FFF2-40B4-BE49-F238E27FC236}">
                  <a16:creationId xmlns:a16="http://schemas.microsoft.com/office/drawing/2014/main" id="{C8FFD1D5-791C-4BF1-9EBB-09779F3500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8" y="2478"/>
              <a:ext cx="50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29767" name="Group 71">
            <a:extLst>
              <a:ext uri="{FF2B5EF4-FFF2-40B4-BE49-F238E27FC236}">
                <a16:creationId xmlns:a16="http://schemas.microsoft.com/office/drawing/2014/main" id="{C6B922E1-626F-4842-B698-4F1DC8383E1B}"/>
              </a:ext>
            </a:extLst>
          </p:cNvPr>
          <p:cNvGrpSpPr>
            <a:grpSpLocks/>
          </p:cNvGrpSpPr>
          <p:nvPr/>
        </p:nvGrpSpPr>
        <p:grpSpPr bwMode="auto">
          <a:xfrm>
            <a:off x="4968875" y="3646488"/>
            <a:ext cx="1381125" cy="2236787"/>
            <a:chOff x="3869" y="2228"/>
            <a:chExt cx="870" cy="1424"/>
          </a:xfrm>
        </p:grpSpPr>
        <p:sp>
          <p:nvSpPr>
            <p:cNvPr id="23589" name="Freeform 64">
              <a:extLst>
                <a:ext uri="{FF2B5EF4-FFF2-40B4-BE49-F238E27FC236}">
                  <a16:creationId xmlns:a16="http://schemas.microsoft.com/office/drawing/2014/main" id="{35D2E595-378B-4364-8046-0579569B1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2228"/>
              <a:ext cx="413" cy="1424"/>
            </a:xfrm>
            <a:custGeom>
              <a:avLst/>
              <a:gdLst>
                <a:gd name="T0" fmla="*/ 0 w 598"/>
                <a:gd name="T1" fmla="*/ 0 h 1424"/>
                <a:gd name="T2" fmla="*/ 0 w 598"/>
                <a:gd name="T3" fmla="*/ 1424 h 1424"/>
                <a:gd name="T4" fmla="*/ 0 w 598"/>
                <a:gd name="T5" fmla="*/ 609 h 1424"/>
                <a:gd name="T6" fmla="*/ 136 w 598"/>
                <a:gd name="T7" fmla="*/ 609 h 14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8" h="1424">
                  <a:moveTo>
                    <a:pt x="0" y="0"/>
                  </a:moveTo>
                  <a:lnTo>
                    <a:pt x="0" y="1424"/>
                  </a:lnTo>
                  <a:lnTo>
                    <a:pt x="0" y="609"/>
                  </a:lnTo>
                  <a:lnTo>
                    <a:pt x="598" y="609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90" name="Text Box 68">
              <a:extLst>
                <a:ext uri="{FF2B5EF4-FFF2-40B4-BE49-F238E27FC236}">
                  <a16:creationId xmlns:a16="http://schemas.microsoft.com/office/drawing/2014/main" id="{F0401F62-88B3-409C-BDC8-BF65932CC2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9" y="2673"/>
              <a:ext cx="500" cy="33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29770" name="Group 74">
            <a:extLst>
              <a:ext uri="{FF2B5EF4-FFF2-40B4-BE49-F238E27FC236}">
                <a16:creationId xmlns:a16="http://schemas.microsoft.com/office/drawing/2014/main" id="{AF9BF3CB-E880-4ABB-BCC2-91F0E8F9F369}"/>
              </a:ext>
            </a:extLst>
          </p:cNvPr>
          <p:cNvGrpSpPr>
            <a:grpSpLocks/>
          </p:cNvGrpSpPr>
          <p:nvPr/>
        </p:nvGrpSpPr>
        <p:grpSpPr bwMode="auto">
          <a:xfrm>
            <a:off x="982663" y="3986213"/>
            <a:ext cx="811212" cy="1612900"/>
            <a:chOff x="696" y="2304"/>
            <a:chExt cx="511" cy="1016"/>
          </a:xfrm>
        </p:grpSpPr>
        <p:sp>
          <p:nvSpPr>
            <p:cNvPr id="23587" name="Text Box 72">
              <a:extLst>
                <a:ext uri="{FF2B5EF4-FFF2-40B4-BE49-F238E27FC236}">
                  <a16:creationId xmlns:a16="http://schemas.microsoft.com/office/drawing/2014/main" id="{4A8C4A26-82C7-4EC6-A331-AFA99F86BB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" y="2304"/>
              <a:ext cx="48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23588" name="Text Box 73">
              <a:extLst>
                <a:ext uri="{FF2B5EF4-FFF2-40B4-BE49-F238E27FC236}">
                  <a16:creationId xmlns:a16="http://schemas.microsoft.com/office/drawing/2014/main" id="{A14A79CD-5E78-4328-AB58-0B593D953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" y="3032"/>
              <a:ext cx="489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“0”</a:t>
              </a:r>
            </a:p>
          </p:txBody>
        </p:sp>
      </p:grpSp>
      <p:grpSp>
        <p:nvGrpSpPr>
          <p:cNvPr id="29774" name="Group 78">
            <a:extLst>
              <a:ext uri="{FF2B5EF4-FFF2-40B4-BE49-F238E27FC236}">
                <a16:creationId xmlns:a16="http://schemas.microsoft.com/office/drawing/2014/main" id="{07EA1878-AD4E-4A2F-BB53-AD98F8C2D75F}"/>
              </a:ext>
            </a:extLst>
          </p:cNvPr>
          <p:cNvGrpSpPr>
            <a:grpSpLocks/>
          </p:cNvGrpSpPr>
          <p:nvPr/>
        </p:nvGrpSpPr>
        <p:grpSpPr bwMode="auto">
          <a:xfrm>
            <a:off x="3630613" y="3687763"/>
            <a:ext cx="447675" cy="2916237"/>
            <a:chOff x="3022" y="2271"/>
            <a:chExt cx="282" cy="1837"/>
          </a:xfrm>
        </p:grpSpPr>
        <p:sp>
          <p:nvSpPr>
            <p:cNvPr id="23584" name="Rectangle 75">
              <a:extLst>
                <a:ext uri="{FF2B5EF4-FFF2-40B4-BE49-F238E27FC236}">
                  <a16:creationId xmlns:a16="http://schemas.microsoft.com/office/drawing/2014/main" id="{5CF85921-9AB4-4FB3-AD91-77ADDABF9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2271"/>
              <a:ext cx="272" cy="348"/>
            </a:xfrm>
            <a:prstGeom prst="rect">
              <a:avLst/>
            </a:prstGeom>
            <a:solidFill>
              <a:schemeClr val="bg1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5" name="Rectangle 76">
              <a:extLst>
                <a:ext uri="{FF2B5EF4-FFF2-40B4-BE49-F238E27FC236}">
                  <a16:creationId xmlns:a16="http://schemas.microsoft.com/office/drawing/2014/main" id="{E229F20F-9341-4791-B28B-5CF315D15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3705"/>
              <a:ext cx="272" cy="348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6" name="Line 77">
              <a:extLst>
                <a:ext uri="{FF2B5EF4-FFF2-40B4-BE49-F238E27FC236}">
                  <a16:creationId xmlns:a16="http://schemas.microsoft.com/office/drawing/2014/main" id="{69409B00-0347-4DCF-8DFC-47F39BF73E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39" y="3652"/>
              <a:ext cx="0" cy="45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9778" name="Group 82">
            <a:extLst>
              <a:ext uri="{FF2B5EF4-FFF2-40B4-BE49-F238E27FC236}">
                <a16:creationId xmlns:a16="http://schemas.microsoft.com/office/drawing/2014/main" id="{0A62361B-0B09-44E4-A2A7-2E9FA0DC974A}"/>
              </a:ext>
            </a:extLst>
          </p:cNvPr>
          <p:cNvGrpSpPr>
            <a:grpSpLocks/>
          </p:cNvGrpSpPr>
          <p:nvPr/>
        </p:nvGrpSpPr>
        <p:grpSpPr bwMode="auto">
          <a:xfrm>
            <a:off x="4141788" y="2552700"/>
            <a:ext cx="741362" cy="4037013"/>
            <a:chOff x="3348" y="1554"/>
            <a:chExt cx="467" cy="2543"/>
          </a:xfrm>
        </p:grpSpPr>
        <p:sp>
          <p:nvSpPr>
            <p:cNvPr id="23582" name="Freeform 79">
              <a:extLst>
                <a:ext uri="{FF2B5EF4-FFF2-40B4-BE49-F238E27FC236}">
                  <a16:creationId xmlns:a16="http://schemas.microsoft.com/office/drawing/2014/main" id="{D1B5E8E5-B760-4244-8812-0417AECC8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1695"/>
              <a:ext cx="467" cy="2402"/>
            </a:xfrm>
            <a:custGeom>
              <a:avLst/>
              <a:gdLst>
                <a:gd name="T0" fmla="*/ 87 w 467"/>
                <a:gd name="T1" fmla="*/ 0 h 2402"/>
                <a:gd name="T2" fmla="*/ 87 w 467"/>
                <a:gd name="T3" fmla="*/ 598 h 2402"/>
                <a:gd name="T4" fmla="*/ 467 w 467"/>
                <a:gd name="T5" fmla="*/ 598 h 2402"/>
                <a:gd name="T6" fmla="*/ 467 w 467"/>
                <a:gd name="T7" fmla="*/ 2022 h 2402"/>
                <a:gd name="T8" fmla="*/ 0 w 467"/>
                <a:gd name="T9" fmla="*/ 2022 h 2402"/>
                <a:gd name="T10" fmla="*/ 0 w 467"/>
                <a:gd name="T11" fmla="*/ 2402 h 240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7" h="2402">
                  <a:moveTo>
                    <a:pt x="87" y="0"/>
                  </a:moveTo>
                  <a:lnTo>
                    <a:pt x="87" y="598"/>
                  </a:lnTo>
                  <a:lnTo>
                    <a:pt x="467" y="598"/>
                  </a:lnTo>
                  <a:lnTo>
                    <a:pt x="467" y="2022"/>
                  </a:lnTo>
                  <a:lnTo>
                    <a:pt x="0" y="2022"/>
                  </a:lnTo>
                  <a:lnTo>
                    <a:pt x="0" y="2402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583" name="Text Box 81">
              <a:extLst>
                <a:ext uri="{FF2B5EF4-FFF2-40B4-BE49-F238E27FC236}">
                  <a16:creationId xmlns:a16="http://schemas.microsoft.com/office/drawing/2014/main" id="{5F6BEA96-97BE-4623-8D47-9BD6817BE2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3" y="1554"/>
              <a:ext cx="31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</a:p>
          </p:txBody>
        </p:sp>
      </p:grpSp>
      <p:sp>
        <p:nvSpPr>
          <p:cNvPr id="29779" name="Text Box 83">
            <a:extLst>
              <a:ext uri="{FF2B5EF4-FFF2-40B4-BE49-F238E27FC236}">
                <a16:creationId xmlns:a16="http://schemas.microsoft.com/office/drawing/2014/main" id="{EB1C963F-E1CB-4079-B544-5BC08EEF2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8" y="2881313"/>
            <a:ext cx="2933700" cy="181588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饱和程度降低，输出低电平抬高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输出“不高不低”。</a:t>
            </a:r>
          </a:p>
        </p:txBody>
      </p:sp>
      <p:sp>
        <p:nvSpPr>
          <p:cNvPr id="29780" name="Text Box 84">
            <a:extLst>
              <a:ext uri="{FF2B5EF4-FFF2-40B4-BE49-F238E27FC236}">
                <a16:creationId xmlns:a16="http://schemas.microsoft.com/office/drawing/2014/main" id="{2424C191-C4EA-4A10-99B3-020E8EC96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4938" y="4519613"/>
            <a:ext cx="2243137" cy="946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电流过大被烧毁。</a:t>
            </a:r>
          </a:p>
        </p:txBody>
      </p:sp>
      <p:grpSp>
        <p:nvGrpSpPr>
          <p:cNvPr id="29787" name="Group 91">
            <a:extLst>
              <a:ext uri="{FF2B5EF4-FFF2-40B4-BE49-F238E27FC236}">
                <a16:creationId xmlns:a16="http://schemas.microsoft.com/office/drawing/2014/main" id="{801F877B-D2B3-4AE9-A61D-E08FC3A3DCBB}"/>
              </a:ext>
            </a:extLst>
          </p:cNvPr>
          <p:cNvGrpSpPr>
            <a:grpSpLocks/>
          </p:cNvGrpSpPr>
          <p:nvPr/>
        </p:nvGrpSpPr>
        <p:grpSpPr bwMode="auto">
          <a:xfrm>
            <a:off x="587375" y="3502025"/>
            <a:ext cx="1274763" cy="846138"/>
            <a:chOff x="152" y="1935"/>
            <a:chExt cx="803" cy="533"/>
          </a:xfrm>
        </p:grpSpPr>
        <p:grpSp>
          <p:nvGrpSpPr>
            <p:cNvPr id="23576" name="Group 10">
              <a:extLst>
                <a:ext uri="{FF2B5EF4-FFF2-40B4-BE49-F238E27FC236}">
                  <a16:creationId xmlns:a16="http://schemas.microsoft.com/office/drawing/2014/main" id="{CAE87914-3D16-4B7C-8878-1EEF52E346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" y="1935"/>
              <a:ext cx="794" cy="533"/>
              <a:chOff x="456" y="1858"/>
              <a:chExt cx="794" cy="533"/>
            </a:xfrm>
          </p:grpSpPr>
          <p:sp>
            <p:nvSpPr>
              <p:cNvPr id="23578" name="Rectangle 6">
                <a:extLst>
                  <a:ext uri="{FF2B5EF4-FFF2-40B4-BE49-F238E27FC236}">
                    <a16:creationId xmlns:a16="http://schemas.microsoft.com/office/drawing/2014/main" id="{2CC73FEC-ECE9-4546-BFDB-1C5EEF41D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989"/>
                <a:ext cx="240" cy="402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79" name="Oval 7">
                <a:extLst>
                  <a:ext uri="{FF2B5EF4-FFF2-40B4-BE49-F238E27FC236}">
                    <a16:creationId xmlns:a16="http://schemas.microsoft.com/office/drawing/2014/main" id="{852975DF-A3B1-477B-BFAD-0435C1E5F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2142"/>
                <a:ext cx="76" cy="76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80" name="Line 8">
                <a:extLst>
                  <a:ext uri="{FF2B5EF4-FFF2-40B4-BE49-F238E27FC236}">
                    <a16:creationId xmlns:a16="http://schemas.microsoft.com/office/drawing/2014/main" id="{DD4B7E07-893D-4662-BB57-B0733C85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2" y="2184"/>
                <a:ext cx="46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81" name="Text Box 9">
                <a:extLst>
                  <a:ext uri="{FF2B5EF4-FFF2-40B4-BE49-F238E27FC236}">
                    <a16:creationId xmlns:a16="http://schemas.microsoft.com/office/drawing/2014/main" id="{01BD25EC-51DA-4F9E-A568-221966868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858"/>
                <a:ext cx="392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23577" name="Text Box 90">
              <a:extLst>
                <a:ext uri="{FF2B5EF4-FFF2-40B4-BE49-F238E27FC236}">
                  <a16:creationId xmlns:a16="http://schemas.microsoft.com/office/drawing/2014/main" id="{D248CDED-C20D-4839-992E-5D481A1DA2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" y="2053"/>
              <a:ext cx="326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grpSp>
        <p:nvGrpSpPr>
          <p:cNvPr id="29789" name="Group 93">
            <a:extLst>
              <a:ext uri="{FF2B5EF4-FFF2-40B4-BE49-F238E27FC236}">
                <a16:creationId xmlns:a16="http://schemas.microsoft.com/office/drawing/2014/main" id="{C8C0E8AC-A14F-4D0E-8DE6-CE8D7748899A}"/>
              </a:ext>
            </a:extLst>
          </p:cNvPr>
          <p:cNvGrpSpPr>
            <a:grpSpLocks/>
          </p:cNvGrpSpPr>
          <p:nvPr/>
        </p:nvGrpSpPr>
        <p:grpSpPr bwMode="auto">
          <a:xfrm>
            <a:off x="585788" y="4641850"/>
            <a:ext cx="1260475" cy="846138"/>
            <a:chOff x="369" y="3587"/>
            <a:chExt cx="794" cy="533"/>
          </a:xfrm>
        </p:grpSpPr>
        <p:grpSp>
          <p:nvGrpSpPr>
            <p:cNvPr id="23570" name="Group 11">
              <a:extLst>
                <a:ext uri="{FF2B5EF4-FFF2-40B4-BE49-F238E27FC236}">
                  <a16:creationId xmlns:a16="http://schemas.microsoft.com/office/drawing/2014/main" id="{21483136-816A-42DC-BA54-18599E83A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" y="3587"/>
              <a:ext cx="794" cy="533"/>
              <a:chOff x="456" y="1858"/>
              <a:chExt cx="794" cy="533"/>
            </a:xfrm>
          </p:grpSpPr>
          <p:sp>
            <p:nvSpPr>
              <p:cNvPr id="23572" name="Rectangle 12">
                <a:extLst>
                  <a:ext uri="{FF2B5EF4-FFF2-40B4-BE49-F238E27FC236}">
                    <a16:creationId xmlns:a16="http://schemas.microsoft.com/office/drawing/2014/main" id="{F1FB7F92-FAD0-46F2-924C-A4117F2D8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" y="1989"/>
                <a:ext cx="240" cy="402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73" name="Oval 13">
                <a:extLst>
                  <a:ext uri="{FF2B5EF4-FFF2-40B4-BE49-F238E27FC236}">
                    <a16:creationId xmlns:a16="http://schemas.microsoft.com/office/drawing/2014/main" id="{BBAF3A25-9261-402B-BDF0-3CC8ADF01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7" y="2142"/>
                <a:ext cx="76" cy="76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74" name="Line 14">
                <a:extLst>
                  <a:ext uri="{FF2B5EF4-FFF2-40B4-BE49-F238E27FC236}">
                    <a16:creationId xmlns:a16="http://schemas.microsoft.com/office/drawing/2014/main" id="{6BED0347-F020-498D-89E7-4E8F2D9E90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2" y="2184"/>
                <a:ext cx="46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575" name="Text Box 15">
                <a:extLst>
                  <a:ext uri="{FF2B5EF4-FFF2-40B4-BE49-F238E27FC236}">
                    <a16:creationId xmlns:a16="http://schemas.microsoft.com/office/drawing/2014/main" id="{25B008D6-9935-4210-B33F-92A6B799E9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3" y="1858"/>
                <a:ext cx="392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sp>
          <p:nvSpPr>
            <p:cNvPr id="23571" name="Text Box 92">
              <a:extLst>
                <a:ext uri="{FF2B5EF4-FFF2-40B4-BE49-F238E27FC236}">
                  <a16:creationId xmlns:a16="http://schemas.microsoft.com/office/drawing/2014/main" id="{D23E89AC-B5ED-471A-B7EF-3CC79A9003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" y="3718"/>
              <a:ext cx="239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</p:grpSp>
      <p:sp>
        <p:nvSpPr>
          <p:cNvPr id="29790" name="Text Box 94">
            <a:extLst>
              <a:ext uri="{FF2B5EF4-FFF2-40B4-BE49-F238E27FC236}">
                <a16:creationId xmlns:a16="http://schemas.microsoft.com/office/drawing/2014/main" id="{82076170-6269-4756-A04D-B43354018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898525"/>
            <a:ext cx="4949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1" hangingPunct="1">
              <a:defRPr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dirty="0"/>
              <a:t>一、集电极开路门（</a:t>
            </a:r>
            <a:r>
              <a:rPr lang="en-US" altLang="zh-CN" dirty="0"/>
              <a:t>OC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4397855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000"/>
                                        <p:tgtEl>
                                          <p:spTgt spid="29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9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9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9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5" dur="500"/>
                                        <p:tgtEl>
                                          <p:spTgt spid="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9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0" dur="500"/>
                                        <p:tgtEl>
                                          <p:spTgt spid="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0" fill="hold"/>
                                        <p:tgtEl>
                                          <p:spTgt spid="29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29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9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97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9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  <p:bldP spid="29700" grpId="0" animBg="1" autoUpdateAnimBg="0"/>
      <p:bldP spid="29701" grpId="0" animBg="1" autoUpdateAnimBg="0"/>
      <p:bldP spid="29712" grpId="0" animBg="1" autoUpdateAnimBg="0"/>
      <p:bldP spid="29779" grpId="0" autoUpdateAnimBg="0"/>
      <p:bldP spid="29780" grpId="0" autoUpdateAnimBg="0"/>
      <p:bldP spid="2979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40CB5AF-C031-4FF2-BA29-1691A9C818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1350" y="380784"/>
            <a:ext cx="2068509" cy="521133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</a:rPr>
              <a:t>OC</a:t>
            </a:r>
            <a:r>
              <a:rPr lang="zh-CN" altLang="en-US" sz="2800" b="1" dirty="0">
                <a:solidFill>
                  <a:schemeClr val="accent2"/>
                </a:solidFill>
              </a:rPr>
              <a:t>门电路</a:t>
            </a:r>
          </a:p>
        </p:txBody>
      </p:sp>
      <p:grpSp>
        <p:nvGrpSpPr>
          <p:cNvPr id="30824" name="Group 104">
            <a:extLst>
              <a:ext uri="{FF2B5EF4-FFF2-40B4-BE49-F238E27FC236}">
                <a16:creationId xmlns:a16="http://schemas.microsoft.com/office/drawing/2014/main" id="{1252C204-501A-4AC0-BA76-9FEA205C915E}"/>
              </a:ext>
            </a:extLst>
          </p:cNvPr>
          <p:cNvGrpSpPr>
            <a:grpSpLocks/>
          </p:cNvGrpSpPr>
          <p:nvPr/>
        </p:nvGrpSpPr>
        <p:grpSpPr bwMode="auto">
          <a:xfrm>
            <a:off x="1520825" y="411452"/>
            <a:ext cx="5838825" cy="3227387"/>
            <a:chOff x="143" y="512"/>
            <a:chExt cx="3678" cy="2033"/>
          </a:xfrm>
        </p:grpSpPr>
        <p:grpSp>
          <p:nvGrpSpPr>
            <p:cNvPr id="24613" name="Group 103">
              <a:extLst>
                <a:ext uri="{FF2B5EF4-FFF2-40B4-BE49-F238E27FC236}">
                  <a16:creationId xmlns:a16="http://schemas.microsoft.com/office/drawing/2014/main" id="{9F26DF6F-3ABB-43E3-9164-B7DCC3DF97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" y="512"/>
              <a:ext cx="2879" cy="1908"/>
              <a:chOff x="143" y="512"/>
              <a:chExt cx="2879" cy="1908"/>
            </a:xfrm>
          </p:grpSpPr>
          <p:grpSp>
            <p:nvGrpSpPr>
              <p:cNvPr id="24628" name="Group 5">
                <a:extLst>
                  <a:ext uri="{FF2B5EF4-FFF2-40B4-BE49-F238E27FC236}">
                    <a16:creationId xmlns:a16="http://schemas.microsoft.com/office/drawing/2014/main" id="{A16B7EE9-B82E-4CAB-996A-2D054E83A3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9" y="1408"/>
                <a:ext cx="314" cy="251"/>
                <a:chOff x="2200" y="1610"/>
                <a:chExt cx="336" cy="288"/>
              </a:xfrm>
            </p:grpSpPr>
            <p:sp>
              <p:nvSpPr>
                <p:cNvPr id="24666" name="Line 6">
                  <a:extLst>
                    <a:ext uri="{FF2B5EF4-FFF2-40B4-BE49-F238E27FC236}">
                      <a16:creationId xmlns:a16="http://schemas.microsoft.com/office/drawing/2014/main" id="{102379A4-9A57-4983-95FC-BE2714451B7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61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7" name="Line 7">
                  <a:extLst>
                    <a:ext uri="{FF2B5EF4-FFF2-40B4-BE49-F238E27FC236}">
                      <a16:creationId xmlns:a16="http://schemas.microsoft.com/office/drawing/2014/main" id="{94B4C649-ED0D-4BD5-A045-6341257DB2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75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8" name="Line 8">
                  <a:extLst>
                    <a:ext uri="{FF2B5EF4-FFF2-40B4-BE49-F238E27FC236}">
                      <a16:creationId xmlns:a16="http://schemas.microsoft.com/office/drawing/2014/main" id="{A814D045-4944-4404-97D2-5D45265199A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92" y="1610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9" name="Line 9">
                  <a:extLst>
                    <a:ext uri="{FF2B5EF4-FFF2-40B4-BE49-F238E27FC236}">
                      <a16:creationId xmlns:a16="http://schemas.microsoft.com/office/drawing/2014/main" id="{5DCD7BC4-91A9-40DF-A733-BC9A804097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0" y="1754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4629" name="Group 25">
                <a:extLst>
                  <a:ext uri="{FF2B5EF4-FFF2-40B4-BE49-F238E27FC236}">
                    <a16:creationId xmlns:a16="http://schemas.microsoft.com/office/drawing/2014/main" id="{ED9ECFF2-1919-4497-BA56-234A076FF6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4" y="1366"/>
                <a:ext cx="672" cy="167"/>
                <a:chOff x="1144" y="1562"/>
                <a:chExt cx="720" cy="192"/>
              </a:xfrm>
            </p:grpSpPr>
            <p:sp>
              <p:nvSpPr>
                <p:cNvPr id="24661" name="Line 26">
                  <a:extLst>
                    <a:ext uri="{FF2B5EF4-FFF2-40B4-BE49-F238E27FC236}">
                      <a16:creationId xmlns:a16="http://schemas.microsoft.com/office/drawing/2014/main" id="{E7025DD9-8469-4C63-AD2D-4FAFAD24F6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0" y="1562"/>
                  <a:ext cx="624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2" name="Line 27">
                  <a:extLst>
                    <a:ext uri="{FF2B5EF4-FFF2-40B4-BE49-F238E27FC236}">
                      <a16:creationId xmlns:a16="http://schemas.microsoft.com/office/drawing/2014/main" id="{1FC1CDE4-40B2-4BD2-A4C8-4312FC2AB9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44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3" name="Line 28">
                  <a:extLst>
                    <a:ext uri="{FF2B5EF4-FFF2-40B4-BE49-F238E27FC236}">
                      <a16:creationId xmlns:a16="http://schemas.microsoft.com/office/drawing/2014/main" id="{7308ADBE-CAB4-483B-B7B9-E8A3D09892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88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4" name="Line 29">
                  <a:extLst>
                    <a:ext uri="{FF2B5EF4-FFF2-40B4-BE49-F238E27FC236}">
                      <a16:creationId xmlns:a16="http://schemas.microsoft.com/office/drawing/2014/main" id="{B9B662D5-6609-407A-8027-A4372B8BB7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3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65" name="Line 30">
                  <a:extLst>
                    <a:ext uri="{FF2B5EF4-FFF2-40B4-BE49-F238E27FC236}">
                      <a16:creationId xmlns:a16="http://schemas.microsoft.com/office/drawing/2014/main" id="{85781A98-65FD-4A8A-8577-614B293417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4630" name="Rectangle 31">
                <a:extLst>
                  <a:ext uri="{FF2B5EF4-FFF2-40B4-BE49-F238E27FC236}">
                    <a16:creationId xmlns:a16="http://schemas.microsoft.com/office/drawing/2014/main" id="{C80D5EDD-BF67-41E6-8C34-F93C3CA2E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906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1" name="Rectangle 32">
                <a:extLst>
                  <a:ext uri="{FF2B5EF4-FFF2-40B4-BE49-F238E27FC236}">
                    <a16:creationId xmlns:a16="http://schemas.microsoft.com/office/drawing/2014/main" id="{ED9F238F-9D66-4399-AE1D-54203BCD4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8" y="1918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2" name="Rectangle 35">
                <a:extLst>
                  <a:ext uri="{FF2B5EF4-FFF2-40B4-BE49-F238E27FC236}">
                    <a16:creationId xmlns:a16="http://schemas.microsoft.com/office/drawing/2014/main" id="{150E76E9-53AB-416B-A167-678C84E5B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8" y="823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3" name="Line 36">
                <a:extLst>
                  <a:ext uri="{FF2B5EF4-FFF2-40B4-BE49-F238E27FC236}">
                    <a16:creationId xmlns:a16="http://schemas.microsoft.com/office/drawing/2014/main" id="{C14FCD14-CD27-48CF-9553-C0AFA6130F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1115"/>
                <a:ext cx="0" cy="25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4" name="Line 37">
                <a:extLst>
                  <a:ext uri="{FF2B5EF4-FFF2-40B4-BE49-F238E27FC236}">
                    <a16:creationId xmlns:a16="http://schemas.microsoft.com/office/drawing/2014/main" id="{99BC47B9-D8A5-4757-8D75-F0310582E8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656"/>
                <a:ext cx="0" cy="25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5" name="Line 38">
                <a:extLst>
                  <a:ext uri="{FF2B5EF4-FFF2-40B4-BE49-F238E27FC236}">
                    <a16:creationId xmlns:a16="http://schemas.microsoft.com/office/drawing/2014/main" id="{508B2D23-87C4-45A0-8580-D4486D30FB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656"/>
                <a:ext cx="130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6" name="Line 39">
                <a:extLst>
                  <a:ext uri="{FF2B5EF4-FFF2-40B4-BE49-F238E27FC236}">
                    <a16:creationId xmlns:a16="http://schemas.microsoft.com/office/drawing/2014/main" id="{78E9FE8D-E338-4D6E-9A2A-E4C06E905B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1" y="1533"/>
                <a:ext cx="35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7" name="Line 40">
                <a:extLst>
                  <a:ext uri="{FF2B5EF4-FFF2-40B4-BE49-F238E27FC236}">
                    <a16:creationId xmlns:a16="http://schemas.microsoft.com/office/drawing/2014/main" id="{18A9963C-73BE-45AB-AE8B-158C2ADBC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3" y="1032"/>
                <a:ext cx="0" cy="37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8" name="Line 41">
                <a:extLst>
                  <a:ext uri="{FF2B5EF4-FFF2-40B4-BE49-F238E27FC236}">
                    <a16:creationId xmlns:a16="http://schemas.microsoft.com/office/drawing/2014/main" id="{05620869-BB22-445D-BB89-3403C66ED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656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39" name="Line 43">
                <a:extLst>
                  <a:ext uri="{FF2B5EF4-FFF2-40B4-BE49-F238E27FC236}">
                    <a16:creationId xmlns:a16="http://schemas.microsoft.com/office/drawing/2014/main" id="{D511F22E-461A-4F25-A326-3E55A9830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1677"/>
                <a:ext cx="0" cy="24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0" name="Line 45">
                <a:extLst>
                  <a:ext uri="{FF2B5EF4-FFF2-40B4-BE49-F238E27FC236}">
                    <a16:creationId xmlns:a16="http://schemas.microsoft.com/office/drawing/2014/main" id="{E7C4E0DB-4848-454F-8B77-1F7A0A80BF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1793"/>
                <a:ext cx="72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1" name="Line 52">
                <a:extLst>
                  <a:ext uri="{FF2B5EF4-FFF2-40B4-BE49-F238E27FC236}">
                    <a16:creationId xmlns:a16="http://schemas.microsoft.com/office/drawing/2014/main" id="{4DDCB768-5246-411C-992E-D17B87853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2127"/>
                <a:ext cx="0" cy="29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2" name="Line 54">
                <a:extLst>
                  <a:ext uri="{FF2B5EF4-FFF2-40B4-BE49-F238E27FC236}">
                    <a16:creationId xmlns:a16="http://schemas.microsoft.com/office/drawing/2014/main" id="{CC5BCBFD-DD4D-49ED-8B27-5BAEE5127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2420"/>
                <a:ext cx="98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3" name="Line 56">
                <a:extLst>
                  <a:ext uri="{FF2B5EF4-FFF2-40B4-BE49-F238E27FC236}">
                    <a16:creationId xmlns:a16="http://schemas.microsoft.com/office/drawing/2014/main" id="{A9B98172-0D7E-4F74-9DF7-4EEC77BD0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1533"/>
                <a:ext cx="31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4" name="Line 57">
                <a:extLst>
                  <a:ext uri="{FF2B5EF4-FFF2-40B4-BE49-F238E27FC236}">
                    <a16:creationId xmlns:a16="http://schemas.microsoft.com/office/drawing/2014/main" id="{AC2BE50E-D09A-4F5D-80D8-EAED45B7D9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9" y="1533"/>
                <a:ext cx="0" cy="20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5" name="Line 58">
                <a:extLst>
                  <a:ext uri="{FF2B5EF4-FFF2-40B4-BE49-F238E27FC236}">
                    <a16:creationId xmlns:a16="http://schemas.microsoft.com/office/drawing/2014/main" id="{A1EF0B77-8B63-4A53-9D00-0EB4004D53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1742"/>
                <a:ext cx="44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6" name="Line 59">
                <a:extLst>
                  <a:ext uri="{FF2B5EF4-FFF2-40B4-BE49-F238E27FC236}">
                    <a16:creationId xmlns:a16="http://schemas.microsoft.com/office/drawing/2014/main" id="{C92AC37C-8B78-47D1-869C-CB9B2C8CD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1533"/>
                <a:ext cx="0" cy="4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7" name="Line 60">
                <a:extLst>
                  <a:ext uri="{FF2B5EF4-FFF2-40B4-BE49-F238E27FC236}">
                    <a16:creationId xmlns:a16="http://schemas.microsoft.com/office/drawing/2014/main" id="{7910A05C-EFAC-4A68-AA0E-B08CA4FB5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" y="1951"/>
                <a:ext cx="58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48" name="Text Box 61">
                <a:extLst>
                  <a:ext uri="{FF2B5EF4-FFF2-40B4-BE49-F238E27FC236}">
                    <a16:creationId xmlns:a16="http://schemas.microsoft.com/office/drawing/2014/main" id="{B183199B-DD04-47E2-BBBE-6AF77060CF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" y="512"/>
                <a:ext cx="460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+5V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49" name="Text Box 62">
                <a:extLst>
                  <a:ext uri="{FF2B5EF4-FFF2-40B4-BE49-F238E27FC236}">
                    <a16:creationId xmlns:a16="http://schemas.microsoft.com/office/drawing/2014/main" id="{8E96E53F-5092-4CA5-978F-F26B08944C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" y="1355"/>
                <a:ext cx="257" cy="75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A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C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0" name="Text Box 63">
                <a:extLst>
                  <a:ext uri="{FF2B5EF4-FFF2-40B4-BE49-F238E27FC236}">
                    <a16:creationId xmlns:a16="http://schemas.microsoft.com/office/drawing/2014/main" id="{5DE51B67-8434-4E70-A175-91036295FC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3" y="1467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1" name="Text Box 64">
                <a:extLst>
                  <a:ext uri="{FF2B5EF4-FFF2-40B4-BE49-F238E27FC236}">
                    <a16:creationId xmlns:a16="http://schemas.microsoft.com/office/drawing/2014/main" id="{1737F690-30E6-487C-BBEC-C66D910AD5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1" y="930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2" name="Text Box 65">
                <a:extLst>
                  <a:ext uri="{FF2B5EF4-FFF2-40B4-BE49-F238E27FC236}">
                    <a16:creationId xmlns:a16="http://schemas.microsoft.com/office/drawing/2014/main" id="{06FB7F66-0C3A-4440-9828-F50982A897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762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3" name="Text Box 66">
                <a:extLst>
                  <a:ext uri="{FF2B5EF4-FFF2-40B4-BE49-F238E27FC236}">
                    <a16:creationId xmlns:a16="http://schemas.microsoft.com/office/drawing/2014/main" id="{CDA5348E-952D-4EF5-B039-4B0CB650CC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3" y="1390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4" name="Text Box 70">
                <a:extLst>
                  <a:ext uri="{FF2B5EF4-FFF2-40B4-BE49-F238E27FC236}">
                    <a16:creationId xmlns:a16="http://schemas.microsoft.com/office/drawing/2014/main" id="{64FF7C03-487B-4F85-9BD8-F2AD62FAD4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8" y="1941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55" name="Oval 76">
                <a:extLst>
                  <a:ext uri="{FF2B5EF4-FFF2-40B4-BE49-F238E27FC236}">
                    <a16:creationId xmlns:a16="http://schemas.microsoft.com/office/drawing/2014/main" id="{1E9A670F-DE2A-4FC3-B8F3-A20295118E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" y="1491"/>
                <a:ext cx="71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56" name="Oval 77">
                <a:extLst>
                  <a:ext uri="{FF2B5EF4-FFF2-40B4-BE49-F238E27FC236}">
                    <a16:creationId xmlns:a16="http://schemas.microsoft.com/office/drawing/2014/main" id="{EF4C1399-DB12-41B5-B0C6-00535513B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" y="1718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57" name="Oval 78">
                <a:extLst>
                  <a:ext uri="{FF2B5EF4-FFF2-40B4-BE49-F238E27FC236}">
                    <a16:creationId xmlns:a16="http://schemas.microsoft.com/office/drawing/2014/main" id="{FF66150C-F3CF-4B05-AEB9-31C826363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1926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58" name="Oval 80">
                <a:extLst>
                  <a:ext uri="{FF2B5EF4-FFF2-40B4-BE49-F238E27FC236}">
                    <a16:creationId xmlns:a16="http://schemas.microsoft.com/office/drawing/2014/main" id="{35E09616-8A00-4514-9D5E-FE47FD862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611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59" name="Oval 82">
                <a:extLst>
                  <a:ext uri="{FF2B5EF4-FFF2-40B4-BE49-F238E27FC236}">
                    <a16:creationId xmlns:a16="http://schemas.microsoft.com/office/drawing/2014/main" id="{D057CC85-5424-4460-8156-739C237AA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6" y="1750"/>
                <a:ext cx="72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60" name="Oval 88">
                <a:extLst>
                  <a:ext uri="{FF2B5EF4-FFF2-40B4-BE49-F238E27FC236}">
                    <a16:creationId xmlns:a16="http://schemas.microsoft.com/office/drawing/2014/main" id="{321537A1-43C7-43BE-85E0-36D9605348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6" y="630"/>
                <a:ext cx="72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4614" name="Group 91">
              <a:extLst>
                <a:ext uri="{FF2B5EF4-FFF2-40B4-BE49-F238E27FC236}">
                  <a16:creationId xmlns:a16="http://schemas.microsoft.com/office/drawing/2014/main" id="{B5CF5E67-55AB-427E-BB74-7BF60ED625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9" y="1451"/>
              <a:ext cx="1102" cy="1094"/>
              <a:chOff x="3459" y="1321"/>
              <a:chExt cx="1102" cy="1094"/>
            </a:xfrm>
          </p:grpSpPr>
          <p:grpSp>
            <p:nvGrpSpPr>
              <p:cNvPr id="24615" name="Group 15">
                <a:extLst>
                  <a:ext uri="{FF2B5EF4-FFF2-40B4-BE49-F238E27FC236}">
                    <a16:creationId xmlns:a16="http://schemas.microsoft.com/office/drawing/2014/main" id="{67B59DC7-4584-4EDE-8BA2-F7A8361FBF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9" y="1537"/>
                <a:ext cx="313" cy="251"/>
                <a:chOff x="3784" y="2186"/>
                <a:chExt cx="336" cy="288"/>
              </a:xfrm>
            </p:grpSpPr>
            <p:sp>
              <p:nvSpPr>
                <p:cNvPr id="24624" name="Line 16">
                  <a:extLst>
                    <a:ext uri="{FF2B5EF4-FFF2-40B4-BE49-F238E27FC236}">
                      <a16:creationId xmlns:a16="http://schemas.microsoft.com/office/drawing/2014/main" id="{BA6E5935-BE57-4BD0-A065-02D3751B6B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186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25" name="Line 17">
                  <a:extLst>
                    <a:ext uri="{FF2B5EF4-FFF2-40B4-BE49-F238E27FC236}">
                      <a16:creationId xmlns:a16="http://schemas.microsoft.com/office/drawing/2014/main" id="{718DA36B-729E-495E-B6D4-D998A76C4D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330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26" name="Line 18">
                  <a:extLst>
                    <a:ext uri="{FF2B5EF4-FFF2-40B4-BE49-F238E27FC236}">
                      <a16:creationId xmlns:a16="http://schemas.microsoft.com/office/drawing/2014/main" id="{AF81B0A1-2509-46BD-B52F-A3AB461AE7B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2186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627" name="Line 19">
                  <a:extLst>
                    <a:ext uri="{FF2B5EF4-FFF2-40B4-BE49-F238E27FC236}">
                      <a16:creationId xmlns:a16="http://schemas.microsoft.com/office/drawing/2014/main" id="{CE77D034-3807-415C-8707-BF6969B189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233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4616" name="Line 53">
                <a:extLst>
                  <a:ext uri="{FF2B5EF4-FFF2-40B4-BE49-F238E27FC236}">
                    <a16:creationId xmlns:a16="http://schemas.microsoft.com/office/drawing/2014/main" id="{8BFFD5D3-31C1-4AA0-9009-E8680FEEE9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1788"/>
                <a:ext cx="0" cy="6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17" name="Line 55">
                <a:extLst>
                  <a:ext uri="{FF2B5EF4-FFF2-40B4-BE49-F238E27FC236}">
                    <a16:creationId xmlns:a16="http://schemas.microsoft.com/office/drawing/2014/main" id="{7680F73D-AAEF-423E-AC99-DE51B1944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3" y="2413"/>
                <a:ext cx="2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18" name="Text Box 69">
                <a:extLst>
                  <a:ext uri="{FF2B5EF4-FFF2-40B4-BE49-F238E27FC236}">
                    <a16:creationId xmlns:a16="http://schemas.microsoft.com/office/drawing/2014/main" id="{8FE40750-032E-4094-89AA-3AFC8599A1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8" y="1603"/>
                <a:ext cx="308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24619" name="Line 73">
                <a:extLst>
                  <a:ext uri="{FF2B5EF4-FFF2-40B4-BE49-F238E27FC236}">
                    <a16:creationId xmlns:a16="http://schemas.microsoft.com/office/drawing/2014/main" id="{DB128D9C-07AA-4232-A757-EE89AB3207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1454"/>
                <a:ext cx="53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20" name="Text Box 74">
                <a:extLst>
                  <a:ext uri="{FF2B5EF4-FFF2-40B4-BE49-F238E27FC236}">
                    <a16:creationId xmlns:a16="http://schemas.microsoft.com/office/drawing/2014/main" id="{26B91A26-1C06-4434-963F-ED9DDD52A8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8" y="1321"/>
                <a:ext cx="233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24621" name="Oval 79">
                <a:extLst>
                  <a:ext uri="{FF2B5EF4-FFF2-40B4-BE49-F238E27FC236}">
                    <a16:creationId xmlns:a16="http://schemas.microsoft.com/office/drawing/2014/main" id="{765189FA-14C8-4DF8-9159-5DA0F96D7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1402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22" name="Oval 87">
                <a:extLst>
                  <a:ext uri="{FF2B5EF4-FFF2-40B4-BE49-F238E27FC236}">
                    <a16:creationId xmlns:a16="http://schemas.microsoft.com/office/drawing/2014/main" id="{F2EDDE26-32E7-46F6-989E-FFA3E94C0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8" y="2255"/>
                <a:ext cx="71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23" name="Line 90">
                <a:extLst>
                  <a:ext uri="{FF2B5EF4-FFF2-40B4-BE49-F238E27FC236}">
                    <a16:creationId xmlns:a16="http://schemas.microsoft.com/office/drawing/2014/main" id="{924E9F6E-A790-46E5-827C-E98D815669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2" y="1456"/>
                <a:ext cx="0" cy="9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30825" name="Group 105">
            <a:extLst>
              <a:ext uri="{FF2B5EF4-FFF2-40B4-BE49-F238E27FC236}">
                <a16:creationId xmlns:a16="http://schemas.microsoft.com/office/drawing/2014/main" id="{8E241AED-90D3-4E9F-9879-2BF231F0F525}"/>
              </a:ext>
            </a:extLst>
          </p:cNvPr>
          <p:cNvGrpSpPr>
            <a:grpSpLocks/>
          </p:cNvGrpSpPr>
          <p:nvPr/>
        </p:nvGrpSpPr>
        <p:grpSpPr bwMode="auto">
          <a:xfrm>
            <a:off x="6564313" y="306388"/>
            <a:ext cx="990600" cy="1927225"/>
            <a:chOff x="3320" y="378"/>
            <a:chExt cx="624" cy="1214"/>
          </a:xfrm>
        </p:grpSpPr>
        <p:sp>
          <p:nvSpPr>
            <p:cNvPr id="24606" name="Rectangle 94">
              <a:extLst>
                <a:ext uri="{FF2B5EF4-FFF2-40B4-BE49-F238E27FC236}">
                  <a16:creationId xmlns:a16="http://schemas.microsoft.com/office/drawing/2014/main" id="{7D5D987D-7089-4249-A001-49E9B2C20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6" y="378"/>
              <a:ext cx="54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+V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CC</a:t>
              </a:r>
            </a:p>
          </p:txBody>
        </p:sp>
        <p:sp>
          <p:nvSpPr>
            <p:cNvPr id="24607" name="Rectangle 95">
              <a:extLst>
                <a:ext uri="{FF2B5EF4-FFF2-40B4-BE49-F238E27FC236}">
                  <a16:creationId xmlns:a16="http://schemas.microsoft.com/office/drawing/2014/main" id="{C476299E-5B7C-4ABE-AAD2-A56C4A15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0" y="1024"/>
              <a:ext cx="96" cy="240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8" name="Line 96">
              <a:extLst>
                <a:ext uri="{FF2B5EF4-FFF2-40B4-BE49-F238E27FC236}">
                  <a16:creationId xmlns:a16="http://schemas.microsoft.com/office/drawing/2014/main" id="{A647E602-1A14-4CB5-BD7C-AC16983526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1256"/>
              <a:ext cx="0" cy="3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9" name="Line 97">
              <a:extLst>
                <a:ext uri="{FF2B5EF4-FFF2-40B4-BE49-F238E27FC236}">
                  <a16:creationId xmlns:a16="http://schemas.microsoft.com/office/drawing/2014/main" id="{C6E76124-4823-4E78-9E78-FCA949CB6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8" y="592"/>
              <a:ext cx="0" cy="43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0" name="Text Box 98">
              <a:extLst>
                <a:ext uri="{FF2B5EF4-FFF2-40B4-BE49-F238E27FC236}">
                  <a16:creationId xmlns:a16="http://schemas.microsoft.com/office/drawing/2014/main" id="{C9E4804A-BB3C-44C0-841F-2F9DDDC826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983"/>
              <a:ext cx="49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4611" name="Oval 99">
              <a:extLst>
                <a:ext uri="{FF2B5EF4-FFF2-40B4-BE49-F238E27FC236}">
                  <a16:creationId xmlns:a16="http://schemas.microsoft.com/office/drawing/2014/main" id="{CA63DE5D-2BBC-42CC-AC12-6C2A56EBF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544"/>
              <a:ext cx="48" cy="48"/>
            </a:xfrm>
            <a:prstGeom prst="ellipse">
              <a:avLst/>
            </a:prstGeom>
            <a:noFill/>
            <a:ln w="381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tx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12" name="Oval 100">
              <a:extLst>
                <a:ext uri="{FF2B5EF4-FFF2-40B4-BE49-F238E27FC236}">
                  <a16:creationId xmlns:a16="http://schemas.microsoft.com/office/drawing/2014/main" id="{AF952ABF-56EF-4D06-9CFB-0F1854FA5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1535"/>
              <a:ext cx="48" cy="48"/>
            </a:xfrm>
            <a:prstGeom prst="ellipse">
              <a:avLst/>
            </a:prstGeom>
            <a:solidFill>
              <a:schemeClr val="bg1"/>
            </a:solidFill>
            <a:ln w="381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0854" name="Group 134">
            <a:extLst>
              <a:ext uri="{FF2B5EF4-FFF2-40B4-BE49-F238E27FC236}">
                <a16:creationId xmlns:a16="http://schemas.microsoft.com/office/drawing/2014/main" id="{18FAC2E8-7D7B-4BEC-B333-273ECBFB2366}"/>
              </a:ext>
            </a:extLst>
          </p:cNvPr>
          <p:cNvGrpSpPr>
            <a:grpSpLocks/>
          </p:cNvGrpSpPr>
          <p:nvPr/>
        </p:nvGrpSpPr>
        <p:grpSpPr bwMode="auto">
          <a:xfrm>
            <a:off x="346075" y="3885404"/>
            <a:ext cx="8451850" cy="812800"/>
            <a:chOff x="436" y="2454"/>
            <a:chExt cx="4944" cy="512"/>
          </a:xfrm>
        </p:grpSpPr>
        <p:sp>
          <p:nvSpPr>
            <p:cNvPr id="24604" name="Rectangle 107">
              <a:extLst>
                <a:ext uri="{FF2B5EF4-FFF2-40B4-BE49-F238E27FC236}">
                  <a16:creationId xmlns:a16="http://schemas.microsoft.com/office/drawing/2014/main" id="{A344882A-9F89-4D99-A094-E385804A2E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" y="2454"/>
              <a:ext cx="4944" cy="512"/>
            </a:xfrm>
            <a:prstGeom prst="rect">
              <a:avLst/>
            </a:prstGeom>
            <a:gradFill rotWithShape="0">
              <a:gsLst>
                <a:gs pos="0">
                  <a:srgbClr val="FFFFB1"/>
                </a:gs>
                <a:gs pos="50000">
                  <a:srgbClr val="FFC9FF"/>
                </a:gs>
                <a:gs pos="100000">
                  <a:srgbClr val="FFFFB1"/>
                </a:gs>
              </a:gsLst>
              <a:lin ang="5400000" scaled="1"/>
            </a:gra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5" name="Text Box 106">
              <a:extLst>
                <a:ext uri="{FF2B5EF4-FFF2-40B4-BE49-F238E27FC236}">
                  <a16:creationId xmlns:a16="http://schemas.microsoft.com/office/drawing/2014/main" id="{7FBF924D-A301-47F8-BEB1-39669FC1B7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" y="2531"/>
              <a:ext cx="471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门必须外接电阻</a:t>
              </a: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800" b="1" i="1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和电源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CC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才能正常工作。</a:t>
              </a:r>
            </a:p>
          </p:txBody>
        </p:sp>
      </p:grpSp>
      <p:sp>
        <p:nvSpPr>
          <p:cNvPr id="30829" name="Text Box 109">
            <a:extLst>
              <a:ext uri="{FF2B5EF4-FFF2-40B4-BE49-F238E27FC236}">
                <a16:creationId xmlns:a16="http://schemas.microsoft.com/office/drawing/2014/main" id="{DBF47E61-3E1C-4750-B9C1-05DF96876D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5656263"/>
            <a:ext cx="208438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逻辑符号：</a:t>
            </a:r>
          </a:p>
        </p:txBody>
      </p:sp>
      <p:grpSp>
        <p:nvGrpSpPr>
          <p:cNvPr id="30850" name="Group 130">
            <a:extLst>
              <a:ext uri="{FF2B5EF4-FFF2-40B4-BE49-F238E27FC236}">
                <a16:creationId xmlns:a16="http://schemas.microsoft.com/office/drawing/2014/main" id="{F09A603A-1878-41A1-B6A7-79090F62AA80}"/>
              </a:ext>
            </a:extLst>
          </p:cNvPr>
          <p:cNvGrpSpPr>
            <a:grpSpLocks/>
          </p:cNvGrpSpPr>
          <p:nvPr/>
        </p:nvGrpSpPr>
        <p:grpSpPr bwMode="auto">
          <a:xfrm>
            <a:off x="2516188" y="5360986"/>
            <a:ext cx="2133600" cy="1015999"/>
            <a:chOff x="1498" y="2638"/>
            <a:chExt cx="1344" cy="640"/>
          </a:xfrm>
        </p:grpSpPr>
        <p:sp>
          <p:nvSpPr>
            <p:cNvPr id="24593" name="Rectangle 110">
              <a:extLst>
                <a:ext uri="{FF2B5EF4-FFF2-40B4-BE49-F238E27FC236}">
                  <a16:creationId xmlns:a16="http://schemas.microsoft.com/office/drawing/2014/main" id="{A4B6F12F-85FD-4E51-AC47-7E5F46279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2686"/>
              <a:ext cx="432" cy="57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4" name="Rectangle 111">
              <a:extLst>
                <a:ext uri="{FF2B5EF4-FFF2-40B4-BE49-F238E27FC236}">
                  <a16:creationId xmlns:a16="http://schemas.microsoft.com/office/drawing/2014/main" id="{90203E4E-B144-4226-AB93-C0595FB356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2686"/>
              <a:ext cx="27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grpSp>
          <p:nvGrpSpPr>
            <p:cNvPr id="24595" name="Group 112">
              <a:extLst>
                <a:ext uri="{FF2B5EF4-FFF2-40B4-BE49-F238E27FC236}">
                  <a16:creationId xmlns:a16="http://schemas.microsoft.com/office/drawing/2014/main" id="{BBCD4DEA-5870-49F7-95ED-310B64C950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66" y="2878"/>
              <a:ext cx="144" cy="159"/>
              <a:chOff x="4729" y="3264"/>
              <a:chExt cx="144" cy="159"/>
            </a:xfrm>
          </p:grpSpPr>
          <p:sp>
            <p:nvSpPr>
              <p:cNvPr id="24602" name="AutoShape 113">
                <a:extLst>
                  <a:ext uri="{FF2B5EF4-FFF2-40B4-BE49-F238E27FC236}">
                    <a16:creationId xmlns:a16="http://schemas.microsoft.com/office/drawing/2014/main" id="{AC2FC194-9C3B-406B-B89D-9D81550C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264"/>
                <a:ext cx="96" cy="144"/>
              </a:xfrm>
              <a:prstGeom prst="diamond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4603" name="Line 114">
                <a:extLst>
                  <a:ext uri="{FF2B5EF4-FFF2-40B4-BE49-F238E27FC236}">
                    <a16:creationId xmlns:a16="http://schemas.microsoft.com/office/drawing/2014/main" id="{9E35BACA-3AD4-4F44-8ABB-8FFB7A0298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29" y="3423"/>
                <a:ext cx="14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4596" name="Oval 115">
              <a:extLst>
                <a:ext uri="{FF2B5EF4-FFF2-40B4-BE49-F238E27FC236}">
                  <a16:creationId xmlns:a16="http://schemas.microsoft.com/office/drawing/2014/main" id="{8F918818-EBAA-4151-8F1C-9F9C5A9E8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2926"/>
              <a:ext cx="96" cy="9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7" name="Line 116">
              <a:extLst>
                <a:ext uri="{FF2B5EF4-FFF2-40B4-BE49-F238E27FC236}">
                  <a16:creationId xmlns:a16="http://schemas.microsoft.com/office/drawing/2014/main" id="{119CB39F-0818-4DE4-9F6E-6B7830B8D8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4" y="2974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8" name="Line 117">
              <a:extLst>
                <a:ext uri="{FF2B5EF4-FFF2-40B4-BE49-F238E27FC236}">
                  <a16:creationId xmlns:a16="http://schemas.microsoft.com/office/drawing/2014/main" id="{1B32B423-D1B4-4F0C-81AC-341402165F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2830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9" name="Line 118">
              <a:extLst>
                <a:ext uri="{FF2B5EF4-FFF2-40B4-BE49-F238E27FC236}">
                  <a16:creationId xmlns:a16="http://schemas.microsoft.com/office/drawing/2014/main" id="{D4AE26EF-DCA6-4327-B4F9-4BB840C65E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3166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600" name="Rectangle 119">
              <a:extLst>
                <a:ext uri="{FF2B5EF4-FFF2-40B4-BE49-F238E27FC236}">
                  <a16:creationId xmlns:a16="http://schemas.microsoft.com/office/drawing/2014/main" id="{73AA85F2-E348-4BB8-B279-A16386A01A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2638"/>
              <a:ext cx="336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24601" name="Rectangle 120">
              <a:extLst>
                <a:ext uri="{FF2B5EF4-FFF2-40B4-BE49-F238E27FC236}">
                  <a16:creationId xmlns:a16="http://schemas.microsoft.com/office/drawing/2014/main" id="{F56134C0-00D3-4022-82C0-02E878D20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2686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</p:grpSp>
      <p:grpSp>
        <p:nvGrpSpPr>
          <p:cNvPr id="30852" name="Group 132">
            <a:extLst>
              <a:ext uri="{FF2B5EF4-FFF2-40B4-BE49-F238E27FC236}">
                <a16:creationId xmlns:a16="http://schemas.microsoft.com/office/drawing/2014/main" id="{58CA0AA0-1992-44F4-87AA-20BE631A2638}"/>
              </a:ext>
            </a:extLst>
          </p:cNvPr>
          <p:cNvGrpSpPr>
            <a:grpSpLocks/>
          </p:cNvGrpSpPr>
          <p:nvPr/>
        </p:nvGrpSpPr>
        <p:grpSpPr bwMode="auto">
          <a:xfrm>
            <a:off x="5448300" y="5303835"/>
            <a:ext cx="2133600" cy="1015999"/>
            <a:chOff x="1498" y="3406"/>
            <a:chExt cx="1344" cy="640"/>
          </a:xfrm>
        </p:grpSpPr>
        <p:sp>
          <p:nvSpPr>
            <p:cNvPr id="24585" name="Rectangle 121">
              <a:extLst>
                <a:ext uri="{FF2B5EF4-FFF2-40B4-BE49-F238E27FC236}">
                  <a16:creationId xmlns:a16="http://schemas.microsoft.com/office/drawing/2014/main" id="{47D41BCA-D992-4DA3-8CEF-B0998D594C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6" y="3454"/>
              <a:ext cx="432" cy="57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6" name="Oval 123">
              <a:extLst>
                <a:ext uri="{FF2B5EF4-FFF2-40B4-BE49-F238E27FC236}">
                  <a16:creationId xmlns:a16="http://schemas.microsoft.com/office/drawing/2014/main" id="{7C05C4A8-AC22-44F7-B02E-FDC39B8D9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8" y="3694"/>
              <a:ext cx="96" cy="9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7" name="Line 124">
              <a:extLst>
                <a:ext uri="{FF2B5EF4-FFF2-40B4-BE49-F238E27FC236}">
                  <a16:creationId xmlns:a16="http://schemas.microsoft.com/office/drawing/2014/main" id="{B55D514C-2B05-413B-983D-094E721A1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54" y="3742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8" name="Line 125">
              <a:extLst>
                <a:ext uri="{FF2B5EF4-FFF2-40B4-BE49-F238E27FC236}">
                  <a16:creationId xmlns:a16="http://schemas.microsoft.com/office/drawing/2014/main" id="{BB3DCBFF-8C9A-4388-B76E-1A0AE8548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3598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89" name="Line 126">
              <a:extLst>
                <a:ext uri="{FF2B5EF4-FFF2-40B4-BE49-F238E27FC236}">
                  <a16:creationId xmlns:a16="http://schemas.microsoft.com/office/drawing/2014/main" id="{1B1B9557-46EF-4947-9E33-3F703121E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" y="3934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4590" name="Rectangle 127">
              <a:extLst>
                <a:ext uri="{FF2B5EF4-FFF2-40B4-BE49-F238E27FC236}">
                  <a16:creationId xmlns:a16="http://schemas.microsoft.com/office/drawing/2014/main" id="{D216EEB8-0B48-447B-98CA-B6B4F67D0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" y="3406"/>
              <a:ext cx="336" cy="6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</a:p>
          </p:txBody>
        </p:sp>
        <p:sp>
          <p:nvSpPr>
            <p:cNvPr id="24591" name="Rectangle 128">
              <a:extLst>
                <a:ext uri="{FF2B5EF4-FFF2-40B4-BE49-F238E27FC236}">
                  <a16:creationId xmlns:a16="http://schemas.microsoft.com/office/drawing/2014/main" id="{819D34C6-727E-4CEF-901E-CE4CC848F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3454"/>
              <a:ext cx="2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24592" name="AutoShape 131">
              <a:extLst>
                <a:ext uri="{FF2B5EF4-FFF2-40B4-BE49-F238E27FC236}">
                  <a16:creationId xmlns:a16="http://schemas.microsoft.com/office/drawing/2014/main" id="{1F57012E-2163-432F-ADF5-D08279D3FC0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184" y="3456"/>
              <a:ext cx="261" cy="130"/>
            </a:xfrm>
            <a:prstGeom prst="rtTriangle">
              <a:avLst/>
            </a:prstGeom>
            <a:solidFill>
              <a:schemeClr val="bg1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068902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30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08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0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08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08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829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8F5E1851-42FE-43E6-99F7-72F5ED2C93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2263" y="436563"/>
            <a:ext cx="3871912" cy="574675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</a:rPr>
              <a:t> OC</a:t>
            </a:r>
            <a:r>
              <a:rPr lang="zh-CN" altLang="en-US" sz="2800" b="1" dirty="0">
                <a:solidFill>
                  <a:schemeClr val="accent2"/>
                </a:solidFill>
              </a:rPr>
              <a:t>门可以实现“线与”</a:t>
            </a:r>
          </a:p>
        </p:txBody>
      </p:sp>
      <p:sp>
        <p:nvSpPr>
          <p:cNvPr id="25603" name="Text Box 36">
            <a:extLst>
              <a:ext uri="{FF2B5EF4-FFF2-40B4-BE49-F238E27FC236}">
                <a16:creationId xmlns:a16="http://schemas.microsoft.com/office/drawing/2014/main" id="{0EDE71D3-2D67-4804-BD18-82B6B8842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3023" y="4736307"/>
            <a:ext cx="157003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F=F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•F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kumimoji="1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5604" name="Group 102">
            <a:extLst>
              <a:ext uri="{FF2B5EF4-FFF2-40B4-BE49-F238E27FC236}">
                <a16:creationId xmlns:a16="http://schemas.microsoft.com/office/drawing/2014/main" id="{C1DD0C13-C549-4091-8197-4FA34E369DFC}"/>
              </a:ext>
            </a:extLst>
          </p:cNvPr>
          <p:cNvGrpSpPr>
            <a:grpSpLocks/>
          </p:cNvGrpSpPr>
          <p:nvPr/>
        </p:nvGrpSpPr>
        <p:grpSpPr bwMode="auto">
          <a:xfrm>
            <a:off x="1467572" y="3150394"/>
            <a:ext cx="3351213" cy="3065463"/>
            <a:chOff x="1726" y="892"/>
            <a:chExt cx="2111" cy="1931"/>
          </a:xfrm>
        </p:grpSpPr>
        <p:sp>
          <p:nvSpPr>
            <p:cNvPr id="25605" name="Line 103">
              <a:extLst>
                <a:ext uri="{FF2B5EF4-FFF2-40B4-BE49-F238E27FC236}">
                  <a16:creationId xmlns:a16="http://schemas.microsoft.com/office/drawing/2014/main" id="{78A1F60D-2282-4371-82A2-A04261D89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6" y="1066"/>
              <a:ext cx="0" cy="145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06" name="Rectangle 104">
              <a:extLst>
                <a:ext uri="{FF2B5EF4-FFF2-40B4-BE49-F238E27FC236}">
                  <a16:creationId xmlns:a16="http://schemas.microsoft.com/office/drawing/2014/main" id="{5A4090BC-0C2E-41DD-A37D-2E9F2C314A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1294"/>
              <a:ext cx="98" cy="304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07" name="Text Box 105">
              <a:extLst>
                <a:ext uri="{FF2B5EF4-FFF2-40B4-BE49-F238E27FC236}">
                  <a16:creationId xmlns:a16="http://schemas.microsoft.com/office/drawing/2014/main" id="{E81EDBBA-D78D-4366-9C61-841A1EDC3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3" y="892"/>
              <a:ext cx="609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CC</a:t>
              </a:r>
            </a:p>
          </p:txBody>
        </p:sp>
        <p:sp>
          <p:nvSpPr>
            <p:cNvPr id="25608" name="Oval 106">
              <a:extLst>
                <a:ext uri="{FF2B5EF4-FFF2-40B4-BE49-F238E27FC236}">
                  <a16:creationId xmlns:a16="http://schemas.microsoft.com/office/drawing/2014/main" id="{E21F7E52-F21F-44BC-B532-F33FE432A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2" y="1011"/>
              <a:ext cx="76" cy="76"/>
            </a:xfrm>
            <a:prstGeom prst="ellipse">
              <a:avLst/>
            </a:prstGeom>
            <a:solidFill>
              <a:schemeClr val="folHlink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09" name="Oval 107">
              <a:extLst>
                <a:ext uri="{FF2B5EF4-FFF2-40B4-BE49-F238E27FC236}">
                  <a16:creationId xmlns:a16="http://schemas.microsoft.com/office/drawing/2014/main" id="{479DC7F3-8CC1-4497-A8C7-2EDC7C4F4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2" y="1782"/>
              <a:ext cx="76" cy="7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0" name="Text Box 108">
              <a:extLst>
                <a:ext uri="{FF2B5EF4-FFF2-40B4-BE49-F238E27FC236}">
                  <a16:creationId xmlns:a16="http://schemas.microsoft.com/office/drawing/2014/main" id="{F4B53D7D-8333-4029-815C-7B48BA5F6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7" y="1283"/>
              <a:ext cx="478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25611" name="Line 109">
              <a:extLst>
                <a:ext uri="{FF2B5EF4-FFF2-40B4-BE49-F238E27FC236}">
                  <a16:creationId xmlns:a16="http://schemas.microsoft.com/office/drawing/2014/main" id="{129F1216-3091-4F83-9211-EF6F31D0A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5" y="2131"/>
              <a:ext cx="40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2" name="Oval 110">
              <a:extLst>
                <a:ext uri="{FF2B5EF4-FFF2-40B4-BE49-F238E27FC236}">
                  <a16:creationId xmlns:a16="http://schemas.microsoft.com/office/drawing/2014/main" id="{22FBC92E-B447-431C-B1AB-4B0EF3CFE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4" y="2087"/>
              <a:ext cx="76" cy="76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613" name="Text Box 111">
              <a:extLst>
                <a:ext uri="{FF2B5EF4-FFF2-40B4-BE49-F238E27FC236}">
                  <a16:creationId xmlns:a16="http://schemas.microsoft.com/office/drawing/2014/main" id="{FB79A9E6-9B6D-4C81-BCA6-550C66BCDE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6" y="1989"/>
              <a:ext cx="391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grpSp>
          <p:nvGrpSpPr>
            <p:cNvPr id="25614" name="Group 112">
              <a:extLst>
                <a:ext uri="{FF2B5EF4-FFF2-40B4-BE49-F238E27FC236}">
                  <a16:creationId xmlns:a16="http://schemas.microsoft.com/office/drawing/2014/main" id="{6EB222C6-23A6-4D5B-A3DF-087228CD5F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6" y="1476"/>
              <a:ext cx="1413" cy="640"/>
              <a:chOff x="1704" y="1498"/>
              <a:chExt cx="1413" cy="640"/>
            </a:xfrm>
          </p:grpSpPr>
          <p:sp>
            <p:nvSpPr>
              <p:cNvPr id="25627" name="Rectangle 113">
                <a:extLst>
                  <a:ext uri="{FF2B5EF4-FFF2-40B4-BE49-F238E27FC236}">
                    <a16:creationId xmlns:a16="http://schemas.microsoft.com/office/drawing/2014/main" id="{987B85F0-9BB4-40B8-81EB-FEFAA0CB7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1546"/>
                <a:ext cx="432" cy="57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28" name="Rectangle 114">
                <a:extLst>
                  <a:ext uri="{FF2B5EF4-FFF2-40B4-BE49-F238E27FC236}">
                    <a16:creationId xmlns:a16="http://schemas.microsoft.com/office/drawing/2014/main" id="{24AD6E46-1331-4466-BF42-226A7F38A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1546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&amp;</a:t>
                </a:r>
              </a:p>
            </p:txBody>
          </p:sp>
          <p:grpSp>
            <p:nvGrpSpPr>
              <p:cNvPr id="25629" name="Group 115">
                <a:extLst>
                  <a:ext uri="{FF2B5EF4-FFF2-40B4-BE49-F238E27FC236}">
                    <a16:creationId xmlns:a16="http://schemas.microsoft.com/office/drawing/2014/main" id="{976E67AA-ED94-4BA9-92D1-694F7F0E7C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2" y="1738"/>
                <a:ext cx="144" cy="159"/>
                <a:chOff x="4729" y="3264"/>
                <a:chExt cx="144" cy="159"/>
              </a:xfrm>
            </p:grpSpPr>
            <p:sp>
              <p:nvSpPr>
                <p:cNvPr id="25636" name="AutoShape 116">
                  <a:extLst>
                    <a:ext uri="{FF2B5EF4-FFF2-40B4-BE49-F238E27FC236}">
                      <a16:creationId xmlns:a16="http://schemas.microsoft.com/office/drawing/2014/main" id="{BE974C1B-F505-4A70-9284-103ED457D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3264"/>
                  <a:ext cx="96" cy="144"/>
                </a:xfrm>
                <a:prstGeom prst="diamond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637" name="Line 117">
                  <a:extLst>
                    <a:ext uri="{FF2B5EF4-FFF2-40B4-BE49-F238E27FC236}">
                      <a16:creationId xmlns:a16="http://schemas.microsoft.com/office/drawing/2014/main" id="{54C274B1-BC8B-4C19-AA72-03BA80C03F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9" y="3423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5630" name="Oval 118">
                <a:extLst>
                  <a:ext uri="{FF2B5EF4-FFF2-40B4-BE49-F238E27FC236}">
                    <a16:creationId xmlns:a16="http://schemas.microsoft.com/office/drawing/2014/main" id="{4E656B3B-786C-42E9-9C80-6ABC3AA56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4" y="1786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31" name="Line 119">
                <a:extLst>
                  <a:ext uri="{FF2B5EF4-FFF2-40B4-BE49-F238E27FC236}">
                    <a16:creationId xmlns:a16="http://schemas.microsoft.com/office/drawing/2014/main" id="{66F18313-675A-40FC-8395-CF4CD3ADF2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183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32" name="Line 120">
                <a:extLst>
                  <a:ext uri="{FF2B5EF4-FFF2-40B4-BE49-F238E27FC236}">
                    <a16:creationId xmlns:a16="http://schemas.microsoft.com/office/drawing/2014/main" id="{4A2C7D1F-B086-49AF-ABB2-92C71A377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169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33" name="Line 121">
                <a:extLst>
                  <a:ext uri="{FF2B5EF4-FFF2-40B4-BE49-F238E27FC236}">
                    <a16:creationId xmlns:a16="http://schemas.microsoft.com/office/drawing/2014/main" id="{A57DA7F4-FD09-4118-A775-CA98DC02FC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2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34" name="Rectangle 122">
                <a:extLst>
                  <a:ext uri="{FF2B5EF4-FFF2-40B4-BE49-F238E27FC236}">
                    <a16:creationId xmlns:a16="http://schemas.microsoft.com/office/drawing/2014/main" id="{D5EC1BF0-6663-4B4E-B87B-AB84757845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4" y="1498"/>
                <a:ext cx="336" cy="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A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B</a:t>
                </a:r>
              </a:p>
            </p:txBody>
          </p:sp>
          <p:sp>
            <p:nvSpPr>
              <p:cNvPr id="25635" name="Rectangle 123">
                <a:extLst>
                  <a:ext uri="{FF2B5EF4-FFF2-40B4-BE49-F238E27FC236}">
                    <a16:creationId xmlns:a16="http://schemas.microsoft.com/office/drawing/2014/main" id="{9D1CA9C6-51B9-430C-9DDE-E14F86DDA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0" y="1546"/>
                <a:ext cx="40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</a:p>
            </p:txBody>
          </p:sp>
        </p:grpSp>
        <p:grpSp>
          <p:nvGrpSpPr>
            <p:cNvPr id="25615" name="Group 124">
              <a:extLst>
                <a:ext uri="{FF2B5EF4-FFF2-40B4-BE49-F238E27FC236}">
                  <a16:creationId xmlns:a16="http://schemas.microsoft.com/office/drawing/2014/main" id="{2B29D72A-8D66-4A61-9821-01719ECB7F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47" y="2183"/>
              <a:ext cx="1413" cy="640"/>
              <a:chOff x="1704" y="1498"/>
              <a:chExt cx="1413" cy="640"/>
            </a:xfrm>
          </p:grpSpPr>
          <p:sp>
            <p:nvSpPr>
              <p:cNvPr id="25616" name="Rectangle 125">
                <a:extLst>
                  <a:ext uri="{FF2B5EF4-FFF2-40B4-BE49-F238E27FC236}">
                    <a16:creationId xmlns:a16="http://schemas.microsoft.com/office/drawing/2014/main" id="{A452DBFC-1B3B-448E-A4A2-F104D90DF0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1546"/>
                <a:ext cx="432" cy="57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17" name="Rectangle 126">
                <a:extLst>
                  <a:ext uri="{FF2B5EF4-FFF2-40B4-BE49-F238E27FC236}">
                    <a16:creationId xmlns:a16="http://schemas.microsoft.com/office/drawing/2014/main" id="{F6D7E76E-DC70-4742-AD27-207686CF7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2" y="1546"/>
                <a:ext cx="27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&amp;</a:t>
                </a:r>
              </a:p>
            </p:txBody>
          </p:sp>
          <p:grpSp>
            <p:nvGrpSpPr>
              <p:cNvPr id="25618" name="Group 127">
                <a:extLst>
                  <a:ext uri="{FF2B5EF4-FFF2-40B4-BE49-F238E27FC236}">
                    <a16:creationId xmlns:a16="http://schemas.microsoft.com/office/drawing/2014/main" id="{5E520628-C30E-4CFE-A40E-23619D2CED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72" y="1738"/>
                <a:ext cx="144" cy="159"/>
                <a:chOff x="4729" y="3264"/>
                <a:chExt cx="144" cy="159"/>
              </a:xfrm>
            </p:grpSpPr>
            <p:sp>
              <p:nvSpPr>
                <p:cNvPr id="25625" name="AutoShape 128">
                  <a:extLst>
                    <a:ext uri="{FF2B5EF4-FFF2-40B4-BE49-F238E27FC236}">
                      <a16:creationId xmlns:a16="http://schemas.microsoft.com/office/drawing/2014/main" id="{D3FB6512-5EAF-421E-8A05-4DA6428781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52" y="3264"/>
                  <a:ext cx="96" cy="144"/>
                </a:xfrm>
                <a:prstGeom prst="diamond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626" name="Line 129">
                  <a:extLst>
                    <a:ext uri="{FF2B5EF4-FFF2-40B4-BE49-F238E27FC236}">
                      <a16:creationId xmlns:a16="http://schemas.microsoft.com/office/drawing/2014/main" id="{333109D4-F854-466C-A0A8-3B73C2FE8AF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29" y="3423"/>
                  <a:ext cx="144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5619" name="Oval 130">
                <a:extLst>
                  <a:ext uri="{FF2B5EF4-FFF2-40B4-BE49-F238E27FC236}">
                    <a16:creationId xmlns:a16="http://schemas.microsoft.com/office/drawing/2014/main" id="{2C6B94CA-BBA9-4DED-A04F-C76F75BFC5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4" y="1786"/>
                <a:ext cx="96" cy="96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20" name="Line 131">
                <a:extLst>
                  <a:ext uri="{FF2B5EF4-FFF2-40B4-BE49-F238E27FC236}">
                    <a16:creationId xmlns:a16="http://schemas.microsoft.com/office/drawing/2014/main" id="{0CB93BDA-2164-4FD4-A4A6-7DE0C2D4E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0" y="1834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21" name="Line 132">
                <a:extLst>
                  <a:ext uri="{FF2B5EF4-FFF2-40B4-BE49-F238E27FC236}">
                    <a16:creationId xmlns:a16="http://schemas.microsoft.com/office/drawing/2014/main" id="{99B6462A-05CB-4913-9A83-769701DEA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1690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22" name="Line 133">
                <a:extLst>
                  <a:ext uri="{FF2B5EF4-FFF2-40B4-BE49-F238E27FC236}">
                    <a16:creationId xmlns:a16="http://schemas.microsoft.com/office/drawing/2014/main" id="{8AA6CA1D-7DBD-4DDB-A13E-A15309B0B4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4" y="2026"/>
                <a:ext cx="28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623" name="Rectangle 134">
                <a:extLst>
                  <a:ext uri="{FF2B5EF4-FFF2-40B4-BE49-F238E27FC236}">
                    <a16:creationId xmlns:a16="http://schemas.microsoft.com/office/drawing/2014/main" id="{8B8C342D-514D-4F82-9193-607BB8DC34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4" y="1498"/>
                <a:ext cx="336" cy="6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C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D</a:t>
                </a:r>
              </a:p>
            </p:txBody>
          </p:sp>
          <p:sp>
            <p:nvSpPr>
              <p:cNvPr id="25624" name="Rectangle 135">
                <a:extLst>
                  <a:ext uri="{FF2B5EF4-FFF2-40B4-BE49-F238E27FC236}">
                    <a16:creationId xmlns:a16="http://schemas.microsoft.com/office/drawing/2014/main" id="{73758DDB-F49E-40C7-AC3B-776C8C5EDB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0" y="1546"/>
                <a:ext cx="407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</a:p>
            </p:txBody>
          </p:sp>
        </p:grpSp>
      </p:grpSp>
      <p:grpSp>
        <p:nvGrpSpPr>
          <p:cNvPr id="38" name="Group 104">
            <a:extLst>
              <a:ext uri="{FF2B5EF4-FFF2-40B4-BE49-F238E27FC236}">
                <a16:creationId xmlns:a16="http://schemas.microsoft.com/office/drawing/2014/main" id="{9A5102D3-8569-4FF9-8B09-018DE2FFDDC9}"/>
              </a:ext>
            </a:extLst>
          </p:cNvPr>
          <p:cNvGrpSpPr>
            <a:grpSpLocks/>
          </p:cNvGrpSpPr>
          <p:nvPr/>
        </p:nvGrpSpPr>
        <p:grpSpPr bwMode="auto">
          <a:xfrm>
            <a:off x="3237779" y="70644"/>
            <a:ext cx="5838825" cy="3227387"/>
            <a:chOff x="143" y="512"/>
            <a:chExt cx="3678" cy="2033"/>
          </a:xfrm>
        </p:grpSpPr>
        <p:grpSp>
          <p:nvGrpSpPr>
            <p:cNvPr id="39" name="Group 103">
              <a:extLst>
                <a:ext uri="{FF2B5EF4-FFF2-40B4-BE49-F238E27FC236}">
                  <a16:creationId xmlns:a16="http://schemas.microsoft.com/office/drawing/2014/main" id="{42A883FE-FAE6-4144-AE32-77353917EE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3" y="512"/>
              <a:ext cx="2879" cy="1908"/>
              <a:chOff x="143" y="512"/>
              <a:chExt cx="2879" cy="1908"/>
            </a:xfrm>
          </p:grpSpPr>
          <p:grpSp>
            <p:nvGrpSpPr>
              <p:cNvPr id="54" name="Group 5">
                <a:extLst>
                  <a:ext uri="{FF2B5EF4-FFF2-40B4-BE49-F238E27FC236}">
                    <a16:creationId xmlns:a16="http://schemas.microsoft.com/office/drawing/2014/main" id="{C79E2685-D252-4774-A4B8-4798E10E3CB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9" y="1408"/>
                <a:ext cx="314" cy="251"/>
                <a:chOff x="2200" y="1610"/>
                <a:chExt cx="336" cy="288"/>
              </a:xfrm>
            </p:grpSpPr>
            <p:sp>
              <p:nvSpPr>
                <p:cNvPr id="92" name="Line 6">
                  <a:extLst>
                    <a:ext uri="{FF2B5EF4-FFF2-40B4-BE49-F238E27FC236}">
                      <a16:creationId xmlns:a16="http://schemas.microsoft.com/office/drawing/2014/main" id="{FBE330E1-5939-4A76-A459-A2B9AD6647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610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3" name="Line 7">
                  <a:extLst>
                    <a:ext uri="{FF2B5EF4-FFF2-40B4-BE49-F238E27FC236}">
                      <a16:creationId xmlns:a16="http://schemas.microsoft.com/office/drawing/2014/main" id="{A7871E93-EB2E-47E5-8208-9FBC1EF3EF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1754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4" name="Line 8">
                  <a:extLst>
                    <a:ext uri="{FF2B5EF4-FFF2-40B4-BE49-F238E27FC236}">
                      <a16:creationId xmlns:a16="http://schemas.microsoft.com/office/drawing/2014/main" id="{AD2011C7-AFAF-4874-B881-3A81002FDE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92" y="1610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5" name="Line 9">
                  <a:extLst>
                    <a:ext uri="{FF2B5EF4-FFF2-40B4-BE49-F238E27FC236}">
                      <a16:creationId xmlns:a16="http://schemas.microsoft.com/office/drawing/2014/main" id="{1D85DC67-2666-4C9F-AD30-8D6329ADF8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00" y="1754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55" name="Group 25">
                <a:extLst>
                  <a:ext uri="{FF2B5EF4-FFF2-40B4-BE49-F238E27FC236}">
                    <a16:creationId xmlns:a16="http://schemas.microsoft.com/office/drawing/2014/main" id="{BBE4A99A-804B-443A-95EE-95AC4144F0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34" y="1366"/>
                <a:ext cx="672" cy="167"/>
                <a:chOff x="1144" y="1562"/>
                <a:chExt cx="720" cy="192"/>
              </a:xfrm>
            </p:grpSpPr>
            <p:sp>
              <p:nvSpPr>
                <p:cNvPr id="87" name="Line 26">
                  <a:extLst>
                    <a:ext uri="{FF2B5EF4-FFF2-40B4-BE49-F238E27FC236}">
                      <a16:creationId xmlns:a16="http://schemas.microsoft.com/office/drawing/2014/main" id="{7E42F8C7-5B3B-47BD-BC68-4A4AF7FC27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40" y="1562"/>
                  <a:ext cx="624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8" name="Line 27">
                  <a:extLst>
                    <a:ext uri="{FF2B5EF4-FFF2-40B4-BE49-F238E27FC236}">
                      <a16:creationId xmlns:a16="http://schemas.microsoft.com/office/drawing/2014/main" id="{C54631B1-42D4-4CAF-8A88-A028F5B41B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144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89" name="Line 28">
                  <a:extLst>
                    <a:ext uri="{FF2B5EF4-FFF2-40B4-BE49-F238E27FC236}">
                      <a16:creationId xmlns:a16="http://schemas.microsoft.com/office/drawing/2014/main" id="{90B77A43-26AE-483A-AB71-585D80581C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88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0" name="Line 29">
                  <a:extLst>
                    <a:ext uri="{FF2B5EF4-FFF2-40B4-BE49-F238E27FC236}">
                      <a16:creationId xmlns:a16="http://schemas.microsoft.com/office/drawing/2014/main" id="{0C7FA957-6CF1-4D40-A39A-C010EFDEAF4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43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91" name="Line 30">
                  <a:extLst>
                    <a:ext uri="{FF2B5EF4-FFF2-40B4-BE49-F238E27FC236}">
                      <a16:creationId xmlns:a16="http://schemas.microsoft.com/office/drawing/2014/main" id="{B9BC38E2-E95C-4201-99AA-E2D9804328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72" y="1562"/>
                  <a:ext cx="192" cy="192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56" name="Rectangle 31">
                <a:extLst>
                  <a:ext uri="{FF2B5EF4-FFF2-40B4-BE49-F238E27FC236}">
                    <a16:creationId xmlns:a16="http://schemas.microsoft.com/office/drawing/2014/main" id="{99019770-C153-43DC-816B-A72EA14F6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906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7" name="Rectangle 32">
                <a:extLst>
                  <a:ext uri="{FF2B5EF4-FFF2-40B4-BE49-F238E27FC236}">
                    <a16:creationId xmlns:a16="http://schemas.microsoft.com/office/drawing/2014/main" id="{14DDACAB-546A-47D9-B4BF-4FECD119E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8" y="1918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8" name="Rectangle 35">
                <a:extLst>
                  <a:ext uri="{FF2B5EF4-FFF2-40B4-BE49-F238E27FC236}">
                    <a16:creationId xmlns:a16="http://schemas.microsoft.com/office/drawing/2014/main" id="{B62626AA-9642-4CDD-A526-0C2991200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8" y="823"/>
                <a:ext cx="90" cy="209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9" name="Line 36">
                <a:extLst>
                  <a:ext uri="{FF2B5EF4-FFF2-40B4-BE49-F238E27FC236}">
                    <a16:creationId xmlns:a16="http://schemas.microsoft.com/office/drawing/2014/main" id="{BCE60282-257A-4E9A-BF05-37F38BABCD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1115"/>
                <a:ext cx="0" cy="25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0" name="Line 37">
                <a:extLst>
                  <a:ext uri="{FF2B5EF4-FFF2-40B4-BE49-F238E27FC236}">
                    <a16:creationId xmlns:a16="http://schemas.microsoft.com/office/drawing/2014/main" id="{BD534C35-6294-472A-9686-2F141B465C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656"/>
                <a:ext cx="0" cy="25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1" name="Line 38">
                <a:extLst>
                  <a:ext uri="{FF2B5EF4-FFF2-40B4-BE49-F238E27FC236}">
                    <a16:creationId xmlns:a16="http://schemas.microsoft.com/office/drawing/2014/main" id="{A54191B8-A9DC-493C-ABD8-1B083174AF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37" y="656"/>
                <a:ext cx="130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Line 39">
                <a:extLst>
                  <a:ext uri="{FF2B5EF4-FFF2-40B4-BE49-F238E27FC236}">
                    <a16:creationId xmlns:a16="http://schemas.microsoft.com/office/drawing/2014/main" id="{259A13F4-A41B-468A-9309-94A0521EC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71" y="1533"/>
                <a:ext cx="35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Line 40">
                <a:extLst>
                  <a:ext uri="{FF2B5EF4-FFF2-40B4-BE49-F238E27FC236}">
                    <a16:creationId xmlns:a16="http://schemas.microsoft.com/office/drawing/2014/main" id="{E35490BF-8F4E-4124-88D5-2FA5C136E3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33" y="1032"/>
                <a:ext cx="0" cy="37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Line 41">
                <a:extLst>
                  <a:ext uri="{FF2B5EF4-FFF2-40B4-BE49-F238E27FC236}">
                    <a16:creationId xmlns:a16="http://schemas.microsoft.com/office/drawing/2014/main" id="{6F3796E6-5F74-4C8F-B124-4A5E31F86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656"/>
                <a:ext cx="0" cy="16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Line 43">
                <a:extLst>
                  <a:ext uri="{FF2B5EF4-FFF2-40B4-BE49-F238E27FC236}">
                    <a16:creationId xmlns:a16="http://schemas.microsoft.com/office/drawing/2014/main" id="{06F54D14-52CA-4B58-BAAD-29C3354C47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1677"/>
                <a:ext cx="0" cy="24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Line 45">
                <a:extLst>
                  <a:ext uri="{FF2B5EF4-FFF2-40B4-BE49-F238E27FC236}">
                    <a16:creationId xmlns:a16="http://schemas.microsoft.com/office/drawing/2014/main" id="{EFCA2804-7B4F-4B97-BA33-7EE21668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1793"/>
                <a:ext cx="72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Line 52">
                <a:extLst>
                  <a:ext uri="{FF2B5EF4-FFF2-40B4-BE49-F238E27FC236}">
                    <a16:creationId xmlns:a16="http://schemas.microsoft.com/office/drawing/2014/main" id="{F206A9B3-6C1B-4859-AF05-FEC9C8A06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2127"/>
                <a:ext cx="0" cy="29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Line 54">
                <a:extLst>
                  <a:ext uri="{FF2B5EF4-FFF2-40B4-BE49-F238E27FC236}">
                    <a16:creationId xmlns:a16="http://schemas.microsoft.com/office/drawing/2014/main" id="{52453B98-4A73-4C9D-A0B7-87AE1CAC59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33" y="2420"/>
                <a:ext cx="98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Line 56">
                <a:extLst>
                  <a:ext uri="{FF2B5EF4-FFF2-40B4-BE49-F238E27FC236}">
                    <a16:creationId xmlns:a16="http://schemas.microsoft.com/office/drawing/2014/main" id="{308109A5-BDB8-42D7-804B-646780449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1533"/>
                <a:ext cx="31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Line 57">
                <a:extLst>
                  <a:ext uri="{FF2B5EF4-FFF2-40B4-BE49-F238E27FC236}">
                    <a16:creationId xmlns:a16="http://schemas.microsoft.com/office/drawing/2014/main" id="{AC2FD9CA-F75C-4BD8-B7FD-3B49823035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9" y="1533"/>
                <a:ext cx="0" cy="20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Line 58">
                <a:extLst>
                  <a:ext uri="{FF2B5EF4-FFF2-40B4-BE49-F238E27FC236}">
                    <a16:creationId xmlns:a16="http://schemas.microsoft.com/office/drawing/2014/main" id="{EEBDC559-190B-4BD4-B04E-B9576185F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" y="1742"/>
                <a:ext cx="44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Line 59">
                <a:extLst>
                  <a:ext uri="{FF2B5EF4-FFF2-40B4-BE49-F238E27FC236}">
                    <a16:creationId xmlns:a16="http://schemas.microsoft.com/office/drawing/2014/main" id="{D14C5D2C-0252-4471-B392-9BAD75F8F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3" y="1533"/>
                <a:ext cx="0" cy="4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3" name="Line 60">
                <a:extLst>
                  <a:ext uri="{FF2B5EF4-FFF2-40B4-BE49-F238E27FC236}">
                    <a16:creationId xmlns:a16="http://schemas.microsoft.com/office/drawing/2014/main" id="{439E49A5-A446-44E4-A3DF-824F990629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1" y="1951"/>
                <a:ext cx="58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4" name="Text Box 61">
                <a:extLst>
                  <a:ext uri="{FF2B5EF4-FFF2-40B4-BE49-F238E27FC236}">
                    <a16:creationId xmlns:a16="http://schemas.microsoft.com/office/drawing/2014/main" id="{0E1D746D-CCEC-483C-94F7-6482CE13B0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" y="512"/>
                <a:ext cx="460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+5V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75" name="Text Box 62">
                <a:extLst>
                  <a:ext uri="{FF2B5EF4-FFF2-40B4-BE49-F238E27FC236}">
                    <a16:creationId xmlns:a16="http://schemas.microsoft.com/office/drawing/2014/main" id="{E5364A8D-53D1-4316-8FA0-4F19E765D8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" y="1355"/>
                <a:ext cx="257" cy="756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A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B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C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76" name="Text Box 63">
                <a:extLst>
                  <a:ext uri="{FF2B5EF4-FFF2-40B4-BE49-F238E27FC236}">
                    <a16:creationId xmlns:a16="http://schemas.microsoft.com/office/drawing/2014/main" id="{CA93BD59-D0B8-4A19-AF2E-1049F34C6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3" y="1467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77" name="Text Box 64">
                <a:extLst>
                  <a:ext uri="{FF2B5EF4-FFF2-40B4-BE49-F238E27FC236}">
                    <a16:creationId xmlns:a16="http://schemas.microsoft.com/office/drawing/2014/main" id="{DA1A52F0-007F-4DAF-97A9-09591AF13F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61" y="930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1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78" name="Text Box 65">
                <a:extLst>
                  <a:ext uri="{FF2B5EF4-FFF2-40B4-BE49-F238E27FC236}">
                    <a16:creationId xmlns:a16="http://schemas.microsoft.com/office/drawing/2014/main" id="{1021F0A9-AC5C-40EA-AE2F-743849A35F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12" y="762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79" name="Text Box 66">
                <a:extLst>
                  <a:ext uri="{FF2B5EF4-FFF2-40B4-BE49-F238E27FC236}">
                    <a16:creationId xmlns:a16="http://schemas.microsoft.com/office/drawing/2014/main" id="{686DD313-F2CD-4167-BB37-F0770C5FFE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03" y="1390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2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80" name="Text Box 70">
                <a:extLst>
                  <a:ext uri="{FF2B5EF4-FFF2-40B4-BE49-F238E27FC236}">
                    <a16:creationId xmlns:a16="http://schemas.microsoft.com/office/drawing/2014/main" id="{0069BD9E-0448-4991-8041-D45EF40B67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58" y="1941"/>
                <a:ext cx="308" cy="288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R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3</a:t>
                </a:r>
                <a:endPara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81" name="Oval 76">
                <a:extLst>
                  <a:ext uri="{FF2B5EF4-FFF2-40B4-BE49-F238E27FC236}">
                    <a16:creationId xmlns:a16="http://schemas.microsoft.com/office/drawing/2014/main" id="{C88637B6-C561-4242-BFA8-48DD6EA9D9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" y="1491"/>
                <a:ext cx="71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2" name="Oval 77">
                <a:extLst>
                  <a:ext uri="{FF2B5EF4-FFF2-40B4-BE49-F238E27FC236}">
                    <a16:creationId xmlns:a16="http://schemas.microsoft.com/office/drawing/2014/main" id="{F93E77CB-2DC8-4F75-B0FE-4E057B4BAA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" y="1718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3" name="Oval 78">
                <a:extLst>
                  <a:ext uri="{FF2B5EF4-FFF2-40B4-BE49-F238E27FC236}">
                    <a16:creationId xmlns:a16="http://schemas.microsoft.com/office/drawing/2014/main" id="{4660E166-7317-4B87-AB1E-C7AE5D6942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1926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4" name="Oval 80">
                <a:extLst>
                  <a:ext uri="{FF2B5EF4-FFF2-40B4-BE49-F238E27FC236}">
                    <a16:creationId xmlns:a16="http://schemas.microsoft.com/office/drawing/2014/main" id="{062F35C8-344B-4AB6-8F88-C861972678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611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5" name="Oval 82">
                <a:extLst>
                  <a:ext uri="{FF2B5EF4-FFF2-40B4-BE49-F238E27FC236}">
                    <a16:creationId xmlns:a16="http://schemas.microsoft.com/office/drawing/2014/main" id="{5FBBE538-E55E-4E0A-A122-24EF2FD7EE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6" y="1750"/>
                <a:ext cx="72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6" name="Oval 88">
                <a:extLst>
                  <a:ext uri="{FF2B5EF4-FFF2-40B4-BE49-F238E27FC236}">
                    <a16:creationId xmlns:a16="http://schemas.microsoft.com/office/drawing/2014/main" id="{77B63577-208A-4C4A-B943-AED267056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6" y="630"/>
                <a:ext cx="72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0" name="Group 91">
              <a:extLst>
                <a:ext uri="{FF2B5EF4-FFF2-40B4-BE49-F238E27FC236}">
                  <a16:creationId xmlns:a16="http://schemas.microsoft.com/office/drawing/2014/main" id="{5D84ECC6-6A85-4B71-B443-A68364BA6C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19" y="1451"/>
              <a:ext cx="1102" cy="1094"/>
              <a:chOff x="3459" y="1321"/>
              <a:chExt cx="1102" cy="1094"/>
            </a:xfrm>
          </p:grpSpPr>
          <p:grpSp>
            <p:nvGrpSpPr>
              <p:cNvPr id="41" name="Group 15">
                <a:extLst>
                  <a:ext uri="{FF2B5EF4-FFF2-40B4-BE49-F238E27FC236}">
                    <a16:creationId xmlns:a16="http://schemas.microsoft.com/office/drawing/2014/main" id="{D7B503E3-92DF-41E5-9D10-1A2F8DF8AF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9" y="1537"/>
                <a:ext cx="313" cy="251"/>
                <a:chOff x="3784" y="2186"/>
                <a:chExt cx="336" cy="288"/>
              </a:xfrm>
            </p:grpSpPr>
            <p:sp>
              <p:nvSpPr>
                <p:cNvPr id="50" name="Line 16">
                  <a:extLst>
                    <a:ext uri="{FF2B5EF4-FFF2-40B4-BE49-F238E27FC236}">
                      <a16:creationId xmlns:a16="http://schemas.microsoft.com/office/drawing/2014/main" id="{4C5C2AA5-EB17-47D1-BCE0-D517091942E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186"/>
                  <a:ext cx="0" cy="288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Line 17">
                  <a:extLst>
                    <a:ext uri="{FF2B5EF4-FFF2-40B4-BE49-F238E27FC236}">
                      <a16:creationId xmlns:a16="http://schemas.microsoft.com/office/drawing/2014/main" id="{B7EDCE95-4F87-471E-B9D8-06CF4BCA89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76" y="2330"/>
                  <a:ext cx="144" cy="144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 type="stealth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Line 18">
                  <a:extLst>
                    <a:ext uri="{FF2B5EF4-FFF2-40B4-BE49-F238E27FC236}">
                      <a16:creationId xmlns:a16="http://schemas.microsoft.com/office/drawing/2014/main" id="{55B9D4E3-F48D-4D4D-AC0F-4EBE3C2D27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976" y="2186"/>
                  <a:ext cx="144" cy="96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Line 19">
                  <a:extLst>
                    <a:ext uri="{FF2B5EF4-FFF2-40B4-BE49-F238E27FC236}">
                      <a16:creationId xmlns:a16="http://schemas.microsoft.com/office/drawing/2014/main" id="{FD3E33D6-BEB2-432A-92E3-ED3140641D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784" y="2330"/>
                  <a:ext cx="19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42" name="Line 53">
                <a:extLst>
                  <a:ext uri="{FF2B5EF4-FFF2-40B4-BE49-F238E27FC236}">
                    <a16:creationId xmlns:a16="http://schemas.microsoft.com/office/drawing/2014/main" id="{B2A06C32-0A7B-4320-9FFA-532695ED2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1788"/>
                <a:ext cx="0" cy="6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Line 55">
                <a:extLst>
                  <a:ext uri="{FF2B5EF4-FFF2-40B4-BE49-F238E27FC236}">
                    <a16:creationId xmlns:a16="http://schemas.microsoft.com/office/drawing/2014/main" id="{03331E72-073F-4B24-8C51-C2A0646E98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83" y="2413"/>
                <a:ext cx="2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4" name="Text Box 69">
                <a:extLst>
                  <a:ext uri="{FF2B5EF4-FFF2-40B4-BE49-F238E27FC236}">
                    <a16:creationId xmlns:a16="http://schemas.microsoft.com/office/drawing/2014/main" id="{5AE56320-D295-4EFC-A48C-01C97F8237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8" y="1603"/>
                <a:ext cx="308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T</a:t>
                </a:r>
                <a:r>
                  <a:rPr kumimoji="1" lang="en-US" altLang="zh-CN" sz="2400" b="1" i="0" u="none" strike="noStrike" kern="1200" cap="none" spc="0" normalizeH="0" baseline="-2500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5</a:t>
                </a:r>
              </a:p>
            </p:txBody>
          </p:sp>
          <p:sp>
            <p:nvSpPr>
              <p:cNvPr id="45" name="Line 73">
                <a:extLst>
                  <a:ext uri="{FF2B5EF4-FFF2-40B4-BE49-F238E27FC236}">
                    <a16:creationId xmlns:a16="http://schemas.microsoft.com/office/drawing/2014/main" id="{4FEB2630-C343-4316-A09E-365D9CD3A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1454"/>
                <a:ext cx="53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Text Box 74">
                <a:extLst>
                  <a:ext uri="{FF2B5EF4-FFF2-40B4-BE49-F238E27FC236}">
                    <a16:creationId xmlns:a16="http://schemas.microsoft.com/office/drawing/2014/main" id="{BE88F7C5-A3DE-4C87-9490-DCAA67015B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8" y="1321"/>
                <a:ext cx="233" cy="288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幼圆" panose="02010509060101010101" pitchFamily="49" charset="-122"/>
                    <a:cs typeface="+mn-cs"/>
                  </a:rPr>
                  <a:t>F</a:t>
                </a:r>
                <a:endPara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endParaRPr>
              </a:p>
            </p:txBody>
          </p:sp>
          <p:sp>
            <p:nvSpPr>
              <p:cNvPr id="47" name="Oval 79">
                <a:extLst>
                  <a:ext uri="{FF2B5EF4-FFF2-40B4-BE49-F238E27FC236}">
                    <a16:creationId xmlns:a16="http://schemas.microsoft.com/office/drawing/2014/main" id="{6CBABA09-7BD9-4D21-B5DE-E63418E74A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86" y="1402"/>
                <a:ext cx="72" cy="67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Oval 87">
                <a:extLst>
                  <a:ext uri="{FF2B5EF4-FFF2-40B4-BE49-F238E27FC236}">
                    <a16:creationId xmlns:a16="http://schemas.microsoft.com/office/drawing/2014/main" id="{F83981BC-8DAE-4BA9-88A6-73988DDFE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8" y="2255"/>
                <a:ext cx="71" cy="6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9" name="Line 90">
                <a:extLst>
                  <a:ext uri="{FF2B5EF4-FFF2-40B4-BE49-F238E27FC236}">
                    <a16:creationId xmlns:a16="http://schemas.microsoft.com/office/drawing/2014/main" id="{9468B97C-40F6-431E-9D18-A05DE69E0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82" y="1456"/>
                <a:ext cx="0" cy="9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7323271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13" name="Rectangle 61">
            <a:extLst>
              <a:ext uri="{FF2B5EF4-FFF2-40B4-BE49-F238E27FC236}">
                <a16:creationId xmlns:a16="http://schemas.microsoft.com/office/drawing/2014/main" id="{7A0C6396-E133-449D-A4DE-A01A727D5D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950" y="311150"/>
            <a:ext cx="2614612" cy="4699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C</a:t>
            </a:r>
            <a:r>
              <a:rPr lang="zh-CN" altLang="en-US" sz="2800" b="1" dirty="0">
                <a:solidFill>
                  <a:schemeClr val="accent2"/>
                </a:solidFill>
              </a:rPr>
              <a:t>的计算方法</a:t>
            </a:r>
          </a:p>
        </p:txBody>
      </p:sp>
      <p:sp>
        <p:nvSpPr>
          <p:cNvPr id="126014" name="Text Box 62">
            <a:extLst>
              <a:ext uri="{FF2B5EF4-FFF2-40B4-BE49-F238E27FC236}">
                <a16:creationId xmlns:a16="http://schemas.microsoft.com/office/drawing/2014/main" id="{46CA5DD2-ACC7-450F-8022-5A0B673E9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63" y="1087438"/>
            <a:ext cx="38655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门输出全为“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时：</a:t>
            </a:r>
          </a:p>
        </p:txBody>
      </p:sp>
      <p:grpSp>
        <p:nvGrpSpPr>
          <p:cNvPr id="126015" name="Group 63">
            <a:extLst>
              <a:ext uri="{FF2B5EF4-FFF2-40B4-BE49-F238E27FC236}">
                <a16:creationId xmlns:a16="http://schemas.microsoft.com/office/drawing/2014/main" id="{705950A2-DCC4-438E-8350-B2350F36A40C}"/>
              </a:ext>
            </a:extLst>
          </p:cNvPr>
          <p:cNvGrpSpPr>
            <a:grpSpLocks/>
          </p:cNvGrpSpPr>
          <p:nvPr/>
        </p:nvGrpSpPr>
        <p:grpSpPr bwMode="auto">
          <a:xfrm>
            <a:off x="6075363" y="1827213"/>
            <a:ext cx="931862" cy="2087562"/>
            <a:chOff x="1858" y="1272"/>
            <a:chExt cx="587" cy="1315"/>
          </a:xfrm>
        </p:grpSpPr>
        <p:sp>
          <p:nvSpPr>
            <p:cNvPr id="26716" name="Line 64">
              <a:extLst>
                <a:ext uri="{FF2B5EF4-FFF2-40B4-BE49-F238E27FC236}">
                  <a16:creationId xmlns:a16="http://schemas.microsoft.com/office/drawing/2014/main" id="{494F38F6-3BBF-45F7-8022-EB852FC43C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1272"/>
              <a:ext cx="0" cy="1086"/>
            </a:xfrm>
            <a:prstGeom prst="lin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7" name="Line 65">
              <a:extLst>
                <a:ext uri="{FF2B5EF4-FFF2-40B4-BE49-F238E27FC236}">
                  <a16:creationId xmlns:a16="http://schemas.microsoft.com/office/drawing/2014/main" id="{21D1EA21-C14F-4CCF-9ADD-14586CE2B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2587"/>
              <a:ext cx="228" cy="0"/>
            </a:xfrm>
            <a:prstGeom prst="lin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8" name="Line 66">
              <a:extLst>
                <a:ext uri="{FF2B5EF4-FFF2-40B4-BE49-F238E27FC236}">
                  <a16:creationId xmlns:a16="http://schemas.microsoft.com/office/drawing/2014/main" id="{37E1FD64-DF96-4E87-890C-69836BA72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6" y="2434"/>
              <a:ext cx="0" cy="153"/>
            </a:xfrm>
            <a:prstGeom prst="lin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9" name="Text Box 67">
              <a:extLst>
                <a:ext uri="{FF2B5EF4-FFF2-40B4-BE49-F238E27FC236}">
                  <a16:creationId xmlns:a16="http://schemas.microsoft.com/office/drawing/2014/main" id="{4D6AED18-0072-4168-A62D-B47B66B44F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3" y="1695"/>
              <a:ext cx="5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</p:grpSp>
      <p:grpSp>
        <p:nvGrpSpPr>
          <p:cNvPr id="126020" name="Group 68">
            <a:extLst>
              <a:ext uri="{FF2B5EF4-FFF2-40B4-BE49-F238E27FC236}">
                <a16:creationId xmlns:a16="http://schemas.microsoft.com/office/drawing/2014/main" id="{6A65EECF-6852-4D0F-A4F9-3083784F2CE0}"/>
              </a:ext>
            </a:extLst>
          </p:cNvPr>
          <p:cNvGrpSpPr>
            <a:grpSpLocks/>
          </p:cNvGrpSpPr>
          <p:nvPr/>
        </p:nvGrpSpPr>
        <p:grpSpPr bwMode="auto">
          <a:xfrm>
            <a:off x="5507038" y="1739900"/>
            <a:ext cx="361950" cy="1760538"/>
            <a:chOff x="1500" y="1217"/>
            <a:chExt cx="228" cy="1109"/>
          </a:xfrm>
        </p:grpSpPr>
        <p:sp>
          <p:nvSpPr>
            <p:cNvPr id="26713" name="Freeform 69">
              <a:extLst>
                <a:ext uri="{FF2B5EF4-FFF2-40B4-BE49-F238E27FC236}">
                  <a16:creationId xmlns:a16="http://schemas.microsoft.com/office/drawing/2014/main" id="{F2E10DF1-3BC9-437D-A6C9-FA2A312A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1" y="1217"/>
              <a:ext cx="217" cy="228"/>
            </a:xfrm>
            <a:custGeom>
              <a:avLst/>
              <a:gdLst>
                <a:gd name="T0" fmla="*/ 217 w 217"/>
                <a:gd name="T1" fmla="*/ 0 h 228"/>
                <a:gd name="T2" fmla="*/ 217 w 217"/>
                <a:gd name="T3" fmla="*/ 228 h 228"/>
                <a:gd name="T4" fmla="*/ 0 w 217"/>
                <a:gd name="T5" fmla="*/ 228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228">
                  <a:moveTo>
                    <a:pt x="217" y="0"/>
                  </a:moveTo>
                  <a:lnTo>
                    <a:pt x="217" y="228"/>
                  </a:lnTo>
                  <a:lnTo>
                    <a:pt x="0" y="228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4" name="Freeform 70">
              <a:extLst>
                <a:ext uri="{FF2B5EF4-FFF2-40B4-BE49-F238E27FC236}">
                  <a16:creationId xmlns:a16="http://schemas.microsoft.com/office/drawing/2014/main" id="{6F93A461-0D5B-4BC3-856E-6303764BAC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1641"/>
              <a:ext cx="217" cy="228"/>
            </a:xfrm>
            <a:custGeom>
              <a:avLst/>
              <a:gdLst>
                <a:gd name="T0" fmla="*/ 217 w 217"/>
                <a:gd name="T1" fmla="*/ 0 h 228"/>
                <a:gd name="T2" fmla="*/ 217 w 217"/>
                <a:gd name="T3" fmla="*/ 228 h 228"/>
                <a:gd name="T4" fmla="*/ 0 w 217"/>
                <a:gd name="T5" fmla="*/ 228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228">
                  <a:moveTo>
                    <a:pt x="217" y="0"/>
                  </a:moveTo>
                  <a:lnTo>
                    <a:pt x="217" y="228"/>
                  </a:lnTo>
                  <a:lnTo>
                    <a:pt x="0" y="228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5" name="Freeform 71">
              <a:extLst>
                <a:ext uri="{FF2B5EF4-FFF2-40B4-BE49-F238E27FC236}">
                  <a16:creationId xmlns:a16="http://schemas.microsoft.com/office/drawing/2014/main" id="{97196252-5154-418A-95CE-A5D116785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2098"/>
              <a:ext cx="217" cy="228"/>
            </a:xfrm>
            <a:custGeom>
              <a:avLst/>
              <a:gdLst>
                <a:gd name="T0" fmla="*/ 217 w 217"/>
                <a:gd name="T1" fmla="*/ 0 h 228"/>
                <a:gd name="T2" fmla="*/ 217 w 217"/>
                <a:gd name="T3" fmla="*/ 228 h 228"/>
                <a:gd name="T4" fmla="*/ 0 w 217"/>
                <a:gd name="T5" fmla="*/ 228 h 2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228">
                  <a:moveTo>
                    <a:pt x="217" y="0"/>
                  </a:moveTo>
                  <a:lnTo>
                    <a:pt x="217" y="228"/>
                  </a:lnTo>
                  <a:lnTo>
                    <a:pt x="0" y="228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6024" name="Text Box 72">
            <a:extLst>
              <a:ext uri="{FF2B5EF4-FFF2-40B4-BE49-F238E27FC236}">
                <a16:creationId xmlns:a16="http://schemas.microsoft.com/office/drawing/2014/main" id="{2FE11109-6C6D-46B4-94B8-999DAE8B3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1514475"/>
            <a:ext cx="809625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</a:p>
        </p:txBody>
      </p:sp>
      <p:sp>
        <p:nvSpPr>
          <p:cNvPr id="126025" name="Text Box 73">
            <a:extLst>
              <a:ext uri="{FF2B5EF4-FFF2-40B4-BE49-F238E27FC236}">
                <a16:creationId xmlns:a16="http://schemas.microsoft.com/office/drawing/2014/main" id="{5AED2656-C44F-46E6-81F1-46D2579468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63" y="2036763"/>
            <a:ext cx="370998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集电极漏电流</a:t>
            </a:r>
          </a:p>
        </p:txBody>
      </p:sp>
      <p:grpSp>
        <p:nvGrpSpPr>
          <p:cNvPr id="126026" name="Group 74">
            <a:extLst>
              <a:ext uri="{FF2B5EF4-FFF2-40B4-BE49-F238E27FC236}">
                <a16:creationId xmlns:a16="http://schemas.microsoft.com/office/drawing/2014/main" id="{17CEEC68-DB61-46C9-A3A2-F657D333B249}"/>
              </a:ext>
            </a:extLst>
          </p:cNvPr>
          <p:cNvGrpSpPr>
            <a:grpSpLocks/>
          </p:cNvGrpSpPr>
          <p:nvPr/>
        </p:nvGrpSpPr>
        <p:grpSpPr bwMode="auto">
          <a:xfrm>
            <a:off x="6869113" y="1377950"/>
            <a:ext cx="654050" cy="2139950"/>
            <a:chOff x="4305" y="868"/>
            <a:chExt cx="423" cy="1348"/>
          </a:xfrm>
        </p:grpSpPr>
        <p:sp>
          <p:nvSpPr>
            <p:cNvPr id="26709" name="Freeform 75">
              <a:extLst>
                <a:ext uri="{FF2B5EF4-FFF2-40B4-BE49-F238E27FC236}">
                  <a16:creationId xmlns:a16="http://schemas.microsoft.com/office/drawing/2014/main" id="{3A9797C1-F2CE-46BF-BCEC-6A5A0BD1A4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1053"/>
              <a:ext cx="196" cy="206"/>
            </a:xfrm>
            <a:custGeom>
              <a:avLst/>
              <a:gdLst>
                <a:gd name="T0" fmla="*/ 0 w 196"/>
                <a:gd name="T1" fmla="*/ 0 h 206"/>
                <a:gd name="T2" fmla="*/ 0 w 196"/>
                <a:gd name="T3" fmla="*/ 206 h 206"/>
                <a:gd name="T4" fmla="*/ 196 w 196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06">
                  <a:moveTo>
                    <a:pt x="0" y="0"/>
                  </a:moveTo>
                  <a:lnTo>
                    <a:pt x="0" y="206"/>
                  </a:lnTo>
                  <a:lnTo>
                    <a:pt x="196" y="206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0" name="Freeform 76">
              <a:extLst>
                <a:ext uri="{FF2B5EF4-FFF2-40B4-BE49-F238E27FC236}">
                  <a16:creationId xmlns:a16="http://schemas.microsoft.com/office/drawing/2014/main" id="{BB0C8C84-77A9-4B2B-980D-32B5A5C0E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1488"/>
              <a:ext cx="196" cy="206"/>
            </a:xfrm>
            <a:custGeom>
              <a:avLst/>
              <a:gdLst>
                <a:gd name="T0" fmla="*/ 0 w 196"/>
                <a:gd name="T1" fmla="*/ 0 h 206"/>
                <a:gd name="T2" fmla="*/ 0 w 196"/>
                <a:gd name="T3" fmla="*/ 206 h 206"/>
                <a:gd name="T4" fmla="*/ 196 w 196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06">
                  <a:moveTo>
                    <a:pt x="0" y="0"/>
                  </a:moveTo>
                  <a:lnTo>
                    <a:pt x="0" y="206"/>
                  </a:lnTo>
                  <a:lnTo>
                    <a:pt x="196" y="206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1" name="Freeform 77">
              <a:extLst>
                <a:ext uri="{FF2B5EF4-FFF2-40B4-BE49-F238E27FC236}">
                  <a16:creationId xmlns:a16="http://schemas.microsoft.com/office/drawing/2014/main" id="{09D37D6E-9F8B-4575-8F43-D3EA17F90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8" y="2010"/>
              <a:ext cx="196" cy="206"/>
            </a:xfrm>
            <a:custGeom>
              <a:avLst/>
              <a:gdLst>
                <a:gd name="T0" fmla="*/ 0 w 196"/>
                <a:gd name="T1" fmla="*/ 0 h 206"/>
                <a:gd name="T2" fmla="*/ 0 w 196"/>
                <a:gd name="T3" fmla="*/ 206 h 206"/>
                <a:gd name="T4" fmla="*/ 196 w 196"/>
                <a:gd name="T5" fmla="*/ 206 h 2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6" h="206">
                  <a:moveTo>
                    <a:pt x="0" y="0"/>
                  </a:moveTo>
                  <a:lnTo>
                    <a:pt x="0" y="206"/>
                  </a:lnTo>
                  <a:lnTo>
                    <a:pt x="196" y="206"/>
                  </a:lnTo>
                </a:path>
              </a:pathLst>
            </a:custGeom>
            <a:noFill/>
            <a:ln w="38100" cap="flat" cmpd="sng">
              <a:solidFill>
                <a:srgbClr val="1F08F8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12" name="Text Box 78">
              <a:extLst>
                <a:ext uri="{FF2B5EF4-FFF2-40B4-BE49-F238E27FC236}">
                  <a16:creationId xmlns:a16="http://schemas.microsoft.com/office/drawing/2014/main" id="{8A2E878A-15B6-4907-A837-0AB95684C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5" y="868"/>
              <a:ext cx="423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IH</a:t>
              </a:r>
            </a:p>
          </p:txBody>
        </p:sp>
      </p:grpSp>
      <p:grpSp>
        <p:nvGrpSpPr>
          <p:cNvPr id="126031" name="Group 79">
            <a:extLst>
              <a:ext uri="{FF2B5EF4-FFF2-40B4-BE49-F238E27FC236}">
                <a16:creationId xmlns:a16="http://schemas.microsoft.com/office/drawing/2014/main" id="{16CA699A-AEF2-4633-8F49-672981C02442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1154113"/>
            <a:ext cx="671513" cy="519112"/>
            <a:chOff x="1619" y="848"/>
            <a:chExt cx="423" cy="327"/>
          </a:xfrm>
        </p:grpSpPr>
        <p:sp>
          <p:nvSpPr>
            <p:cNvPr id="26707" name="Line 80">
              <a:extLst>
                <a:ext uri="{FF2B5EF4-FFF2-40B4-BE49-F238E27FC236}">
                  <a16:creationId xmlns:a16="http://schemas.microsoft.com/office/drawing/2014/main" id="{E1440612-B6BD-4FE6-A981-5FAF368B6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1" y="913"/>
              <a:ext cx="0" cy="250"/>
            </a:xfrm>
            <a:prstGeom prst="line">
              <a:avLst/>
            </a:prstGeom>
            <a:noFill/>
            <a:ln w="38100">
              <a:solidFill>
                <a:srgbClr val="1F08F8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08" name="Text Box 81">
              <a:extLst>
                <a:ext uri="{FF2B5EF4-FFF2-40B4-BE49-F238E27FC236}">
                  <a16:creationId xmlns:a16="http://schemas.microsoft.com/office/drawing/2014/main" id="{460B151D-FC4F-48B3-8C7D-1608A7304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848"/>
              <a:ext cx="42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RC</a:t>
              </a:r>
            </a:p>
          </p:txBody>
        </p:sp>
      </p:grpSp>
      <p:sp>
        <p:nvSpPr>
          <p:cNvPr id="126034" name="Text Box 82">
            <a:extLst>
              <a:ext uri="{FF2B5EF4-FFF2-40B4-BE49-F238E27FC236}">
                <a16:creationId xmlns:a16="http://schemas.microsoft.com/office/drawing/2014/main" id="{F92308E3-70C2-4A8F-90CB-C177542F1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" y="3657600"/>
            <a:ext cx="291465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CC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35" name="Text Box 83">
            <a:extLst>
              <a:ext uri="{FF2B5EF4-FFF2-40B4-BE49-F238E27FC236}">
                <a16:creationId xmlns:a16="http://schemas.microsoft.com/office/drawing/2014/main" id="{48299374-7211-4D75-B5D3-AD1D0E8077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365625"/>
            <a:ext cx="3643312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–(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kumimoji="1" lang="en-US" altLang="zh-CN" sz="2800" b="1" i="0" u="none" strike="noStrike" kern="1200" cap="none" spc="0" normalizeH="0" baseline="-2500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6036" name="Text Box 84">
            <a:extLst>
              <a:ext uri="{FF2B5EF4-FFF2-40B4-BE49-F238E27FC236}">
                <a16:creationId xmlns:a16="http://schemas.microsoft.com/office/drawing/2014/main" id="{82FD37D6-9B78-4627-AD7B-3C952AB99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67288" y="4364038"/>
            <a:ext cx="2278062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     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OH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6037" name="Text Box 85">
            <a:extLst>
              <a:ext uri="{FF2B5EF4-FFF2-40B4-BE49-F238E27FC236}">
                <a16:creationId xmlns:a16="http://schemas.microsoft.com/office/drawing/2014/main" id="{A6FB2857-99C7-4DE6-A4A3-13C6FBA28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588" y="5573713"/>
            <a:ext cx="35369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OHmin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时：</a:t>
            </a:r>
          </a:p>
        </p:txBody>
      </p:sp>
      <p:grpSp>
        <p:nvGrpSpPr>
          <p:cNvPr id="126038" name="Group 86">
            <a:extLst>
              <a:ext uri="{FF2B5EF4-FFF2-40B4-BE49-F238E27FC236}">
                <a16:creationId xmlns:a16="http://schemas.microsoft.com/office/drawing/2014/main" id="{65722FDB-DA0D-4BFC-B1D9-15B9F9EB1591}"/>
              </a:ext>
            </a:extLst>
          </p:cNvPr>
          <p:cNvGrpSpPr>
            <a:grpSpLocks/>
          </p:cNvGrpSpPr>
          <p:nvPr/>
        </p:nvGrpSpPr>
        <p:grpSpPr bwMode="auto">
          <a:xfrm>
            <a:off x="4122738" y="5227638"/>
            <a:ext cx="3813175" cy="1328737"/>
            <a:chOff x="2358" y="3347"/>
            <a:chExt cx="2402" cy="837"/>
          </a:xfrm>
        </p:grpSpPr>
        <p:sp>
          <p:nvSpPr>
            <p:cNvPr id="26702" name="AutoShape 87">
              <a:extLst>
                <a:ext uri="{FF2B5EF4-FFF2-40B4-BE49-F238E27FC236}">
                  <a16:creationId xmlns:a16="http://schemas.microsoft.com/office/drawing/2014/main" id="{1C5E279B-7B37-41C0-904E-D963526FDF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3347"/>
              <a:ext cx="2402" cy="837"/>
            </a:xfrm>
            <a:prstGeom prst="roundRect">
              <a:avLst>
                <a:gd name="adj" fmla="val 16667"/>
              </a:avLst>
            </a:prstGeom>
            <a:solidFill>
              <a:srgbClr val="FFD9FF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03" name="Text Box 88">
              <a:extLst>
                <a:ext uri="{FF2B5EF4-FFF2-40B4-BE49-F238E27FC236}">
                  <a16:creationId xmlns:a16="http://schemas.microsoft.com/office/drawing/2014/main" id="{4501216C-EC95-40D4-9320-C76E5CA75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" y="3586"/>
              <a:ext cx="89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Cmax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26704" name="Line 89">
              <a:extLst>
                <a:ext uri="{FF2B5EF4-FFF2-40B4-BE49-F238E27FC236}">
                  <a16:creationId xmlns:a16="http://schemas.microsoft.com/office/drawing/2014/main" id="{5336CD8B-1022-4A7C-A917-8B37604134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749"/>
              <a:ext cx="1271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705" name="Text Box 90">
              <a:extLst>
                <a:ext uri="{FF2B5EF4-FFF2-40B4-BE49-F238E27FC236}">
                  <a16:creationId xmlns:a16="http://schemas.microsoft.com/office/drawing/2014/main" id="{2721AE17-0144-4D24-BA74-0F82DBDC99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3413"/>
              <a:ext cx="129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CC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U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OHmin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706" name="Text Box 91">
              <a:extLst>
                <a:ext uri="{FF2B5EF4-FFF2-40B4-BE49-F238E27FC236}">
                  <a16:creationId xmlns:a16="http://schemas.microsoft.com/office/drawing/2014/main" id="{175894D3-376D-416F-A681-CE77FF463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738"/>
              <a:ext cx="119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  <a:r>
                <a:rPr kumimoji="1" lang="en-US" altLang="zh-CN" sz="2800" b="1" i="1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 dirty="0" err="1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IH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26044" name="Group 92">
            <a:extLst>
              <a:ext uri="{FF2B5EF4-FFF2-40B4-BE49-F238E27FC236}">
                <a16:creationId xmlns:a16="http://schemas.microsoft.com/office/drawing/2014/main" id="{5998C84C-31E9-4291-AEC4-370E1BEA8239}"/>
              </a:ext>
            </a:extLst>
          </p:cNvPr>
          <p:cNvGrpSpPr>
            <a:grpSpLocks/>
          </p:cNvGrpSpPr>
          <p:nvPr/>
        </p:nvGrpSpPr>
        <p:grpSpPr bwMode="auto">
          <a:xfrm>
            <a:off x="3527425" y="122238"/>
            <a:ext cx="5413375" cy="3776662"/>
            <a:chOff x="2222" y="77"/>
            <a:chExt cx="3410" cy="2379"/>
          </a:xfrm>
        </p:grpSpPr>
        <p:grpSp>
          <p:nvGrpSpPr>
            <p:cNvPr id="26640" name="Group 93">
              <a:extLst>
                <a:ext uri="{FF2B5EF4-FFF2-40B4-BE49-F238E27FC236}">
                  <a16:creationId xmlns:a16="http://schemas.microsoft.com/office/drawing/2014/main" id="{93CCD4DA-9266-47B5-853A-5346CE77ED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77"/>
              <a:ext cx="3410" cy="2379"/>
              <a:chOff x="753" y="1358"/>
              <a:chExt cx="3410" cy="2379"/>
            </a:xfrm>
          </p:grpSpPr>
          <p:sp>
            <p:nvSpPr>
              <p:cNvPr id="26644" name="Line 94">
                <a:extLst>
                  <a:ext uri="{FF2B5EF4-FFF2-40B4-BE49-F238E27FC236}">
                    <a16:creationId xmlns:a16="http://schemas.microsoft.com/office/drawing/2014/main" id="{3FFF9396-7F84-4387-923D-ADB25C0DE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4" y="1532"/>
                <a:ext cx="0" cy="848"/>
              </a:xfrm>
              <a:prstGeom prst="line">
                <a:avLst/>
              </a:prstGeom>
              <a:noFill/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5" name="Rectangle 95">
                <a:extLst>
                  <a:ext uri="{FF2B5EF4-FFF2-40B4-BE49-F238E27FC236}">
                    <a16:creationId xmlns:a16="http://schemas.microsoft.com/office/drawing/2014/main" id="{A7358905-317F-42FF-A29D-F8084AA0D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0" y="1760"/>
                <a:ext cx="98" cy="304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rgbClr val="1F08F8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6" name="Text Box 96">
                <a:extLst>
                  <a:ext uri="{FF2B5EF4-FFF2-40B4-BE49-F238E27FC236}">
                    <a16:creationId xmlns:a16="http://schemas.microsoft.com/office/drawing/2014/main" id="{D1E0B247-1631-4F3D-8FDA-AC5DA8B2FA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1358"/>
                <a:ext cx="609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CC</a:t>
                </a:r>
              </a:p>
            </p:txBody>
          </p:sp>
          <p:sp>
            <p:nvSpPr>
              <p:cNvPr id="26647" name="Oval 97">
                <a:extLst>
                  <a:ext uri="{FF2B5EF4-FFF2-40B4-BE49-F238E27FC236}">
                    <a16:creationId xmlns:a16="http://schemas.microsoft.com/office/drawing/2014/main" id="{ACE31EEF-C3D7-40DB-9731-17F7658C51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0" y="1477"/>
                <a:ext cx="76" cy="76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48" name="Text Box 98">
                <a:extLst>
                  <a:ext uri="{FF2B5EF4-FFF2-40B4-BE49-F238E27FC236}">
                    <a16:creationId xmlns:a16="http://schemas.microsoft.com/office/drawing/2014/main" id="{ADCF6074-6C8A-4B11-80A9-CED20E8076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5" y="1749"/>
                <a:ext cx="47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26649" name="Freeform 99">
                <a:extLst>
                  <a:ext uri="{FF2B5EF4-FFF2-40B4-BE49-F238E27FC236}">
                    <a16:creationId xmlns:a16="http://schemas.microsoft.com/office/drawing/2014/main" id="{DDEC41E1-B824-4C53-9852-4D380E6887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368"/>
                <a:ext cx="794" cy="1195"/>
              </a:xfrm>
              <a:custGeom>
                <a:avLst/>
                <a:gdLst>
                  <a:gd name="T0" fmla="*/ 0 w 1000"/>
                  <a:gd name="T1" fmla="*/ 656 h 1456"/>
                  <a:gd name="T2" fmla="*/ 0 w 1000"/>
                  <a:gd name="T3" fmla="*/ 0 h 1456"/>
                  <a:gd name="T4" fmla="*/ 286 w 1000"/>
                  <a:gd name="T5" fmla="*/ 0 h 1456"/>
                  <a:gd name="T6" fmla="*/ 286 w 1000"/>
                  <a:gd name="T7" fmla="*/ 661 h 1456"/>
                  <a:gd name="T8" fmla="*/ 397 w 1000"/>
                  <a:gd name="T9" fmla="*/ 661 h 1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1456">
                    <a:moveTo>
                      <a:pt x="0" y="1445"/>
                    </a:moveTo>
                    <a:lnTo>
                      <a:pt x="0" y="0"/>
                    </a:lnTo>
                    <a:lnTo>
                      <a:pt x="718" y="0"/>
                    </a:lnTo>
                    <a:lnTo>
                      <a:pt x="718" y="1456"/>
                    </a:lnTo>
                    <a:lnTo>
                      <a:pt x="1000" y="1456"/>
                    </a:lnTo>
                  </a:path>
                </a:pathLst>
              </a:custGeom>
              <a:noFill/>
              <a:ln w="38100" cap="flat" cmpd="sng">
                <a:solidFill>
                  <a:srgbClr val="1F08F8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0" name="AutoShape 100">
                <a:extLst>
                  <a:ext uri="{FF2B5EF4-FFF2-40B4-BE49-F238E27FC236}">
                    <a16:creationId xmlns:a16="http://schemas.microsoft.com/office/drawing/2014/main" id="{85DC2F41-9C91-44C4-9142-AE1F0EF810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" y="2411"/>
                <a:ext cx="239" cy="1304"/>
              </a:xfrm>
              <a:prstGeom prst="leftBrace">
                <a:avLst>
                  <a:gd name="adj1" fmla="val 45467"/>
                  <a:gd name="adj2" fmla="val 50000"/>
                </a:avLst>
              </a:prstGeom>
              <a:noFill/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1" name="Text Box 101">
                <a:extLst>
                  <a:ext uri="{FF2B5EF4-FFF2-40B4-BE49-F238E27FC236}">
                    <a16:creationId xmlns:a16="http://schemas.microsoft.com/office/drawing/2014/main" id="{BD46C718-A2AA-4DE9-80CC-CA1B834B6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3" y="2911"/>
                <a:ext cx="58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个</a:t>
                </a:r>
              </a:p>
            </p:txBody>
          </p:sp>
          <p:grpSp>
            <p:nvGrpSpPr>
              <p:cNvPr id="26652" name="Group 102">
                <a:extLst>
                  <a:ext uri="{FF2B5EF4-FFF2-40B4-BE49-F238E27FC236}">
                    <a16:creationId xmlns:a16="http://schemas.microsoft.com/office/drawing/2014/main" id="{83543266-9A6F-4C26-87C8-95DAC68994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6" y="3400"/>
                <a:ext cx="293" cy="293"/>
                <a:chOff x="3749" y="2880"/>
                <a:chExt cx="293" cy="293"/>
              </a:xfrm>
            </p:grpSpPr>
            <p:sp>
              <p:nvSpPr>
                <p:cNvPr id="26700" name="Rectangle 103">
                  <a:extLst>
                    <a:ext uri="{FF2B5EF4-FFF2-40B4-BE49-F238E27FC236}">
                      <a16:creationId xmlns:a16="http://schemas.microsoft.com/office/drawing/2014/main" id="{82374BDA-1EB8-4971-83B1-53187AC3B3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rgbClr val="1F08F8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701" name="Oval 104">
                  <a:extLst>
                    <a:ext uri="{FF2B5EF4-FFF2-40B4-BE49-F238E27FC236}">
                      <a16:creationId xmlns:a16="http://schemas.microsoft.com/office/drawing/2014/main" id="{BCA59FF5-616A-45A6-8D30-C10B6F006F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653" name="Group 105">
                <a:extLst>
                  <a:ext uri="{FF2B5EF4-FFF2-40B4-BE49-F238E27FC236}">
                    <a16:creationId xmlns:a16="http://schemas.microsoft.com/office/drawing/2014/main" id="{BC5693F0-2495-443E-9C48-0D54DC17F4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8" y="2476"/>
                <a:ext cx="293" cy="293"/>
                <a:chOff x="3749" y="2880"/>
                <a:chExt cx="293" cy="293"/>
              </a:xfrm>
            </p:grpSpPr>
            <p:sp>
              <p:nvSpPr>
                <p:cNvPr id="26698" name="Rectangle 106">
                  <a:extLst>
                    <a:ext uri="{FF2B5EF4-FFF2-40B4-BE49-F238E27FC236}">
                      <a16:creationId xmlns:a16="http://schemas.microsoft.com/office/drawing/2014/main" id="{5F6E61A3-E30D-4CF9-9368-9C4CFECD0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rgbClr val="1F08F8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699" name="Oval 107">
                  <a:extLst>
                    <a:ext uri="{FF2B5EF4-FFF2-40B4-BE49-F238E27FC236}">
                      <a16:creationId xmlns:a16="http://schemas.microsoft.com/office/drawing/2014/main" id="{38A8B39E-E755-40E0-92AA-2901159227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6654" name="Group 108">
                <a:extLst>
                  <a:ext uri="{FF2B5EF4-FFF2-40B4-BE49-F238E27FC236}">
                    <a16:creationId xmlns:a16="http://schemas.microsoft.com/office/drawing/2014/main" id="{ECDDE2DD-9059-4579-BE2C-C34D778500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" y="2911"/>
                <a:ext cx="293" cy="293"/>
                <a:chOff x="3749" y="2880"/>
                <a:chExt cx="293" cy="293"/>
              </a:xfrm>
            </p:grpSpPr>
            <p:sp>
              <p:nvSpPr>
                <p:cNvPr id="26696" name="Rectangle 109">
                  <a:extLst>
                    <a:ext uri="{FF2B5EF4-FFF2-40B4-BE49-F238E27FC236}">
                      <a16:creationId xmlns:a16="http://schemas.microsoft.com/office/drawing/2014/main" id="{20946AFF-61AD-42D5-BA98-D3E2F569F1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rgbClr val="1F08F8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697" name="Oval 110">
                  <a:extLst>
                    <a:ext uri="{FF2B5EF4-FFF2-40B4-BE49-F238E27FC236}">
                      <a16:creationId xmlns:a16="http://schemas.microsoft.com/office/drawing/2014/main" id="{61551318-20C1-42E0-8A74-90553373EB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6655" name="Line 111">
                <a:extLst>
                  <a:ext uri="{FF2B5EF4-FFF2-40B4-BE49-F238E27FC236}">
                    <a16:creationId xmlns:a16="http://schemas.microsoft.com/office/drawing/2014/main" id="{E0A2FCDF-16FF-4727-AD1E-CCD38FEAD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7" y="3031"/>
                <a:ext cx="272" cy="0"/>
              </a:xfrm>
              <a:prstGeom prst="line">
                <a:avLst/>
              </a:prstGeom>
              <a:noFill/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6" name="Line 112">
                <a:extLst>
                  <a:ext uri="{FF2B5EF4-FFF2-40B4-BE49-F238E27FC236}">
                    <a16:creationId xmlns:a16="http://schemas.microsoft.com/office/drawing/2014/main" id="{6279B6A1-8D16-49DD-B0EB-FE6DCEEF51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7" y="2607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7" name="AutoShape 113">
                <a:extLst>
                  <a:ext uri="{FF2B5EF4-FFF2-40B4-BE49-F238E27FC236}">
                    <a16:creationId xmlns:a16="http://schemas.microsoft.com/office/drawing/2014/main" id="{719F6A37-0D0E-4903-8FFF-AADC27974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2498"/>
                <a:ext cx="119" cy="1109"/>
              </a:xfrm>
              <a:prstGeom prst="rightBrace">
                <a:avLst>
                  <a:gd name="adj1" fmla="val 77661"/>
                  <a:gd name="adj2" fmla="val 50000"/>
                </a:avLst>
              </a:prstGeom>
              <a:noFill/>
              <a:ln w="38100">
                <a:solidFill>
                  <a:srgbClr val="1F08F8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58" name="Text Box 114">
                <a:extLst>
                  <a:ext uri="{FF2B5EF4-FFF2-40B4-BE49-F238E27FC236}">
                    <a16:creationId xmlns:a16="http://schemas.microsoft.com/office/drawing/2014/main" id="{DCBA4D03-135A-4876-9FCE-A9C0072D6F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" y="2856"/>
                <a:ext cx="58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个</a:t>
                </a:r>
              </a:p>
            </p:txBody>
          </p:sp>
          <p:grpSp>
            <p:nvGrpSpPr>
              <p:cNvPr id="26659" name="Group 115">
                <a:extLst>
                  <a:ext uri="{FF2B5EF4-FFF2-40B4-BE49-F238E27FC236}">
                    <a16:creationId xmlns:a16="http://schemas.microsoft.com/office/drawing/2014/main" id="{8904CBA6-B3E3-40AD-A615-97AD0BCBEC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1" y="2467"/>
                <a:ext cx="767" cy="401"/>
                <a:chOff x="1491" y="2467"/>
                <a:chExt cx="767" cy="401"/>
              </a:xfrm>
            </p:grpSpPr>
            <p:sp>
              <p:nvSpPr>
                <p:cNvPr id="26686" name="Line 116">
                  <a:extLst>
                    <a:ext uri="{FF2B5EF4-FFF2-40B4-BE49-F238E27FC236}">
                      <a16:creationId xmlns:a16="http://schemas.microsoft.com/office/drawing/2014/main" id="{D925EE89-0922-4301-A24A-76B304C3F0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6687" name="Group 117">
                  <a:extLst>
                    <a:ext uri="{FF2B5EF4-FFF2-40B4-BE49-F238E27FC236}">
                      <a16:creationId xmlns:a16="http://schemas.microsoft.com/office/drawing/2014/main" id="{1F6D4061-37DB-49B6-BA9F-3A8E3697BCC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6688" name="Rectangle 118">
                    <a:extLst>
                      <a:ext uri="{FF2B5EF4-FFF2-40B4-BE49-F238E27FC236}">
                        <a16:creationId xmlns:a16="http://schemas.microsoft.com/office/drawing/2014/main" id="{806CCED1-C246-46EB-AEF9-B8880124DD2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rgbClr val="1F08F8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89" name="Oval 119">
                    <a:extLst>
                      <a:ext uri="{FF2B5EF4-FFF2-40B4-BE49-F238E27FC236}">
                        <a16:creationId xmlns:a16="http://schemas.microsoft.com/office/drawing/2014/main" id="{98A84549-4623-4B74-856D-CF4C481C01D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90" name="Line 120">
                    <a:extLst>
                      <a:ext uri="{FF2B5EF4-FFF2-40B4-BE49-F238E27FC236}">
                        <a16:creationId xmlns:a16="http://schemas.microsoft.com/office/drawing/2014/main" id="{E6594880-4BAE-4F2C-9A55-7DE07B9BB1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91" name="Line 121">
                    <a:extLst>
                      <a:ext uri="{FF2B5EF4-FFF2-40B4-BE49-F238E27FC236}">
                        <a16:creationId xmlns:a16="http://schemas.microsoft.com/office/drawing/2014/main" id="{86E506DF-0147-492B-A3E0-F5C5B259E41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6692" name="Group 122">
                    <a:extLst>
                      <a:ext uri="{FF2B5EF4-FFF2-40B4-BE49-F238E27FC236}">
                        <a16:creationId xmlns:a16="http://schemas.microsoft.com/office/drawing/2014/main" id="{FC3E15E8-4D6B-4819-9160-A44526A3FA4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6694" name="Line 123">
                      <a:extLst>
                        <a:ext uri="{FF2B5EF4-FFF2-40B4-BE49-F238E27FC236}">
                          <a16:creationId xmlns:a16="http://schemas.microsoft.com/office/drawing/2014/main" id="{BFB015EB-57D2-4E7D-A309-BBA4ED72959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6695" name="AutoShape 124">
                      <a:extLst>
                        <a:ext uri="{FF2B5EF4-FFF2-40B4-BE49-F238E27FC236}">
                          <a16:creationId xmlns:a16="http://schemas.microsoft.com/office/drawing/2014/main" id="{2B519781-F4C1-4850-8FA4-9AD3E5F8D8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6693" name="Text Box 125">
                    <a:extLst>
                      <a:ext uri="{FF2B5EF4-FFF2-40B4-BE49-F238E27FC236}">
                        <a16:creationId xmlns:a16="http://schemas.microsoft.com/office/drawing/2014/main" id="{383E2089-B7B7-4EB9-ACD9-F8358649F0E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grpSp>
            <p:nvGrpSpPr>
              <p:cNvPr id="26660" name="Group 126">
                <a:extLst>
                  <a:ext uri="{FF2B5EF4-FFF2-40B4-BE49-F238E27FC236}">
                    <a16:creationId xmlns:a16="http://schemas.microsoft.com/office/drawing/2014/main" id="{6FC3EC30-8671-4E20-9967-EF626BFE7B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2" y="2901"/>
                <a:ext cx="767" cy="401"/>
                <a:chOff x="1491" y="2467"/>
                <a:chExt cx="767" cy="401"/>
              </a:xfrm>
            </p:grpSpPr>
            <p:sp>
              <p:nvSpPr>
                <p:cNvPr id="26676" name="Line 127">
                  <a:extLst>
                    <a:ext uri="{FF2B5EF4-FFF2-40B4-BE49-F238E27FC236}">
                      <a16:creationId xmlns:a16="http://schemas.microsoft.com/office/drawing/2014/main" id="{0156E0D0-105B-4909-BE26-BE8B1BB8FD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6677" name="Group 128">
                  <a:extLst>
                    <a:ext uri="{FF2B5EF4-FFF2-40B4-BE49-F238E27FC236}">
                      <a16:creationId xmlns:a16="http://schemas.microsoft.com/office/drawing/2014/main" id="{F76982F3-A902-4B0E-956F-A3AEEE6B09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6678" name="Rectangle 129">
                    <a:extLst>
                      <a:ext uri="{FF2B5EF4-FFF2-40B4-BE49-F238E27FC236}">
                        <a16:creationId xmlns:a16="http://schemas.microsoft.com/office/drawing/2014/main" id="{3D6CFFD7-915E-4734-9EBD-A524D2C4A2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rgbClr val="1F08F8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79" name="Oval 130">
                    <a:extLst>
                      <a:ext uri="{FF2B5EF4-FFF2-40B4-BE49-F238E27FC236}">
                        <a16:creationId xmlns:a16="http://schemas.microsoft.com/office/drawing/2014/main" id="{66ABB1D6-0857-4905-94BD-C56F9328BF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80" name="Line 131">
                    <a:extLst>
                      <a:ext uri="{FF2B5EF4-FFF2-40B4-BE49-F238E27FC236}">
                        <a16:creationId xmlns:a16="http://schemas.microsoft.com/office/drawing/2014/main" id="{B7CB7420-65AE-4FAD-842F-4BCF1F9F138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81" name="Line 132">
                    <a:extLst>
                      <a:ext uri="{FF2B5EF4-FFF2-40B4-BE49-F238E27FC236}">
                        <a16:creationId xmlns:a16="http://schemas.microsoft.com/office/drawing/2014/main" id="{C7FC2E36-F3D5-485F-8F60-D088E00364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6682" name="Group 133">
                    <a:extLst>
                      <a:ext uri="{FF2B5EF4-FFF2-40B4-BE49-F238E27FC236}">
                        <a16:creationId xmlns:a16="http://schemas.microsoft.com/office/drawing/2014/main" id="{8FABE53E-80DC-496E-BFCB-EE1F03A6E31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6684" name="Line 134">
                      <a:extLst>
                        <a:ext uri="{FF2B5EF4-FFF2-40B4-BE49-F238E27FC236}">
                          <a16:creationId xmlns:a16="http://schemas.microsoft.com/office/drawing/2014/main" id="{8C51B1B9-A7FE-49C2-9AF8-4B4BF043F9B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6685" name="AutoShape 135">
                      <a:extLst>
                        <a:ext uri="{FF2B5EF4-FFF2-40B4-BE49-F238E27FC236}">
                          <a16:creationId xmlns:a16="http://schemas.microsoft.com/office/drawing/2014/main" id="{538A94E7-3E36-412A-A420-A68C5AF55B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6683" name="Text Box 136">
                    <a:extLst>
                      <a:ext uri="{FF2B5EF4-FFF2-40B4-BE49-F238E27FC236}">
                        <a16:creationId xmlns:a16="http://schemas.microsoft.com/office/drawing/2014/main" id="{82C9B659-7534-458F-895D-02E3851D047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grpSp>
            <p:nvGrpSpPr>
              <p:cNvPr id="26661" name="Group 137">
                <a:extLst>
                  <a:ext uri="{FF2B5EF4-FFF2-40B4-BE49-F238E27FC236}">
                    <a16:creationId xmlns:a16="http://schemas.microsoft.com/office/drawing/2014/main" id="{C67D3B66-C0D4-48A1-91FC-3151F171E1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1" y="3336"/>
                <a:ext cx="767" cy="401"/>
                <a:chOff x="1491" y="2467"/>
                <a:chExt cx="767" cy="401"/>
              </a:xfrm>
            </p:grpSpPr>
            <p:sp>
              <p:nvSpPr>
                <p:cNvPr id="26666" name="Line 138">
                  <a:extLst>
                    <a:ext uri="{FF2B5EF4-FFF2-40B4-BE49-F238E27FC236}">
                      <a16:creationId xmlns:a16="http://schemas.microsoft.com/office/drawing/2014/main" id="{7D6CFED9-C6FD-4D99-AF1F-8B9793926F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rgbClr val="1F08F8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6667" name="Group 139">
                  <a:extLst>
                    <a:ext uri="{FF2B5EF4-FFF2-40B4-BE49-F238E27FC236}">
                      <a16:creationId xmlns:a16="http://schemas.microsoft.com/office/drawing/2014/main" id="{6E43210F-2950-47CB-8E2A-6610331F0C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6668" name="Rectangle 140">
                    <a:extLst>
                      <a:ext uri="{FF2B5EF4-FFF2-40B4-BE49-F238E27FC236}">
                        <a16:creationId xmlns:a16="http://schemas.microsoft.com/office/drawing/2014/main" id="{99F7B71C-8A01-4003-BA99-284A18B3D9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rgbClr val="1F08F8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69" name="Oval 141">
                    <a:extLst>
                      <a:ext uri="{FF2B5EF4-FFF2-40B4-BE49-F238E27FC236}">
                        <a16:creationId xmlns:a16="http://schemas.microsoft.com/office/drawing/2014/main" id="{48D95EAF-E85B-486D-A1C9-EA97530A8A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70" name="Line 142">
                    <a:extLst>
                      <a:ext uri="{FF2B5EF4-FFF2-40B4-BE49-F238E27FC236}">
                        <a16:creationId xmlns:a16="http://schemas.microsoft.com/office/drawing/2014/main" id="{890ADB05-A948-4447-A3F1-42BCF68CA02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6671" name="Line 143">
                    <a:extLst>
                      <a:ext uri="{FF2B5EF4-FFF2-40B4-BE49-F238E27FC236}">
                        <a16:creationId xmlns:a16="http://schemas.microsoft.com/office/drawing/2014/main" id="{621ABF02-2860-4478-BFC4-53DA8D863FB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1F08F8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6672" name="Group 144">
                    <a:extLst>
                      <a:ext uri="{FF2B5EF4-FFF2-40B4-BE49-F238E27FC236}">
                        <a16:creationId xmlns:a16="http://schemas.microsoft.com/office/drawing/2014/main" id="{BC377E36-EC0C-400D-9135-FA5344A8E04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6674" name="Line 145">
                      <a:extLst>
                        <a:ext uri="{FF2B5EF4-FFF2-40B4-BE49-F238E27FC236}">
                          <a16:creationId xmlns:a16="http://schemas.microsoft.com/office/drawing/2014/main" id="{4F927D6F-A279-4BCB-AEB1-277FB60FCD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6675" name="AutoShape 146">
                      <a:extLst>
                        <a:ext uri="{FF2B5EF4-FFF2-40B4-BE49-F238E27FC236}">
                          <a16:creationId xmlns:a16="http://schemas.microsoft.com/office/drawing/2014/main" id="{370834A0-820E-400D-8824-0837488DCB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rgbClr val="1F08F8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6673" name="Text Box 147">
                    <a:extLst>
                      <a:ext uri="{FF2B5EF4-FFF2-40B4-BE49-F238E27FC236}">
                        <a16:creationId xmlns:a16="http://schemas.microsoft.com/office/drawing/2014/main" id="{32794407-2447-492B-B341-CEC86F139B4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sp>
            <p:nvSpPr>
              <p:cNvPr id="26662" name="Oval 148">
                <a:extLst>
                  <a:ext uri="{FF2B5EF4-FFF2-40B4-BE49-F238E27FC236}">
                    <a16:creationId xmlns:a16="http://schemas.microsoft.com/office/drawing/2014/main" id="{D0CE66F1-F44E-4E48-A921-303C02616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2641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63" name="Oval 149">
                <a:extLst>
                  <a:ext uri="{FF2B5EF4-FFF2-40B4-BE49-F238E27FC236}">
                    <a16:creationId xmlns:a16="http://schemas.microsoft.com/office/drawing/2014/main" id="{4BA0D818-2D4B-4C82-859C-216430C5B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3076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64" name="Oval 150">
                <a:extLst>
                  <a:ext uri="{FF2B5EF4-FFF2-40B4-BE49-F238E27FC236}">
                    <a16:creationId xmlns:a16="http://schemas.microsoft.com/office/drawing/2014/main" id="{F54CF270-E4AA-4DC0-AB9E-A63AE4F94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2576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665" name="Oval 151">
                <a:extLst>
                  <a:ext uri="{FF2B5EF4-FFF2-40B4-BE49-F238E27FC236}">
                    <a16:creationId xmlns:a16="http://schemas.microsoft.com/office/drawing/2014/main" id="{A5A4F4D4-61C3-43CA-8AB1-A6381F86A0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978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6641" name="Text Box 152">
              <a:extLst>
                <a:ext uri="{FF2B5EF4-FFF2-40B4-BE49-F238E27FC236}">
                  <a16:creationId xmlns:a16="http://schemas.microsoft.com/office/drawing/2014/main" id="{202FBAEE-E91F-4F8D-812E-D1469DF9F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1163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6642" name="Text Box 153">
              <a:extLst>
                <a:ext uri="{FF2B5EF4-FFF2-40B4-BE49-F238E27FC236}">
                  <a16:creationId xmlns:a16="http://schemas.microsoft.com/office/drawing/2014/main" id="{06F7EF88-DE52-4D13-ACE0-A4C3C01D7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" y="1597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6643" name="Text Box 154">
              <a:extLst>
                <a:ext uri="{FF2B5EF4-FFF2-40B4-BE49-F238E27FC236}">
                  <a16:creationId xmlns:a16="http://schemas.microsoft.com/office/drawing/2014/main" id="{0A182445-E670-43E7-B4B3-5ED7F0589B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0" y="2097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99979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6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6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6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1260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6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2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0" fill="hold"/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0" fill="hold"/>
                                        <p:tgtEl>
                                          <p:spTgt spid="1260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6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6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26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126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12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013" grpId="0" autoUpdateAnimBg="0"/>
      <p:bldP spid="126014" grpId="0" animBg="1" autoUpdateAnimBg="0"/>
      <p:bldP spid="126024" grpId="0" autoUpdateAnimBg="0"/>
      <p:bldP spid="126025" grpId="0" animBg="1" autoUpdateAnimBg="0"/>
      <p:bldP spid="126034" grpId="0" animBg="1" autoUpdateAnimBg="0"/>
      <p:bldP spid="126035" grpId="0" animBg="1" autoUpdateAnimBg="0"/>
      <p:bldP spid="126036" grpId="0" animBg="1" autoUpdateAnimBg="0"/>
      <p:bldP spid="12603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1">
            <a:extLst>
              <a:ext uri="{FF2B5EF4-FFF2-40B4-BE49-F238E27FC236}">
                <a16:creationId xmlns:a16="http://schemas.microsoft.com/office/drawing/2014/main" id="{3A5951B7-460E-4851-99AD-F9314337C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833438"/>
            <a:ext cx="2613025" cy="504825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</a:rPr>
              <a:t>R</a:t>
            </a:r>
            <a:r>
              <a:rPr lang="en-US" altLang="zh-CN" sz="2800" b="1" baseline="-25000" dirty="0">
                <a:solidFill>
                  <a:schemeClr val="accent2"/>
                </a:solidFill>
              </a:rPr>
              <a:t>C</a:t>
            </a:r>
            <a:r>
              <a:rPr lang="zh-CN" altLang="en-US" sz="2800" b="1" dirty="0">
                <a:solidFill>
                  <a:schemeClr val="accent2"/>
                </a:solidFill>
              </a:rPr>
              <a:t>的计算方法</a:t>
            </a:r>
          </a:p>
        </p:txBody>
      </p:sp>
      <p:sp>
        <p:nvSpPr>
          <p:cNvPr id="127038" name="Text Box 62">
            <a:extLst>
              <a:ext uri="{FF2B5EF4-FFF2-40B4-BE49-F238E27FC236}">
                <a16:creationId xmlns:a16="http://schemas.microsoft.com/office/drawing/2014/main" id="{A1FC2DDB-AE2D-4430-9474-7C1DF515A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2244725"/>
            <a:ext cx="2674937" cy="94615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门输出中有一个为“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0”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时：</a:t>
            </a:r>
          </a:p>
        </p:txBody>
      </p:sp>
      <p:grpSp>
        <p:nvGrpSpPr>
          <p:cNvPr id="127039" name="Group 63">
            <a:extLst>
              <a:ext uri="{FF2B5EF4-FFF2-40B4-BE49-F238E27FC236}">
                <a16:creationId xmlns:a16="http://schemas.microsoft.com/office/drawing/2014/main" id="{7D0F9086-23B8-4C36-B6AD-0AAADEC8F06D}"/>
              </a:ext>
            </a:extLst>
          </p:cNvPr>
          <p:cNvGrpSpPr>
            <a:grpSpLocks/>
          </p:cNvGrpSpPr>
          <p:nvPr/>
        </p:nvGrpSpPr>
        <p:grpSpPr bwMode="auto">
          <a:xfrm>
            <a:off x="6075363" y="1827213"/>
            <a:ext cx="931862" cy="2087562"/>
            <a:chOff x="1858" y="1272"/>
            <a:chExt cx="587" cy="1315"/>
          </a:xfrm>
        </p:grpSpPr>
        <p:sp>
          <p:nvSpPr>
            <p:cNvPr id="27746" name="Line 64">
              <a:extLst>
                <a:ext uri="{FF2B5EF4-FFF2-40B4-BE49-F238E27FC236}">
                  <a16:creationId xmlns:a16="http://schemas.microsoft.com/office/drawing/2014/main" id="{9492619D-4DCB-4FB7-ABC0-F49BF22797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5" y="1272"/>
              <a:ext cx="0" cy="108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47" name="Line 65">
              <a:extLst>
                <a:ext uri="{FF2B5EF4-FFF2-40B4-BE49-F238E27FC236}">
                  <a16:creationId xmlns:a16="http://schemas.microsoft.com/office/drawing/2014/main" id="{FAE4FFF3-0796-4F2E-9F09-AE64AB316C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8" y="2587"/>
              <a:ext cx="2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48" name="Line 66">
              <a:extLst>
                <a:ext uri="{FF2B5EF4-FFF2-40B4-BE49-F238E27FC236}">
                  <a16:creationId xmlns:a16="http://schemas.microsoft.com/office/drawing/2014/main" id="{201DEC3F-D737-4305-B6D2-CE23CFFE6E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6" y="2434"/>
              <a:ext cx="0" cy="15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49" name="Text Box 67">
              <a:extLst>
                <a:ext uri="{FF2B5EF4-FFF2-40B4-BE49-F238E27FC236}">
                  <a16:creationId xmlns:a16="http://schemas.microsoft.com/office/drawing/2014/main" id="{D48E3A5E-DC77-4DF7-A593-C11E09B5C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3" y="1695"/>
              <a:ext cx="5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U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grpSp>
        <p:nvGrpSpPr>
          <p:cNvPr id="127044" name="Group 68">
            <a:extLst>
              <a:ext uri="{FF2B5EF4-FFF2-40B4-BE49-F238E27FC236}">
                <a16:creationId xmlns:a16="http://schemas.microsoft.com/office/drawing/2014/main" id="{552202F7-0179-4750-B026-271B1E3A355C}"/>
              </a:ext>
            </a:extLst>
          </p:cNvPr>
          <p:cNvGrpSpPr>
            <a:grpSpLocks/>
          </p:cNvGrpSpPr>
          <p:nvPr/>
        </p:nvGrpSpPr>
        <p:grpSpPr bwMode="auto">
          <a:xfrm>
            <a:off x="5346700" y="2174875"/>
            <a:ext cx="673100" cy="1835150"/>
            <a:chOff x="3368" y="1370"/>
            <a:chExt cx="424" cy="1156"/>
          </a:xfrm>
        </p:grpSpPr>
        <p:sp>
          <p:nvSpPr>
            <p:cNvPr id="27743" name="Text Box 69">
              <a:extLst>
                <a:ext uri="{FF2B5EF4-FFF2-40B4-BE49-F238E27FC236}">
                  <a16:creationId xmlns:a16="http://schemas.microsoft.com/office/drawing/2014/main" id="{CD873749-71A0-4DB7-867A-D98E2F494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" y="1370"/>
              <a:ext cx="39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“0”</a:t>
              </a:r>
            </a:p>
          </p:txBody>
        </p:sp>
        <p:sp>
          <p:nvSpPr>
            <p:cNvPr id="27744" name="Text Box 70">
              <a:extLst>
                <a:ext uri="{FF2B5EF4-FFF2-40B4-BE49-F238E27FC236}">
                  <a16:creationId xmlns:a16="http://schemas.microsoft.com/office/drawing/2014/main" id="{9A2808C6-D23E-4253-B930-3F7F93B249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8" y="1804"/>
              <a:ext cx="39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27745" name="Text Box 71">
              <a:extLst>
                <a:ext uri="{FF2B5EF4-FFF2-40B4-BE49-F238E27FC236}">
                  <a16:creationId xmlns:a16="http://schemas.microsoft.com/office/drawing/2014/main" id="{266A9450-50A6-425D-8872-D4C3365B64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1" y="2238"/>
              <a:ext cx="391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</p:grpSp>
      <p:grpSp>
        <p:nvGrpSpPr>
          <p:cNvPr id="127048" name="Group 72">
            <a:extLst>
              <a:ext uri="{FF2B5EF4-FFF2-40B4-BE49-F238E27FC236}">
                <a16:creationId xmlns:a16="http://schemas.microsoft.com/office/drawing/2014/main" id="{EA60F831-995C-46D0-B969-68D35677F6F7}"/>
              </a:ext>
            </a:extLst>
          </p:cNvPr>
          <p:cNvGrpSpPr>
            <a:grpSpLocks/>
          </p:cNvGrpSpPr>
          <p:nvPr/>
        </p:nvGrpSpPr>
        <p:grpSpPr bwMode="auto">
          <a:xfrm>
            <a:off x="5314950" y="1500188"/>
            <a:ext cx="809625" cy="604837"/>
            <a:chOff x="3348" y="945"/>
            <a:chExt cx="510" cy="381"/>
          </a:xfrm>
        </p:grpSpPr>
        <p:sp>
          <p:nvSpPr>
            <p:cNvPr id="27741" name="Freeform 73">
              <a:extLst>
                <a:ext uri="{FF2B5EF4-FFF2-40B4-BE49-F238E27FC236}">
                  <a16:creationId xmlns:a16="http://schemas.microsoft.com/office/drawing/2014/main" id="{B45CFE73-0A18-4AD6-A666-A01F9151A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1022"/>
              <a:ext cx="217" cy="304"/>
            </a:xfrm>
            <a:custGeom>
              <a:avLst/>
              <a:gdLst>
                <a:gd name="T0" fmla="*/ 217 w 217"/>
                <a:gd name="T1" fmla="*/ 0 h 304"/>
                <a:gd name="T2" fmla="*/ 217 w 217"/>
                <a:gd name="T3" fmla="*/ 304 h 304"/>
                <a:gd name="T4" fmla="*/ 0 w 217"/>
                <a:gd name="T5" fmla="*/ 304 h 3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" h="304">
                  <a:moveTo>
                    <a:pt x="217" y="0"/>
                  </a:moveTo>
                  <a:lnTo>
                    <a:pt x="217" y="304"/>
                  </a:lnTo>
                  <a:lnTo>
                    <a:pt x="0" y="304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42" name="Text Box 74">
              <a:extLst>
                <a:ext uri="{FF2B5EF4-FFF2-40B4-BE49-F238E27FC236}">
                  <a16:creationId xmlns:a16="http://schemas.microsoft.com/office/drawing/2014/main" id="{288FB3FF-7235-4A9B-A85D-DBF69D7DB4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8" y="945"/>
              <a:ext cx="51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</p:grpSp>
      <p:grpSp>
        <p:nvGrpSpPr>
          <p:cNvPr id="127051" name="Group 75">
            <a:extLst>
              <a:ext uri="{FF2B5EF4-FFF2-40B4-BE49-F238E27FC236}">
                <a16:creationId xmlns:a16="http://schemas.microsoft.com/office/drawing/2014/main" id="{3681AD4E-AB61-4CC2-9A36-918A67B38671}"/>
              </a:ext>
            </a:extLst>
          </p:cNvPr>
          <p:cNvGrpSpPr>
            <a:grpSpLocks/>
          </p:cNvGrpSpPr>
          <p:nvPr/>
        </p:nvGrpSpPr>
        <p:grpSpPr bwMode="auto">
          <a:xfrm>
            <a:off x="6780213" y="1535113"/>
            <a:ext cx="758825" cy="1966912"/>
            <a:chOff x="4271" y="967"/>
            <a:chExt cx="478" cy="1239"/>
          </a:xfrm>
        </p:grpSpPr>
        <p:sp>
          <p:nvSpPr>
            <p:cNvPr id="27737" name="Line 76">
              <a:extLst>
                <a:ext uri="{FF2B5EF4-FFF2-40B4-BE49-F238E27FC236}">
                  <a16:creationId xmlns:a16="http://schemas.microsoft.com/office/drawing/2014/main" id="{B59480DD-2392-4482-8539-8B06E90D79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15" y="1261"/>
              <a:ext cx="20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38" name="Line 77">
              <a:extLst>
                <a:ext uri="{FF2B5EF4-FFF2-40B4-BE49-F238E27FC236}">
                  <a16:creationId xmlns:a16="http://schemas.microsoft.com/office/drawing/2014/main" id="{9F2F81EB-77CE-450E-A957-94ABA9CCD9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4" y="1685"/>
              <a:ext cx="20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39" name="Line 78">
              <a:extLst>
                <a:ext uri="{FF2B5EF4-FFF2-40B4-BE49-F238E27FC236}">
                  <a16:creationId xmlns:a16="http://schemas.microsoft.com/office/drawing/2014/main" id="{58DA2B71-2818-4B0A-B079-7F051407BE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4" y="2206"/>
              <a:ext cx="20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40" name="Text Box 79">
              <a:extLst>
                <a:ext uri="{FF2B5EF4-FFF2-40B4-BE49-F238E27FC236}">
                  <a16:creationId xmlns:a16="http://schemas.microsoft.com/office/drawing/2014/main" id="{819AAAB0-43CC-46D1-980E-6B77DA359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1" y="967"/>
              <a:ext cx="47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IL</a:t>
              </a:r>
            </a:p>
          </p:txBody>
        </p:sp>
      </p:grpSp>
      <p:grpSp>
        <p:nvGrpSpPr>
          <p:cNvPr id="127056" name="Group 80">
            <a:extLst>
              <a:ext uri="{FF2B5EF4-FFF2-40B4-BE49-F238E27FC236}">
                <a16:creationId xmlns:a16="http://schemas.microsoft.com/office/drawing/2014/main" id="{62FE9BC7-F4FD-4B32-A792-B19A97917724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1154113"/>
            <a:ext cx="671513" cy="519112"/>
            <a:chOff x="1619" y="848"/>
            <a:chExt cx="423" cy="327"/>
          </a:xfrm>
        </p:grpSpPr>
        <p:sp>
          <p:nvSpPr>
            <p:cNvPr id="27735" name="Line 81">
              <a:extLst>
                <a:ext uri="{FF2B5EF4-FFF2-40B4-BE49-F238E27FC236}">
                  <a16:creationId xmlns:a16="http://schemas.microsoft.com/office/drawing/2014/main" id="{7CA9E9A9-1310-49D1-8290-A8F4A1610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1" y="913"/>
              <a:ext cx="0" cy="250"/>
            </a:xfrm>
            <a:prstGeom prst="line">
              <a:avLst/>
            </a:prstGeom>
            <a:noFill/>
            <a:ln w="38100">
              <a:noFill/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36" name="Text Box 82">
              <a:extLst>
                <a:ext uri="{FF2B5EF4-FFF2-40B4-BE49-F238E27FC236}">
                  <a16:creationId xmlns:a16="http://schemas.microsoft.com/office/drawing/2014/main" id="{63418574-21EF-4D71-BAAD-6C89F9A7F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" y="848"/>
              <a:ext cx="42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RC</a:t>
              </a:r>
            </a:p>
          </p:txBody>
        </p:sp>
      </p:grpSp>
      <p:sp>
        <p:nvSpPr>
          <p:cNvPr id="127059" name="Text Box 83">
            <a:extLst>
              <a:ext uri="{FF2B5EF4-FFF2-40B4-BE49-F238E27FC236}">
                <a16:creationId xmlns:a16="http://schemas.microsoft.com/office/drawing/2014/main" id="{A8D51081-A79E-449E-9596-EAC222226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3398838"/>
            <a:ext cx="2416175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+</a:t>
            </a:r>
            <a:r>
              <a:rPr kumimoji="1" lang="en-US" altLang="zh-CN" sz="2800" b="1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</a:p>
        </p:txBody>
      </p:sp>
      <p:grpSp>
        <p:nvGrpSpPr>
          <p:cNvPr id="127060" name="Group 84">
            <a:extLst>
              <a:ext uri="{FF2B5EF4-FFF2-40B4-BE49-F238E27FC236}">
                <a16:creationId xmlns:a16="http://schemas.microsoft.com/office/drawing/2014/main" id="{7EEF6F62-11F7-452D-A53D-D720CEA783A1}"/>
              </a:ext>
            </a:extLst>
          </p:cNvPr>
          <p:cNvGrpSpPr>
            <a:grpSpLocks/>
          </p:cNvGrpSpPr>
          <p:nvPr/>
        </p:nvGrpSpPr>
        <p:grpSpPr bwMode="auto">
          <a:xfrm>
            <a:off x="776288" y="4017965"/>
            <a:ext cx="2933701" cy="1214438"/>
            <a:chOff x="565" y="2825"/>
            <a:chExt cx="1848" cy="765"/>
          </a:xfrm>
        </p:grpSpPr>
        <p:sp>
          <p:nvSpPr>
            <p:cNvPr id="27730" name="Text Box 85">
              <a:extLst>
                <a:ext uri="{FF2B5EF4-FFF2-40B4-BE49-F238E27FC236}">
                  <a16:creationId xmlns:a16="http://schemas.microsoft.com/office/drawing/2014/main" id="{9E27CEC0-8FA1-49B9-ACCD-C31E17A24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5" y="3055"/>
              <a:ext cx="391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27731" name="Line 86">
              <a:extLst>
                <a:ext uri="{FF2B5EF4-FFF2-40B4-BE49-F238E27FC236}">
                  <a16:creationId xmlns:a16="http://schemas.microsoft.com/office/drawing/2014/main" id="{C9A2F49A-53A3-4EEE-8914-27A4D672A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" y="3228"/>
              <a:ext cx="83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32" name="Text Box 87">
              <a:extLst>
                <a:ext uri="{FF2B5EF4-FFF2-40B4-BE49-F238E27FC236}">
                  <a16:creationId xmlns:a16="http://schemas.microsoft.com/office/drawing/2014/main" id="{1C3232D2-9CB5-4997-8985-D64A26200C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" y="2825"/>
              <a:ext cx="1064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CC</a:t>
              </a: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–U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OL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33" name="Text Box 88">
              <a:extLst>
                <a:ext uri="{FF2B5EF4-FFF2-40B4-BE49-F238E27FC236}">
                  <a16:creationId xmlns:a16="http://schemas.microsoft.com/office/drawing/2014/main" id="{EE9BDE60-E57E-46D5-8F38-A6F762BA29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3263"/>
              <a:ext cx="479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27734" name="Text Box 89">
              <a:extLst>
                <a:ext uri="{FF2B5EF4-FFF2-40B4-BE49-F238E27FC236}">
                  <a16:creationId xmlns:a16="http://schemas.microsoft.com/office/drawing/2014/main" id="{8B1DB674-99C6-443F-A2DD-3CC4F826D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5" y="3064"/>
              <a:ext cx="728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IL</a:t>
              </a:r>
            </a:p>
          </p:txBody>
        </p:sp>
      </p:grpSp>
      <p:sp>
        <p:nvSpPr>
          <p:cNvPr id="127066" name="Text Box 90">
            <a:extLst>
              <a:ext uri="{FF2B5EF4-FFF2-40B4-BE49-F238E27FC236}">
                <a16:creationId xmlns:a16="http://schemas.microsoft.com/office/drawing/2014/main" id="{0513BD1B-2309-4DA0-856B-353DB2714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9763" y="4398963"/>
            <a:ext cx="34861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     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OL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     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OL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</a:t>
            </a:r>
          </a:p>
        </p:txBody>
      </p:sp>
      <p:sp>
        <p:nvSpPr>
          <p:cNvPr id="127067" name="Text Box 91">
            <a:extLst>
              <a:ext uri="{FF2B5EF4-FFF2-40B4-BE49-F238E27FC236}">
                <a16:creationId xmlns:a16="http://schemas.microsoft.com/office/drawing/2014/main" id="{4A997962-A40B-4441-BC62-1F2F63A1C5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775" y="5453063"/>
            <a:ext cx="320833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当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=U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OLmax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时：</a:t>
            </a:r>
          </a:p>
        </p:txBody>
      </p:sp>
      <p:grpSp>
        <p:nvGrpSpPr>
          <p:cNvPr id="127068" name="Group 92">
            <a:extLst>
              <a:ext uri="{FF2B5EF4-FFF2-40B4-BE49-F238E27FC236}">
                <a16:creationId xmlns:a16="http://schemas.microsoft.com/office/drawing/2014/main" id="{75D279BA-8B1D-4F9B-95A2-593CF36C44E6}"/>
              </a:ext>
            </a:extLst>
          </p:cNvPr>
          <p:cNvGrpSpPr>
            <a:grpSpLocks/>
          </p:cNvGrpSpPr>
          <p:nvPr/>
        </p:nvGrpSpPr>
        <p:grpSpPr bwMode="auto">
          <a:xfrm>
            <a:off x="4122738" y="5227638"/>
            <a:ext cx="3813175" cy="1328737"/>
            <a:chOff x="2358" y="3347"/>
            <a:chExt cx="2402" cy="837"/>
          </a:xfrm>
        </p:grpSpPr>
        <p:sp>
          <p:nvSpPr>
            <p:cNvPr id="27725" name="AutoShape 93">
              <a:extLst>
                <a:ext uri="{FF2B5EF4-FFF2-40B4-BE49-F238E27FC236}">
                  <a16:creationId xmlns:a16="http://schemas.microsoft.com/office/drawing/2014/main" id="{4A920E33-50F4-4F37-98AC-A2D6BB08B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8" y="3347"/>
              <a:ext cx="2402" cy="837"/>
            </a:xfrm>
            <a:prstGeom prst="roundRect">
              <a:avLst>
                <a:gd name="adj" fmla="val 16667"/>
              </a:avLst>
            </a:prstGeom>
            <a:solidFill>
              <a:srgbClr val="FFD9FF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26" name="Text Box 94">
              <a:extLst>
                <a:ext uri="{FF2B5EF4-FFF2-40B4-BE49-F238E27FC236}">
                  <a16:creationId xmlns:a16="http://schemas.microsoft.com/office/drawing/2014/main" id="{7AC4003B-F606-41D3-ADF9-283CFD7308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4" y="3586"/>
              <a:ext cx="89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Cmin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</a:t>
              </a:r>
            </a:p>
          </p:txBody>
        </p:sp>
        <p:sp>
          <p:nvSpPr>
            <p:cNvPr id="27727" name="Line 95">
              <a:extLst>
                <a:ext uri="{FF2B5EF4-FFF2-40B4-BE49-F238E27FC236}">
                  <a16:creationId xmlns:a16="http://schemas.microsoft.com/office/drawing/2014/main" id="{4106BE43-B77E-4142-8949-A210D784D3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5" y="3749"/>
              <a:ext cx="1271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728" name="Text Box 96">
              <a:extLst>
                <a:ext uri="{FF2B5EF4-FFF2-40B4-BE49-F238E27FC236}">
                  <a16:creationId xmlns:a16="http://schemas.microsoft.com/office/drawing/2014/main" id="{9D458F30-1183-48BB-B724-0FAB792461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2" y="3413"/>
              <a:ext cx="129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CC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–U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OLmax</a:t>
              </a:r>
              <a:endPara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7729" name="Text Box 97">
              <a:extLst>
                <a:ext uri="{FF2B5EF4-FFF2-40B4-BE49-F238E27FC236}">
                  <a16:creationId xmlns:a16="http://schemas.microsoft.com/office/drawing/2014/main" id="{9179558D-2572-489E-BDC5-F448ECB5B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0" y="3727"/>
              <a:ext cx="119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</a:t>
              </a: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m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IL</a:t>
              </a:r>
            </a:p>
          </p:txBody>
        </p:sp>
      </p:grpSp>
      <p:grpSp>
        <p:nvGrpSpPr>
          <p:cNvPr id="27662" name="Group 98">
            <a:extLst>
              <a:ext uri="{FF2B5EF4-FFF2-40B4-BE49-F238E27FC236}">
                <a16:creationId xmlns:a16="http://schemas.microsoft.com/office/drawing/2014/main" id="{C3619A53-3B2C-4484-BE48-ACD689FC663E}"/>
              </a:ext>
            </a:extLst>
          </p:cNvPr>
          <p:cNvGrpSpPr>
            <a:grpSpLocks/>
          </p:cNvGrpSpPr>
          <p:nvPr/>
        </p:nvGrpSpPr>
        <p:grpSpPr bwMode="auto">
          <a:xfrm>
            <a:off x="3527425" y="122238"/>
            <a:ext cx="5413375" cy="3776662"/>
            <a:chOff x="2222" y="77"/>
            <a:chExt cx="3410" cy="2379"/>
          </a:xfrm>
        </p:grpSpPr>
        <p:grpSp>
          <p:nvGrpSpPr>
            <p:cNvPr id="27663" name="Group 99">
              <a:extLst>
                <a:ext uri="{FF2B5EF4-FFF2-40B4-BE49-F238E27FC236}">
                  <a16:creationId xmlns:a16="http://schemas.microsoft.com/office/drawing/2014/main" id="{B188D49C-814D-422F-8AFE-83C14F5756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22" y="77"/>
              <a:ext cx="3410" cy="2379"/>
              <a:chOff x="753" y="1358"/>
              <a:chExt cx="3410" cy="2379"/>
            </a:xfrm>
          </p:grpSpPr>
          <p:sp>
            <p:nvSpPr>
              <p:cNvPr id="27667" name="Line 100">
                <a:extLst>
                  <a:ext uri="{FF2B5EF4-FFF2-40B4-BE49-F238E27FC236}">
                    <a16:creationId xmlns:a16="http://schemas.microsoft.com/office/drawing/2014/main" id="{68607C02-872B-4C98-8014-86E4C767D3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4" y="1532"/>
                <a:ext cx="0" cy="84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68" name="Rectangle 101">
                <a:extLst>
                  <a:ext uri="{FF2B5EF4-FFF2-40B4-BE49-F238E27FC236}">
                    <a16:creationId xmlns:a16="http://schemas.microsoft.com/office/drawing/2014/main" id="{223B2246-A471-4B8C-96D2-AF15E7E778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70" y="1760"/>
                <a:ext cx="98" cy="304"/>
              </a:xfrm>
              <a:prstGeom prst="rect">
                <a:avLst/>
              </a:prstGeom>
              <a:solidFill>
                <a:srgbClr val="FFFF00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69" name="Text Box 102">
                <a:extLst>
                  <a:ext uri="{FF2B5EF4-FFF2-40B4-BE49-F238E27FC236}">
                    <a16:creationId xmlns:a16="http://schemas.microsoft.com/office/drawing/2014/main" id="{27239CE0-E3FA-4C9F-8A18-6B26078A53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1" y="1358"/>
                <a:ext cx="609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V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CC</a:t>
                </a:r>
              </a:p>
            </p:txBody>
          </p:sp>
          <p:sp>
            <p:nvSpPr>
              <p:cNvPr id="27670" name="Oval 103">
                <a:extLst>
                  <a:ext uri="{FF2B5EF4-FFF2-40B4-BE49-F238E27FC236}">
                    <a16:creationId xmlns:a16="http://schemas.microsoft.com/office/drawing/2014/main" id="{39D870A2-A618-47DD-B4D5-4DAA7A417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0" y="1477"/>
                <a:ext cx="76" cy="76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71" name="Text Box 104">
                <a:extLst>
                  <a:ext uri="{FF2B5EF4-FFF2-40B4-BE49-F238E27FC236}">
                    <a16:creationId xmlns:a16="http://schemas.microsoft.com/office/drawing/2014/main" id="{9AF7CB6D-E015-4FA6-9B99-E5B3587296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45" y="1749"/>
                <a:ext cx="47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R</a:t>
                </a:r>
                <a:r>
                  <a:rPr kumimoji="1" lang="en-US" altLang="zh-CN" sz="2800" b="1" i="0" u="none" strike="noStrike" kern="1200" cap="none" spc="0" normalizeH="0" baseline="-25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C</a:t>
                </a:r>
              </a:p>
            </p:txBody>
          </p:sp>
          <p:sp>
            <p:nvSpPr>
              <p:cNvPr id="27672" name="Freeform 105">
                <a:extLst>
                  <a:ext uri="{FF2B5EF4-FFF2-40B4-BE49-F238E27FC236}">
                    <a16:creationId xmlns:a16="http://schemas.microsoft.com/office/drawing/2014/main" id="{6ADE860B-343B-489F-A4A0-C666B1B951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3" y="2368"/>
                <a:ext cx="794" cy="1195"/>
              </a:xfrm>
              <a:custGeom>
                <a:avLst/>
                <a:gdLst>
                  <a:gd name="T0" fmla="*/ 0 w 1000"/>
                  <a:gd name="T1" fmla="*/ 656 h 1456"/>
                  <a:gd name="T2" fmla="*/ 0 w 1000"/>
                  <a:gd name="T3" fmla="*/ 0 h 1456"/>
                  <a:gd name="T4" fmla="*/ 286 w 1000"/>
                  <a:gd name="T5" fmla="*/ 0 h 1456"/>
                  <a:gd name="T6" fmla="*/ 286 w 1000"/>
                  <a:gd name="T7" fmla="*/ 661 h 1456"/>
                  <a:gd name="T8" fmla="*/ 397 w 1000"/>
                  <a:gd name="T9" fmla="*/ 661 h 14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00" h="1456">
                    <a:moveTo>
                      <a:pt x="0" y="1445"/>
                    </a:moveTo>
                    <a:lnTo>
                      <a:pt x="0" y="0"/>
                    </a:lnTo>
                    <a:lnTo>
                      <a:pt x="718" y="0"/>
                    </a:lnTo>
                    <a:lnTo>
                      <a:pt x="718" y="1456"/>
                    </a:lnTo>
                    <a:lnTo>
                      <a:pt x="1000" y="1456"/>
                    </a:lnTo>
                  </a:path>
                </a:pathLst>
              </a:custGeom>
              <a:noFill/>
              <a:ln w="38100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73" name="AutoShape 106">
                <a:extLst>
                  <a:ext uri="{FF2B5EF4-FFF2-40B4-BE49-F238E27FC236}">
                    <a16:creationId xmlns:a16="http://schemas.microsoft.com/office/drawing/2014/main" id="{D41BE377-A601-4E8F-B780-034E0E14BB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8" y="2411"/>
                <a:ext cx="239" cy="1304"/>
              </a:xfrm>
              <a:prstGeom prst="leftBrace">
                <a:avLst>
                  <a:gd name="adj1" fmla="val 45467"/>
                  <a:gd name="adj2" fmla="val 50000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74" name="Text Box 107">
                <a:extLst>
                  <a:ext uri="{FF2B5EF4-FFF2-40B4-BE49-F238E27FC236}">
                    <a16:creationId xmlns:a16="http://schemas.microsoft.com/office/drawing/2014/main" id="{B9C73331-2015-44F1-B667-FB1F5F72CE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3" y="2911"/>
                <a:ext cx="58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n</a:t>
                </a:r>
                <a:r>
                  <a: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个</a:t>
                </a:r>
              </a:p>
            </p:txBody>
          </p:sp>
          <p:grpSp>
            <p:nvGrpSpPr>
              <p:cNvPr id="27675" name="Group 108">
                <a:extLst>
                  <a:ext uri="{FF2B5EF4-FFF2-40B4-BE49-F238E27FC236}">
                    <a16:creationId xmlns:a16="http://schemas.microsoft.com/office/drawing/2014/main" id="{86DDBBFB-E430-4341-94D6-CBDDF08E27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6" y="3400"/>
                <a:ext cx="293" cy="293"/>
                <a:chOff x="3749" y="2880"/>
                <a:chExt cx="293" cy="293"/>
              </a:xfrm>
            </p:grpSpPr>
            <p:sp>
              <p:nvSpPr>
                <p:cNvPr id="27723" name="Rectangle 109">
                  <a:extLst>
                    <a:ext uri="{FF2B5EF4-FFF2-40B4-BE49-F238E27FC236}">
                      <a16:creationId xmlns:a16="http://schemas.microsoft.com/office/drawing/2014/main" id="{F64CC7B3-4B05-48CB-9F41-D5051AF416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724" name="Oval 110">
                  <a:extLst>
                    <a:ext uri="{FF2B5EF4-FFF2-40B4-BE49-F238E27FC236}">
                      <a16:creationId xmlns:a16="http://schemas.microsoft.com/office/drawing/2014/main" id="{19541B26-6AD3-4A47-80E9-B18056EB43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7676" name="Group 111">
                <a:extLst>
                  <a:ext uri="{FF2B5EF4-FFF2-40B4-BE49-F238E27FC236}">
                    <a16:creationId xmlns:a16="http://schemas.microsoft.com/office/drawing/2014/main" id="{143EA4DA-F5F0-4A41-9E87-5E566A0FA3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8" y="2476"/>
                <a:ext cx="293" cy="293"/>
                <a:chOff x="3749" y="2880"/>
                <a:chExt cx="293" cy="293"/>
              </a:xfrm>
            </p:grpSpPr>
            <p:sp>
              <p:nvSpPr>
                <p:cNvPr id="27721" name="Rectangle 112">
                  <a:extLst>
                    <a:ext uri="{FF2B5EF4-FFF2-40B4-BE49-F238E27FC236}">
                      <a16:creationId xmlns:a16="http://schemas.microsoft.com/office/drawing/2014/main" id="{F4C755BD-374F-4B06-9321-C9E9737786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722" name="Oval 113">
                  <a:extLst>
                    <a:ext uri="{FF2B5EF4-FFF2-40B4-BE49-F238E27FC236}">
                      <a16:creationId xmlns:a16="http://schemas.microsoft.com/office/drawing/2014/main" id="{A80D2216-1002-48D6-BD6F-4FA7A9A9BD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7677" name="Group 114">
                <a:extLst>
                  <a:ext uri="{FF2B5EF4-FFF2-40B4-BE49-F238E27FC236}">
                    <a16:creationId xmlns:a16="http://schemas.microsoft.com/office/drawing/2014/main" id="{7911D7A1-F2AD-49C0-A774-2D1C49CA61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09" y="2911"/>
                <a:ext cx="293" cy="293"/>
                <a:chOff x="3749" y="2880"/>
                <a:chExt cx="293" cy="293"/>
              </a:xfrm>
            </p:grpSpPr>
            <p:sp>
              <p:nvSpPr>
                <p:cNvPr id="27719" name="Rectangle 115">
                  <a:extLst>
                    <a:ext uri="{FF2B5EF4-FFF2-40B4-BE49-F238E27FC236}">
                      <a16:creationId xmlns:a16="http://schemas.microsoft.com/office/drawing/2014/main" id="{49C4356E-343F-4F21-936B-FF1CCCA135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749" y="2880"/>
                  <a:ext cx="218" cy="29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720" name="Oval 116">
                  <a:extLst>
                    <a:ext uri="{FF2B5EF4-FFF2-40B4-BE49-F238E27FC236}">
                      <a16:creationId xmlns:a16="http://schemas.microsoft.com/office/drawing/2014/main" id="{E410735B-6F7A-45E1-8231-ED0E884DA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966" y="2988"/>
                  <a:ext cx="76" cy="76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7678" name="Line 117">
                <a:extLst>
                  <a:ext uri="{FF2B5EF4-FFF2-40B4-BE49-F238E27FC236}">
                    <a16:creationId xmlns:a16="http://schemas.microsoft.com/office/drawing/2014/main" id="{C3104B95-0082-4643-9E66-59459D45E5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7" y="3031"/>
                <a:ext cx="27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79" name="Line 118">
                <a:extLst>
                  <a:ext uri="{FF2B5EF4-FFF2-40B4-BE49-F238E27FC236}">
                    <a16:creationId xmlns:a16="http://schemas.microsoft.com/office/drawing/2014/main" id="{AC3F04DD-2162-4985-BC8F-6BB099C9DB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7" y="2607"/>
                <a:ext cx="2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80" name="AutoShape 119">
                <a:extLst>
                  <a:ext uri="{FF2B5EF4-FFF2-40B4-BE49-F238E27FC236}">
                    <a16:creationId xmlns:a16="http://schemas.microsoft.com/office/drawing/2014/main" id="{B7C88A47-E06B-4D53-95A3-6A20B3C16C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79" y="2498"/>
                <a:ext cx="119" cy="1109"/>
              </a:xfrm>
              <a:prstGeom prst="rightBrace">
                <a:avLst>
                  <a:gd name="adj1" fmla="val 77661"/>
                  <a:gd name="adj2" fmla="val 50000"/>
                </a:avLst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81" name="Text Box 120">
                <a:extLst>
                  <a:ext uri="{FF2B5EF4-FFF2-40B4-BE49-F238E27FC236}">
                    <a16:creationId xmlns:a16="http://schemas.microsoft.com/office/drawing/2014/main" id="{AF9D1F90-0972-414C-B568-0804BBC1E8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76" y="2856"/>
                <a:ext cx="58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m</a:t>
                </a: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个</a:t>
                </a:r>
              </a:p>
            </p:txBody>
          </p:sp>
          <p:grpSp>
            <p:nvGrpSpPr>
              <p:cNvPr id="27682" name="Group 121">
                <a:extLst>
                  <a:ext uri="{FF2B5EF4-FFF2-40B4-BE49-F238E27FC236}">
                    <a16:creationId xmlns:a16="http://schemas.microsoft.com/office/drawing/2014/main" id="{BE496E8B-172C-45A8-A76A-D5D558B7C3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1" y="2467"/>
                <a:ext cx="767" cy="401"/>
                <a:chOff x="1491" y="2467"/>
                <a:chExt cx="767" cy="401"/>
              </a:xfrm>
            </p:grpSpPr>
            <p:sp>
              <p:nvSpPr>
                <p:cNvPr id="27709" name="Line 122">
                  <a:extLst>
                    <a:ext uri="{FF2B5EF4-FFF2-40B4-BE49-F238E27FC236}">
                      <a16:creationId xmlns:a16="http://schemas.microsoft.com/office/drawing/2014/main" id="{AC400853-4DB1-4EB0-8407-5905DBDF94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7710" name="Group 123">
                  <a:extLst>
                    <a:ext uri="{FF2B5EF4-FFF2-40B4-BE49-F238E27FC236}">
                      <a16:creationId xmlns:a16="http://schemas.microsoft.com/office/drawing/2014/main" id="{ECF67381-8BC0-4D40-9C2B-39A369D048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7711" name="Rectangle 124">
                    <a:extLst>
                      <a:ext uri="{FF2B5EF4-FFF2-40B4-BE49-F238E27FC236}">
                        <a16:creationId xmlns:a16="http://schemas.microsoft.com/office/drawing/2014/main" id="{7B1B1D21-4504-4F93-98D3-47936D690C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12" name="Oval 125">
                    <a:extLst>
                      <a:ext uri="{FF2B5EF4-FFF2-40B4-BE49-F238E27FC236}">
                        <a16:creationId xmlns:a16="http://schemas.microsoft.com/office/drawing/2014/main" id="{2FBAF93B-8F35-49DF-9E46-E4AE9DB8F5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13" name="Line 126">
                    <a:extLst>
                      <a:ext uri="{FF2B5EF4-FFF2-40B4-BE49-F238E27FC236}">
                        <a16:creationId xmlns:a16="http://schemas.microsoft.com/office/drawing/2014/main" id="{68FB92D9-EBBE-43E3-B3ED-DD0B01B308F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14" name="Line 127">
                    <a:extLst>
                      <a:ext uri="{FF2B5EF4-FFF2-40B4-BE49-F238E27FC236}">
                        <a16:creationId xmlns:a16="http://schemas.microsoft.com/office/drawing/2014/main" id="{B48DE196-BA8F-497D-939C-25952075AD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7715" name="Group 128">
                    <a:extLst>
                      <a:ext uri="{FF2B5EF4-FFF2-40B4-BE49-F238E27FC236}">
                        <a16:creationId xmlns:a16="http://schemas.microsoft.com/office/drawing/2014/main" id="{8227B1F5-D5A2-4695-9CDA-57DDD95E9D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7717" name="Line 129">
                      <a:extLst>
                        <a:ext uri="{FF2B5EF4-FFF2-40B4-BE49-F238E27FC236}">
                          <a16:creationId xmlns:a16="http://schemas.microsoft.com/office/drawing/2014/main" id="{F147A644-6D62-4333-91FD-0372AFBBEC3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7718" name="AutoShape 130">
                      <a:extLst>
                        <a:ext uri="{FF2B5EF4-FFF2-40B4-BE49-F238E27FC236}">
                          <a16:creationId xmlns:a16="http://schemas.microsoft.com/office/drawing/2014/main" id="{DCA43E57-A9B6-47E1-A1BE-EE950F03059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7716" name="Text Box 131">
                    <a:extLst>
                      <a:ext uri="{FF2B5EF4-FFF2-40B4-BE49-F238E27FC236}">
                        <a16:creationId xmlns:a16="http://schemas.microsoft.com/office/drawing/2014/main" id="{3286D2E1-E53A-4BA7-BEA1-D5B5201171E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grpSp>
            <p:nvGrpSpPr>
              <p:cNvPr id="27683" name="Group 132">
                <a:extLst>
                  <a:ext uri="{FF2B5EF4-FFF2-40B4-BE49-F238E27FC236}">
                    <a16:creationId xmlns:a16="http://schemas.microsoft.com/office/drawing/2014/main" id="{79AE7C11-56EC-4BC5-95B5-03220CA99F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2" y="2901"/>
                <a:ext cx="767" cy="401"/>
                <a:chOff x="1491" y="2467"/>
                <a:chExt cx="767" cy="401"/>
              </a:xfrm>
            </p:grpSpPr>
            <p:sp>
              <p:nvSpPr>
                <p:cNvPr id="27699" name="Line 133">
                  <a:extLst>
                    <a:ext uri="{FF2B5EF4-FFF2-40B4-BE49-F238E27FC236}">
                      <a16:creationId xmlns:a16="http://schemas.microsoft.com/office/drawing/2014/main" id="{B5073E82-D76A-4A59-A54B-7D33BF2700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7700" name="Group 134">
                  <a:extLst>
                    <a:ext uri="{FF2B5EF4-FFF2-40B4-BE49-F238E27FC236}">
                      <a16:creationId xmlns:a16="http://schemas.microsoft.com/office/drawing/2014/main" id="{66A148C2-605C-439B-9B29-4EDFF4D489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7701" name="Rectangle 135">
                    <a:extLst>
                      <a:ext uri="{FF2B5EF4-FFF2-40B4-BE49-F238E27FC236}">
                        <a16:creationId xmlns:a16="http://schemas.microsoft.com/office/drawing/2014/main" id="{ED81CB7A-44AF-4B17-8FD7-6D836B8616A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02" name="Oval 136">
                    <a:extLst>
                      <a:ext uri="{FF2B5EF4-FFF2-40B4-BE49-F238E27FC236}">
                        <a16:creationId xmlns:a16="http://schemas.microsoft.com/office/drawing/2014/main" id="{24CACFD3-99D0-4E15-A779-EE7B42CCA0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03" name="Line 137">
                    <a:extLst>
                      <a:ext uri="{FF2B5EF4-FFF2-40B4-BE49-F238E27FC236}">
                        <a16:creationId xmlns:a16="http://schemas.microsoft.com/office/drawing/2014/main" id="{B7861633-051B-487E-ADA9-EA7B911EA1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704" name="Line 138">
                    <a:extLst>
                      <a:ext uri="{FF2B5EF4-FFF2-40B4-BE49-F238E27FC236}">
                        <a16:creationId xmlns:a16="http://schemas.microsoft.com/office/drawing/2014/main" id="{EA820184-1AFD-4986-9C7C-3A34039C776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7705" name="Group 139">
                    <a:extLst>
                      <a:ext uri="{FF2B5EF4-FFF2-40B4-BE49-F238E27FC236}">
                        <a16:creationId xmlns:a16="http://schemas.microsoft.com/office/drawing/2014/main" id="{50FF49A6-7D3C-4E8B-9C1D-8CC9EF8BBF5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7707" name="Line 140">
                      <a:extLst>
                        <a:ext uri="{FF2B5EF4-FFF2-40B4-BE49-F238E27FC236}">
                          <a16:creationId xmlns:a16="http://schemas.microsoft.com/office/drawing/2014/main" id="{05DCE996-E816-4FDE-BD13-610370F15EE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7708" name="AutoShape 141">
                      <a:extLst>
                        <a:ext uri="{FF2B5EF4-FFF2-40B4-BE49-F238E27FC236}">
                          <a16:creationId xmlns:a16="http://schemas.microsoft.com/office/drawing/2014/main" id="{73EE049D-0E29-4B30-86E0-174C9976CF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7706" name="Text Box 142">
                    <a:extLst>
                      <a:ext uri="{FF2B5EF4-FFF2-40B4-BE49-F238E27FC236}">
                        <a16:creationId xmlns:a16="http://schemas.microsoft.com/office/drawing/2014/main" id="{666364CE-9373-4E01-825F-907F365892A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grpSp>
            <p:nvGrpSpPr>
              <p:cNvPr id="27684" name="Group 143">
                <a:extLst>
                  <a:ext uri="{FF2B5EF4-FFF2-40B4-BE49-F238E27FC236}">
                    <a16:creationId xmlns:a16="http://schemas.microsoft.com/office/drawing/2014/main" id="{9A33741E-7122-4DCA-936C-24378CD670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91" y="3336"/>
                <a:ext cx="767" cy="401"/>
                <a:chOff x="1491" y="2467"/>
                <a:chExt cx="767" cy="401"/>
              </a:xfrm>
            </p:grpSpPr>
            <p:sp>
              <p:nvSpPr>
                <p:cNvPr id="27689" name="Line 144">
                  <a:extLst>
                    <a:ext uri="{FF2B5EF4-FFF2-40B4-BE49-F238E27FC236}">
                      <a16:creationId xmlns:a16="http://schemas.microsoft.com/office/drawing/2014/main" id="{895F90B7-093D-4CFA-9686-F4D5B2B5E7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06" y="2678"/>
                  <a:ext cx="252" cy="0"/>
                </a:xfrm>
                <a:prstGeom prst="lin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grpSp>
              <p:nvGrpSpPr>
                <p:cNvPr id="27690" name="Group 145">
                  <a:extLst>
                    <a:ext uri="{FF2B5EF4-FFF2-40B4-BE49-F238E27FC236}">
                      <a16:creationId xmlns:a16="http://schemas.microsoft.com/office/drawing/2014/main" id="{B25957B9-C6C5-46A3-B45E-67F075F1600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91" y="2467"/>
                  <a:ext cx="515" cy="401"/>
                  <a:chOff x="1491" y="2467"/>
                  <a:chExt cx="515" cy="401"/>
                </a:xfrm>
              </p:grpSpPr>
              <p:sp>
                <p:nvSpPr>
                  <p:cNvPr id="27691" name="Rectangle 146">
                    <a:extLst>
                      <a:ext uri="{FF2B5EF4-FFF2-40B4-BE49-F238E27FC236}">
                        <a16:creationId xmlns:a16="http://schemas.microsoft.com/office/drawing/2014/main" id="{8A068606-0D39-42EC-9AE2-95E8DC5B6AA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673" y="2487"/>
                    <a:ext cx="273" cy="381"/>
                  </a:xfrm>
                  <a:prstGeom prst="rect">
                    <a:avLst/>
                  </a:prstGeom>
                  <a:noFill/>
                  <a:ln w="38100">
                    <a:solidFill>
                      <a:schemeClr val="accent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bg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692" name="Oval 147">
                    <a:extLst>
                      <a:ext uri="{FF2B5EF4-FFF2-40B4-BE49-F238E27FC236}">
                        <a16:creationId xmlns:a16="http://schemas.microsoft.com/office/drawing/2014/main" id="{2C2BE9EA-0EA2-42FE-AC79-B61C26DC7C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946" y="2646"/>
                    <a:ext cx="60" cy="63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693" name="Line 148">
                    <a:extLst>
                      <a:ext uri="{FF2B5EF4-FFF2-40B4-BE49-F238E27FC236}">
                        <a16:creationId xmlns:a16="http://schemas.microsoft.com/office/drawing/2014/main" id="{991E6EB5-0970-41AD-B9D4-190902858E3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582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27694" name="Line 149">
                    <a:extLst>
                      <a:ext uri="{FF2B5EF4-FFF2-40B4-BE49-F238E27FC236}">
                        <a16:creationId xmlns:a16="http://schemas.microsoft.com/office/drawing/2014/main" id="{D321797A-BB05-4813-B5BF-85BCBD0AB4A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491" y="2804"/>
                    <a:ext cx="182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accent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endParaRPr>
                  </a:p>
                </p:txBody>
              </p:sp>
              <p:grpSp>
                <p:nvGrpSpPr>
                  <p:cNvPr id="27695" name="Group 150">
                    <a:extLst>
                      <a:ext uri="{FF2B5EF4-FFF2-40B4-BE49-F238E27FC236}">
                        <a16:creationId xmlns:a16="http://schemas.microsoft.com/office/drawing/2014/main" id="{34B98248-9D36-46D6-B233-EA3AB20DB5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838" y="2610"/>
                    <a:ext cx="97" cy="173"/>
                    <a:chOff x="4457" y="2837"/>
                    <a:chExt cx="97" cy="173"/>
                  </a:xfrm>
                </p:grpSpPr>
                <p:sp>
                  <p:nvSpPr>
                    <p:cNvPr id="27697" name="Line 151">
                      <a:extLst>
                        <a:ext uri="{FF2B5EF4-FFF2-40B4-BE49-F238E27FC236}">
                          <a16:creationId xmlns:a16="http://schemas.microsoft.com/office/drawing/2014/main" id="{5EF1BE20-B03A-484B-8B8C-C57C225A41B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457" y="3010"/>
                      <a:ext cx="97" cy="0"/>
                    </a:xfrm>
                    <a:prstGeom prst="line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  <p:sp>
                  <p:nvSpPr>
                    <p:cNvPr id="27698" name="AutoShape 152">
                      <a:extLst>
                        <a:ext uri="{FF2B5EF4-FFF2-40B4-BE49-F238E27FC236}">
                          <a16:creationId xmlns:a16="http://schemas.microsoft.com/office/drawing/2014/main" id="{289AEDE3-08DF-4E96-A329-4DFD027BD20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7" y="2837"/>
                      <a:ext cx="63" cy="119"/>
                    </a:xfrm>
                    <a:prstGeom prst="diamond">
                      <a:avLst/>
                    </a:prstGeom>
                    <a:noFill/>
                    <a:ln w="38100">
                      <a:solidFill>
                        <a:schemeClr val="accent1"/>
                      </a:solidFill>
                      <a:miter lim="800000"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har char="•"/>
                        <a:defRPr kumimoji="1" sz="3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28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p:txBody>
                </p:sp>
              </p:grpSp>
              <p:sp>
                <p:nvSpPr>
                  <p:cNvPr id="27696" name="Text Box 153">
                    <a:extLst>
                      <a:ext uri="{FF2B5EF4-FFF2-40B4-BE49-F238E27FC236}">
                        <a16:creationId xmlns:a16="http://schemas.microsoft.com/office/drawing/2014/main" id="{E346EE11-6DCD-42CB-84EB-313C7D144FC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652" y="2467"/>
                    <a:ext cx="272" cy="212"/>
                  </a:xfrm>
                  <a:prstGeom prst="rect">
                    <a:avLst/>
                  </a:prstGeom>
                  <a:noFill/>
                  <a:ln w="38100">
                    <a:noFill/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5000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1" lang="en-US" altLang="zh-CN" sz="16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rPr>
                      <a:t>&amp;</a:t>
                    </a:r>
                  </a:p>
                </p:txBody>
              </p:sp>
            </p:grpSp>
          </p:grpSp>
          <p:sp>
            <p:nvSpPr>
              <p:cNvPr id="27685" name="Oval 154">
                <a:extLst>
                  <a:ext uri="{FF2B5EF4-FFF2-40B4-BE49-F238E27FC236}">
                    <a16:creationId xmlns:a16="http://schemas.microsoft.com/office/drawing/2014/main" id="{5BCF4712-A4BB-451D-8262-71EBF7F2C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2641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86" name="Oval 155">
                <a:extLst>
                  <a:ext uri="{FF2B5EF4-FFF2-40B4-BE49-F238E27FC236}">
                    <a16:creationId xmlns:a16="http://schemas.microsoft.com/office/drawing/2014/main" id="{A335D1B8-337B-4012-8C3F-E443E5B6DD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8" y="3076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87" name="Oval 156">
                <a:extLst>
                  <a:ext uri="{FF2B5EF4-FFF2-40B4-BE49-F238E27FC236}">
                    <a16:creationId xmlns:a16="http://schemas.microsoft.com/office/drawing/2014/main" id="{F17EE5FD-9200-4134-B0C2-EAB1A989E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4" y="2576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688" name="Oval 157">
                <a:extLst>
                  <a:ext uri="{FF2B5EF4-FFF2-40B4-BE49-F238E27FC236}">
                    <a16:creationId xmlns:a16="http://schemas.microsoft.com/office/drawing/2014/main" id="{8295343B-0C6A-448D-B618-0055EB35B8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" y="2978"/>
                <a:ext cx="76" cy="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7664" name="Text Box 158">
              <a:extLst>
                <a:ext uri="{FF2B5EF4-FFF2-40B4-BE49-F238E27FC236}">
                  <a16:creationId xmlns:a16="http://schemas.microsoft.com/office/drawing/2014/main" id="{308A4B52-C4DA-4EC7-BBAA-F2F2713A05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1" y="1163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7665" name="Text Box 159">
              <a:extLst>
                <a:ext uri="{FF2B5EF4-FFF2-40B4-BE49-F238E27FC236}">
                  <a16:creationId xmlns:a16="http://schemas.microsoft.com/office/drawing/2014/main" id="{9FDB3D03-3B0B-4ACD-950C-E033B9758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32" y="1597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27666" name="Text Box 160">
              <a:extLst>
                <a:ext uri="{FF2B5EF4-FFF2-40B4-BE49-F238E27FC236}">
                  <a16:creationId xmlns:a16="http://schemas.microsoft.com/office/drawing/2014/main" id="{69D98D63-A206-416A-82FA-52128B0840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0" y="2097"/>
              <a:ext cx="370" cy="231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0377865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7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0" fill="hold"/>
                                        <p:tgtEl>
                                          <p:spTgt spid="1270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1270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7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0" fill="hold"/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70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70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12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12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38" grpId="0" animBg="1" autoUpdateAnimBg="0"/>
      <p:bldP spid="127059" grpId="0" animBg="1" autoUpdateAnimBg="0"/>
      <p:bldP spid="127066" grpId="0" animBg="1" autoUpdateAnimBg="0"/>
      <p:bldP spid="12706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2E1A6AC-10F4-4D84-8E0E-01815A269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63525"/>
            <a:ext cx="2908300" cy="538163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二、三态门</a:t>
            </a:r>
          </a:p>
        </p:txBody>
      </p:sp>
      <p:grpSp>
        <p:nvGrpSpPr>
          <p:cNvPr id="36991" name="Group 127">
            <a:extLst>
              <a:ext uri="{FF2B5EF4-FFF2-40B4-BE49-F238E27FC236}">
                <a16:creationId xmlns:a16="http://schemas.microsoft.com/office/drawing/2014/main" id="{0637DFF0-703E-4779-9C3E-0124E389D1D2}"/>
              </a:ext>
            </a:extLst>
          </p:cNvPr>
          <p:cNvGrpSpPr>
            <a:grpSpLocks/>
          </p:cNvGrpSpPr>
          <p:nvPr/>
        </p:nvGrpSpPr>
        <p:grpSpPr bwMode="auto">
          <a:xfrm>
            <a:off x="206375" y="3243263"/>
            <a:ext cx="622300" cy="1293812"/>
            <a:chOff x="413" y="880"/>
            <a:chExt cx="392" cy="815"/>
          </a:xfrm>
        </p:grpSpPr>
        <p:sp>
          <p:nvSpPr>
            <p:cNvPr id="28810" name="Rectangle 125">
              <a:extLst>
                <a:ext uri="{FF2B5EF4-FFF2-40B4-BE49-F238E27FC236}">
                  <a16:creationId xmlns:a16="http://schemas.microsoft.com/office/drawing/2014/main" id="{2BE1153D-4FC7-48E8-B2F9-259890219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" y="880"/>
              <a:ext cx="380" cy="815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811" name="Text Box 126">
              <a:extLst>
                <a:ext uri="{FF2B5EF4-FFF2-40B4-BE49-F238E27FC236}">
                  <a16:creationId xmlns:a16="http://schemas.microsoft.com/office/drawing/2014/main" id="{0B586DB1-8FF5-448E-AF23-B55C11DC6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" y="989"/>
              <a:ext cx="391" cy="596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主机</a:t>
              </a:r>
            </a:p>
          </p:txBody>
        </p:sp>
      </p:grpSp>
      <p:grpSp>
        <p:nvGrpSpPr>
          <p:cNvPr id="37002" name="Group 138">
            <a:extLst>
              <a:ext uri="{FF2B5EF4-FFF2-40B4-BE49-F238E27FC236}">
                <a16:creationId xmlns:a16="http://schemas.microsoft.com/office/drawing/2014/main" id="{AD826583-46D9-47D7-8264-FF697637EA9B}"/>
              </a:ext>
            </a:extLst>
          </p:cNvPr>
          <p:cNvGrpSpPr>
            <a:grpSpLocks/>
          </p:cNvGrpSpPr>
          <p:nvPr/>
        </p:nvGrpSpPr>
        <p:grpSpPr bwMode="auto">
          <a:xfrm>
            <a:off x="2035175" y="2070100"/>
            <a:ext cx="982663" cy="3089275"/>
            <a:chOff x="1500" y="695"/>
            <a:chExt cx="619" cy="1946"/>
          </a:xfrm>
        </p:grpSpPr>
        <p:grpSp>
          <p:nvGrpSpPr>
            <p:cNvPr id="28800" name="Group 130">
              <a:extLst>
                <a:ext uri="{FF2B5EF4-FFF2-40B4-BE49-F238E27FC236}">
                  <a16:creationId xmlns:a16="http://schemas.microsoft.com/office/drawing/2014/main" id="{44618303-C645-4949-B804-33E7843A45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1" y="1087"/>
              <a:ext cx="326" cy="435"/>
              <a:chOff x="1641" y="1087"/>
              <a:chExt cx="391" cy="435"/>
            </a:xfrm>
          </p:grpSpPr>
          <p:sp>
            <p:nvSpPr>
              <p:cNvPr id="28808" name="Rectangle 128">
                <a:extLst>
                  <a:ext uri="{FF2B5EF4-FFF2-40B4-BE49-F238E27FC236}">
                    <a16:creationId xmlns:a16="http://schemas.microsoft.com/office/drawing/2014/main" id="{ADA0565B-CBFB-458B-A107-2E30D195B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1" y="1087"/>
                <a:ext cx="391" cy="43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809" name="Text Box 129">
                <a:extLst>
                  <a:ext uri="{FF2B5EF4-FFF2-40B4-BE49-F238E27FC236}">
                    <a16:creationId xmlns:a16="http://schemas.microsoft.com/office/drawing/2014/main" id="{5D9B004A-97B6-49B0-A2DA-4CA45CA7ED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" y="1141"/>
                <a:ext cx="33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</p:grpSp>
        <p:sp>
          <p:nvSpPr>
            <p:cNvPr id="28801" name="Text Box 131">
              <a:extLst>
                <a:ext uri="{FF2B5EF4-FFF2-40B4-BE49-F238E27FC236}">
                  <a16:creationId xmlns:a16="http://schemas.microsoft.com/office/drawing/2014/main" id="{65833ED7-09E2-47F4-A68C-82497CCCF0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695"/>
              <a:ext cx="619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外设</a:t>
              </a:r>
            </a:p>
          </p:txBody>
        </p:sp>
        <p:grpSp>
          <p:nvGrpSpPr>
            <p:cNvPr id="28802" name="Group 132">
              <a:extLst>
                <a:ext uri="{FF2B5EF4-FFF2-40B4-BE49-F238E27FC236}">
                  <a16:creationId xmlns:a16="http://schemas.microsoft.com/office/drawing/2014/main" id="{408A2DD7-D4AF-4DED-8FB8-9EA747FEDA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1" y="1630"/>
              <a:ext cx="326" cy="435"/>
              <a:chOff x="1641" y="1087"/>
              <a:chExt cx="391" cy="435"/>
            </a:xfrm>
          </p:grpSpPr>
          <p:sp>
            <p:nvSpPr>
              <p:cNvPr id="28806" name="Rectangle 133">
                <a:extLst>
                  <a:ext uri="{FF2B5EF4-FFF2-40B4-BE49-F238E27FC236}">
                    <a16:creationId xmlns:a16="http://schemas.microsoft.com/office/drawing/2014/main" id="{D2BE857F-9737-4EBC-85F1-B992E5DCF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1" y="1087"/>
                <a:ext cx="391" cy="43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807" name="Text Box 134">
                <a:extLst>
                  <a:ext uri="{FF2B5EF4-FFF2-40B4-BE49-F238E27FC236}">
                    <a16:creationId xmlns:a16="http://schemas.microsoft.com/office/drawing/2014/main" id="{C23ED7CF-684F-4272-892B-86B5414E62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" y="1141"/>
                <a:ext cx="33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2</a:t>
                </a:r>
              </a:p>
            </p:txBody>
          </p:sp>
        </p:grpSp>
        <p:grpSp>
          <p:nvGrpSpPr>
            <p:cNvPr id="28803" name="Group 135">
              <a:extLst>
                <a:ext uri="{FF2B5EF4-FFF2-40B4-BE49-F238E27FC236}">
                  <a16:creationId xmlns:a16="http://schemas.microsoft.com/office/drawing/2014/main" id="{ED10E2A7-5BDE-42B2-8204-77E0DD5B8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42" y="2206"/>
              <a:ext cx="326" cy="435"/>
              <a:chOff x="1641" y="1087"/>
              <a:chExt cx="391" cy="435"/>
            </a:xfrm>
          </p:grpSpPr>
          <p:sp>
            <p:nvSpPr>
              <p:cNvPr id="28804" name="Rectangle 136">
                <a:extLst>
                  <a:ext uri="{FF2B5EF4-FFF2-40B4-BE49-F238E27FC236}">
                    <a16:creationId xmlns:a16="http://schemas.microsoft.com/office/drawing/2014/main" id="{E602E0EC-D552-4378-BF54-7AEC915253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1" y="1087"/>
                <a:ext cx="391" cy="435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805" name="Text Box 137">
                <a:extLst>
                  <a:ext uri="{FF2B5EF4-FFF2-40B4-BE49-F238E27FC236}">
                    <a16:creationId xmlns:a16="http://schemas.microsoft.com/office/drawing/2014/main" id="{0AC3090B-E051-44D1-BB1F-6C5E3B9EB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5" y="1141"/>
                <a:ext cx="337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3</a:t>
                </a:r>
              </a:p>
            </p:txBody>
          </p:sp>
        </p:grpSp>
      </p:grpSp>
      <p:grpSp>
        <p:nvGrpSpPr>
          <p:cNvPr id="37010" name="Group 146">
            <a:extLst>
              <a:ext uri="{FF2B5EF4-FFF2-40B4-BE49-F238E27FC236}">
                <a16:creationId xmlns:a16="http://schemas.microsoft.com/office/drawing/2014/main" id="{E0B0578E-22E0-4565-BFF1-EC4BC24A7613}"/>
              </a:ext>
            </a:extLst>
          </p:cNvPr>
          <p:cNvGrpSpPr>
            <a:grpSpLocks/>
          </p:cNvGrpSpPr>
          <p:nvPr/>
        </p:nvGrpSpPr>
        <p:grpSpPr bwMode="auto">
          <a:xfrm>
            <a:off x="809625" y="2036763"/>
            <a:ext cx="1449388" cy="4371975"/>
            <a:chOff x="728" y="674"/>
            <a:chExt cx="913" cy="2754"/>
          </a:xfrm>
        </p:grpSpPr>
        <p:sp>
          <p:nvSpPr>
            <p:cNvPr id="28793" name="Line 139">
              <a:extLst>
                <a:ext uri="{FF2B5EF4-FFF2-40B4-BE49-F238E27FC236}">
                  <a16:creationId xmlns:a16="http://schemas.microsoft.com/office/drawing/2014/main" id="{21EF6003-35E0-42D2-BB4E-8AA3A9E9FA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5" y="674"/>
              <a:ext cx="0" cy="23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94" name="Line 140">
              <a:extLst>
                <a:ext uri="{FF2B5EF4-FFF2-40B4-BE49-F238E27FC236}">
                  <a16:creationId xmlns:a16="http://schemas.microsoft.com/office/drawing/2014/main" id="{FDDD11CD-75B4-4E1C-8A5E-5EE9562BF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685"/>
              <a:ext cx="0" cy="238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95" name="Text Box 141">
              <a:extLst>
                <a:ext uri="{FF2B5EF4-FFF2-40B4-BE49-F238E27FC236}">
                  <a16:creationId xmlns:a16="http://schemas.microsoft.com/office/drawing/2014/main" id="{E55421EE-49BE-4FFC-9369-ADF7C8A186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7" y="3098"/>
              <a:ext cx="652" cy="330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总线</a:t>
              </a:r>
            </a:p>
          </p:txBody>
        </p:sp>
        <p:sp>
          <p:nvSpPr>
            <p:cNvPr id="28796" name="AutoShape 142">
              <a:extLst>
                <a:ext uri="{FF2B5EF4-FFF2-40B4-BE49-F238E27FC236}">
                  <a16:creationId xmlns:a16="http://schemas.microsoft.com/office/drawing/2014/main" id="{2B2E7E52-70C1-482A-B5B1-10806C95F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" y="1739"/>
              <a:ext cx="413" cy="174"/>
            </a:xfrm>
            <a:prstGeom prst="leftRightArrow">
              <a:avLst>
                <a:gd name="adj1" fmla="val 50000"/>
                <a:gd name="adj2" fmla="val 47471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97" name="AutoShape 143">
              <a:extLst>
                <a:ext uri="{FF2B5EF4-FFF2-40B4-BE49-F238E27FC236}">
                  <a16:creationId xmlns:a16="http://schemas.microsoft.com/office/drawing/2014/main" id="{98343246-9F6D-4E9F-9BF1-6A7C34DEF6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196"/>
              <a:ext cx="337" cy="195"/>
            </a:xfrm>
            <a:prstGeom prst="leftRightArrow">
              <a:avLst>
                <a:gd name="adj1" fmla="val 50000"/>
                <a:gd name="adj2" fmla="val 34564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98" name="AutoShape 144">
              <a:extLst>
                <a:ext uri="{FF2B5EF4-FFF2-40B4-BE49-F238E27FC236}">
                  <a16:creationId xmlns:a16="http://schemas.microsoft.com/office/drawing/2014/main" id="{23CB35A3-59F2-41C1-9068-8124993F5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1783"/>
              <a:ext cx="337" cy="195"/>
            </a:xfrm>
            <a:prstGeom prst="leftRightArrow">
              <a:avLst>
                <a:gd name="adj1" fmla="val 50000"/>
                <a:gd name="adj2" fmla="val 34564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99" name="AutoShape 145">
              <a:extLst>
                <a:ext uri="{FF2B5EF4-FFF2-40B4-BE49-F238E27FC236}">
                  <a16:creationId xmlns:a16="http://schemas.microsoft.com/office/drawing/2014/main" id="{55C47B9F-21C9-4193-B241-B543856452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4" y="2326"/>
              <a:ext cx="337" cy="195"/>
            </a:xfrm>
            <a:prstGeom prst="leftRightArrow">
              <a:avLst>
                <a:gd name="adj1" fmla="val 50000"/>
                <a:gd name="adj2" fmla="val 34564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31" name="Group 267">
            <a:extLst>
              <a:ext uri="{FF2B5EF4-FFF2-40B4-BE49-F238E27FC236}">
                <a16:creationId xmlns:a16="http://schemas.microsoft.com/office/drawing/2014/main" id="{80C45A17-4DD3-48BC-B53C-85F6E5B9CA43}"/>
              </a:ext>
            </a:extLst>
          </p:cNvPr>
          <p:cNvGrpSpPr>
            <a:grpSpLocks/>
          </p:cNvGrpSpPr>
          <p:nvPr/>
        </p:nvGrpSpPr>
        <p:grpSpPr bwMode="auto">
          <a:xfrm>
            <a:off x="2706688" y="87313"/>
            <a:ext cx="6437312" cy="3414712"/>
            <a:chOff x="1705" y="55"/>
            <a:chExt cx="4055" cy="2151"/>
          </a:xfrm>
        </p:grpSpPr>
        <p:grpSp>
          <p:nvGrpSpPr>
            <p:cNvPr id="28698" name="Group 148">
              <a:extLst>
                <a:ext uri="{FF2B5EF4-FFF2-40B4-BE49-F238E27FC236}">
                  <a16:creationId xmlns:a16="http://schemas.microsoft.com/office/drawing/2014/main" id="{37F66D05-D8DE-4412-9A1C-DD816448F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42" y="908"/>
              <a:ext cx="280" cy="236"/>
              <a:chOff x="2200" y="1610"/>
              <a:chExt cx="336" cy="288"/>
            </a:xfrm>
          </p:grpSpPr>
          <p:sp>
            <p:nvSpPr>
              <p:cNvPr id="28789" name="Line 149">
                <a:extLst>
                  <a:ext uri="{FF2B5EF4-FFF2-40B4-BE49-F238E27FC236}">
                    <a16:creationId xmlns:a16="http://schemas.microsoft.com/office/drawing/2014/main" id="{38FEEE58-5A52-408B-99B6-E80F9C246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90" name="Line 150">
                <a:extLst>
                  <a:ext uri="{FF2B5EF4-FFF2-40B4-BE49-F238E27FC236}">
                    <a16:creationId xmlns:a16="http://schemas.microsoft.com/office/drawing/2014/main" id="{387F9028-6E7E-49DF-9287-5940C454FA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92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91" name="Line 151">
                <a:extLst>
                  <a:ext uri="{FF2B5EF4-FFF2-40B4-BE49-F238E27FC236}">
                    <a16:creationId xmlns:a16="http://schemas.microsoft.com/office/drawing/2014/main" id="{473A1071-6AA1-447D-B5AB-9D9B7F7EE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92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92" name="Line 152">
                <a:extLst>
                  <a:ext uri="{FF2B5EF4-FFF2-40B4-BE49-F238E27FC236}">
                    <a16:creationId xmlns:a16="http://schemas.microsoft.com/office/drawing/2014/main" id="{DA4B6265-69EF-465B-9B06-F478DEE1B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0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8699" name="Group 153">
              <a:extLst>
                <a:ext uri="{FF2B5EF4-FFF2-40B4-BE49-F238E27FC236}">
                  <a16:creationId xmlns:a16="http://schemas.microsoft.com/office/drawing/2014/main" id="{2B009A35-1E32-4F4B-A591-962C46DDD8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" y="908"/>
              <a:ext cx="280" cy="236"/>
              <a:chOff x="3784" y="1610"/>
              <a:chExt cx="336" cy="288"/>
            </a:xfrm>
          </p:grpSpPr>
          <p:sp>
            <p:nvSpPr>
              <p:cNvPr id="28785" name="Line 154">
                <a:extLst>
                  <a:ext uri="{FF2B5EF4-FFF2-40B4-BE49-F238E27FC236}">
                    <a16:creationId xmlns:a16="http://schemas.microsoft.com/office/drawing/2014/main" id="{00F426DA-D130-4AEC-9BF3-5CE3A2AE7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610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6" name="Line 155">
                <a:extLst>
                  <a:ext uri="{FF2B5EF4-FFF2-40B4-BE49-F238E27FC236}">
                    <a16:creationId xmlns:a16="http://schemas.microsoft.com/office/drawing/2014/main" id="{03D59CCA-A6A3-4C68-93AA-E46892B97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1754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7" name="Line 156">
                <a:extLst>
                  <a:ext uri="{FF2B5EF4-FFF2-40B4-BE49-F238E27FC236}">
                    <a16:creationId xmlns:a16="http://schemas.microsoft.com/office/drawing/2014/main" id="{87F77CB0-68D2-4D69-8053-53881ACDB4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1610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8" name="Line 157">
                <a:extLst>
                  <a:ext uri="{FF2B5EF4-FFF2-40B4-BE49-F238E27FC236}">
                    <a16:creationId xmlns:a16="http://schemas.microsoft.com/office/drawing/2014/main" id="{A99DE3D5-54DD-486A-86ED-AA16E1EAB1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1754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8700" name="Group 158">
              <a:extLst>
                <a:ext uri="{FF2B5EF4-FFF2-40B4-BE49-F238E27FC236}">
                  <a16:creationId xmlns:a16="http://schemas.microsoft.com/office/drawing/2014/main" id="{F8ED5431-004B-4770-A625-C26B5F1B60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2" y="1380"/>
              <a:ext cx="280" cy="236"/>
              <a:chOff x="3784" y="2186"/>
              <a:chExt cx="336" cy="288"/>
            </a:xfrm>
          </p:grpSpPr>
          <p:sp>
            <p:nvSpPr>
              <p:cNvPr id="28781" name="Line 159">
                <a:extLst>
                  <a:ext uri="{FF2B5EF4-FFF2-40B4-BE49-F238E27FC236}">
                    <a16:creationId xmlns:a16="http://schemas.microsoft.com/office/drawing/2014/main" id="{2EC0A06C-1EF2-46A0-BB86-A9D3F1BDEC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186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2" name="Line 160">
                <a:extLst>
                  <a:ext uri="{FF2B5EF4-FFF2-40B4-BE49-F238E27FC236}">
                    <a16:creationId xmlns:a16="http://schemas.microsoft.com/office/drawing/2014/main" id="{DBCD3DAA-6812-4DB9-BA26-AAC705F635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76" y="2330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3" name="Line 161">
                <a:extLst>
                  <a:ext uri="{FF2B5EF4-FFF2-40B4-BE49-F238E27FC236}">
                    <a16:creationId xmlns:a16="http://schemas.microsoft.com/office/drawing/2014/main" id="{80938617-C07F-4826-AFF5-112C92660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76" y="2186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4" name="Line 162">
                <a:extLst>
                  <a:ext uri="{FF2B5EF4-FFF2-40B4-BE49-F238E27FC236}">
                    <a16:creationId xmlns:a16="http://schemas.microsoft.com/office/drawing/2014/main" id="{A2CFF06A-D3A5-42E5-86F9-2D1296A30F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84" y="2330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8701" name="Group 163">
              <a:extLst>
                <a:ext uri="{FF2B5EF4-FFF2-40B4-BE49-F238E27FC236}">
                  <a16:creationId xmlns:a16="http://schemas.microsoft.com/office/drawing/2014/main" id="{EEA1CFE4-9630-4695-92A4-A2E862670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62" y="632"/>
              <a:ext cx="280" cy="236"/>
              <a:chOff x="2824" y="1274"/>
              <a:chExt cx="336" cy="288"/>
            </a:xfrm>
          </p:grpSpPr>
          <p:sp>
            <p:nvSpPr>
              <p:cNvPr id="28777" name="Line 164">
                <a:extLst>
                  <a:ext uri="{FF2B5EF4-FFF2-40B4-BE49-F238E27FC236}">
                    <a16:creationId xmlns:a16="http://schemas.microsoft.com/office/drawing/2014/main" id="{D35D4527-9319-4CEB-AA63-28D62E351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274"/>
                <a:ext cx="0" cy="28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8" name="Line 165">
                <a:extLst>
                  <a:ext uri="{FF2B5EF4-FFF2-40B4-BE49-F238E27FC236}">
                    <a16:creationId xmlns:a16="http://schemas.microsoft.com/office/drawing/2014/main" id="{85DDE7A1-0C30-4147-8564-987ED1072E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16" y="1418"/>
                <a:ext cx="144" cy="1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9" name="Line 166">
                <a:extLst>
                  <a:ext uri="{FF2B5EF4-FFF2-40B4-BE49-F238E27FC236}">
                    <a16:creationId xmlns:a16="http://schemas.microsoft.com/office/drawing/2014/main" id="{641BC661-F17A-498C-9A59-042D594273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16" y="1274"/>
                <a:ext cx="144" cy="9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80" name="Line 167">
                <a:extLst>
                  <a:ext uri="{FF2B5EF4-FFF2-40B4-BE49-F238E27FC236}">
                    <a16:creationId xmlns:a16="http://schemas.microsoft.com/office/drawing/2014/main" id="{F81DEB7D-5C8E-46AB-87C8-F9F4F0DE4A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4" y="1418"/>
                <a:ext cx="19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8702" name="Group 168">
              <a:extLst>
                <a:ext uri="{FF2B5EF4-FFF2-40B4-BE49-F238E27FC236}">
                  <a16:creationId xmlns:a16="http://schemas.microsoft.com/office/drawing/2014/main" id="{CC11797E-34FA-4C3B-A1C0-87B3E3998B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2" y="868"/>
              <a:ext cx="600" cy="158"/>
              <a:chOff x="1144" y="1562"/>
              <a:chExt cx="720" cy="192"/>
            </a:xfrm>
          </p:grpSpPr>
          <p:sp>
            <p:nvSpPr>
              <p:cNvPr id="28772" name="Line 169">
                <a:extLst>
                  <a:ext uri="{FF2B5EF4-FFF2-40B4-BE49-F238E27FC236}">
                    <a16:creationId xmlns:a16="http://schemas.microsoft.com/office/drawing/2014/main" id="{BB53802A-2A5D-49B9-BBBD-ABAEC53E8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0" y="156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3" name="Line 170">
                <a:extLst>
                  <a:ext uri="{FF2B5EF4-FFF2-40B4-BE49-F238E27FC236}">
                    <a16:creationId xmlns:a16="http://schemas.microsoft.com/office/drawing/2014/main" id="{5C678096-25A1-4024-9F58-4AA15910A1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44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4" name="Line 171">
                <a:extLst>
                  <a:ext uri="{FF2B5EF4-FFF2-40B4-BE49-F238E27FC236}">
                    <a16:creationId xmlns:a16="http://schemas.microsoft.com/office/drawing/2014/main" id="{AE420FA2-43BB-44A4-A395-3ADA6A9177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88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5" name="Line 172">
                <a:extLst>
                  <a:ext uri="{FF2B5EF4-FFF2-40B4-BE49-F238E27FC236}">
                    <a16:creationId xmlns:a16="http://schemas.microsoft.com/office/drawing/2014/main" id="{83C0F421-F2DD-49CD-8A91-D8B08FA66F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8776" name="Line 173">
                <a:extLst>
                  <a:ext uri="{FF2B5EF4-FFF2-40B4-BE49-F238E27FC236}">
                    <a16:creationId xmlns:a16="http://schemas.microsoft.com/office/drawing/2014/main" id="{EB314188-42FD-484B-94A2-7777F1344B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72" y="1562"/>
                <a:ext cx="192" cy="19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8703" name="Rectangle 174">
              <a:extLst>
                <a:ext uri="{FF2B5EF4-FFF2-40B4-BE49-F238E27FC236}">
                  <a16:creationId xmlns:a16="http://schemas.microsoft.com/office/drawing/2014/main" id="{32646CE0-A51B-4BCC-8C47-C352BE905A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2" y="435"/>
              <a:ext cx="80" cy="197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4" name="Rectangle 175">
              <a:extLst>
                <a:ext uri="{FF2B5EF4-FFF2-40B4-BE49-F238E27FC236}">
                  <a16:creationId xmlns:a16="http://schemas.microsoft.com/office/drawing/2014/main" id="{2E8FC617-2E95-4B15-A8E9-8B2FEAD079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1616"/>
              <a:ext cx="80" cy="197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5" name="Rectangle 176">
              <a:extLst>
                <a:ext uri="{FF2B5EF4-FFF2-40B4-BE49-F238E27FC236}">
                  <a16:creationId xmlns:a16="http://schemas.microsoft.com/office/drawing/2014/main" id="{2C445F46-A332-4D14-B63B-98D2DF0D6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317"/>
              <a:ext cx="80" cy="197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6" name="Rectangle 177">
              <a:extLst>
                <a:ext uri="{FF2B5EF4-FFF2-40B4-BE49-F238E27FC236}">
                  <a16:creationId xmlns:a16="http://schemas.microsoft.com/office/drawing/2014/main" id="{8F0DCDC8-2C0F-4513-8C1A-D8811AA75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2" y="1655"/>
              <a:ext cx="80" cy="197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7" name="Rectangle 178">
              <a:extLst>
                <a:ext uri="{FF2B5EF4-FFF2-40B4-BE49-F238E27FC236}">
                  <a16:creationId xmlns:a16="http://schemas.microsoft.com/office/drawing/2014/main" id="{EFAFFC7A-28D2-4AFB-8DFB-7C267A00FE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2" y="357"/>
              <a:ext cx="80" cy="196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8" name="Line 179">
              <a:extLst>
                <a:ext uri="{FF2B5EF4-FFF2-40B4-BE49-F238E27FC236}">
                  <a16:creationId xmlns:a16="http://schemas.microsoft.com/office/drawing/2014/main" id="{10DFB0A1-1192-4C52-9CD0-9056ED8C5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632"/>
              <a:ext cx="0" cy="2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09" name="Line 180">
              <a:extLst>
                <a:ext uri="{FF2B5EF4-FFF2-40B4-BE49-F238E27FC236}">
                  <a16:creationId xmlns:a16="http://schemas.microsoft.com/office/drawing/2014/main" id="{6131D864-FC51-49AB-85D0-5BC10675B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199"/>
              <a:ext cx="0" cy="2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0" name="Line 181">
              <a:extLst>
                <a:ext uri="{FF2B5EF4-FFF2-40B4-BE49-F238E27FC236}">
                  <a16:creationId xmlns:a16="http://schemas.microsoft.com/office/drawing/2014/main" id="{57D3E3F3-8A25-4385-88B7-9C1824842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2" y="199"/>
              <a:ext cx="224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1" name="Line 182">
              <a:extLst>
                <a:ext uri="{FF2B5EF4-FFF2-40B4-BE49-F238E27FC236}">
                  <a16:creationId xmlns:a16="http://schemas.microsoft.com/office/drawing/2014/main" id="{6EF5DD73-248C-4871-8DDC-79C677556C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1" y="1026"/>
              <a:ext cx="32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2" name="Line 183">
              <a:extLst>
                <a:ext uri="{FF2B5EF4-FFF2-40B4-BE49-F238E27FC236}">
                  <a16:creationId xmlns:a16="http://schemas.microsoft.com/office/drawing/2014/main" id="{AF18DA83-6F9B-45C4-BCF7-4736BB1DE2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22" y="553"/>
              <a:ext cx="0" cy="35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3" name="Line 184">
              <a:extLst>
                <a:ext uri="{FF2B5EF4-FFF2-40B4-BE49-F238E27FC236}">
                  <a16:creationId xmlns:a16="http://schemas.microsoft.com/office/drawing/2014/main" id="{8E856CEE-F72A-4746-963E-FB33CE3828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199"/>
              <a:ext cx="0" cy="15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4" name="Line 185">
              <a:extLst>
                <a:ext uri="{FF2B5EF4-FFF2-40B4-BE49-F238E27FC236}">
                  <a16:creationId xmlns:a16="http://schemas.microsoft.com/office/drawing/2014/main" id="{CE29B104-9409-43B5-B68C-1B8F3EF5C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750"/>
              <a:ext cx="2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5" name="Line 186">
              <a:extLst>
                <a:ext uri="{FF2B5EF4-FFF2-40B4-BE49-F238E27FC236}">
                  <a16:creationId xmlns:a16="http://schemas.microsoft.com/office/drawing/2014/main" id="{B2430871-F65E-41D1-A5A8-5CBA3C51F6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1144"/>
              <a:ext cx="0" cy="47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6" name="Line 187">
              <a:extLst>
                <a:ext uri="{FF2B5EF4-FFF2-40B4-BE49-F238E27FC236}">
                  <a16:creationId xmlns:a16="http://schemas.microsoft.com/office/drawing/2014/main" id="{2755FCC7-08F9-472C-9D4F-9F48270B2C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868"/>
              <a:ext cx="0" cy="78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7" name="Line 188">
              <a:extLst>
                <a:ext uri="{FF2B5EF4-FFF2-40B4-BE49-F238E27FC236}">
                  <a16:creationId xmlns:a16="http://schemas.microsoft.com/office/drawing/2014/main" id="{7442E617-CC34-43FB-B512-9091E17BE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1498"/>
              <a:ext cx="10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8" name="Line 189">
              <a:extLst>
                <a:ext uri="{FF2B5EF4-FFF2-40B4-BE49-F238E27FC236}">
                  <a16:creationId xmlns:a16="http://schemas.microsoft.com/office/drawing/2014/main" id="{ACE5518C-B438-47D1-A418-985F7BD4DF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2" y="1140"/>
              <a:ext cx="0" cy="25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19" name="Line 190">
              <a:extLst>
                <a:ext uri="{FF2B5EF4-FFF2-40B4-BE49-F238E27FC236}">
                  <a16:creationId xmlns:a16="http://schemas.microsoft.com/office/drawing/2014/main" id="{2B72C259-0825-4A7C-A4B6-5536BF508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1026"/>
              <a:ext cx="5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0" name="Line 191">
              <a:extLst>
                <a:ext uri="{FF2B5EF4-FFF2-40B4-BE49-F238E27FC236}">
                  <a16:creationId xmlns:a16="http://schemas.microsoft.com/office/drawing/2014/main" id="{680359B3-4850-497F-ADAD-65B666D8F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2" y="199"/>
              <a:ext cx="0" cy="11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1" name="Line 192">
              <a:extLst>
                <a:ext uri="{FF2B5EF4-FFF2-40B4-BE49-F238E27FC236}">
                  <a16:creationId xmlns:a16="http://schemas.microsoft.com/office/drawing/2014/main" id="{14B15134-BEF5-4282-B977-495738873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2" y="514"/>
              <a:ext cx="0" cy="39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2" name="Line 193">
              <a:extLst>
                <a:ext uri="{FF2B5EF4-FFF2-40B4-BE49-F238E27FC236}">
                  <a16:creationId xmlns:a16="http://schemas.microsoft.com/office/drawing/2014/main" id="{D6F5330B-B4BF-46CC-BC65-CAA7A5A081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632"/>
              <a:ext cx="8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3" name="Line 194">
              <a:extLst>
                <a:ext uri="{FF2B5EF4-FFF2-40B4-BE49-F238E27FC236}">
                  <a16:creationId xmlns:a16="http://schemas.microsoft.com/office/drawing/2014/main" id="{47CF8549-3C4D-43AA-8C1A-795249291E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2" y="1852"/>
              <a:ext cx="0" cy="2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4" name="Line 195">
              <a:extLst>
                <a:ext uri="{FF2B5EF4-FFF2-40B4-BE49-F238E27FC236}">
                  <a16:creationId xmlns:a16="http://schemas.microsoft.com/office/drawing/2014/main" id="{78EDB7B9-3D03-4D5D-8963-390630B1C0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1813"/>
              <a:ext cx="0" cy="27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5" name="Line 196">
              <a:extLst>
                <a:ext uri="{FF2B5EF4-FFF2-40B4-BE49-F238E27FC236}">
                  <a16:creationId xmlns:a16="http://schemas.microsoft.com/office/drawing/2014/main" id="{7594BB0E-DB35-437A-B6C0-AA6C5E99A6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2" y="1616"/>
              <a:ext cx="0" cy="59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6" name="Line 197">
              <a:extLst>
                <a:ext uri="{FF2B5EF4-FFF2-40B4-BE49-F238E27FC236}">
                  <a16:creationId xmlns:a16="http://schemas.microsoft.com/office/drawing/2014/main" id="{2A148B7A-A01B-4044-9F67-601E7ED86D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2" y="2088"/>
              <a:ext cx="132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7" name="Line 198">
              <a:extLst>
                <a:ext uri="{FF2B5EF4-FFF2-40B4-BE49-F238E27FC236}">
                  <a16:creationId xmlns:a16="http://schemas.microsoft.com/office/drawing/2014/main" id="{789C6F43-DF46-4ED4-99F9-E4FE03025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2" y="2204"/>
              <a:ext cx="2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8" name="Line 200">
              <a:extLst>
                <a:ext uri="{FF2B5EF4-FFF2-40B4-BE49-F238E27FC236}">
                  <a16:creationId xmlns:a16="http://schemas.microsoft.com/office/drawing/2014/main" id="{2EFCF534-04BC-49C0-96CE-D35EF38761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0" y="1026"/>
              <a:ext cx="0" cy="19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29" name="Line 201">
              <a:extLst>
                <a:ext uri="{FF2B5EF4-FFF2-40B4-BE49-F238E27FC236}">
                  <a16:creationId xmlns:a16="http://schemas.microsoft.com/office/drawing/2014/main" id="{452862B9-F0BD-4216-81B0-D282D8CE29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0" y="1222"/>
              <a:ext cx="4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0" name="Line 202">
              <a:extLst>
                <a:ext uri="{FF2B5EF4-FFF2-40B4-BE49-F238E27FC236}">
                  <a16:creationId xmlns:a16="http://schemas.microsoft.com/office/drawing/2014/main" id="{4998CBE4-3D36-4B4E-B529-7412CABF6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" y="1026"/>
              <a:ext cx="0" cy="39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1" name="Line 203">
              <a:extLst>
                <a:ext uri="{FF2B5EF4-FFF2-40B4-BE49-F238E27FC236}">
                  <a16:creationId xmlns:a16="http://schemas.microsoft.com/office/drawing/2014/main" id="{3169CC4F-5F10-497A-9DEE-82C72A4BE1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0" y="1419"/>
              <a:ext cx="52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32" name="Text Box 204">
              <a:extLst>
                <a:ext uri="{FF2B5EF4-FFF2-40B4-BE49-F238E27FC236}">
                  <a16:creationId xmlns:a16="http://schemas.microsoft.com/office/drawing/2014/main" id="{DE79B739-989E-47C5-A274-08CD0FD97E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9" y="55"/>
              <a:ext cx="460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+5V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3" name="Text Box 205">
              <a:extLst>
                <a:ext uri="{FF2B5EF4-FFF2-40B4-BE49-F238E27FC236}">
                  <a16:creationId xmlns:a16="http://schemas.microsoft.com/office/drawing/2014/main" id="{E9B88DD4-B01D-4D76-84CC-02BC29C7E0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" y="816"/>
              <a:ext cx="257" cy="756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B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4" name="Text Box 206">
              <a:extLst>
                <a:ext uri="{FF2B5EF4-FFF2-40B4-BE49-F238E27FC236}">
                  <a16:creationId xmlns:a16="http://schemas.microsoft.com/office/drawing/2014/main" id="{C8A49B34-A488-4185-B35E-138F11BD5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953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5" name="Text Box 207">
              <a:extLst>
                <a:ext uri="{FF2B5EF4-FFF2-40B4-BE49-F238E27FC236}">
                  <a16:creationId xmlns:a16="http://schemas.microsoft.com/office/drawing/2014/main" id="{D16CF979-87AB-4175-A73D-19282B6733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448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6" name="Text Box 208">
              <a:extLst>
                <a:ext uri="{FF2B5EF4-FFF2-40B4-BE49-F238E27FC236}">
                  <a16:creationId xmlns:a16="http://schemas.microsoft.com/office/drawing/2014/main" id="{0253A290-7073-46DC-98EE-AABA2669D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7" y="291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7" name="Text Box 209">
              <a:extLst>
                <a:ext uri="{FF2B5EF4-FFF2-40B4-BE49-F238E27FC236}">
                  <a16:creationId xmlns:a16="http://schemas.microsoft.com/office/drawing/2014/main" id="{ACADCA58-31B7-45BE-8ADA-A23D96875F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9" y="880"/>
              <a:ext cx="308" cy="28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8" name="Text Box 210">
              <a:extLst>
                <a:ext uri="{FF2B5EF4-FFF2-40B4-BE49-F238E27FC236}">
                  <a16:creationId xmlns:a16="http://schemas.microsoft.com/office/drawing/2014/main" id="{DB413657-2DAE-42AD-AFEF-655948C8B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19" y="685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39" name="Text Box 211">
              <a:extLst>
                <a:ext uri="{FF2B5EF4-FFF2-40B4-BE49-F238E27FC236}">
                  <a16:creationId xmlns:a16="http://schemas.microsoft.com/office/drawing/2014/main" id="{B2E3C940-BF86-461E-B9F5-CE61FEDAC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0" y="880"/>
              <a:ext cx="308" cy="28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40" name="Text Box 212">
              <a:extLst>
                <a:ext uri="{FF2B5EF4-FFF2-40B4-BE49-F238E27FC236}">
                  <a16:creationId xmlns:a16="http://schemas.microsoft.com/office/drawing/2014/main" id="{E6DB306F-3E56-4471-81CA-B430A6089A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" y="1433"/>
              <a:ext cx="308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</a:p>
          </p:txBody>
        </p:sp>
        <p:sp>
          <p:nvSpPr>
            <p:cNvPr id="28741" name="Text Box 213">
              <a:extLst>
                <a:ext uri="{FF2B5EF4-FFF2-40B4-BE49-F238E27FC236}">
                  <a16:creationId xmlns:a16="http://schemas.microsoft.com/office/drawing/2014/main" id="{C3AA6E5B-4CD1-45CA-B068-5376DE894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9" y="1629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3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42" name="Text Box 214">
              <a:extLst>
                <a:ext uri="{FF2B5EF4-FFF2-40B4-BE49-F238E27FC236}">
                  <a16:creationId xmlns:a16="http://schemas.microsoft.com/office/drawing/2014/main" id="{6C44B5E0-4483-4B7B-8640-208A82042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9" y="1669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5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43" name="Text Box 215">
              <a:extLst>
                <a:ext uri="{FF2B5EF4-FFF2-40B4-BE49-F238E27FC236}">
                  <a16:creationId xmlns:a16="http://schemas.microsoft.com/office/drawing/2014/main" id="{022AF52E-65AB-49E2-8303-9B7A37C760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9" y="330"/>
              <a:ext cx="308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4</a:t>
              </a:r>
              <a:endParaRPr kumimoji="1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44" name="Line 216">
              <a:extLst>
                <a:ext uri="{FF2B5EF4-FFF2-40B4-BE49-F238E27FC236}">
                  <a16:creationId xmlns:a16="http://schemas.microsoft.com/office/drawing/2014/main" id="{270E74CC-68A6-4055-B132-1DC66B897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2" y="1301"/>
              <a:ext cx="4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5" name="Text Box 217">
              <a:extLst>
                <a:ext uri="{FF2B5EF4-FFF2-40B4-BE49-F238E27FC236}">
                  <a16:creationId xmlns:a16="http://schemas.microsoft.com/office/drawing/2014/main" id="{D4E722A7-948D-4249-9EEC-06873BE17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7" y="1169"/>
              <a:ext cx="233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28746" name="Oval 218">
              <a:extLst>
                <a:ext uri="{FF2B5EF4-FFF2-40B4-BE49-F238E27FC236}">
                  <a16:creationId xmlns:a16="http://schemas.microsoft.com/office/drawing/2014/main" id="{7D01C3DB-94FF-4B5E-948B-599A83A847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999"/>
              <a:ext cx="40" cy="39"/>
            </a:xfrm>
            <a:prstGeom prst="ellipse">
              <a:avLst/>
            </a:prstGeom>
            <a:solidFill>
              <a:schemeClr val="tx1"/>
            </a:solidFill>
            <a:ln w="28575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7" name="Oval 220">
              <a:extLst>
                <a:ext uri="{FF2B5EF4-FFF2-40B4-BE49-F238E27FC236}">
                  <a16:creationId xmlns:a16="http://schemas.microsoft.com/office/drawing/2014/main" id="{A6DDEDE0-3978-4EB2-AB52-BDA56A742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3" y="1178"/>
              <a:ext cx="64" cy="63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8" name="Oval 221">
              <a:extLst>
                <a:ext uri="{FF2B5EF4-FFF2-40B4-BE49-F238E27FC236}">
                  <a16:creationId xmlns:a16="http://schemas.microsoft.com/office/drawing/2014/main" id="{9D018521-6C02-4D42-8A99-E56E5B515C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2" y="1374"/>
              <a:ext cx="64" cy="63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49" name="Oval 222">
              <a:extLst>
                <a:ext uri="{FF2B5EF4-FFF2-40B4-BE49-F238E27FC236}">
                  <a16:creationId xmlns:a16="http://schemas.microsoft.com/office/drawing/2014/main" id="{FA80B122-B825-46BE-B225-40D8CA53A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1" y="1253"/>
              <a:ext cx="64" cy="63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0" name="Oval 223">
              <a:extLst>
                <a:ext uri="{FF2B5EF4-FFF2-40B4-BE49-F238E27FC236}">
                  <a16:creationId xmlns:a16="http://schemas.microsoft.com/office/drawing/2014/main" id="{BC72DD44-F52B-4486-8397-588060343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7" y="157"/>
              <a:ext cx="65" cy="64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1" name="Oval 224">
              <a:extLst>
                <a:ext uri="{FF2B5EF4-FFF2-40B4-BE49-F238E27FC236}">
                  <a16:creationId xmlns:a16="http://schemas.microsoft.com/office/drawing/2014/main" id="{9E3E25A7-E65B-4DD2-8379-84E683C73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710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2" name="Oval 225">
              <a:extLst>
                <a:ext uri="{FF2B5EF4-FFF2-40B4-BE49-F238E27FC236}">
                  <a16:creationId xmlns:a16="http://schemas.microsoft.com/office/drawing/2014/main" id="{10B46938-7B65-4D76-A021-66CF94430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1458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3" name="Oval 226">
              <a:extLst>
                <a:ext uri="{FF2B5EF4-FFF2-40B4-BE49-F238E27FC236}">
                  <a16:creationId xmlns:a16="http://schemas.microsoft.com/office/drawing/2014/main" id="{D6293257-B7B2-42F6-9200-C613593EA1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977"/>
              <a:ext cx="64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4" name="Oval 227">
              <a:extLst>
                <a:ext uri="{FF2B5EF4-FFF2-40B4-BE49-F238E27FC236}">
                  <a16:creationId xmlns:a16="http://schemas.microsoft.com/office/drawing/2014/main" id="{C7582C77-A050-459F-B389-54EFD4227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594"/>
              <a:ext cx="64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5" name="Oval 228">
              <a:extLst>
                <a:ext uri="{FF2B5EF4-FFF2-40B4-BE49-F238E27FC236}">
                  <a16:creationId xmlns:a16="http://schemas.microsoft.com/office/drawing/2014/main" id="{9D18BCE4-C504-4161-B7B2-28041FCC0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1262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6" name="Oval 229">
              <a:extLst>
                <a:ext uri="{FF2B5EF4-FFF2-40B4-BE49-F238E27FC236}">
                  <a16:creationId xmlns:a16="http://schemas.microsoft.com/office/drawing/2014/main" id="{8FCA66FA-A4AA-4E33-9DCF-0F83FC278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055"/>
              <a:ext cx="64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7" name="Oval 230">
              <a:extLst>
                <a:ext uri="{FF2B5EF4-FFF2-40B4-BE49-F238E27FC236}">
                  <a16:creationId xmlns:a16="http://schemas.microsoft.com/office/drawing/2014/main" id="{563C03BA-7803-4943-9897-4EA86321B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2" y="2055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8" name="Oval 231">
              <a:extLst>
                <a:ext uri="{FF2B5EF4-FFF2-40B4-BE49-F238E27FC236}">
                  <a16:creationId xmlns:a16="http://schemas.microsoft.com/office/drawing/2014/main" id="{C360146D-8254-4776-A2F1-73A6E4DDE6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0" y="176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59" name="Oval 232">
              <a:extLst>
                <a:ext uri="{FF2B5EF4-FFF2-40B4-BE49-F238E27FC236}">
                  <a16:creationId xmlns:a16="http://schemas.microsoft.com/office/drawing/2014/main" id="{C26611BB-AF9E-4BDE-8DF7-3C6A1AC818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2" y="176"/>
              <a:ext cx="65" cy="63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1F08F8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0" name="Line 233">
              <a:extLst>
                <a:ext uri="{FF2B5EF4-FFF2-40B4-BE49-F238E27FC236}">
                  <a16:creationId xmlns:a16="http://schemas.microsoft.com/office/drawing/2014/main" id="{11E570BA-E452-418B-9EB0-A062B74330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6" y="739"/>
              <a:ext cx="125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1" name="Rectangle 234">
              <a:extLst>
                <a:ext uri="{FF2B5EF4-FFF2-40B4-BE49-F238E27FC236}">
                  <a16:creationId xmlns:a16="http://schemas.microsoft.com/office/drawing/2014/main" id="{EDD55590-7927-4C93-BDCD-580C07AB7D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9" y="631"/>
              <a:ext cx="152" cy="26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2" name="Oval 235">
              <a:extLst>
                <a:ext uri="{FF2B5EF4-FFF2-40B4-BE49-F238E27FC236}">
                  <a16:creationId xmlns:a16="http://schemas.microsoft.com/office/drawing/2014/main" id="{7B10EB44-E822-4171-8203-B67096BC0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1" y="719"/>
              <a:ext cx="56" cy="5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3" name="Line 237">
              <a:extLst>
                <a:ext uri="{FF2B5EF4-FFF2-40B4-BE49-F238E27FC236}">
                  <a16:creationId xmlns:a16="http://schemas.microsoft.com/office/drawing/2014/main" id="{C19C5816-B579-4F0C-93F1-A76B74A1AB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21" y="751"/>
              <a:ext cx="20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4" name="Oval 238">
              <a:extLst>
                <a:ext uri="{FF2B5EF4-FFF2-40B4-BE49-F238E27FC236}">
                  <a16:creationId xmlns:a16="http://schemas.microsoft.com/office/drawing/2014/main" id="{D70EB89A-A776-479C-873A-40015B92F2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7" y="708"/>
              <a:ext cx="56" cy="5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5" name="Freeform 239">
              <a:extLst>
                <a:ext uri="{FF2B5EF4-FFF2-40B4-BE49-F238E27FC236}">
                  <a16:creationId xmlns:a16="http://schemas.microsoft.com/office/drawing/2014/main" id="{F8A0A967-4502-4D96-AE2A-A2B53FCD85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728"/>
              <a:ext cx="65" cy="294"/>
            </a:xfrm>
            <a:custGeom>
              <a:avLst/>
              <a:gdLst>
                <a:gd name="T0" fmla="*/ 0 w 65"/>
                <a:gd name="T1" fmla="*/ 0 h 294"/>
                <a:gd name="T2" fmla="*/ 0 w 65"/>
                <a:gd name="T3" fmla="*/ 294 h 294"/>
                <a:gd name="T4" fmla="*/ 65 w 65"/>
                <a:gd name="T5" fmla="*/ 294 h 2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294">
                  <a:moveTo>
                    <a:pt x="0" y="0"/>
                  </a:moveTo>
                  <a:lnTo>
                    <a:pt x="0" y="294"/>
                  </a:lnTo>
                  <a:lnTo>
                    <a:pt x="65" y="294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6" name="AutoShape 240">
              <a:extLst>
                <a:ext uri="{FF2B5EF4-FFF2-40B4-BE49-F238E27FC236}">
                  <a16:creationId xmlns:a16="http://schemas.microsoft.com/office/drawing/2014/main" id="{3510EAD6-F229-46F4-8DBD-77808661992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3348" y="642"/>
              <a:ext cx="214" cy="185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7" name="Line 241">
              <a:extLst>
                <a:ext uri="{FF2B5EF4-FFF2-40B4-BE49-F238E27FC236}">
                  <a16:creationId xmlns:a16="http://schemas.microsoft.com/office/drawing/2014/main" id="{27871937-7F34-43AD-9F28-3C24E1BBB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620"/>
              <a:ext cx="0" cy="21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768" name="Text Box 242">
              <a:extLst>
                <a:ext uri="{FF2B5EF4-FFF2-40B4-BE49-F238E27FC236}">
                  <a16:creationId xmlns:a16="http://schemas.microsoft.com/office/drawing/2014/main" id="{77C9704F-DC7E-4E00-AB0B-B3AFD1DC32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391"/>
              <a:ext cx="391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grpSp>
          <p:nvGrpSpPr>
            <p:cNvPr id="28769" name="Group 245">
              <a:extLst>
                <a:ext uri="{FF2B5EF4-FFF2-40B4-BE49-F238E27FC236}">
                  <a16:creationId xmlns:a16="http://schemas.microsoft.com/office/drawing/2014/main" id="{92F6A90F-84F7-4F5B-83B8-386356CF51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5" y="554"/>
              <a:ext cx="478" cy="327"/>
              <a:chOff x="2391" y="3206"/>
              <a:chExt cx="478" cy="327"/>
            </a:xfrm>
          </p:grpSpPr>
          <p:sp>
            <p:nvSpPr>
              <p:cNvPr id="28770" name="Text Box 243">
                <a:extLst>
                  <a:ext uri="{FF2B5EF4-FFF2-40B4-BE49-F238E27FC236}">
                    <a16:creationId xmlns:a16="http://schemas.microsoft.com/office/drawing/2014/main" id="{A6842A1B-B00C-4C9A-85BF-186D61E905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91" y="3206"/>
                <a:ext cx="478" cy="327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G</a:t>
                </a:r>
              </a:p>
            </p:txBody>
          </p:sp>
          <p:sp>
            <p:nvSpPr>
              <p:cNvPr id="28771" name="Line 244">
                <a:extLst>
                  <a:ext uri="{FF2B5EF4-FFF2-40B4-BE49-F238E27FC236}">
                    <a16:creationId xmlns:a16="http://schemas.microsoft.com/office/drawing/2014/main" id="{91F72A1E-C371-48B9-9F70-7BB39255F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5" y="3250"/>
                <a:ext cx="17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37111" name="Text Box 247">
            <a:extLst>
              <a:ext uri="{FF2B5EF4-FFF2-40B4-BE49-F238E27FC236}">
                <a16:creationId xmlns:a16="http://schemas.microsoft.com/office/drawing/2014/main" id="{0C473FB8-5ABE-45EC-9E38-0717A14B1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00" y="3381375"/>
            <a:ext cx="236537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、工作原理</a:t>
            </a:r>
          </a:p>
        </p:txBody>
      </p:sp>
      <p:grpSp>
        <p:nvGrpSpPr>
          <p:cNvPr id="37114" name="Group 250">
            <a:extLst>
              <a:ext uri="{FF2B5EF4-FFF2-40B4-BE49-F238E27FC236}">
                <a16:creationId xmlns:a16="http://schemas.microsoft.com/office/drawing/2014/main" id="{1908ADB2-1F29-4C9B-B97B-2827EF8B4908}"/>
              </a:ext>
            </a:extLst>
          </p:cNvPr>
          <p:cNvGrpSpPr>
            <a:grpSpLocks/>
          </p:cNvGrpSpPr>
          <p:nvPr/>
        </p:nvGrpSpPr>
        <p:grpSpPr bwMode="auto">
          <a:xfrm>
            <a:off x="3863975" y="4019550"/>
            <a:ext cx="1897063" cy="519113"/>
            <a:chOff x="2282" y="3152"/>
            <a:chExt cx="902" cy="327"/>
          </a:xfrm>
        </p:grpSpPr>
        <p:sp>
          <p:nvSpPr>
            <p:cNvPr id="28696" name="Text Box 248">
              <a:extLst>
                <a:ext uri="{FF2B5EF4-FFF2-40B4-BE49-F238E27FC236}">
                  <a16:creationId xmlns:a16="http://schemas.microsoft.com/office/drawing/2014/main" id="{7BC4DBA9-BB58-4F41-815F-F380DFEB3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152"/>
              <a:ext cx="902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G=0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时：</a:t>
              </a:r>
            </a:p>
          </p:txBody>
        </p:sp>
        <p:sp>
          <p:nvSpPr>
            <p:cNvPr id="28697" name="Line 249">
              <a:extLst>
                <a:ext uri="{FF2B5EF4-FFF2-40B4-BE49-F238E27FC236}">
                  <a16:creationId xmlns:a16="http://schemas.microsoft.com/office/drawing/2014/main" id="{0897B173-641D-422A-A8FB-902B7DBB7F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" y="3195"/>
              <a:ext cx="141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17" name="Group 253">
            <a:extLst>
              <a:ext uri="{FF2B5EF4-FFF2-40B4-BE49-F238E27FC236}">
                <a16:creationId xmlns:a16="http://schemas.microsoft.com/office/drawing/2014/main" id="{CDBE468B-396C-47F9-B450-0DC79DCF7928}"/>
              </a:ext>
            </a:extLst>
          </p:cNvPr>
          <p:cNvGrpSpPr>
            <a:grpSpLocks/>
          </p:cNvGrpSpPr>
          <p:nvPr/>
        </p:nvGrpSpPr>
        <p:grpSpPr bwMode="auto">
          <a:xfrm>
            <a:off x="5761038" y="4002088"/>
            <a:ext cx="1311275" cy="519112"/>
            <a:chOff x="3728" y="2706"/>
            <a:chExt cx="826" cy="327"/>
          </a:xfrm>
        </p:grpSpPr>
        <p:sp>
          <p:nvSpPr>
            <p:cNvPr id="28694" name="Text Box 251">
              <a:extLst>
                <a:ext uri="{FF2B5EF4-FFF2-40B4-BE49-F238E27FC236}">
                  <a16:creationId xmlns:a16="http://schemas.microsoft.com/office/drawing/2014/main" id="{ADF092DC-4005-48EE-A85A-84F2F66011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" y="2706"/>
              <a:ext cx="826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F=AB</a:t>
              </a:r>
            </a:p>
          </p:txBody>
        </p:sp>
        <p:sp>
          <p:nvSpPr>
            <p:cNvPr id="28695" name="Line 252">
              <a:extLst>
                <a:ext uri="{FF2B5EF4-FFF2-40B4-BE49-F238E27FC236}">
                  <a16:creationId xmlns:a16="http://schemas.microsoft.com/office/drawing/2014/main" id="{52E6B8B6-4A55-4CDF-8D26-E19D6FF09F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5" y="2760"/>
              <a:ext cx="229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18" name="Group 254">
            <a:extLst>
              <a:ext uri="{FF2B5EF4-FFF2-40B4-BE49-F238E27FC236}">
                <a16:creationId xmlns:a16="http://schemas.microsoft.com/office/drawing/2014/main" id="{ADA81F97-DAC0-455E-8E91-09D657837071}"/>
              </a:ext>
            </a:extLst>
          </p:cNvPr>
          <p:cNvGrpSpPr>
            <a:grpSpLocks/>
          </p:cNvGrpSpPr>
          <p:nvPr/>
        </p:nvGrpSpPr>
        <p:grpSpPr bwMode="auto">
          <a:xfrm>
            <a:off x="3829050" y="4694238"/>
            <a:ext cx="1795463" cy="519112"/>
            <a:chOff x="2282" y="3152"/>
            <a:chExt cx="902" cy="327"/>
          </a:xfrm>
        </p:grpSpPr>
        <p:sp>
          <p:nvSpPr>
            <p:cNvPr id="28692" name="Text Box 255">
              <a:extLst>
                <a:ext uri="{FF2B5EF4-FFF2-40B4-BE49-F238E27FC236}">
                  <a16:creationId xmlns:a16="http://schemas.microsoft.com/office/drawing/2014/main" id="{D79A978F-7A50-4050-8002-63D8263A2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2" y="3152"/>
              <a:ext cx="902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G=1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时：</a:t>
              </a:r>
            </a:p>
          </p:txBody>
        </p:sp>
        <p:sp>
          <p:nvSpPr>
            <p:cNvPr id="28693" name="Line 256">
              <a:extLst>
                <a:ext uri="{FF2B5EF4-FFF2-40B4-BE49-F238E27FC236}">
                  <a16:creationId xmlns:a16="http://schemas.microsoft.com/office/drawing/2014/main" id="{343BFB7D-C57C-4D30-A0C8-3625C8EDDF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7" y="3195"/>
              <a:ext cx="141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121" name="Text Box 257">
            <a:extLst>
              <a:ext uri="{FF2B5EF4-FFF2-40B4-BE49-F238E27FC236}">
                <a16:creationId xmlns:a16="http://schemas.microsoft.com/office/drawing/2014/main" id="{8767FE82-1E42-4590-B746-A934C035C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325" y="4657725"/>
            <a:ext cx="224313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截止</a:t>
            </a:r>
          </a:p>
        </p:txBody>
      </p:sp>
      <p:sp>
        <p:nvSpPr>
          <p:cNvPr id="37123" name="Text Box 259">
            <a:extLst>
              <a:ext uri="{FF2B5EF4-FFF2-40B4-BE49-F238E27FC236}">
                <a16:creationId xmlns:a16="http://schemas.microsoft.com/office/drawing/2014/main" id="{BA5D1CD1-934D-42D9-897D-48A2271D7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226050"/>
            <a:ext cx="32781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导通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截止</a:t>
            </a:r>
          </a:p>
        </p:txBody>
      </p:sp>
      <p:grpSp>
        <p:nvGrpSpPr>
          <p:cNvPr id="37127" name="Group 263">
            <a:extLst>
              <a:ext uri="{FF2B5EF4-FFF2-40B4-BE49-F238E27FC236}">
                <a16:creationId xmlns:a16="http://schemas.microsoft.com/office/drawing/2014/main" id="{81004615-ECA8-431D-B150-44AB2ABA2299}"/>
              </a:ext>
            </a:extLst>
          </p:cNvPr>
          <p:cNvGrpSpPr>
            <a:grpSpLocks/>
          </p:cNvGrpSpPr>
          <p:nvPr/>
        </p:nvGrpSpPr>
        <p:grpSpPr bwMode="auto">
          <a:xfrm>
            <a:off x="5572125" y="1363663"/>
            <a:ext cx="2865438" cy="1379537"/>
            <a:chOff x="3510" y="859"/>
            <a:chExt cx="1805" cy="869"/>
          </a:xfrm>
        </p:grpSpPr>
        <p:sp>
          <p:nvSpPr>
            <p:cNvPr id="28690" name="Rectangle 260">
              <a:extLst>
                <a:ext uri="{FF2B5EF4-FFF2-40B4-BE49-F238E27FC236}">
                  <a16:creationId xmlns:a16="http://schemas.microsoft.com/office/drawing/2014/main" id="{80172B15-DE25-4C02-95C1-A58258A7C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859"/>
              <a:ext cx="457" cy="347"/>
            </a:xfrm>
            <a:prstGeom prst="rect">
              <a:avLst/>
            </a:prstGeom>
            <a:solidFill>
              <a:srgbClr val="00008C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91" name="Rectangle 261">
              <a:extLst>
                <a:ext uri="{FF2B5EF4-FFF2-40B4-BE49-F238E27FC236}">
                  <a16:creationId xmlns:a16="http://schemas.microsoft.com/office/drawing/2014/main" id="{4DEE424D-5E19-4784-81C4-227321A62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8" y="1381"/>
              <a:ext cx="457" cy="347"/>
            </a:xfrm>
            <a:prstGeom prst="rect">
              <a:avLst/>
            </a:prstGeom>
            <a:solidFill>
              <a:srgbClr val="00008C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7129" name="Group 265">
            <a:extLst>
              <a:ext uri="{FF2B5EF4-FFF2-40B4-BE49-F238E27FC236}">
                <a16:creationId xmlns:a16="http://schemas.microsoft.com/office/drawing/2014/main" id="{79EAC964-1380-4C65-ADAC-FC245A5505B3}"/>
              </a:ext>
            </a:extLst>
          </p:cNvPr>
          <p:cNvGrpSpPr>
            <a:grpSpLocks/>
          </p:cNvGrpSpPr>
          <p:nvPr/>
        </p:nvGrpSpPr>
        <p:grpSpPr bwMode="auto">
          <a:xfrm>
            <a:off x="6367463" y="968375"/>
            <a:ext cx="2106612" cy="947738"/>
            <a:chOff x="4011" y="599"/>
            <a:chExt cx="1327" cy="597"/>
          </a:xfrm>
        </p:grpSpPr>
        <p:sp>
          <p:nvSpPr>
            <p:cNvPr id="28688" name="Rectangle 262">
              <a:extLst>
                <a:ext uri="{FF2B5EF4-FFF2-40B4-BE49-F238E27FC236}">
                  <a16:creationId xmlns:a16="http://schemas.microsoft.com/office/drawing/2014/main" id="{AA8D5026-FD34-4A95-99DA-181ACBF7A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1" y="599"/>
              <a:ext cx="457" cy="347"/>
            </a:xfrm>
            <a:prstGeom prst="rect">
              <a:avLst/>
            </a:prstGeom>
            <a:solidFill>
              <a:srgbClr val="00008C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689" name="Rectangle 264">
              <a:extLst>
                <a:ext uri="{FF2B5EF4-FFF2-40B4-BE49-F238E27FC236}">
                  <a16:creationId xmlns:a16="http://schemas.microsoft.com/office/drawing/2014/main" id="{B478675E-34DE-4128-8FDF-3F88F93527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1" y="849"/>
              <a:ext cx="457" cy="347"/>
            </a:xfrm>
            <a:prstGeom prst="rect">
              <a:avLst/>
            </a:prstGeom>
            <a:solidFill>
              <a:srgbClr val="00008C"/>
            </a:solidFill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7130" name="Text Box 266">
            <a:extLst>
              <a:ext uri="{FF2B5EF4-FFF2-40B4-BE49-F238E27FC236}">
                <a16:creationId xmlns:a16="http://schemas.microsoft.com/office/drawing/2014/main" id="{B61E8587-F4C1-4233-A88B-609003BB9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5865813"/>
            <a:ext cx="36068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输出呈现高阻状态。</a:t>
            </a:r>
          </a:p>
        </p:txBody>
      </p:sp>
    </p:spTree>
    <p:extLst>
      <p:ext uri="{BB962C8B-B14F-4D97-AF65-F5344CB8AC3E}">
        <p14:creationId xmlns:p14="http://schemas.microsoft.com/office/powerpoint/2010/main" val="31774655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7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7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500"/>
                                        <p:tgtEl>
                                          <p:spTgt spid="37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7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37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7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7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utoUpdateAnimBg="0"/>
      <p:bldP spid="37111" grpId="0" animBg="1" autoUpdateAnimBg="0"/>
      <p:bldP spid="37121" grpId="0" animBg="1" autoUpdateAnimBg="0"/>
      <p:bldP spid="37123" grpId="0" animBg="1" autoUpdateAnimBg="0"/>
      <p:bldP spid="37130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3ED9DEF0-154A-4D74-970D-C48DD6B51F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4000" y="214313"/>
            <a:ext cx="2786063" cy="504825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CN" sz="2800" b="1">
                <a:solidFill>
                  <a:schemeClr val="accent2"/>
                </a:solidFill>
              </a:rPr>
              <a:t>2</a:t>
            </a:r>
            <a:r>
              <a:rPr lang="zh-CN" altLang="en-US" sz="2800" b="1">
                <a:solidFill>
                  <a:schemeClr val="accent2"/>
                </a:solidFill>
              </a:rPr>
              <a:t>、三态门符号</a:t>
            </a:r>
          </a:p>
        </p:txBody>
      </p:sp>
      <p:grpSp>
        <p:nvGrpSpPr>
          <p:cNvPr id="138243" name="Group 3">
            <a:extLst>
              <a:ext uri="{FF2B5EF4-FFF2-40B4-BE49-F238E27FC236}">
                <a16:creationId xmlns:a16="http://schemas.microsoft.com/office/drawing/2014/main" id="{4DDDD1C3-AAF0-4F24-B937-B2E351FF17A0}"/>
              </a:ext>
            </a:extLst>
          </p:cNvPr>
          <p:cNvGrpSpPr>
            <a:grpSpLocks/>
          </p:cNvGrpSpPr>
          <p:nvPr/>
        </p:nvGrpSpPr>
        <p:grpSpPr bwMode="auto">
          <a:xfrm>
            <a:off x="2751139" y="931863"/>
            <a:ext cx="2041526" cy="1570039"/>
            <a:chOff x="1733" y="587"/>
            <a:chExt cx="1286" cy="989"/>
          </a:xfrm>
        </p:grpSpPr>
        <p:sp>
          <p:nvSpPr>
            <p:cNvPr id="29807" name="Oval 4">
              <a:extLst>
                <a:ext uri="{FF2B5EF4-FFF2-40B4-BE49-F238E27FC236}">
                  <a16:creationId xmlns:a16="http://schemas.microsoft.com/office/drawing/2014/main" id="{A492ED14-C52A-45E0-8137-15E740D48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2" y="856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8" name="Line 5">
              <a:extLst>
                <a:ext uri="{FF2B5EF4-FFF2-40B4-BE49-F238E27FC236}">
                  <a16:creationId xmlns:a16="http://schemas.microsoft.com/office/drawing/2014/main" id="{D123A10C-5CCF-4E1A-A78E-15489820CB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902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9" name="Line 6">
              <a:extLst>
                <a:ext uri="{FF2B5EF4-FFF2-40B4-BE49-F238E27FC236}">
                  <a16:creationId xmlns:a16="http://schemas.microsoft.com/office/drawing/2014/main" id="{A6A0FD52-6186-480E-87BE-07C35A0477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766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0" name="Line 7">
              <a:extLst>
                <a:ext uri="{FF2B5EF4-FFF2-40B4-BE49-F238E27FC236}">
                  <a16:creationId xmlns:a16="http://schemas.microsoft.com/office/drawing/2014/main" id="{F9ABFACF-5669-4B22-AE2E-AF89489A863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42" y="1344"/>
              <a:ext cx="63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1" name="Line 8">
              <a:extLst>
                <a:ext uri="{FF2B5EF4-FFF2-40B4-BE49-F238E27FC236}">
                  <a16:creationId xmlns:a16="http://schemas.microsoft.com/office/drawing/2014/main" id="{F83E4E56-1284-41A5-860C-127DB563C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3" y="902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2" name="Text Box 9">
              <a:extLst>
                <a:ext uri="{FF2B5EF4-FFF2-40B4-BE49-F238E27FC236}">
                  <a16:creationId xmlns:a16="http://schemas.microsoft.com/office/drawing/2014/main" id="{96A76E04-6AD9-4F38-8FDA-F3C700DDF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98" y="587"/>
              <a:ext cx="22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29813" name="Text Box 10">
              <a:extLst>
                <a:ext uri="{FF2B5EF4-FFF2-40B4-BE49-F238E27FC236}">
                  <a16:creationId xmlns:a16="http://schemas.microsoft.com/office/drawing/2014/main" id="{CDADF4EB-CB8B-4822-B205-9D16E8778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788"/>
              <a:ext cx="22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814" name="Rectangle 11">
              <a:extLst>
                <a:ext uri="{FF2B5EF4-FFF2-40B4-BE49-F238E27FC236}">
                  <a16:creationId xmlns:a16="http://schemas.microsoft.com/office/drawing/2014/main" id="{362ECE87-63F6-4DEA-9124-2F0CA05C0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675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5" name="Line 12">
              <a:extLst>
                <a:ext uri="{FF2B5EF4-FFF2-40B4-BE49-F238E27FC236}">
                  <a16:creationId xmlns:a16="http://schemas.microsoft.com/office/drawing/2014/main" id="{873E6F23-3032-4F7C-9A48-DB26A31E21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6" y="1297"/>
              <a:ext cx="124" cy="2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6" name="Rectangle 13">
              <a:extLst>
                <a:ext uri="{FF2B5EF4-FFF2-40B4-BE49-F238E27FC236}">
                  <a16:creationId xmlns:a16="http://schemas.microsoft.com/office/drawing/2014/main" id="{315DB22C-0105-4AA1-9858-A5F521906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3" y="1305"/>
              <a:ext cx="224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endPara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7" name="Oval 14">
              <a:extLst>
                <a:ext uri="{FF2B5EF4-FFF2-40B4-BE49-F238E27FC236}">
                  <a16:creationId xmlns:a16="http://schemas.microsoft.com/office/drawing/2014/main" id="{329718A3-D457-4121-9276-7A8CC790D6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1125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18" name="Line 15">
              <a:extLst>
                <a:ext uri="{FF2B5EF4-FFF2-40B4-BE49-F238E27FC236}">
                  <a16:creationId xmlns:a16="http://schemas.microsoft.com/office/drawing/2014/main" id="{3890BB58-CB0B-40E2-8B1F-FF4AA5289F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65" y="1216"/>
              <a:ext cx="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8256" name="Group 16">
            <a:extLst>
              <a:ext uri="{FF2B5EF4-FFF2-40B4-BE49-F238E27FC236}">
                <a16:creationId xmlns:a16="http://schemas.microsoft.com/office/drawing/2014/main" id="{DFD0A031-EF7F-4B14-B04B-9D854F4ED1D0}"/>
              </a:ext>
            </a:extLst>
          </p:cNvPr>
          <p:cNvGrpSpPr>
            <a:grpSpLocks/>
          </p:cNvGrpSpPr>
          <p:nvPr/>
        </p:nvGrpSpPr>
        <p:grpSpPr bwMode="auto">
          <a:xfrm>
            <a:off x="487363" y="950913"/>
            <a:ext cx="2087562" cy="1504950"/>
            <a:chOff x="307" y="599"/>
            <a:chExt cx="1315" cy="948"/>
          </a:xfrm>
        </p:grpSpPr>
        <p:sp>
          <p:nvSpPr>
            <p:cNvPr id="29793" name="Rectangle 17">
              <a:extLst>
                <a:ext uri="{FF2B5EF4-FFF2-40B4-BE49-F238E27FC236}">
                  <a16:creationId xmlns:a16="http://schemas.microsoft.com/office/drawing/2014/main" id="{98B56B48-C16F-4743-8904-DA3A1E8E4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676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4" name="Oval 18">
              <a:extLst>
                <a:ext uri="{FF2B5EF4-FFF2-40B4-BE49-F238E27FC236}">
                  <a16:creationId xmlns:a16="http://schemas.microsoft.com/office/drawing/2014/main" id="{37F4A34D-9059-4321-918E-463199A2E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857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5" name="Line 19">
              <a:extLst>
                <a:ext uri="{FF2B5EF4-FFF2-40B4-BE49-F238E27FC236}">
                  <a16:creationId xmlns:a16="http://schemas.microsoft.com/office/drawing/2014/main" id="{EA692978-5987-4810-BFA5-0F202B0C6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903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6" name="Line 20">
              <a:extLst>
                <a:ext uri="{FF2B5EF4-FFF2-40B4-BE49-F238E27FC236}">
                  <a16:creationId xmlns:a16="http://schemas.microsoft.com/office/drawing/2014/main" id="{53F801CE-C098-472E-87A8-33D53B50B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1" y="1039"/>
              <a:ext cx="18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7" name="Line 21">
              <a:extLst>
                <a:ext uri="{FF2B5EF4-FFF2-40B4-BE49-F238E27FC236}">
                  <a16:creationId xmlns:a16="http://schemas.microsoft.com/office/drawing/2014/main" id="{D71183A6-5D70-4009-B52B-B4DA5A67B2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15" y="767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8" name="Line 22">
              <a:extLst>
                <a:ext uri="{FF2B5EF4-FFF2-40B4-BE49-F238E27FC236}">
                  <a16:creationId xmlns:a16="http://schemas.microsoft.com/office/drawing/2014/main" id="{1540B322-257E-4395-A70F-1A71F61D62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1" y="1039"/>
              <a:ext cx="0" cy="31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99" name="Line 23">
              <a:extLst>
                <a:ext uri="{FF2B5EF4-FFF2-40B4-BE49-F238E27FC236}">
                  <a16:creationId xmlns:a16="http://schemas.microsoft.com/office/drawing/2014/main" id="{5C1C82CD-3732-4124-AEEA-1CC3B3B99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9" y="1220"/>
              <a:ext cx="0" cy="14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0" name="Line 24">
              <a:extLst>
                <a:ext uri="{FF2B5EF4-FFF2-40B4-BE49-F238E27FC236}">
                  <a16:creationId xmlns:a16="http://schemas.microsoft.com/office/drawing/2014/main" id="{488D2A1F-F59F-41EA-B642-446D0D10B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4" y="1356"/>
              <a:ext cx="63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1" name="Line 25">
              <a:extLst>
                <a:ext uri="{FF2B5EF4-FFF2-40B4-BE49-F238E27FC236}">
                  <a16:creationId xmlns:a16="http://schemas.microsoft.com/office/drawing/2014/main" id="{3B48E00E-2235-4224-A668-7FA673D1C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903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2" name="Text Box 26">
              <a:extLst>
                <a:ext uri="{FF2B5EF4-FFF2-40B4-BE49-F238E27FC236}">
                  <a16:creationId xmlns:a16="http://schemas.microsoft.com/office/drawing/2014/main" id="{41CA144C-928F-4C89-9425-3F6EE11F3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" y="599"/>
              <a:ext cx="22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29803" name="Text Box 27">
              <a:extLst>
                <a:ext uri="{FF2B5EF4-FFF2-40B4-BE49-F238E27FC236}">
                  <a16:creationId xmlns:a16="http://schemas.microsoft.com/office/drawing/2014/main" id="{5D753E0D-38FE-4BCD-9D93-513E301575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" y="768"/>
              <a:ext cx="22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804" name="Text Box 28">
              <a:extLst>
                <a:ext uri="{FF2B5EF4-FFF2-40B4-BE49-F238E27FC236}">
                  <a16:creationId xmlns:a16="http://schemas.microsoft.com/office/drawing/2014/main" id="{899E83E2-2883-487F-9A3C-A9B6AD1D84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" y="1220"/>
              <a:ext cx="22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</a:p>
          </p:txBody>
        </p:sp>
        <p:sp>
          <p:nvSpPr>
            <p:cNvPr id="29805" name="Oval 29">
              <a:extLst>
                <a:ext uri="{FF2B5EF4-FFF2-40B4-BE49-F238E27FC236}">
                  <a16:creationId xmlns:a16="http://schemas.microsoft.com/office/drawing/2014/main" id="{D884DF18-5DB5-4808-855F-2BBC831463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4" y="1130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06" name="Line 30">
              <a:extLst>
                <a:ext uri="{FF2B5EF4-FFF2-40B4-BE49-F238E27FC236}">
                  <a16:creationId xmlns:a16="http://schemas.microsoft.com/office/drawing/2014/main" id="{C78C5566-7192-4FD1-8FCA-1FBDB5585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" y="1259"/>
              <a:ext cx="182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8271" name="Group 31">
            <a:extLst>
              <a:ext uri="{FF2B5EF4-FFF2-40B4-BE49-F238E27FC236}">
                <a16:creationId xmlns:a16="http://schemas.microsoft.com/office/drawing/2014/main" id="{2B5498EC-3D71-4153-9118-3E27A3F0EF94}"/>
              </a:ext>
            </a:extLst>
          </p:cNvPr>
          <p:cNvGrpSpPr>
            <a:grpSpLocks/>
          </p:cNvGrpSpPr>
          <p:nvPr/>
        </p:nvGrpSpPr>
        <p:grpSpPr bwMode="auto">
          <a:xfrm>
            <a:off x="5540375" y="506413"/>
            <a:ext cx="2962275" cy="1414462"/>
            <a:chOff x="3414" y="807"/>
            <a:chExt cx="1866" cy="891"/>
          </a:xfrm>
        </p:grpSpPr>
        <p:sp>
          <p:nvSpPr>
            <p:cNvPr id="29775" name="Text Box 32">
              <a:extLst>
                <a:ext uri="{FF2B5EF4-FFF2-40B4-BE49-F238E27FC236}">
                  <a16:creationId xmlns:a16="http://schemas.microsoft.com/office/drawing/2014/main" id="{72A8B4D8-2F92-4C65-A5CE-83109CBF5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74" y="807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29776" name="Rectangle 33">
              <a:extLst>
                <a:ext uri="{FF2B5EF4-FFF2-40B4-BE49-F238E27FC236}">
                  <a16:creationId xmlns:a16="http://schemas.microsoft.com/office/drawing/2014/main" id="{E77B8527-57DB-493E-85A6-F6580F92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903"/>
              <a:ext cx="423" cy="48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7" name="Line 34">
              <a:extLst>
                <a:ext uri="{FF2B5EF4-FFF2-40B4-BE49-F238E27FC236}">
                  <a16:creationId xmlns:a16="http://schemas.microsoft.com/office/drawing/2014/main" id="{B94F6C2D-2818-4E54-9912-9B14F2DFF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9" y="1017"/>
              <a:ext cx="41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8" name="Line 35">
              <a:extLst>
                <a:ext uri="{FF2B5EF4-FFF2-40B4-BE49-F238E27FC236}">
                  <a16:creationId xmlns:a16="http://schemas.microsoft.com/office/drawing/2014/main" id="{8933A916-F4E5-493E-9D13-74E3B7AE9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9" y="1159"/>
              <a:ext cx="41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79" name="Oval 36">
              <a:extLst>
                <a:ext uri="{FF2B5EF4-FFF2-40B4-BE49-F238E27FC236}">
                  <a16:creationId xmlns:a16="http://schemas.microsoft.com/office/drawing/2014/main" id="{051CCE8C-1AE9-440B-81AE-B4D112145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8" y="1142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0" name="Line 37">
              <a:extLst>
                <a:ext uri="{FF2B5EF4-FFF2-40B4-BE49-F238E27FC236}">
                  <a16:creationId xmlns:a16="http://schemas.microsoft.com/office/drawing/2014/main" id="{7D1B0915-2243-49E8-8E7C-EBDF6D41F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6" y="1170"/>
              <a:ext cx="35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1" name="Text Box 38">
              <a:extLst>
                <a:ext uri="{FF2B5EF4-FFF2-40B4-BE49-F238E27FC236}">
                  <a16:creationId xmlns:a16="http://schemas.microsoft.com/office/drawing/2014/main" id="{3F41AE50-148F-4C2B-9F39-C7725EBAD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7" y="993"/>
              <a:ext cx="233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29782" name="Text Box 39">
              <a:extLst>
                <a:ext uri="{FF2B5EF4-FFF2-40B4-BE49-F238E27FC236}">
                  <a16:creationId xmlns:a16="http://schemas.microsoft.com/office/drawing/2014/main" id="{CE98FC5A-D626-40DE-BA3D-819D7BADF4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7" y="862"/>
              <a:ext cx="249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9783" name="AutoShape 40">
              <a:extLst>
                <a:ext uri="{FF2B5EF4-FFF2-40B4-BE49-F238E27FC236}">
                  <a16:creationId xmlns:a16="http://schemas.microsoft.com/office/drawing/2014/main" id="{48A9D863-B757-4DC4-9787-232B5C0223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4520" y="1094"/>
              <a:ext cx="70" cy="96"/>
            </a:xfrm>
            <a:prstGeom prst="triangle">
              <a:avLst>
                <a:gd name="adj" fmla="val 50000"/>
              </a:avLst>
            </a:prstGeom>
            <a:noFill/>
            <a:ln w="28575" cap="sq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4" name="Text Box 41">
              <a:extLst>
                <a:ext uri="{FF2B5EF4-FFF2-40B4-BE49-F238E27FC236}">
                  <a16:creationId xmlns:a16="http://schemas.microsoft.com/office/drawing/2014/main" id="{87F30612-A981-4D58-B86F-F05FD8A2B9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5" y="1162"/>
              <a:ext cx="316" cy="231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</a:p>
          </p:txBody>
        </p:sp>
        <p:sp>
          <p:nvSpPr>
            <p:cNvPr id="29785" name="Line 42">
              <a:extLst>
                <a:ext uri="{FF2B5EF4-FFF2-40B4-BE49-F238E27FC236}">
                  <a16:creationId xmlns:a16="http://schemas.microsoft.com/office/drawing/2014/main" id="{590AA405-EB72-43D1-B92D-28AF29D2F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6" y="1297"/>
              <a:ext cx="37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29786" name="Group 43">
              <a:extLst>
                <a:ext uri="{FF2B5EF4-FFF2-40B4-BE49-F238E27FC236}">
                  <a16:creationId xmlns:a16="http://schemas.microsoft.com/office/drawing/2014/main" id="{34BB8FA6-79B8-4394-84A9-A78A41901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4" y="1410"/>
              <a:ext cx="383" cy="288"/>
              <a:chOff x="3414" y="1410"/>
              <a:chExt cx="383" cy="288"/>
            </a:xfrm>
          </p:grpSpPr>
          <p:sp>
            <p:nvSpPr>
              <p:cNvPr id="29791" name="Rectangle 44">
                <a:extLst>
                  <a:ext uri="{FF2B5EF4-FFF2-40B4-BE49-F238E27FC236}">
                    <a16:creationId xmlns:a16="http://schemas.microsoft.com/office/drawing/2014/main" id="{DC243FEE-FD7C-47C9-ADDF-B9F383138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4" y="1410"/>
                <a:ext cx="383" cy="2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EN</a:t>
                </a:r>
              </a:p>
            </p:txBody>
          </p:sp>
          <p:sp>
            <p:nvSpPr>
              <p:cNvPr id="29792" name="Line 45">
                <a:extLst>
                  <a:ext uri="{FF2B5EF4-FFF2-40B4-BE49-F238E27FC236}">
                    <a16:creationId xmlns:a16="http://schemas.microsoft.com/office/drawing/2014/main" id="{9DE8F4F4-CB88-4E31-B082-E3B3B0444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3" y="1456"/>
                <a:ext cx="241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87" name="Oval 46">
              <a:extLst>
                <a:ext uri="{FF2B5EF4-FFF2-40B4-BE49-F238E27FC236}">
                  <a16:creationId xmlns:a16="http://schemas.microsoft.com/office/drawing/2014/main" id="{D92099D4-C9FF-4B07-B0C1-67536E238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1261"/>
              <a:ext cx="48" cy="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8" name="Oval 47">
              <a:extLst>
                <a:ext uri="{FF2B5EF4-FFF2-40B4-BE49-F238E27FC236}">
                  <a16:creationId xmlns:a16="http://schemas.microsoft.com/office/drawing/2014/main" id="{BC995F23-E9AB-4679-9B1D-76478E51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8" y="1493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89" name="Text Box 48">
              <a:extLst>
                <a:ext uri="{FF2B5EF4-FFF2-40B4-BE49-F238E27FC236}">
                  <a16:creationId xmlns:a16="http://schemas.microsoft.com/office/drawing/2014/main" id="{E3C2C520-FFD9-4441-A389-A23F1E049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7" y="979"/>
              <a:ext cx="31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790" name="Line 49">
              <a:extLst>
                <a:ext uri="{FF2B5EF4-FFF2-40B4-BE49-F238E27FC236}">
                  <a16:creationId xmlns:a16="http://schemas.microsoft.com/office/drawing/2014/main" id="{705E1C36-1001-463D-80BA-EB2E667790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3" y="1283"/>
              <a:ext cx="0" cy="20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8290" name="Group 50">
            <a:extLst>
              <a:ext uri="{FF2B5EF4-FFF2-40B4-BE49-F238E27FC236}">
                <a16:creationId xmlns:a16="http://schemas.microsoft.com/office/drawing/2014/main" id="{22860A5E-954C-4309-A94E-3B95C1C086A4}"/>
              </a:ext>
            </a:extLst>
          </p:cNvPr>
          <p:cNvGrpSpPr>
            <a:grpSpLocks/>
          </p:cNvGrpSpPr>
          <p:nvPr/>
        </p:nvGrpSpPr>
        <p:grpSpPr bwMode="auto">
          <a:xfrm>
            <a:off x="790575" y="2709863"/>
            <a:ext cx="3952875" cy="1136650"/>
            <a:chOff x="498" y="1707"/>
            <a:chExt cx="2490" cy="716"/>
          </a:xfrm>
        </p:grpSpPr>
        <p:grpSp>
          <p:nvGrpSpPr>
            <p:cNvPr id="29763" name="Group 51">
              <a:extLst>
                <a:ext uri="{FF2B5EF4-FFF2-40B4-BE49-F238E27FC236}">
                  <a16:creationId xmlns:a16="http://schemas.microsoft.com/office/drawing/2014/main" id="{B81D9F27-D723-457E-B6FE-8C0930DF2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" y="1707"/>
              <a:ext cx="1761" cy="338"/>
              <a:chOff x="533" y="1707"/>
              <a:chExt cx="1761" cy="338"/>
            </a:xfrm>
          </p:grpSpPr>
          <p:grpSp>
            <p:nvGrpSpPr>
              <p:cNvPr id="29769" name="Group 52">
                <a:extLst>
                  <a:ext uri="{FF2B5EF4-FFF2-40B4-BE49-F238E27FC236}">
                    <a16:creationId xmlns:a16="http://schemas.microsoft.com/office/drawing/2014/main" id="{5823D255-4CD4-442B-93D4-3DB0A31E43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3" y="1718"/>
                <a:ext cx="1075" cy="327"/>
                <a:chOff x="2282" y="3152"/>
                <a:chExt cx="902" cy="327"/>
              </a:xfrm>
            </p:grpSpPr>
            <p:sp>
              <p:nvSpPr>
                <p:cNvPr id="29773" name="Text Box 53">
                  <a:extLst>
                    <a:ext uri="{FF2B5EF4-FFF2-40B4-BE49-F238E27FC236}">
                      <a16:creationId xmlns:a16="http://schemas.microsoft.com/office/drawing/2014/main" id="{206B2E9C-1C2E-4188-84B9-0CF3F67F747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2" y="3152"/>
                  <a:ext cx="902" cy="327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G=0</a:t>
                  </a:r>
                  <a:r>
                    <a: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时：</a:t>
                  </a:r>
                </a:p>
              </p:txBody>
            </p:sp>
            <p:sp>
              <p:nvSpPr>
                <p:cNvPr id="29774" name="Line 54">
                  <a:extLst>
                    <a:ext uri="{FF2B5EF4-FFF2-40B4-BE49-F238E27FC236}">
                      <a16:creationId xmlns:a16="http://schemas.microsoft.com/office/drawing/2014/main" id="{F7A9D40A-20E7-4C6A-AB48-A412718461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195"/>
                  <a:ext cx="141" cy="0"/>
                </a:xfrm>
                <a:prstGeom prst="line">
                  <a:avLst/>
                </a:prstGeom>
                <a:noFill/>
                <a:ln w="38100">
                  <a:solidFill>
                    <a:schemeClr val="accent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9770" name="Group 55">
                <a:extLst>
                  <a:ext uri="{FF2B5EF4-FFF2-40B4-BE49-F238E27FC236}">
                    <a16:creationId xmlns:a16="http://schemas.microsoft.com/office/drawing/2014/main" id="{0519183D-470A-4F8D-A75E-8B7255CAF4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468" y="1707"/>
                <a:ext cx="826" cy="327"/>
                <a:chOff x="3728" y="2706"/>
                <a:chExt cx="826" cy="327"/>
              </a:xfrm>
            </p:grpSpPr>
            <p:sp>
              <p:nvSpPr>
                <p:cNvPr id="29771" name="Text Box 56">
                  <a:extLst>
                    <a:ext uri="{FF2B5EF4-FFF2-40B4-BE49-F238E27FC236}">
                      <a16:creationId xmlns:a16="http://schemas.microsoft.com/office/drawing/2014/main" id="{F6A21612-FF90-4A0C-BF24-7F0A7B404C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8" y="2706"/>
                  <a:ext cx="826" cy="327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F=AB</a:t>
                  </a:r>
                </a:p>
              </p:txBody>
            </p:sp>
            <p:sp>
              <p:nvSpPr>
                <p:cNvPr id="29772" name="Line 57">
                  <a:extLst>
                    <a:ext uri="{FF2B5EF4-FFF2-40B4-BE49-F238E27FC236}">
                      <a16:creationId xmlns:a16="http://schemas.microsoft.com/office/drawing/2014/main" id="{26E8AA36-AB9A-42CC-B8B7-39338A6AE61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75" y="2760"/>
                  <a:ext cx="229" cy="0"/>
                </a:xfrm>
                <a:prstGeom prst="line">
                  <a:avLst/>
                </a:prstGeom>
                <a:noFill/>
                <a:ln w="38100">
                  <a:solidFill>
                    <a:schemeClr val="accent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</p:grpSp>
        <p:grpSp>
          <p:nvGrpSpPr>
            <p:cNvPr id="29764" name="Group 58">
              <a:extLst>
                <a:ext uri="{FF2B5EF4-FFF2-40B4-BE49-F238E27FC236}">
                  <a16:creationId xmlns:a16="http://schemas.microsoft.com/office/drawing/2014/main" id="{372DEC13-AF0D-4067-B608-CA874F541B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8" y="2085"/>
              <a:ext cx="2490" cy="338"/>
              <a:chOff x="498" y="2085"/>
              <a:chExt cx="2490" cy="338"/>
            </a:xfrm>
          </p:grpSpPr>
          <p:grpSp>
            <p:nvGrpSpPr>
              <p:cNvPr id="29765" name="Group 59">
                <a:extLst>
                  <a:ext uri="{FF2B5EF4-FFF2-40B4-BE49-F238E27FC236}">
                    <a16:creationId xmlns:a16="http://schemas.microsoft.com/office/drawing/2014/main" id="{E1EE5296-C3FA-4A3D-85F2-A3ACA80E74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8" y="2096"/>
                <a:ext cx="1039" cy="327"/>
                <a:chOff x="2282" y="3152"/>
                <a:chExt cx="902" cy="327"/>
              </a:xfrm>
            </p:grpSpPr>
            <p:sp>
              <p:nvSpPr>
                <p:cNvPr id="29767" name="Text Box 60">
                  <a:extLst>
                    <a:ext uri="{FF2B5EF4-FFF2-40B4-BE49-F238E27FC236}">
                      <a16:creationId xmlns:a16="http://schemas.microsoft.com/office/drawing/2014/main" id="{D7EB39EC-A0D9-4D76-AF99-8DDA264DC4D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82" y="3152"/>
                  <a:ext cx="902" cy="327"/>
                </a:xfrm>
                <a:prstGeom prst="rect">
                  <a:avLst/>
                </a:prstGeom>
                <a:noFill/>
                <a:ln w="38100">
                  <a:solidFill>
                    <a:srgbClr val="FFFFFF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1" lang="en-US" altLang="zh-CN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G=1</a:t>
                  </a:r>
                  <a:r>
                    <a:rPr kumimoji="1" lang="zh-CN" altLang="en-US" sz="2800" b="1" i="0" u="none" strike="noStrike" kern="1200" cap="none" spc="0" normalizeH="0" baseline="0" noProof="0">
                      <a:ln>
                        <a:noFill/>
                      </a:ln>
                      <a:solidFill>
                        <a:sysClr val="windowText" lastClr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宋体" panose="02010600030101010101" pitchFamily="2" charset="-122"/>
                      <a:cs typeface="+mn-cs"/>
                    </a:rPr>
                    <a:t>时：</a:t>
                  </a:r>
                </a:p>
              </p:txBody>
            </p:sp>
            <p:sp>
              <p:nvSpPr>
                <p:cNvPr id="29768" name="Line 61">
                  <a:extLst>
                    <a:ext uri="{FF2B5EF4-FFF2-40B4-BE49-F238E27FC236}">
                      <a16:creationId xmlns:a16="http://schemas.microsoft.com/office/drawing/2014/main" id="{B3653220-6958-43B1-82C7-AEFD8AE41DB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37" y="3195"/>
                  <a:ext cx="141" cy="0"/>
                </a:xfrm>
                <a:prstGeom prst="line">
                  <a:avLst/>
                </a:prstGeom>
                <a:noFill/>
                <a:ln w="38100">
                  <a:solidFill>
                    <a:schemeClr val="accent3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9766" name="Text Box 62">
                <a:extLst>
                  <a:ext uri="{FF2B5EF4-FFF2-40B4-BE49-F238E27FC236}">
                    <a16:creationId xmlns:a16="http://schemas.microsoft.com/office/drawing/2014/main" id="{05449FE2-498D-4BFB-A756-22581D1269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3" y="2085"/>
                <a:ext cx="1695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F=Z     Z</a:t>
                </a:r>
                <a:r>
                  <a: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为高阻</a:t>
                </a:r>
              </a:p>
            </p:txBody>
          </p:sp>
        </p:grpSp>
      </p:grpSp>
      <p:grpSp>
        <p:nvGrpSpPr>
          <p:cNvPr id="138303" name="Group 63">
            <a:extLst>
              <a:ext uri="{FF2B5EF4-FFF2-40B4-BE49-F238E27FC236}">
                <a16:creationId xmlns:a16="http://schemas.microsoft.com/office/drawing/2014/main" id="{7D978FCE-97C1-471B-98C5-A34C82DE0E1A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4157663"/>
            <a:ext cx="2020888" cy="1431925"/>
            <a:chOff x="270" y="2619"/>
            <a:chExt cx="1273" cy="902"/>
          </a:xfrm>
        </p:grpSpPr>
        <p:sp>
          <p:nvSpPr>
            <p:cNvPr id="29753" name="Oval 64">
              <a:extLst>
                <a:ext uri="{FF2B5EF4-FFF2-40B4-BE49-F238E27FC236}">
                  <a16:creationId xmlns:a16="http://schemas.microsoft.com/office/drawing/2014/main" id="{AE6A7712-41FD-4807-AC18-F5457356D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6" y="2888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4" name="Line 65">
              <a:extLst>
                <a:ext uri="{FF2B5EF4-FFF2-40B4-BE49-F238E27FC236}">
                  <a16:creationId xmlns:a16="http://schemas.microsoft.com/office/drawing/2014/main" id="{E982D128-F0AA-47DB-B728-9AD8A2ECE7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6" y="2934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5" name="Line 66">
              <a:extLst>
                <a:ext uri="{FF2B5EF4-FFF2-40B4-BE49-F238E27FC236}">
                  <a16:creationId xmlns:a16="http://schemas.microsoft.com/office/drawing/2014/main" id="{1252600A-855A-40AB-A0F9-14204DE27D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6" y="2798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6" name="Line 67">
              <a:extLst>
                <a:ext uri="{FF2B5EF4-FFF2-40B4-BE49-F238E27FC236}">
                  <a16:creationId xmlns:a16="http://schemas.microsoft.com/office/drawing/2014/main" id="{DD4C47C3-304D-4E5A-BD9E-41CC468BEB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66" y="3376"/>
              <a:ext cx="63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7" name="Line 68">
              <a:extLst>
                <a:ext uri="{FF2B5EF4-FFF2-40B4-BE49-F238E27FC236}">
                  <a16:creationId xmlns:a16="http://schemas.microsoft.com/office/drawing/2014/main" id="{5A27CEC4-A952-43BD-B73D-650E82134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7" y="2934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8" name="Text Box 69">
              <a:extLst>
                <a:ext uri="{FF2B5EF4-FFF2-40B4-BE49-F238E27FC236}">
                  <a16:creationId xmlns:a16="http://schemas.microsoft.com/office/drawing/2014/main" id="{A68F6BD5-FC56-4A04-BEA6-8B3AB937AB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" y="2619"/>
              <a:ext cx="22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29759" name="Text Box 70">
              <a:extLst>
                <a:ext uri="{FF2B5EF4-FFF2-40B4-BE49-F238E27FC236}">
                  <a16:creationId xmlns:a16="http://schemas.microsoft.com/office/drawing/2014/main" id="{3787DA45-01E6-4936-A370-C8A23BEC2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" y="2809"/>
              <a:ext cx="22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760" name="Rectangle 71">
              <a:extLst>
                <a:ext uri="{FF2B5EF4-FFF2-40B4-BE49-F238E27FC236}">
                  <a16:creationId xmlns:a16="http://schemas.microsoft.com/office/drawing/2014/main" id="{AA8D1CD8-3F7B-49AC-8FE4-0E9B44BE7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4" y="2707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1" name="Rectangle 72">
              <a:extLst>
                <a:ext uri="{FF2B5EF4-FFF2-40B4-BE49-F238E27FC236}">
                  <a16:creationId xmlns:a16="http://schemas.microsoft.com/office/drawing/2014/main" id="{1F227142-E4F4-47F4-BA43-28FC6EB3C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" y="3252"/>
              <a:ext cx="16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1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endPara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62" name="Line 73">
              <a:extLst>
                <a:ext uri="{FF2B5EF4-FFF2-40B4-BE49-F238E27FC236}">
                  <a16:creationId xmlns:a16="http://schemas.microsoft.com/office/drawing/2014/main" id="{9450C67A-0412-4571-8B8B-14EA3F3528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9" y="3158"/>
              <a:ext cx="0" cy="23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8314" name="Group 74">
            <a:extLst>
              <a:ext uri="{FF2B5EF4-FFF2-40B4-BE49-F238E27FC236}">
                <a16:creationId xmlns:a16="http://schemas.microsoft.com/office/drawing/2014/main" id="{8A3390D2-D2B8-48B1-A3DE-0E260D0B24F3}"/>
              </a:ext>
            </a:extLst>
          </p:cNvPr>
          <p:cNvGrpSpPr>
            <a:grpSpLocks/>
          </p:cNvGrpSpPr>
          <p:nvPr/>
        </p:nvGrpSpPr>
        <p:grpSpPr bwMode="auto">
          <a:xfrm>
            <a:off x="2659063" y="4179888"/>
            <a:ext cx="2979737" cy="1344612"/>
            <a:chOff x="1675" y="2633"/>
            <a:chExt cx="1877" cy="847"/>
          </a:xfrm>
        </p:grpSpPr>
        <p:sp>
          <p:nvSpPr>
            <p:cNvPr id="29738" name="Text Box 75">
              <a:extLst>
                <a:ext uri="{FF2B5EF4-FFF2-40B4-BE49-F238E27FC236}">
                  <a16:creationId xmlns:a16="http://schemas.microsoft.com/office/drawing/2014/main" id="{E4F6C537-5CDA-4DAD-8DC1-D126C9B86F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6" y="2633"/>
              <a:ext cx="25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</a:p>
          </p:txBody>
        </p:sp>
        <p:sp>
          <p:nvSpPr>
            <p:cNvPr id="29739" name="Rectangle 76">
              <a:extLst>
                <a:ext uri="{FF2B5EF4-FFF2-40B4-BE49-F238E27FC236}">
                  <a16:creationId xmlns:a16="http://schemas.microsoft.com/office/drawing/2014/main" id="{E358218E-A0D1-422B-8787-FA4B68373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7" y="2729"/>
              <a:ext cx="423" cy="48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0" name="Line 77">
              <a:extLst>
                <a:ext uri="{FF2B5EF4-FFF2-40B4-BE49-F238E27FC236}">
                  <a16:creationId xmlns:a16="http://schemas.microsoft.com/office/drawing/2014/main" id="{343F5B8E-01A3-4609-B52F-9C9D512F2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843"/>
              <a:ext cx="41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1" name="Line 78">
              <a:extLst>
                <a:ext uri="{FF2B5EF4-FFF2-40B4-BE49-F238E27FC236}">
                  <a16:creationId xmlns:a16="http://schemas.microsoft.com/office/drawing/2014/main" id="{C171BAB1-67AD-41ED-917A-8ECC7724D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2985"/>
              <a:ext cx="41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2" name="Oval 79">
              <a:extLst>
                <a:ext uri="{FF2B5EF4-FFF2-40B4-BE49-F238E27FC236}">
                  <a16:creationId xmlns:a16="http://schemas.microsoft.com/office/drawing/2014/main" id="{44A2655B-EDB6-4B4B-AA81-F13B27877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0" y="2968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3" name="Line 80">
              <a:extLst>
                <a:ext uri="{FF2B5EF4-FFF2-40B4-BE49-F238E27FC236}">
                  <a16:creationId xmlns:a16="http://schemas.microsoft.com/office/drawing/2014/main" id="{E1342C5B-0DF6-44CF-A38F-7E957FDA11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8" y="2996"/>
              <a:ext cx="35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4" name="Text Box 81">
              <a:extLst>
                <a:ext uri="{FF2B5EF4-FFF2-40B4-BE49-F238E27FC236}">
                  <a16:creationId xmlns:a16="http://schemas.microsoft.com/office/drawing/2014/main" id="{54FFC9C4-2652-40ED-9E92-DA9AA3687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9" y="2819"/>
              <a:ext cx="233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F</a:t>
              </a:r>
            </a:p>
          </p:txBody>
        </p:sp>
        <p:sp>
          <p:nvSpPr>
            <p:cNvPr id="29745" name="Text Box 82">
              <a:extLst>
                <a:ext uri="{FF2B5EF4-FFF2-40B4-BE49-F238E27FC236}">
                  <a16:creationId xmlns:a16="http://schemas.microsoft.com/office/drawing/2014/main" id="{9073BBC2-F751-4430-888F-822E98271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9" y="2688"/>
              <a:ext cx="249" cy="250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&amp;</a:t>
              </a:r>
            </a:p>
          </p:txBody>
        </p:sp>
        <p:sp>
          <p:nvSpPr>
            <p:cNvPr id="29746" name="AutoShape 83">
              <a:extLst>
                <a:ext uri="{FF2B5EF4-FFF2-40B4-BE49-F238E27FC236}">
                  <a16:creationId xmlns:a16="http://schemas.microsoft.com/office/drawing/2014/main" id="{F8E564EB-DB33-4CAD-B08F-86F4BA852B2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792" y="2920"/>
              <a:ext cx="70" cy="96"/>
            </a:xfrm>
            <a:prstGeom prst="triangle">
              <a:avLst>
                <a:gd name="adj" fmla="val 50000"/>
              </a:avLst>
            </a:prstGeom>
            <a:noFill/>
            <a:ln w="28575" cap="sq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7" name="Text Box 84">
              <a:extLst>
                <a:ext uri="{FF2B5EF4-FFF2-40B4-BE49-F238E27FC236}">
                  <a16:creationId xmlns:a16="http://schemas.microsoft.com/office/drawing/2014/main" id="{023F843B-B178-441D-A669-4E91E3F23B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7" y="2988"/>
              <a:ext cx="316" cy="231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</a:p>
          </p:txBody>
        </p:sp>
        <p:sp>
          <p:nvSpPr>
            <p:cNvPr id="29748" name="Line 85">
              <a:extLst>
                <a:ext uri="{FF2B5EF4-FFF2-40B4-BE49-F238E27FC236}">
                  <a16:creationId xmlns:a16="http://schemas.microsoft.com/office/drawing/2014/main" id="{BD03D8F2-DA7B-4987-BB01-7C091A32E5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8" y="3120"/>
              <a:ext cx="3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49" name="Rectangle 86">
              <a:extLst>
                <a:ext uri="{FF2B5EF4-FFF2-40B4-BE49-F238E27FC236}">
                  <a16:creationId xmlns:a16="http://schemas.microsoft.com/office/drawing/2014/main" id="{79F1720C-55CD-413D-BBA8-BA541FD5D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5" y="3192"/>
              <a:ext cx="383" cy="2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</a:p>
          </p:txBody>
        </p:sp>
        <p:sp>
          <p:nvSpPr>
            <p:cNvPr id="29750" name="Oval 87">
              <a:extLst>
                <a:ext uri="{FF2B5EF4-FFF2-40B4-BE49-F238E27FC236}">
                  <a16:creationId xmlns:a16="http://schemas.microsoft.com/office/drawing/2014/main" id="{B3D8F3ED-9838-48E5-B8B6-B89BEA6A5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6" y="3319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51" name="Text Box 88">
              <a:extLst>
                <a:ext uri="{FF2B5EF4-FFF2-40B4-BE49-F238E27FC236}">
                  <a16:creationId xmlns:a16="http://schemas.microsoft.com/office/drawing/2014/main" id="{8DEBD714-9A31-4D4D-BF9B-3F8DDBC817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9" y="2805"/>
              <a:ext cx="315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752" name="Line 89">
              <a:extLst>
                <a:ext uri="{FF2B5EF4-FFF2-40B4-BE49-F238E27FC236}">
                  <a16:creationId xmlns:a16="http://schemas.microsoft.com/office/drawing/2014/main" id="{0E0FFB43-202E-4919-99EB-620FD4252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1" y="3109"/>
              <a:ext cx="0" cy="20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8330" name="Group 90">
            <a:extLst>
              <a:ext uri="{FF2B5EF4-FFF2-40B4-BE49-F238E27FC236}">
                <a16:creationId xmlns:a16="http://schemas.microsoft.com/office/drawing/2014/main" id="{B9300CB5-8ABB-4C56-A482-B7B1B1BFAFF3}"/>
              </a:ext>
            </a:extLst>
          </p:cNvPr>
          <p:cNvGrpSpPr>
            <a:grpSpLocks/>
          </p:cNvGrpSpPr>
          <p:nvPr/>
        </p:nvGrpSpPr>
        <p:grpSpPr bwMode="auto">
          <a:xfrm>
            <a:off x="619125" y="5848350"/>
            <a:ext cx="7435850" cy="554038"/>
            <a:chOff x="390" y="3684"/>
            <a:chExt cx="4684" cy="349"/>
          </a:xfrm>
        </p:grpSpPr>
        <p:sp>
          <p:nvSpPr>
            <p:cNvPr id="29732" name="Text Box 91">
              <a:extLst>
                <a:ext uri="{FF2B5EF4-FFF2-40B4-BE49-F238E27FC236}">
                  <a16:creationId xmlns:a16="http://schemas.microsoft.com/office/drawing/2014/main" id="{73AC0236-84BD-465D-864E-5F9E0CA500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" y="3706"/>
              <a:ext cx="1021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G=1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时：</a:t>
              </a:r>
            </a:p>
          </p:txBody>
        </p:sp>
        <p:grpSp>
          <p:nvGrpSpPr>
            <p:cNvPr id="29733" name="Group 92">
              <a:extLst>
                <a:ext uri="{FF2B5EF4-FFF2-40B4-BE49-F238E27FC236}">
                  <a16:creationId xmlns:a16="http://schemas.microsoft.com/office/drawing/2014/main" id="{FA044A77-F094-477B-B228-B3F043CA9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5" y="3695"/>
              <a:ext cx="826" cy="327"/>
              <a:chOff x="3728" y="2706"/>
              <a:chExt cx="826" cy="327"/>
            </a:xfrm>
          </p:grpSpPr>
          <p:sp>
            <p:nvSpPr>
              <p:cNvPr id="29736" name="Text Box 93">
                <a:extLst>
                  <a:ext uri="{FF2B5EF4-FFF2-40B4-BE49-F238E27FC236}">
                    <a16:creationId xmlns:a16="http://schemas.microsoft.com/office/drawing/2014/main" id="{7A831B1F-607B-4EA9-9D9D-A5B430733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28" y="2706"/>
                <a:ext cx="826" cy="327"/>
              </a:xfrm>
              <a:prstGeom prst="rect">
                <a:avLst/>
              </a:prstGeom>
              <a:noFill/>
              <a:ln w="38100">
                <a:solidFill>
                  <a:srgbClr val="FFFFFF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F=AB</a:t>
                </a:r>
              </a:p>
            </p:txBody>
          </p:sp>
          <p:sp>
            <p:nvSpPr>
              <p:cNvPr id="29737" name="Line 94">
                <a:extLst>
                  <a:ext uri="{FF2B5EF4-FFF2-40B4-BE49-F238E27FC236}">
                    <a16:creationId xmlns:a16="http://schemas.microsoft.com/office/drawing/2014/main" id="{02169F5B-F28D-4B8C-9D56-C4FE493B6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5" y="2760"/>
                <a:ext cx="229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29734" name="Text Box 95">
              <a:extLst>
                <a:ext uri="{FF2B5EF4-FFF2-40B4-BE49-F238E27FC236}">
                  <a16:creationId xmlns:a16="http://schemas.microsoft.com/office/drawing/2014/main" id="{1AFAD6ED-41F5-4102-B1A3-0CBDD9BE6A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9" y="3695"/>
              <a:ext cx="1048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G=0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时：</a:t>
              </a:r>
            </a:p>
          </p:txBody>
        </p:sp>
        <p:sp>
          <p:nvSpPr>
            <p:cNvPr id="29735" name="Text Box 96">
              <a:extLst>
                <a:ext uri="{FF2B5EF4-FFF2-40B4-BE49-F238E27FC236}">
                  <a16:creationId xmlns:a16="http://schemas.microsoft.com/office/drawing/2014/main" id="{A33F7E42-D5D5-445B-919C-DB1F9A2A98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94" y="3684"/>
              <a:ext cx="1880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F=Z     Z</a:t>
              </a: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为高阻</a:t>
              </a:r>
            </a:p>
          </p:txBody>
        </p:sp>
      </p:grpSp>
      <p:grpSp>
        <p:nvGrpSpPr>
          <p:cNvPr id="138337" name="Group 97">
            <a:extLst>
              <a:ext uri="{FF2B5EF4-FFF2-40B4-BE49-F238E27FC236}">
                <a16:creationId xmlns:a16="http://schemas.microsoft.com/office/drawing/2014/main" id="{62C3C60E-DCA4-42B7-8E97-DF8950E449D7}"/>
              </a:ext>
            </a:extLst>
          </p:cNvPr>
          <p:cNvGrpSpPr>
            <a:grpSpLocks/>
          </p:cNvGrpSpPr>
          <p:nvPr/>
        </p:nvGrpSpPr>
        <p:grpSpPr bwMode="auto">
          <a:xfrm>
            <a:off x="5813425" y="2227263"/>
            <a:ext cx="2760663" cy="1249362"/>
            <a:chOff x="2456" y="1784"/>
            <a:chExt cx="1739" cy="787"/>
          </a:xfrm>
        </p:grpSpPr>
        <p:sp>
          <p:nvSpPr>
            <p:cNvPr id="29720" name="AutoShape 98">
              <a:extLst>
                <a:ext uri="{FF2B5EF4-FFF2-40B4-BE49-F238E27FC236}">
                  <a16:creationId xmlns:a16="http://schemas.microsoft.com/office/drawing/2014/main" id="{EABC3589-F220-4455-B8FA-55D3F1A2819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043" y="1869"/>
              <a:ext cx="516" cy="44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1" name="Oval 99">
              <a:extLst>
                <a:ext uri="{FF2B5EF4-FFF2-40B4-BE49-F238E27FC236}">
                  <a16:creationId xmlns:a16="http://schemas.microsoft.com/office/drawing/2014/main" id="{BF26765D-9529-4B35-9138-76ABB8B32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2" y="2033"/>
              <a:ext cx="87" cy="8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2" name="Oval 100">
              <a:extLst>
                <a:ext uri="{FF2B5EF4-FFF2-40B4-BE49-F238E27FC236}">
                  <a16:creationId xmlns:a16="http://schemas.microsoft.com/office/drawing/2014/main" id="{DA43DA56-CFFC-4FDE-8CBE-50B697B3BB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1" y="2207"/>
              <a:ext cx="87" cy="8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3" name="Line 101">
              <a:extLst>
                <a:ext uri="{FF2B5EF4-FFF2-40B4-BE49-F238E27FC236}">
                  <a16:creationId xmlns:a16="http://schemas.microsoft.com/office/drawing/2014/main" id="{99D1ACA9-7C4D-4300-9427-75B6E5CA50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63" y="1934"/>
              <a:ext cx="40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4" name="Line 102">
              <a:extLst>
                <a:ext uri="{FF2B5EF4-FFF2-40B4-BE49-F238E27FC236}">
                  <a16:creationId xmlns:a16="http://schemas.microsoft.com/office/drawing/2014/main" id="{CCE0AD40-851C-4AE2-8973-ADBF00AA3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63" y="2194"/>
              <a:ext cx="40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5" name="Freeform 103">
              <a:extLst>
                <a:ext uri="{FF2B5EF4-FFF2-40B4-BE49-F238E27FC236}">
                  <a16:creationId xmlns:a16="http://schemas.microsoft.com/office/drawing/2014/main" id="{D462C4C8-C559-4128-8AA9-D245CDEA9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282"/>
              <a:ext cx="652" cy="174"/>
            </a:xfrm>
            <a:custGeom>
              <a:avLst/>
              <a:gdLst>
                <a:gd name="T0" fmla="*/ 652 w 652"/>
                <a:gd name="T1" fmla="*/ 0 h 174"/>
                <a:gd name="T2" fmla="*/ 652 w 652"/>
                <a:gd name="T3" fmla="*/ 174 h 174"/>
                <a:gd name="T4" fmla="*/ 0 w 652"/>
                <a:gd name="T5" fmla="*/ 174 h 1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2" h="174">
                  <a:moveTo>
                    <a:pt x="652" y="0"/>
                  </a:moveTo>
                  <a:lnTo>
                    <a:pt x="652" y="174"/>
                  </a:lnTo>
                  <a:lnTo>
                    <a:pt x="0" y="174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6" name="Text Box 104">
              <a:extLst>
                <a:ext uri="{FF2B5EF4-FFF2-40B4-BE49-F238E27FC236}">
                  <a16:creationId xmlns:a16="http://schemas.microsoft.com/office/drawing/2014/main" id="{637E580B-68EA-4918-9254-141DCD8644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67" y="2022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727" name="Line 105">
              <a:extLst>
                <a:ext uri="{FF2B5EF4-FFF2-40B4-BE49-F238E27FC236}">
                  <a16:creationId xmlns:a16="http://schemas.microsoft.com/office/drawing/2014/main" id="{93692448-91F2-4EBE-AB8B-55DD372C1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9" y="2065"/>
              <a:ext cx="30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28" name="Text Box 106">
              <a:extLst>
                <a:ext uri="{FF2B5EF4-FFF2-40B4-BE49-F238E27FC236}">
                  <a16:creationId xmlns:a16="http://schemas.microsoft.com/office/drawing/2014/main" id="{41B0AF8D-50E2-40A8-BEA8-8B1A18DDE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2283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29729" name="Text Box 107">
              <a:extLst>
                <a:ext uri="{FF2B5EF4-FFF2-40B4-BE49-F238E27FC236}">
                  <a16:creationId xmlns:a16="http://schemas.microsoft.com/office/drawing/2014/main" id="{F3FA36F5-DD15-4552-858D-9BF8C784D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6" y="1784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29730" name="Line 108">
              <a:extLst>
                <a:ext uri="{FF2B5EF4-FFF2-40B4-BE49-F238E27FC236}">
                  <a16:creationId xmlns:a16="http://schemas.microsoft.com/office/drawing/2014/main" id="{0BDF1B5A-3498-44F8-AD36-FD11EEB74C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1" y="2336"/>
              <a:ext cx="12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31" name="Text Box 109">
              <a:extLst>
                <a:ext uri="{FF2B5EF4-FFF2-40B4-BE49-F238E27FC236}">
                  <a16:creationId xmlns:a16="http://schemas.microsoft.com/office/drawing/2014/main" id="{C7D9484F-4BCA-4762-9345-69028B0752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1903"/>
              <a:ext cx="28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138350" name="Group 110">
            <a:extLst>
              <a:ext uri="{FF2B5EF4-FFF2-40B4-BE49-F238E27FC236}">
                <a16:creationId xmlns:a16="http://schemas.microsoft.com/office/drawing/2014/main" id="{6CC2406A-0E4F-4FD6-A69D-F6CE37E365E2}"/>
              </a:ext>
            </a:extLst>
          </p:cNvPr>
          <p:cNvGrpSpPr>
            <a:grpSpLocks/>
          </p:cNvGrpSpPr>
          <p:nvPr/>
        </p:nvGrpSpPr>
        <p:grpSpPr bwMode="auto">
          <a:xfrm>
            <a:off x="5916613" y="4056063"/>
            <a:ext cx="2760662" cy="1249362"/>
            <a:chOff x="3727" y="2446"/>
            <a:chExt cx="1739" cy="787"/>
          </a:xfrm>
        </p:grpSpPr>
        <p:sp>
          <p:nvSpPr>
            <p:cNvPr id="29710" name="AutoShape 111">
              <a:extLst>
                <a:ext uri="{FF2B5EF4-FFF2-40B4-BE49-F238E27FC236}">
                  <a16:creationId xmlns:a16="http://schemas.microsoft.com/office/drawing/2014/main" id="{B9F6C19A-C097-49B3-B7EA-28045573B030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314" y="2531"/>
              <a:ext cx="516" cy="446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1" name="Oval 112">
              <a:extLst>
                <a:ext uri="{FF2B5EF4-FFF2-40B4-BE49-F238E27FC236}">
                  <a16:creationId xmlns:a16="http://schemas.microsoft.com/office/drawing/2014/main" id="{E3CB2C3B-F378-46BD-9FBE-FBC6DE295B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3" y="2695"/>
              <a:ext cx="87" cy="8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2" name="Line 113">
              <a:extLst>
                <a:ext uri="{FF2B5EF4-FFF2-40B4-BE49-F238E27FC236}">
                  <a16:creationId xmlns:a16="http://schemas.microsoft.com/office/drawing/2014/main" id="{075D833E-3E94-420A-B245-E43877DAB8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4" y="2596"/>
              <a:ext cx="40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3" name="Line 114">
              <a:extLst>
                <a:ext uri="{FF2B5EF4-FFF2-40B4-BE49-F238E27FC236}">
                  <a16:creationId xmlns:a16="http://schemas.microsoft.com/office/drawing/2014/main" id="{7C882350-D81A-4EA8-8091-189C243A0E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4" y="2856"/>
              <a:ext cx="40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4" name="Freeform 115">
              <a:extLst>
                <a:ext uri="{FF2B5EF4-FFF2-40B4-BE49-F238E27FC236}">
                  <a16:creationId xmlns:a16="http://schemas.microsoft.com/office/drawing/2014/main" id="{58EED64E-895D-4255-8276-2A8037109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890"/>
              <a:ext cx="652" cy="228"/>
            </a:xfrm>
            <a:custGeom>
              <a:avLst/>
              <a:gdLst>
                <a:gd name="T0" fmla="*/ 652 w 652"/>
                <a:gd name="T1" fmla="*/ 0 h 174"/>
                <a:gd name="T2" fmla="*/ 652 w 652"/>
                <a:gd name="T3" fmla="*/ 514 h 174"/>
                <a:gd name="T4" fmla="*/ 0 w 652"/>
                <a:gd name="T5" fmla="*/ 514 h 1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2" h="174">
                  <a:moveTo>
                    <a:pt x="652" y="0"/>
                  </a:moveTo>
                  <a:lnTo>
                    <a:pt x="652" y="174"/>
                  </a:lnTo>
                  <a:lnTo>
                    <a:pt x="0" y="174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5" name="Text Box 116">
              <a:extLst>
                <a:ext uri="{FF2B5EF4-FFF2-40B4-BE49-F238E27FC236}">
                  <a16:creationId xmlns:a16="http://schemas.microsoft.com/office/drawing/2014/main" id="{1D3168D4-CE9C-4534-BE79-E27A460D8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8" y="2684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29716" name="Line 117">
              <a:extLst>
                <a:ext uri="{FF2B5EF4-FFF2-40B4-BE49-F238E27FC236}">
                  <a16:creationId xmlns:a16="http://schemas.microsoft.com/office/drawing/2014/main" id="{DE19FF54-F56C-4811-B445-7898EF642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0" y="2727"/>
              <a:ext cx="30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717" name="Text Box 118">
              <a:extLst>
                <a:ext uri="{FF2B5EF4-FFF2-40B4-BE49-F238E27FC236}">
                  <a16:creationId xmlns:a16="http://schemas.microsoft.com/office/drawing/2014/main" id="{972CB5D6-85CA-4564-886A-E4C54E988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" y="2945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  <p:sp>
          <p:nvSpPr>
            <p:cNvPr id="29718" name="Text Box 119">
              <a:extLst>
                <a:ext uri="{FF2B5EF4-FFF2-40B4-BE49-F238E27FC236}">
                  <a16:creationId xmlns:a16="http://schemas.microsoft.com/office/drawing/2014/main" id="{EF544143-BB87-440E-90AA-922182989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7" y="2446"/>
              <a:ext cx="28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29719" name="Text Box 120">
              <a:extLst>
                <a:ext uri="{FF2B5EF4-FFF2-40B4-BE49-F238E27FC236}">
                  <a16:creationId xmlns:a16="http://schemas.microsoft.com/office/drawing/2014/main" id="{8B38322E-9E99-4D0D-B1B2-25CC8B4AE9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3" y="2565"/>
              <a:ext cx="283" cy="288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827605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83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8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38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8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83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8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2000"/>
                                        <p:tgtEl>
                                          <p:spTgt spid="138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0DE4D2D8-F7FE-4641-BF69-418C2C562A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313" y="246063"/>
            <a:ext cx="1698625" cy="4873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CN" sz="2800" b="1">
                <a:solidFill>
                  <a:schemeClr val="accent2"/>
                </a:solidFill>
              </a:rPr>
              <a:t>3</a:t>
            </a:r>
            <a:r>
              <a:rPr lang="zh-CN" altLang="en-US" sz="2800" b="1">
                <a:solidFill>
                  <a:schemeClr val="accent2"/>
                </a:solidFill>
              </a:rPr>
              <a:t>、参数</a:t>
            </a:r>
          </a:p>
        </p:txBody>
      </p:sp>
      <p:sp>
        <p:nvSpPr>
          <p:cNvPr id="139267" name="Text Box 3">
            <a:extLst>
              <a:ext uri="{FF2B5EF4-FFF2-40B4-BE49-F238E27FC236}">
                <a16:creationId xmlns:a16="http://schemas.microsoft.com/office/drawing/2014/main" id="{339B0A7F-DE40-4CE4-8262-86D489C560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" y="931863"/>
            <a:ext cx="2017713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开关参数：</a:t>
            </a:r>
          </a:p>
        </p:txBody>
      </p:sp>
      <p:sp>
        <p:nvSpPr>
          <p:cNvPr id="139268" name="Text Box 4">
            <a:extLst>
              <a:ext uri="{FF2B5EF4-FFF2-40B4-BE49-F238E27FC236}">
                <a16:creationId xmlns:a16="http://schemas.microsoft.com/office/drawing/2014/main" id="{778D2AE1-B342-4A65-87C5-9D8313504B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88" y="1725613"/>
            <a:ext cx="587375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正常态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低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延迟时间。</a:t>
            </a:r>
          </a:p>
        </p:txBody>
      </p:sp>
      <p:sp>
        <p:nvSpPr>
          <p:cNvPr id="139269" name="Text Box 5">
            <a:extLst>
              <a:ext uri="{FF2B5EF4-FFF2-40B4-BE49-F238E27FC236}">
                <a16:creationId xmlns:a16="http://schemas.microsoft.com/office/drawing/2014/main" id="{6CB95D38-8F1A-45F6-BF33-AE1ACD2B9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2466975"/>
            <a:ext cx="587692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pHL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正常态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由高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低延迟时间。</a:t>
            </a:r>
          </a:p>
        </p:txBody>
      </p:sp>
      <p:grpSp>
        <p:nvGrpSpPr>
          <p:cNvPr id="139270" name="Group 6">
            <a:extLst>
              <a:ext uri="{FF2B5EF4-FFF2-40B4-BE49-F238E27FC236}">
                <a16:creationId xmlns:a16="http://schemas.microsoft.com/office/drawing/2014/main" id="{7625732B-83B5-4E59-B9EE-27CFE6140F47}"/>
              </a:ext>
            </a:extLst>
          </p:cNvPr>
          <p:cNvGrpSpPr>
            <a:grpSpLocks/>
          </p:cNvGrpSpPr>
          <p:nvPr/>
        </p:nvGrpSpPr>
        <p:grpSpPr bwMode="auto">
          <a:xfrm>
            <a:off x="2936876" y="309563"/>
            <a:ext cx="2455863" cy="1452563"/>
            <a:chOff x="1850" y="195"/>
            <a:chExt cx="1547" cy="915"/>
          </a:xfrm>
        </p:grpSpPr>
        <p:grpSp>
          <p:nvGrpSpPr>
            <p:cNvPr id="30786" name="Group 7">
              <a:extLst>
                <a:ext uri="{FF2B5EF4-FFF2-40B4-BE49-F238E27FC236}">
                  <a16:creationId xmlns:a16="http://schemas.microsoft.com/office/drawing/2014/main" id="{A4987E82-FF34-409B-87DF-95CAF71664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0" y="195"/>
              <a:ext cx="1289" cy="915"/>
              <a:chOff x="1904" y="294"/>
              <a:chExt cx="1289" cy="915"/>
            </a:xfrm>
          </p:grpSpPr>
          <p:sp>
            <p:nvSpPr>
              <p:cNvPr id="30788" name="Oval 8">
                <a:extLst>
                  <a:ext uri="{FF2B5EF4-FFF2-40B4-BE49-F238E27FC236}">
                    <a16:creationId xmlns:a16="http://schemas.microsoft.com/office/drawing/2014/main" id="{2563FF4C-C29D-4867-B864-9F7A0BBF6C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76" y="475"/>
                <a:ext cx="91" cy="9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89" name="Line 9">
                <a:extLst>
                  <a:ext uri="{FF2B5EF4-FFF2-40B4-BE49-F238E27FC236}">
                    <a16:creationId xmlns:a16="http://schemas.microsoft.com/office/drawing/2014/main" id="{78EE7F54-A443-4E72-9F0E-17FFAD5E0B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275" y="526"/>
                <a:ext cx="31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0" name="Line 10">
                <a:extLst>
                  <a:ext uri="{FF2B5EF4-FFF2-40B4-BE49-F238E27FC236}">
                    <a16:creationId xmlns:a16="http://schemas.microsoft.com/office/drawing/2014/main" id="{A3DA812D-7C10-4FC6-AB19-B7FC877D87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116" y="963"/>
                <a:ext cx="63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1" name="Line 11">
                <a:extLst>
                  <a:ext uri="{FF2B5EF4-FFF2-40B4-BE49-F238E27FC236}">
                    <a16:creationId xmlns:a16="http://schemas.microsoft.com/office/drawing/2014/main" id="{684977D7-DD0D-4C38-AD89-22D13EF869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67" y="521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2" name="Text Box 12">
                <a:extLst>
                  <a:ext uri="{FF2B5EF4-FFF2-40B4-BE49-F238E27FC236}">
                    <a16:creationId xmlns:a16="http://schemas.microsoft.com/office/drawing/2014/main" id="{C05F45ED-D1BE-4982-B349-9DF7833CE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9" y="337"/>
                <a:ext cx="227" cy="327"/>
              </a:xfrm>
              <a:prstGeom prst="rect">
                <a:avLst/>
              </a:prstGeom>
              <a:noFill/>
              <a:ln w="38100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A</a:t>
                </a:r>
              </a:p>
            </p:txBody>
          </p:sp>
          <p:sp>
            <p:nvSpPr>
              <p:cNvPr id="30793" name="Rectangle 13">
                <a:extLst>
                  <a:ext uri="{FF2B5EF4-FFF2-40B4-BE49-F238E27FC236}">
                    <a16:creationId xmlns:a16="http://schemas.microsoft.com/office/drawing/2014/main" id="{2FAC8CF2-603F-48CC-9B30-05669D0483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4" y="294"/>
                <a:ext cx="272" cy="454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4" name="Line 14">
                <a:extLst>
                  <a:ext uri="{FF2B5EF4-FFF2-40B4-BE49-F238E27FC236}">
                    <a16:creationId xmlns:a16="http://schemas.microsoft.com/office/drawing/2014/main" id="{E4FB806B-C5EF-4244-A1C4-387F849ED9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0" y="918"/>
                <a:ext cx="118" cy="1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5" name="Rectangle 15">
                <a:extLst>
                  <a:ext uri="{FF2B5EF4-FFF2-40B4-BE49-F238E27FC236}">
                    <a16:creationId xmlns:a16="http://schemas.microsoft.com/office/drawing/2014/main" id="{44C5E9FB-AE6C-479B-8E7E-92A15910C3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940"/>
                <a:ext cx="227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800" b="1" i="1" u="none" strike="noStrike" kern="120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G</a:t>
                </a:r>
                <a:endPara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6" name="Oval 16">
                <a:extLst>
                  <a:ext uri="{FF2B5EF4-FFF2-40B4-BE49-F238E27FC236}">
                    <a16:creationId xmlns:a16="http://schemas.microsoft.com/office/drawing/2014/main" id="{9ADE0671-7C3C-4F38-BDC8-25996B5AF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4" y="741"/>
                <a:ext cx="91" cy="91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797" name="Line 17">
                <a:extLst>
                  <a:ext uri="{FF2B5EF4-FFF2-40B4-BE49-F238E27FC236}">
                    <a16:creationId xmlns:a16="http://schemas.microsoft.com/office/drawing/2014/main" id="{6DE28455-329A-40D9-B0B7-B72326270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9" y="832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0787" name="Text Box 18">
              <a:extLst>
                <a:ext uri="{FF2B5EF4-FFF2-40B4-BE49-F238E27FC236}">
                  <a16:creationId xmlns:a16="http://schemas.microsoft.com/office/drawing/2014/main" id="{FA2E74D7-FF06-434C-944D-171571F89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5" y="281"/>
              <a:ext cx="292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</p:grpSp>
      <p:grpSp>
        <p:nvGrpSpPr>
          <p:cNvPr id="139283" name="Group 19">
            <a:extLst>
              <a:ext uri="{FF2B5EF4-FFF2-40B4-BE49-F238E27FC236}">
                <a16:creationId xmlns:a16="http://schemas.microsoft.com/office/drawing/2014/main" id="{A869E6EA-E6D0-4E39-88F6-02312D48E242}"/>
              </a:ext>
            </a:extLst>
          </p:cNvPr>
          <p:cNvGrpSpPr>
            <a:grpSpLocks/>
          </p:cNvGrpSpPr>
          <p:nvPr/>
        </p:nvGrpSpPr>
        <p:grpSpPr bwMode="auto">
          <a:xfrm>
            <a:off x="5918200" y="225425"/>
            <a:ext cx="2881313" cy="2193925"/>
            <a:chOff x="3728" y="142"/>
            <a:chExt cx="1815" cy="1382"/>
          </a:xfrm>
        </p:grpSpPr>
        <p:sp>
          <p:nvSpPr>
            <p:cNvPr id="30770" name="Freeform 20">
              <a:extLst>
                <a:ext uri="{FF2B5EF4-FFF2-40B4-BE49-F238E27FC236}">
                  <a16:creationId xmlns:a16="http://schemas.microsoft.com/office/drawing/2014/main" id="{BA8E90F8-CBB5-4F99-9498-AAD4FD7DA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317"/>
              <a:ext cx="1489" cy="261"/>
            </a:xfrm>
            <a:custGeom>
              <a:avLst/>
              <a:gdLst>
                <a:gd name="T0" fmla="*/ 0 w 1880"/>
                <a:gd name="T1" fmla="*/ 0 h 315"/>
                <a:gd name="T2" fmla="*/ 167 w 1880"/>
                <a:gd name="T3" fmla="*/ 0 h 315"/>
                <a:gd name="T4" fmla="*/ 243 w 1880"/>
                <a:gd name="T5" fmla="*/ 148 h 315"/>
                <a:gd name="T6" fmla="*/ 505 w 1880"/>
                <a:gd name="T7" fmla="*/ 148 h 315"/>
                <a:gd name="T8" fmla="*/ 569 w 1880"/>
                <a:gd name="T9" fmla="*/ 0 h 315"/>
                <a:gd name="T10" fmla="*/ 740 w 1880"/>
                <a:gd name="T11" fmla="*/ 0 h 3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0" h="315">
                  <a:moveTo>
                    <a:pt x="0" y="0"/>
                  </a:moveTo>
                  <a:lnTo>
                    <a:pt x="424" y="0"/>
                  </a:lnTo>
                  <a:lnTo>
                    <a:pt x="619" y="315"/>
                  </a:lnTo>
                  <a:lnTo>
                    <a:pt x="1282" y="315"/>
                  </a:lnTo>
                  <a:lnTo>
                    <a:pt x="1445" y="0"/>
                  </a:lnTo>
                  <a:lnTo>
                    <a:pt x="1880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1" name="Text Box 21">
              <a:extLst>
                <a:ext uri="{FF2B5EF4-FFF2-40B4-BE49-F238E27FC236}">
                  <a16:creationId xmlns:a16="http://schemas.microsoft.com/office/drawing/2014/main" id="{77464014-B36C-4914-8070-E0F3B232F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" y="142"/>
              <a:ext cx="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30772" name="Freeform 22">
              <a:extLst>
                <a:ext uri="{FF2B5EF4-FFF2-40B4-BE49-F238E27FC236}">
                  <a16:creationId xmlns:a16="http://schemas.microsoft.com/office/drawing/2014/main" id="{EB7C7FB8-E13E-4058-A9E8-FCCB706EFD2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054" y="688"/>
              <a:ext cx="1489" cy="261"/>
            </a:xfrm>
            <a:custGeom>
              <a:avLst/>
              <a:gdLst>
                <a:gd name="T0" fmla="*/ 0 w 1880"/>
                <a:gd name="T1" fmla="*/ 0 h 315"/>
                <a:gd name="T2" fmla="*/ 167 w 1880"/>
                <a:gd name="T3" fmla="*/ 0 h 315"/>
                <a:gd name="T4" fmla="*/ 243 w 1880"/>
                <a:gd name="T5" fmla="*/ 148 h 315"/>
                <a:gd name="T6" fmla="*/ 505 w 1880"/>
                <a:gd name="T7" fmla="*/ 148 h 315"/>
                <a:gd name="T8" fmla="*/ 569 w 1880"/>
                <a:gd name="T9" fmla="*/ 0 h 315"/>
                <a:gd name="T10" fmla="*/ 740 w 1880"/>
                <a:gd name="T11" fmla="*/ 0 h 3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0" h="315">
                  <a:moveTo>
                    <a:pt x="0" y="0"/>
                  </a:moveTo>
                  <a:lnTo>
                    <a:pt x="424" y="0"/>
                  </a:lnTo>
                  <a:lnTo>
                    <a:pt x="619" y="315"/>
                  </a:lnTo>
                  <a:lnTo>
                    <a:pt x="1282" y="315"/>
                  </a:lnTo>
                  <a:lnTo>
                    <a:pt x="1445" y="0"/>
                  </a:lnTo>
                  <a:lnTo>
                    <a:pt x="1880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3" name="Text Box 23">
              <a:extLst>
                <a:ext uri="{FF2B5EF4-FFF2-40B4-BE49-F238E27FC236}">
                  <a16:creationId xmlns:a16="http://schemas.microsoft.com/office/drawing/2014/main" id="{6BDC0315-1FE5-4002-8368-AE8C7DC95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7" y="783"/>
              <a:ext cx="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30774" name="Text Box 24">
              <a:extLst>
                <a:ext uri="{FF2B5EF4-FFF2-40B4-BE49-F238E27FC236}">
                  <a16:creationId xmlns:a16="http://schemas.microsoft.com/office/drawing/2014/main" id="{CBE735BF-9BC5-4F05-85A5-B14F7372F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3" y="555"/>
              <a:ext cx="45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3.6V</a:t>
              </a:r>
            </a:p>
          </p:txBody>
        </p:sp>
        <p:sp>
          <p:nvSpPr>
            <p:cNvPr id="30775" name="Text Box 25">
              <a:extLst>
                <a:ext uri="{FF2B5EF4-FFF2-40B4-BE49-F238E27FC236}">
                  <a16:creationId xmlns:a16="http://schemas.microsoft.com/office/drawing/2014/main" id="{6FFDEA5C-E6C5-44D0-8FA4-A5E88AEE3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" y="947"/>
              <a:ext cx="45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0V</a:t>
              </a:r>
            </a:p>
          </p:txBody>
        </p:sp>
        <p:sp>
          <p:nvSpPr>
            <p:cNvPr id="30776" name="Line 26">
              <a:extLst>
                <a:ext uri="{FF2B5EF4-FFF2-40B4-BE49-F238E27FC236}">
                  <a16:creationId xmlns:a16="http://schemas.microsoft.com/office/drawing/2014/main" id="{E7F4CC57-DAFA-4A6C-9837-704FEF0DDE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5" y="425"/>
              <a:ext cx="0" cy="83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7" name="Line 27">
              <a:extLst>
                <a:ext uri="{FF2B5EF4-FFF2-40B4-BE49-F238E27FC236}">
                  <a16:creationId xmlns:a16="http://schemas.microsoft.com/office/drawing/2014/main" id="{BF595C40-583B-418A-B773-AD05D8D63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31" y="425"/>
              <a:ext cx="0" cy="79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8" name="Line 28">
              <a:extLst>
                <a:ext uri="{FF2B5EF4-FFF2-40B4-BE49-F238E27FC236}">
                  <a16:creationId xmlns:a16="http://schemas.microsoft.com/office/drawing/2014/main" id="{8A6EAF5E-1F64-4B80-A45C-CBF2730EF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8" y="839"/>
              <a:ext cx="0" cy="4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79" name="Line 29">
              <a:extLst>
                <a:ext uri="{FF2B5EF4-FFF2-40B4-BE49-F238E27FC236}">
                  <a16:creationId xmlns:a16="http://schemas.microsoft.com/office/drawing/2014/main" id="{488702E2-699B-4ABE-8F13-C8D1EB517E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" y="833"/>
              <a:ext cx="0" cy="4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80" name="Line 30">
              <a:extLst>
                <a:ext uri="{FF2B5EF4-FFF2-40B4-BE49-F238E27FC236}">
                  <a16:creationId xmlns:a16="http://schemas.microsoft.com/office/drawing/2014/main" id="{8C4599EC-CCE2-4F25-8083-41073EA9C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5" y="1164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81" name="Line 31">
              <a:extLst>
                <a:ext uri="{FF2B5EF4-FFF2-40B4-BE49-F238E27FC236}">
                  <a16:creationId xmlns:a16="http://schemas.microsoft.com/office/drawing/2014/main" id="{D6ADF6AE-F6E9-4C8A-8436-681311C975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3" y="1142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82" name="Line 32">
              <a:extLst>
                <a:ext uri="{FF2B5EF4-FFF2-40B4-BE49-F238E27FC236}">
                  <a16:creationId xmlns:a16="http://schemas.microsoft.com/office/drawing/2014/main" id="{5DCE87AD-8DDC-443B-8463-94050C7C68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56" y="1175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83" name="Line 33">
              <a:extLst>
                <a:ext uri="{FF2B5EF4-FFF2-40B4-BE49-F238E27FC236}">
                  <a16:creationId xmlns:a16="http://schemas.microsoft.com/office/drawing/2014/main" id="{23D3D426-7706-41E5-B998-66EC7621C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7" y="1131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84" name="Text Box 34">
              <a:extLst>
                <a:ext uri="{FF2B5EF4-FFF2-40B4-BE49-F238E27FC236}">
                  <a16:creationId xmlns:a16="http://schemas.microsoft.com/office/drawing/2014/main" id="{E08E3A35-B934-4EE3-BB23-E87BC2196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4" y="1186"/>
              <a:ext cx="70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pLH</a:t>
              </a:r>
            </a:p>
          </p:txBody>
        </p:sp>
        <p:sp>
          <p:nvSpPr>
            <p:cNvPr id="30785" name="Text Box 35">
              <a:extLst>
                <a:ext uri="{FF2B5EF4-FFF2-40B4-BE49-F238E27FC236}">
                  <a16:creationId xmlns:a16="http://schemas.microsoft.com/office/drawing/2014/main" id="{E1836781-9A27-4C86-86F4-DDC4A834C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4" y="1197"/>
              <a:ext cx="50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pHL</a:t>
              </a:r>
            </a:p>
          </p:txBody>
        </p:sp>
      </p:grpSp>
      <p:sp>
        <p:nvSpPr>
          <p:cNvPr id="139300" name="Text Box 36">
            <a:extLst>
              <a:ext uri="{FF2B5EF4-FFF2-40B4-BE49-F238E27FC236}">
                <a16:creationId xmlns:a16="http://schemas.microsoft.com/office/drawing/2014/main" id="{5F73EA8E-3F7A-43AB-8534-2B404E064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313113"/>
            <a:ext cx="5367338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pZL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Z(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高阻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L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延迟时间。</a:t>
            </a:r>
          </a:p>
        </p:txBody>
      </p:sp>
      <p:sp>
        <p:nvSpPr>
          <p:cNvPr id="139301" name="Text Box 37">
            <a:extLst>
              <a:ext uri="{FF2B5EF4-FFF2-40B4-BE49-F238E27FC236}">
                <a16:creationId xmlns:a16="http://schemas.microsoft.com/office/drawing/2014/main" id="{39ADE9CF-B0F2-4196-8DD2-98C857D4D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075" y="4141788"/>
            <a:ext cx="44704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pLZ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L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延迟时间。</a:t>
            </a:r>
          </a:p>
        </p:txBody>
      </p:sp>
      <p:sp>
        <p:nvSpPr>
          <p:cNvPr id="139302" name="Text Box 38">
            <a:extLst>
              <a:ext uri="{FF2B5EF4-FFF2-40B4-BE49-F238E27FC236}">
                <a16:creationId xmlns:a16="http://schemas.microsoft.com/office/drawing/2014/main" id="{3ADB33D0-7CAA-4ABB-9BD2-C8046A9EB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" y="4972050"/>
            <a:ext cx="4775200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pZH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Z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延迟时间。</a:t>
            </a:r>
          </a:p>
        </p:txBody>
      </p:sp>
      <p:sp>
        <p:nvSpPr>
          <p:cNvPr id="139303" name="Text Box 39">
            <a:extLst>
              <a:ext uri="{FF2B5EF4-FFF2-40B4-BE49-F238E27FC236}">
                <a16:creationId xmlns:a16="http://schemas.microsoft.com/office/drawing/2014/main" id="{B7F7DB71-BE2E-4888-BA1C-502D1DA147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3" y="5764213"/>
            <a:ext cx="4732337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pHZ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—F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H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延迟时间。</a:t>
            </a:r>
          </a:p>
        </p:txBody>
      </p:sp>
      <p:grpSp>
        <p:nvGrpSpPr>
          <p:cNvPr id="139304" name="Group 40">
            <a:extLst>
              <a:ext uri="{FF2B5EF4-FFF2-40B4-BE49-F238E27FC236}">
                <a16:creationId xmlns:a16="http://schemas.microsoft.com/office/drawing/2014/main" id="{77E67AC2-1FE1-4F90-8212-78B5138E9FFE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2433638"/>
            <a:ext cx="3498850" cy="2089150"/>
            <a:chOff x="3556" y="1533"/>
            <a:chExt cx="2204" cy="1316"/>
          </a:xfrm>
        </p:grpSpPr>
        <p:sp>
          <p:nvSpPr>
            <p:cNvPr id="30753" name="Freeform 41">
              <a:extLst>
                <a:ext uri="{FF2B5EF4-FFF2-40B4-BE49-F238E27FC236}">
                  <a16:creationId xmlns:a16="http://schemas.microsoft.com/office/drawing/2014/main" id="{6B3AB85C-3335-40D7-BBAB-B7A390CE9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" y="1708"/>
              <a:ext cx="1489" cy="261"/>
            </a:xfrm>
            <a:custGeom>
              <a:avLst/>
              <a:gdLst>
                <a:gd name="T0" fmla="*/ 0 w 1880"/>
                <a:gd name="T1" fmla="*/ 0 h 315"/>
                <a:gd name="T2" fmla="*/ 167 w 1880"/>
                <a:gd name="T3" fmla="*/ 0 h 315"/>
                <a:gd name="T4" fmla="*/ 243 w 1880"/>
                <a:gd name="T5" fmla="*/ 148 h 315"/>
                <a:gd name="T6" fmla="*/ 505 w 1880"/>
                <a:gd name="T7" fmla="*/ 148 h 315"/>
                <a:gd name="T8" fmla="*/ 569 w 1880"/>
                <a:gd name="T9" fmla="*/ 0 h 315"/>
                <a:gd name="T10" fmla="*/ 740 w 1880"/>
                <a:gd name="T11" fmla="*/ 0 h 3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0" h="315">
                  <a:moveTo>
                    <a:pt x="0" y="0"/>
                  </a:moveTo>
                  <a:lnTo>
                    <a:pt x="424" y="0"/>
                  </a:lnTo>
                  <a:lnTo>
                    <a:pt x="619" y="315"/>
                  </a:lnTo>
                  <a:lnTo>
                    <a:pt x="1282" y="315"/>
                  </a:lnTo>
                  <a:lnTo>
                    <a:pt x="1445" y="0"/>
                  </a:lnTo>
                  <a:lnTo>
                    <a:pt x="1880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54" name="Text Box 42">
              <a:extLst>
                <a:ext uri="{FF2B5EF4-FFF2-40B4-BE49-F238E27FC236}">
                  <a16:creationId xmlns:a16="http://schemas.microsoft.com/office/drawing/2014/main" id="{C31A08EC-1854-4F2C-BF0A-772DFC746C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8" y="1533"/>
              <a:ext cx="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</a:p>
          </p:txBody>
        </p:sp>
        <p:sp>
          <p:nvSpPr>
            <p:cNvPr id="30755" name="Text Box 43">
              <a:extLst>
                <a:ext uri="{FF2B5EF4-FFF2-40B4-BE49-F238E27FC236}">
                  <a16:creationId xmlns:a16="http://schemas.microsoft.com/office/drawing/2014/main" id="{12196DEE-EFC8-44E5-B395-8352F98B9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1924"/>
              <a:ext cx="326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30756" name="Freeform 44">
              <a:extLst>
                <a:ext uri="{FF2B5EF4-FFF2-40B4-BE49-F238E27FC236}">
                  <a16:creationId xmlns:a16="http://schemas.microsoft.com/office/drawing/2014/main" id="{AB238CE4-A217-423C-9AD9-470EC8F7D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4" y="2043"/>
              <a:ext cx="1814" cy="337"/>
            </a:xfrm>
            <a:custGeom>
              <a:avLst/>
              <a:gdLst>
                <a:gd name="T0" fmla="*/ 0 w 1825"/>
                <a:gd name="T1" fmla="*/ 0 h 337"/>
                <a:gd name="T2" fmla="*/ 581 w 1825"/>
                <a:gd name="T3" fmla="*/ 0 h 337"/>
                <a:gd name="T4" fmla="*/ 712 w 1825"/>
                <a:gd name="T5" fmla="*/ 337 h 337"/>
                <a:gd name="T6" fmla="*/ 1210 w 1825"/>
                <a:gd name="T7" fmla="*/ 337 h 337"/>
                <a:gd name="T8" fmla="*/ 1337 w 1825"/>
                <a:gd name="T9" fmla="*/ 131 h 337"/>
                <a:gd name="T10" fmla="*/ 1781 w 1825"/>
                <a:gd name="T11" fmla="*/ 131 h 3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5" h="337">
                  <a:moveTo>
                    <a:pt x="0" y="0"/>
                  </a:moveTo>
                  <a:lnTo>
                    <a:pt x="597" y="0"/>
                  </a:lnTo>
                  <a:lnTo>
                    <a:pt x="728" y="337"/>
                  </a:lnTo>
                  <a:lnTo>
                    <a:pt x="1238" y="337"/>
                  </a:lnTo>
                  <a:lnTo>
                    <a:pt x="1369" y="131"/>
                  </a:lnTo>
                  <a:lnTo>
                    <a:pt x="1825" y="131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57" name="Text Box 45">
              <a:extLst>
                <a:ext uri="{FF2B5EF4-FFF2-40B4-BE49-F238E27FC236}">
                  <a16:creationId xmlns:a16="http://schemas.microsoft.com/office/drawing/2014/main" id="{417E1046-CC0D-402C-BD8A-E1415816C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28" y="1827"/>
              <a:ext cx="80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Z=5V</a:t>
              </a:r>
            </a:p>
          </p:txBody>
        </p:sp>
        <p:sp>
          <p:nvSpPr>
            <p:cNvPr id="30758" name="Text Box 46">
              <a:extLst>
                <a:ext uri="{FF2B5EF4-FFF2-40B4-BE49-F238E27FC236}">
                  <a16:creationId xmlns:a16="http://schemas.microsoft.com/office/drawing/2014/main" id="{39EF6AFE-E891-4460-B461-05EF0962D7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6" y="1946"/>
              <a:ext cx="6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Z=1.5V</a:t>
              </a:r>
            </a:p>
          </p:txBody>
        </p:sp>
        <p:sp>
          <p:nvSpPr>
            <p:cNvPr id="30759" name="Line 47">
              <a:extLst>
                <a:ext uri="{FF2B5EF4-FFF2-40B4-BE49-F238E27FC236}">
                  <a16:creationId xmlns:a16="http://schemas.microsoft.com/office/drawing/2014/main" id="{F1FFFE92-BDEA-454D-97FC-6844CF4983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3" y="1782"/>
              <a:ext cx="11" cy="8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0" name="Line 48">
              <a:extLst>
                <a:ext uri="{FF2B5EF4-FFF2-40B4-BE49-F238E27FC236}">
                  <a16:creationId xmlns:a16="http://schemas.microsoft.com/office/drawing/2014/main" id="{63848FA5-7642-451A-A3FC-AE32302012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10" y="1849"/>
              <a:ext cx="0" cy="8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1" name="Line 49">
              <a:extLst>
                <a:ext uri="{FF2B5EF4-FFF2-40B4-BE49-F238E27FC236}">
                  <a16:creationId xmlns:a16="http://schemas.microsoft.com/office/drawing/2014/main" id="{CFA843E4-4C24-46F2-8E2E-4F967F7C3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6" y="2144"/>
              <a:ext cx="0" cy="4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2" name="Line 50">
              <a:extLst>
                <a:ext uri="{FF2B5EF4-FFF2-40B4-BE49-F238E27FC236}">
                  <a16:creationId xmlns:a16="http://schemas.microsoft.com/office/drawing/2014/main" id="{698BEC88-7E44-4692-904C-B3C071C8F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0" y="2224"/>
              <a:ext cx="0" cy="4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3" name="Line 51">
              <a:extLst>
                <a:ext uri="{FF2B5EF4-FFF2-40B4-BE49-F238E27FC236}">
                  <a16:creationId xmlns:a16="http://schemas.microsoft.com/office/drawing/2014/main" id="{C85E8D5B-3178-4AE4-A5B0-9D5D0AE2A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76" y="2522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4" name="Line 52">
              <a:extLst>
                <a:ext uri="{FF2B5EF4-FFF2-40B4-BE49-F238E27FC236}">
                  <a16:creationId xmlns:a16="http://schemas.microsoft.com/office/drawing/2014/main" id="{8CA72BA2-9B05-47AA-9BC6-3070F3F925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02" y="2500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5" name="Line 53">
              <a:extLst>
                <a:ext uri="{FF2B5EF4-FFF2-40B4-BE49-F238E27FC236}">
                  <a16:creationId xmlns:a16="http://schemas.microsoft.com/office/drawing/2014/main" id="{04470951-3589-45C2-8AC4-A4B541EBE6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2501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6" name="Line 54">
              <a:extLst>
                <a:ext uri="{FF2B5EF4-FFF2-40B4-BE49-F238E27FC236}">
                  <a16:creationId xmlns:a16="http://schemas.microsoft.com/office/drawing/2014/main" id="{F3399058-C0F2-477E-955B-B856D8816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9" y="2512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7" name="Text Box 55">
              <a:extLst>
                <a:ext uri="{FF2B5EF4-FFF2-40B4-BE49-F238E27FC236}">
                  <a16:creationId xmlns:a16="http://schemas.microsoft.com/office/drawing/2014/main" id="{3098B809-FE42-4A1F-81BA-649BF6CBCF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41" y="2512"/>
              <a:ext cx="50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pZL</a:t>
              </a:r>
            </a:p>
          </p:txBody>
        </p:sp>
        <p:sp>
          <p:nvSpPr>
            <p:cNvPr id="30768" name="Text Box 56">
              <a:extLst>
                <a:ext uri="{FF2B5EF4-FFF2-40B4-BE49-F238E27FC236}">
                  <a16:creationId xmlns:a16="http://schemas.microsoft.com/office/drawing/2014/main" id="{0F0C0DBD-7587-44E1-A944-2C2913DDAB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4" y="2522"/>
              <a:ext cx="70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pLZ</a:t>
              </a:r>
            </a:p>
          </p:txBody>
        </p:sp>
        <p:sp>
          <p:nvSpPr>
            <p:cNvPr id="30769" name="Line 57">
              <a:extLst>
                <a:ext uri="{FF2B5EF4-FFF2-40B4-BE49-F238E27FC236}">
                  <a16:creationId xmlns:a16="http://schemas.microsoft.com/office/drawing/2014/main" id="{D0CB5AE4-E9BF-4800-9F61-7BF180891B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3" y="1587"/>
              <a:ext cx="152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9322" name="Group 58">
            <a:extLst>
              <a:ext uri="{FF2B5EF4-FFF2-40B4-BE49-F238E27FC236}">
                <a16:creationId xmlns:a16="http://schemas.microsoft.com/office/drawing/2014/main" id="{81770A06-ED4A-4245-9394-68935BE5B45C}"/>
              </a:ext>
            </a:extLst>
          </p:cNvPr>
          <p:cNvGrpSpPr>
            <a:grpSpLocks/>
          </p:cNvGrpSpPr>
          <p:nvPr/>
        </p:nvGrpSpPr>
        <p:grpSpPr bwMode="auto">
          <a:xfrm>
            <a:off x="4870450" y="4418013"/>
            <a:ext cx="3636963" cy="2089150"/>
            <a:chOff x="3068" y="2783"/>
            <a:chExt cx="2291" cy="1316"/>
          </a:xfrm>
        </p:grpSpPr>
        <p:sp>
          <p:nvSpPr>
            <p:cNvPr id="30736" name="Freeform 59">
              <a:extLst>
                <a:ext uri="{FF2B5EF4-FFF2-40B4-BE49-F238E27FC236}">
                  <a16:creationId xmlns:a16="http://schemas.microsoft.com/office/drawing/2014/main" id="{71B432EB-2703-40E9-901E-21F598DF9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8" y="2958"/>
              <a:ext cx="1489" cy="261"/>
            </a:xfrm>
            <a:custGeom>
              <a:avLst/>
              <a:gdLst>
                <a:gd name="T0" fmla="*/ 0 w 1880"/>
                <a:gd name="T1" fmla="*/ 0 h 315"/>
                <a:gd name="T2" fmla="*/ 167 w 1880"/>
                <a:gd name="T3" fmla="*/ 0 h 315"/>
                <a:gd name="T4" fmla="*/ 243 w 1880"/>
                <a:gd name="T5" fmla="*/ 148 h 315"/>
                <a:gd name="T6" fmla="*/ 505 w 1880"/>
                <a:gd name="T7" fmla="*/ 148 h 315"/>
                <a:gd name="T8" fmla="*/ 569 w 1880"/>
                <a:gd name="T9" fmla="*/ 0 h 315"/>
                <a:gd name="T10" fmla="*/ 740 w 1880"/>
                <a:gd name="T11" fmla="*/ 0 h 3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80" h="315">
                  <a:moveTo>
                    <a:pt x="0" y="0"/>
                  </a:moveTo>
                  <a:lnTo>
                    <a:pt x="424" y="0"/>
                  </a:lnTo>
                  <a:lnTo>
                    <a:pt x="619" y="315"/>
                  </a:lnTo>
                  <a:lnTo>
                    <a:pt x="1282" y="315"/>
                  </a:lnTo>
                  <a:lnTo>
                    <a:pt x="1445" y="0"/>
                  </a:lnTo>
                  <a:lnTo>
                    <a:pt x="1880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37" name="Text Box 60">
              <a:extLst>
                <a:ext uri="{FF2B5EF4-FFF2-40B4-BE49-F238E27FC236}">
                  <a16:creationId xmlns:a16="http://schemas.microsoft.com/office/drawing/2014/main" id="{D1C52698-81BF-44C2-83CA-F81A943B6B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" y="2783"/>
              <a:ext cx="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</a:p>
          </p:txBody>
        </p:sp>
        <p:sp>
          <p:nvSpPr>
            <p:cNvPr id="30738" name="Text Box 61">
              <a:extLst>
                <a:ext uri="{FF2B5EF4-FFF2-40B4-BE49-F238E27FC236}">
                  <a16:creationId xmlns:a16="http://schemas.microsoft.com/office/drawing/2014/main" id="{93733DDB-84C2-4937-845F-D43010C98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68" y="3478"/>
              <a:ext cx="32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F</a:t>
              </a:r>
            </a:p>
          </p:txBody>
        </p:sp>
        <p:sp>
          <p:nvSpPr>
            <p:cNvPr id="30739" name="Freeform 62">
              <a:extLst>
                <a:ext uri="{FF2B5EF4-FFF2-40B4-BE49-F238E27FC236}">
                  <a16:creationId xmlns:a16="http://schemas.microsoft.com/office/drawing/2014/main" id="{9ED96B52-E313-4AAA-8563-322F197806EE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3307" y="3293"/>
              <a:ext cx="1814" cy="337"/>
            </a:xfrm>
            <a:custGeom>
              <a:avLst/>
              <a:gdLst>
                <a:gd name="T0" fmla="*/ 0 w 1825"/>
                <a:gd name="T1" fmla="*/ 0 h 337"/>
                <a:gd name="T2" fmla="*/ 581 w 1825"/>
                <a:gd name="T3" fmla="*/ 0 h 337"/>
                <a:gd name="T4" fmla="*/ 712 w 1825"/>
                <a:gd name="T5" fmla="*/ 337 h 337"/>
                <a:gd name="T6" fmla="*/ 1210 w 1825"/>
                <a:gd name="T7" fmla="*/ 337 h 337"/>
                <a:gd name="T8" fmla="*/ 1337 w 1825"/>
                <a:gd name="T9" fmla="*/ 131 h 337"/>
                <a:gd name="T10" fmla="*/ 1781 w 1825"/>
                <a:gd name="T11" fmla="*/ 131 h 3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25" h="337">
                  <a:moveTo>
                    <a:pt x="0" y="0"/>
                  </a:moveTo>
                  <a:lnTo>
                    <a:pt x="597" y="0"/>
                  </a:lnTo>
                  <a:lnTo>
                    <a:pt x="728" y="337"/>
                  </a:lnTo>
                  <a:lnTo>
                    <a:pt x="1238" y="337"/>
                  </a:lnTo>
                  <a:lnTo>
                    <a:pt x="1369" y="131"/>
                  </a:lnTo>
                  <a:lnTo>
                    <a:pt x="1825" y="131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0" name="Text Box 63">
              <a:extLst>
                <a:ext uri="{FF2B5EF4-FFF2-40B4-BE49-F238E27FC236}">
                  <a16:creationId xmlns:a16="http://schemas.microsoft.com/office/drawing/2014/main" id="{0888E06B-8FEA-487C-86B9-995129879A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3414"/>
              <a:ext cx="565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Z=0V</a:t>
              </a:r>
            </a:p>
          </p:txBody>
        </p:sp>
        <p:sp>
          <p:nvSpPr>
            <p:cNvPr id="30741" name="Text Box 64">
              <a:extLst>
                <a:ext uri="{FF2B5EF4-FFF2-40B4-BE49-F238E27FC236}">
                  <a16:creationId xmlns:a16="http://schemas.microsoft.com/office/drawing/2014/main" id="{E812443F-5334-487B-94DC-AD6472024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5" y="3272"/>
              <a:ext cx="674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Z=1.5V</a:t>
              </a:r>
            </a:p>
          </p:txBody>
        </p:sp>
        <p:sp>
          <p:nvSpPr>
            <p:cNvPr id="30742" name="Line 65">
              <a:extLst>
                <a:ext uri="{FF2B5EF4-FFF2-40B4-BE49-F238E27FC236}">
                  <a16:creationId xmlns:a16="http://schemas.microsoft.com/office/drawing/2014/main" id="{728DFEAA-916A-40EB-B15C-7E42651BFB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6" y="3032"/>
              <a:ext cx="11" cy="8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3" name="Line 66">
              <a:extLst>
                <a:ext uri="{FF2B5EF4-FFF2-40B4-BE49-F238E27FC236}">
                  <a16:creationId xmlns:a16="http://schemas.microsoft.com/office/drawing/2014/main" id="{83E92CA4-ED55-4702-98B2-149000AAA0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33" y="3099"/>
              <a:ext cx="0" cy="8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4" name="Line 67">
              <a:extLst>
                <a:ext uri="{FF2B5EF4-FFF2-40B4-BE49-F238E27FC236}">
                  <a16:creationId xmlns:a16="http://schemas.microsoft.com/office/drawing/2014/main" id="{72D95A21-AEB3-4EA7-A276-B1D51CB27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9" y="3470"/>
              <a:ext cx="1" cy="33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5" name="Line 68">
              <a:extLst>
                <a:ext uri="{FF2B5EF4-FFF2-40B4-BE49-F238E27FC236}">
                  <a16:creationId xmlns:a16="http://schemas.microsoft.com/office/drawing/2014/main" id="{5EA9E469-DB87-4898-BB2C-2060AB0AFF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3" y="3474"/>
              <a:ext cx="0" cy="41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6" name="Line 69">
              <a:extLst>
                <a:ext uri="{FF2B5EF4-FFF2-40B4-BE49-F238E27FC236}">
                  <a16:creationId xmlns:a16="http://schemas.microsoft.com/office/drawing/2014/main" id="{0DFDD84A-057A-4419-B7BE-1D5E1A7593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99" y="3772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7" name="Line 70">
              <a:extLst>
                <a:ext uri="{FF2B5EF4-FFF2-40B4-BE49-F238E27FC236}">
                  <a16:creationId xmlns:a16="http://schemas.microsoft.com/office/drawing/2014/main" id="{4C0FA4BB-F0CC-4818-9493-C388414636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5" y="3750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8" name="Line 71">
              <a:extLst>
                <a:ext uri="{FF2B5EF4-FFF2-40B4-BE49-F238E27FC236}">
                  <a16:creationId xmlns:a16="http://schemas.microsoft.com/office/drawing/2014/main" id="{63132DB8-95AE-4428-96DA-FB3268CD53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3751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49" name="Line 72">
              <a:extLst>
                <a:ext uri="{FF2B5EF4-FFF2-40B4-BE49-F238E27FC236}">
                  <a16:creationId xmlns:a16="http://schemas.microsoft.com/office/drawing/2014/main" id="{3DB11E25-8982-4B1E-B21C-DB0A31063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2" y="3762"/>
              <a:ext cx="2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50" name="Text Box 73">
              <a:extLst>
                <a:ext uri="{FF2B5EF4-FFF2-40B4-BE49-F238E27FC236}">
                  <a16:creationId xmlns:a16="http://schemas.microsoft.com/office/drawing/2014/main" id="{AE02572A-9E9F-4E13-BCA1-4DC78F5719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3762"/>
              <a:ext cx="500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pZH</a:t>
              </a:r>
            </a:p>
          </p:txBody>
        </p:sp>
        <p:sp>
          <p:nvSpPr>
            <p:cNvPr id="30751" name="Text Box 74">
              <a:extLst>
                <a:ext uri="{FF2B5EF4-FFF2-40B4-BE49-F238E27FC236}">
                  <a16:creationId xmlns:a16="http://schemas.microsoft.com/office/drawing/2014/main" id="{92A2F0AA-4E45-4A02-88F4-3F04BC072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7" y="3772"/>
              <a:ext cx="706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pHZ</a:t>
              </a:r>
            </a:p>
          </p:txBody>
        </p:sp>
        <p:sp>
          <p:nvSpPr>
            <p:cNvPr id="30752" name="Line 75">
              <a:extLst>
                <a:ext uri="{FF2B5EF4-FFF2-40B4-BE49-F238E27FC236}">
                  <a16:creationId xmlns:a16="http://schemas.microsoft.com/office/drawing/2014/main" id="{40E572C8-CC97-4277-8354-86E63A4CD8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6" y="2837"/>
              <a:ext cx="152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67041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4" presetClass="entr" presetSubtype="16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9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9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9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39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9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9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139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9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9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139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6" grpId="0" autoUpdateAnimBg="0"/>
      <p:bldP spid="139267" grpId="0" animBg="1" autoUpdateAnimBg="0"/>
      <p:bldP spid="139268" grpId="0" animBg="1" autoUpdateAnimBg="0"/>
      <p:bldP spid="139269" grpId="0" animBg="1" autoUpdateAnimBg="0"/>
      <p:bldP spid="139300" grpId="0" animBg="1" autoUpdateAnimBg="0"/>
      <p:bldP spid="139301" grpId="0" animBg="1" autoUpdateAnimBg="0"/>
      <p:bldP spid="139302" grpId="0" animBg="1" autoUpdateAnimBg="0"/>
      <p:bldP spid="139303" grpId="0" animBg="1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3B75C1ED-00A1-4595-BA6C-A3C88E18E4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1313" y="263525"/>
            <a:ext cx="2647950" cy="557213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chemeClr val="accent2"/>
                </a:solidFill>
              </a:rPr>
              <a:t>F=Z</a:t>
            </a:r>
            <a:r>
              <a:rPr lang="zh-CN" altLang="en-US" sz="2800" b="1" dirty="0">
                <a:solidFill>
                  <a:schemeClr val="accent2"/>
                </a:solidFill>
              </a:rPr>
              <a:t>时的状态</a:t>
            </a:r>
          </a:p>
        </p:txBody>
      </p:sp>
      <p:grpSp>
        <p:nvGrpSpPr>
          <p:cNvPr id="140291" name="Group 3">
            <a:extLst>
              <a:ext uri="{FF2B5EF4-FFF2-40B4-BE49-F238E27FC236}">
                <a16:creationId xmlns:a16="http://schemas.microsoft.com/office/drawing/2014/main" id="{6AEE354F-F741-40C2-BEBA-9CD1836AF830}"/>
              </a:ext>
            </a:extLst>
          </p:cNvPr>
          <p:cNvGrpSpPr>
            <a:grpSpLocks/>
          </p:cNvGrpSpPr>
          <p:nvPr/>
        </p:nvGrpSpPr>
        <p:grpSpPr bwMode="auto">
          <a:xfrm>
            <a:off x="1398588" y="706438"/>
            <a:ext cx="2863850" cy="2746375"/>
            <a:chOff x="315" y="564"/>
            <a:chExt cx="1804" cy="1730"/>
          </a:xfrm>
        </p:grpSpPr>
        <p:sp>
          <p:nvSpPr>
            <p:cNvPr id="31808" name="Oval 4">
              <a:extLst>
                <a:ext uri="{FF2B5EF4-FFF2-40B4-BE49-F238E27FC236}">
                  <a16:creationId xmlns:a16="http://schemas.microsoft.com/office/drawing/2014/main" id="{BC2437AA-4D4E-4022-A6B7-7C0DFBF88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1" y="1659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9" name="Line 5">
              <a:extLst>
                <a:ext uri="{FF2B5EF4-FFF2-40B4-BE49-F238E27FC236}">
                  <a16:creationId xmlns:a16="http://schemas.microsoft.com/office/drawing/2014/main" id="{1FBC1C71-9F1A-4BD4-A076-A37A9EE3DA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1710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0" name="Line 6">
              <a:extLst>
                <a:ext uri="{FF2B5EF4-FFF2-40B4-BE49-F238E27FC236}">
                  <a16:creationId xmlns:a16="http://schemas.microsoft.com/office/drawing/2014/main" id="{F06F0163-AA93-4257-8500-0D4B65C25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81" y="2147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1" name="Line 7">
              <a:extLst>
                <a:ext uri="{FF2B5EF4-FFF2-40B4-BE49-F238E27FC236}">
                  <a16:creationId xmlns:a16="http://schemas.microsoft.com/office/drawing/2014/main" id="{D69CE256-76C8-4136-BBF3-C569862BD7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2" y="1705"/>
              <a:ext cx="22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2" name="Rectangle 8">
              <a:extLst>
                <a:ext uri="{FF2B5EF4-FFF2-40B4-BE49-F238E27FC236}">
                  <a16:creationId xmlns:a16="http://schemas.microsoft.com/office/drawing/2014/main" id="{880D084B-1C0A-4391-A2F7-CCCA42A85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" y="1478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3" name="Oval 9">
              <a:extLst>
                <a:ext uri="{FF2B5EF4-FFF2-40B4-BE49-F238E27FC236}">
                  <a16:creationId xmlns:a16="http://schemas.microsoft.com/office/drawing/2014/main" id="{928C8CD2-4AF7-48FB-9851-6BB15040F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9" y="1925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4" name="Line 10">
              <a:extLst>
                <a:ext uri="{FF2B5EF4-FFF2-40B4-BE49-F238E27FC236}">
                  <a16:creationId xmlns:a16="http://schemas.microsoft.com/office/drawing/2014/main" id="{58D05DA3-B988-4570-ABAF-04AC4750E2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84" y="2016"/>
              <a:ext cx="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5" name="Text Box 11">
              <a:extLst>
                <a:ext uri="{FF2B5EF4-FFF2-40B4-BE49-F238E27FC236}">
                  <a16:creationId xmlns:a16="http://schemas.microsoft.com/office/drawing/2014/main" id="{38BE63DD-B7E7-4401-AEE8-7C50253F3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" y="1967"/>
              <a:ext cx="55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31816" name="Freeform 12">
              <a:extLst>
                <a:ext uri="{FF2B5EF4-FFF2-40B4-BE49-F238E27FC236}">
                  <a16:creationId xmlns:a16="http://schemas.microsoft.com/office/drawing/2014/main" id="{6025FBE5-6E3A-43AC-B6D5-B4F1488A5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3" y="793"/>
              <a:ext cx="294" cy="913"/>
            </a:xfrm>
            <a:custGeom>
              <a:avLst/>
              <a:gdLst>
                <a:gd name="T0" fmla="*/ 0 w 294"/>
                <a:gd name="T1" fmla="*/ 913 h 913"/>
                <a:gd name="T2" fmla="*/ 294 w 294"/>
                <a:gd name="T3" fmla="*/ 913 h 913"/>
                <a:gd name="T4" fmla="*/ 294 w 294"/>
                <a:gd name="T5" fmla="*/ 0 h 9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4" h="913">
                  <a:moveTo>
                    <a:pt x="0" y="913"/>
                  </a:moveTo>
                  <a:lnTo>
                    <a:pt x="294" y="913"/>
                  </a:lnTo>
                  <a:lnTo>
                    <a:pt x="294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7" name="Oval 13">
              <a:extLst>
                <a:ext uri="{FF2B5EF4-FFF2-40B4-BE49-F238E27FC236}">
                  <a16:creationId xmlns:a16="http://schemas.microsoft.com/office/drawing/2014/main" id="{77640EB5-63F3-4C8B-8812-6F9F2339F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4" y="706"/>
              <a:ext cx="76" cy="76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8" name="Rectangle 14">
              <a:extLst>
                <a:ext uri="{FF2B5EF4-FFF2-40B4-BE49-F238E27FC236}">
                  <a16:creationId xmlns:a16="http://schemas.microsoft.com/office/drawing/2014/main" id="{37517E38-ED83-4D29-9C9F-D270C9A8BB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1011"/>
              <a:ext cx="109" cy="336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19" name="Text Box 15">
              <a:extLst>
                <a:ext uri="{FF2B5EF4-FFF2-40B4-BE49-F238E27FC236}">
                  <a16:creationId xmlns:a16="http://schemas.microsoft.com/office/drawing/2014/main" id="{BC3F014D-37A7-4B39-B333-9EDAE9A00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" y="564"/>
              <a:ext cx="577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5V</a:t>
              </a:r>
            </a:p>
          </p:txBody>
        </p:sp>
        <p:sp>
          <p:nvSpPr>
            <p:cNvPr id="31820" name="Text Box 16">
              <a:extLst>
                <a:ext uri="{FF2B5EF4-FFF2-40B4-BE49-F238E27FC236}">
                  <a16:creationId xmlns:a16="http://schemas.microsoft.com/office/drawing/2014/main" id="{7F37F222-B9EC-4F26-8FDF-010981E6F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4" y="1706"/>
              <a:ext cx="80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Z=5V</a:t>
              </a:r>
            </a:p>
          </p:txBody>
        </p:sp>
      </p:grpSp>
      <p:grpSp>
        <p:nvGrpSpPr>
          <p:cNvPr id="140305" name="Group 17">
            <a:extLst>
              <a:ext uri="{FF2B5EF4-FFF2-40B4-BE49-F238E27FC236}">
                <a16:creationId xmlns:a16="http://schemas.microsoft.com/office/drawing/2014/main" id="{4030A44C-10C3-4307-9D74-9F3951BF7E1D}"/>
              </a:ext>
            </a:extLst>
          </p:cNvPr>
          <p:cNvGrpSpPr>
            <a:grpSpLocks/>
          </p:cNvGrpSpPr>
          <p:nvPr/>
        </p:nvGrpSpPr>
        <p:grpSpPr bwMode="auto">
          <a:xfrm>
            <a:off x="4691063" y="1589088"/>
            <a:ext cx="3497262" cy="1658937"/>
            <a:chOff x="1652" y="2141"/>
            <a:chExt cx="2203" cy="1045"/>
          </a:xfrm>
        </p:grpSpPr>
        <p:sp>
          <p:nvSpPr>
            <p:cNvPr id="31794" name="Oval 18">
              <a:extLst>
                <a:ext uri="{FF2B5EF4-FFF2-40B4-BE49-F238E27FC236}">
                  <a16:creationId xmlns:a16="http://schemas.microsoft.com/office/drawing/2014/main" id="{2212076C-84F2-48F6-AC7D-C7E98CE6A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2398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5" name="Line 19">
              <a:extLst>
                <a:ext uri="{FF2B5EF4-FFF2-40B4-BE49-F238E27FC236}">
                  <a16:creationId xmlns:a16="http://schemas.microsoft.com/office/drawing/2014/main" id="{8950C354-6A1B-498B-BCA2-56E7DD1C6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" y="2449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6" name="Line 20">
              <a:extLst>
                <a:ext uri="{FF2B5EF4-FFF2-40B4-BE49-F238E27FC236}">
                  <a16:creationId xmlns:a16="http://schemas.microsoft.com/office/drawing/2014/main" id="{2F14B4F6-EBE6-4F85-82EF-2D8CB91B15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8" y="2886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7" name="Line 21">
              <a:extLst>
                <a:ext uri="{FF2B5EF4-FFF2-40B4-BE49-F238E27FC236}">
                  <a16:creationId xmlns:a16="http://schemas.microsoft.com/office/drawing/2014/main" id="{8CD41D79-BF7F-4FCD-8E56-980523513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" y="2434"/>
              <a:ext cx="67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8" name="Rectangle 22">
              <a:extLst>
                <a:ext uri="{FF2B5EF4-FFF2-40B4-BE49-F238E27FC236}">
                  <a16:creationId xmlns:a16="http://schemas.microsoft.com/office/drawing/2014/main" id="{4AA31F6B-D8E4-4DC1-8504-DED99AFC4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6" y="2217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99" name="Oval 23">
              <a:extLst>
                <a:ext uri="{FF2B5EF4-FFF2-40B4-BE49-F238E27FC236}">
                  <a16:creationId xmlns:a16="http://schemas.microsoft.com/office/drawing/2014/main" id="{12003E12-3DC0-4F36-A77E-8CE8BC353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664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0" name="Line 24">
              <a:extLst>
                <a:ext uri="{FF2B5EF4-FFF2-40B4-BE49-F238E27FC236}">
                  <a16:creationId xmlns:a16="http://schemas.microsoft.com/office/drawing/2014/main" id="{8217CD58-7668-483D-BD65-6C54CA9D1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1" y="2755"/>
              <a:ext cx="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1" name="Text Box 25">
              <a:extLst>
                <a:ext uri="{FF2B5EF4-FFF2-40B4-BE49-F238E27FC236}">
                  <a16:creationId xmlns:a16="http://schemas.microsoft.com/office/drawing/2014/main" id="{F4BCA32B-6CEC-49AC-97A2-37F167C64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2" y="2706"/>
              <a:ext cx="55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31802" name="Text Box 26">
              <a:extLst>
                <a:ext uri="{FF2B5EF4-FFF2-40B4-BE49-F238E27FC236}">
                  <a16:creationId xmlns:a16="http://schemas.microsoft.com/office/drawing/2014/main" id="{501A91ED-5F0D-4A31-AA19-289548490E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" y="2141"/>
              <a:ext cx="90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Z=1.4V</a:t>
              </a:r>
            </a:p>
          </p:txBody>
        </p:sp>
        <p:sp>
          <p:nvSpPr>
            <p:cNvPr id="31803" name="Line 27">
              <a:extLst>
                <a:ext uri="{FF2B5EF4-FFF2-40B4-BE49-F238E27FC236}">
                  <a16:creationId xmlns:a16="http://schemas.microsoft.com/office/drawing/2014/main" id="{F98F574F-9826-4807-92A9-1418C45F44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5" y="2435"/>
              <a:ext cx="41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4" name="Rectangle 28">
              <a:extLst>
                <a:ext uri="{FF2B5EF4-FFF2-40B4-BE49-F238E27FC236}">
                  <a16:creationId xmlns:a16="http://schemas.microsoft.com/office/drawing/2014/main" id="{0C7407B5-5927-40B9-AAFD-4B53941F7A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283"/>
              <a:ext cx="261" cy="47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5" name="Oval 29">
              <a:extLst>
                <a:ext uri="{FF2B5EF4-FFF2-40B4-BE49-F238E27FC236}">
                  <a16:creationId xmlns:a16="http://schemas.microsoft.com/office/drawing/2014/main" id="{41C4354F-5515-4E31-B0BB-0DA72B976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" y="2464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6" name="Freeform 30">
              <a:extLst>
                <a:ext uri="{FF2B5EF4-FFF2-40B4-BE49-F238E27FC236}">
                  <a16:creationId xmlns:a16="http://schemas.microsoft.com/office/drawing/2014/main" id="{16BF26A9-62B5-4E0F-B398-1473260D6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2609"/>
              <a:ext cx="239" cy="272"/>
            </a:xfrm>
            <a:custGeom>
              <a:avLst/>
              <a:gdLst>
                <a:gd name="T0" fmla="*/ 239 w 239"/>
                <a:gd name="T1" fmla="*/ 0 h 272"/>
                <a:gd name="T2" fmla="*/ 0 w 239"/>
                <a:gd name="T3" fmla="*/ 0 h 272"/>
                <a:gd name="T4" fmla="*/ 0 w 239"/>
                <a:gd name="T5" fmla="*/ 272 h 2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272">
                  <a:moveTo>
                    <a:pt x="239" y="0"/>
                  </a:moveTo>
                  <a:lnTo>
                    <a:pt x="0" y="0"/>
                  </a:lnTo>
                  <a:lnTo>
                    <a:pt x="0" y="272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807" name="Text Box 31">
              <a:extLst>
                <a:ext uri="{FF2B5EF4-FFF2-40B4-BE49-F238E27FC236}">
                  <a16:creationId xmlns:a16="http://schemas.microsoft.com/office/drawing/2014/main" id="{54736DED-9D77-4823-ABBB-9916D30D3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0" y="2859"/>
              <a:ext cx="55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</p:grpSp>
      <p:grpSp>
        <p:nvGrpSpPr>
          <p:cNvPr id="140320" name="Group 32">
            <a:extLst>
              <a:ext uri="{FF2B5EF4-FFF2-40B4-BE49-F238E27FC236}">
                <a16:creationId xmlns:a16="http://schemas.microsoft.com/office/drawing/2014/main" id="{6BD2CF66-0461-4CCF-9A07-D716C14391CA}"/>
              </a:ext>
            </a:extLst>
          </p:cNvPr>
          <p:cNvGrpSpPr>
            <a:grpSpLocks/>
          </p:cNvGrpSpPr>
          <p:nvPr/>
        </p:nvGrpSpPr>
        <p:grpSpPr bwMode="auto">
          <a:xfrm>
            <a:off x="367507" y="3607812"/>
            <a:ext cx="3857625" cy="2709863"/>
            <a:chOff x="3080" y="271"/>
            <a:chExt cx="2430" cy="1707"/>
          </a:xfrm>
        </p:grpSpPr>
        <p:sp>
          <p:nvSpPr>
            <p:cNvPr id="31774" name="Text Box 33">
              <a:extLst>
                <a:ext uri="{FF2B5EF4-FFF2-40B4-BE49-F238E27FC236}">
                  <a16:creationId xmlns:a16="http://schemas.microsoft.com/office/drawing/2014/main" id="{2EFD3F73-3734-4E79-8B7D-99739CCBB0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5" y="500"/>
              <a:ext cx="500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b1</a:t>
              </a:r>
            </a:p>
          </p:txBody>
        </p:sp>
        <p:grpSp>
          <p:nvGrpSpPr>
            <p:cNvPr id="31775" name="Group 34">
              <a:extLst>
                <a:ext uri="{FF2B5EF4-FFF2-40B4-BE49-F238E27FC236}">
                  <a16:creationId xmlns:a16="http://schemas.microsoft.com/office/drawing/2014/main" id="{4523510A-4346-478E-BEF3-705F38D691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90" y="710"/>
              <a:ext cx="549" cy="560"/>
              <a:chOff x="4059" y="2688"/>
              <a:chExt cx="680" cy="560"/>
            </a:xfrm>
          </p:grpSpPr>
          <p:sp>
            <p:nvSpPr>
              <p:cNvPr id="31789" name="Line 35">
                <a:extLst>
                  <a:ext uri="{FF2B5EF4-FFF2-40B4-BE49-F238E27FC236}">
                    <a16:creationId xmlns:a16="http://schemas.microsoft.com/office/drawing/2014/main" id="{A11FE6B1-C0D1-4844-A647-F8A00EB87D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59" y="3067"/>
                <a:ext cx="226" cy="18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790" name="Line 36">
                <a:extLst>
                  <a:ext uri="{FF2B5EF4-FFF2-40B4-BE49-F238E27FC236}">
                    <a16:creationId xmlns:a16="http://schemas.microsoft.com/office/drawing/2014/main" id="{9395E3A9-B40C-43E0-B000-56064090B4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3067"/>
                <a:ext cx="226" cy="18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stealth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791" name="Line 37">
                <a:extLst>
                  <a:ext uri="{FF2B5EF4-FFF2-40B4-BE49-F238E27FC236}">
                    <a16:creationId xmlns:a16="http://schemas.microsoft.com/office/drawing/2014/main" id="{79274AC3-D889-43AE-A80C-B77FECA797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3067"/>
                <a:ext cx="45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792" name="Line 38">
                <a:extLst>
                  <a:ext uri="{FF2B5EF4-FFF2-40B4-BE49-F238E27FC236}">
                    <a16:creationId xmlns:a16="http://schemas.microsoft.com/office/drawing/2014/main" id="{BE572AB2-098A-4DC5-94D4-CFA2C56106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067"/>
                <a:ext cx="227" cy="18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793" name="Line 39">
                <a:extLst>
                  <a:ext uri="{FF2B5EF4-FFF2-40B4-BE49-F238E27FC236}">
                    <a16:creationId xmlns:a16="http://schemas.microsoft.com/office/drawing/2014/main" id="{4F9AA09B-74B1-473E-946A-89AEDA118D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16" y="2688"/>
                <a:ext cx="0" cy="36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1776" name="Freeform 40">
              <a:extLst>
                <a:ext uri="{FF2B5EF4-FFF2-40B4-BE49-F238E27FC236}">
                  <a16:creationId xmlns:a16="http://schemas.microsoft.com/office/drawing/2014/main" id="{49CF0B02-6E01-4AEC-A186-4C0980BF2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457"/>
              <a:ext cx="315" cy="403"/>
            </a:xfrm>
            <a:custGeom>
              <a:avLst/>
              <a:gdLst>
                <a:gd name="T0" fmla="*/ 0 w 315"/>
                <a:gd name="T1" fmla="*/ 403 h 403"/>
                <a:gd name="T2" fmla="*/ 0 w 315"/>
                <a:gd name="T3" fmla="*/ 0 h 403"/>
                <a:gd name="T4" fmla="*/ 315 w 315"/>
                <a:gd name="T5" fmla="*/ 0 h 4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5" h="403">
                  <a:moveTo>
                    <a:pt x="0" y="403"/>
                  </a:moveTo>
                  <a:lnTo>
                    <a:pt x="0" y="0"/>
                  </a:lnTo>
                  <a:lnTo>
                    <a:pt x="315" y="0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7" name="Rectangle 41">
              <a:extLst>
                <a:ext uri="{FF2B5EF4-FFF2-40B4-BE49-F238E27FC236}">
                  <a16:creationId xmlns:a16="http://schemas.microsoft.com/office/drawing/2014/main" id="{9239BD35-7A11-49DE-B99C-A8F979748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3" y="532"/>
              <a:ext cx="109" cy="304"/>
            </a:xfrm>
            <a:prstGeom prst="rect">
              <a:avLst/>
            </a:prstGeom>
            <a:solidFill>
              <a:srgbClr val="FFFF00"/>
            </a:solidFill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8" name="Text Box 42">
              <a:extLst>
                <a:ext uri="{FF2B5EF4-FFF2-40B4-BE49-F238E27FC236}">
                  <a16:creationId xmlns:a16="http://schemas.microsoft.com/office/drawing/2014/main" id="{5DFCBE56-CB35-4D90-8272-0B7FFA90ED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" y="1129"/>
              <a:ext cx="41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1779" name="Text Box 43">
              <a:extLst>
                <a:ext uri="{FF2B5EF4-FFF2-40B4-BE49-F238E27FC236}">
                  <a16:creationId xmlns:a16="http://schemas.microsoft.com/office/drawing/2014/main" id="{4DE30531-8925-41DE-80C3-5EB092C04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2" y="271"/>
              <a:ext cx="728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+5V</a:t>
              </a:r>
              <a:endPara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0" name="Line 44">
              <a:extLst>
                <a:ext uri="{FF2B5EF4-FFF2-40B4-BE49-F238E27FC236}">
                  <a16:creationId xmlns:a16="http://schemas.microsoft.com/office/drawing/2014/main" id="{ABFCC4BA-FB37-4398-BD1E-A6B4C203E0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8" y="1261"/>
              <a:ext cx="36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1" name="Freeform 45">
              <a:extLst>
                <a:ext uri="{FF2B5EF4-FFF2-40B4-BE49-F238E27FC236}">
                  <a16:creationId xmlns:a16="http://schemas.microsoft.com/office/drawing/2014/main" id="{792639A9-7F40-412E-BBC4-9B1EC59C7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1260"/>
              <a:ext cx="240" cy="403"/>
            </a:xfrm>
            <a:custGeom>
              <a:avLst/>
              <a:gdLst>
                <a:gd name="T0" fmla="*/ 240 w 240"/>
                <a:gd name="T1" fmla="*/ 0 h 403"/>
                <a:gd name="T2" fmla="*/ 240 w 240"/>
                <a:gd name="T3" fmla="*/ 109 h 403"/>
                <a:gd name="T4" fmla="*/ 0 w 240"/>
                <a:gd name="T5" fmla="*/ 109 h 403"/>
                <a:gd name="T6" fmla="*/ 0 w 240"/>
                <a:gd name="T7" fmla="*/ 403 h 4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0" h="403">
                  <a:moveTo>
                    <a:pt x="240" y="0"/>
                  </a:moveTo>
                  <a:lnTo>
                    <a:pt x="240" y="109"/>
                  </a:lnTo>
                  <a:lnTo>
                    <a:pt x="0" y="109"/>
                  </a:lnTo>
                  <a:lnTo>
                    <a:pt x="0" y="403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2" name="Line 46">
              <a:extLst>
                <a:ext uri="{FF2B5EF4-FFF2-40B4-BE49-F238E27FC236}">
                  <a16:creationId xmlns:a16="http://schemas.microsoft.com/office/drawing/2014/main" id="{79AF763A-A671-440E-87C1-8EF1B83564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1663"/>
              <a:ext cx="19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3" name="Line 47">
              <a:extLst>
                <a:ext uri="{FF2B5EF4-FFF2-40B4-BE49-F238E27FC236}">
                  <a16:creationId xmlns:a16="http://schemas.microsoft.com/office/drawing/2014/main" id="{380E796B-D54F-41F7-A944-1E10D5DA7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3" y="1717"/>
              <a:ext cx="87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4" name="Line 48">
              <a:extLst>
                <a:ext uri="{FF2B5EF4-FFF2-40B4-BE49-F238E27FC236}">
                  <a16:creationId xmlns:a16="http://schemas.microsoft.com/office/drawing/2014/main" id="{06292027-4E11-4F90-A26C-10F6BEB5A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6" y="1717"/>
              <a:ext cx="0" cy="26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5" name="Line 49">
              <a:extLst>
                <a:ext uri="{FF2B5EF4-FFF2-40B4-BE49-F238E27FC236}">
                  <a16:creationId xmlns:a16="http://schemas.microsoft.com/office/drawing/2014/main" id="{89D1F5C6-AA8C-4E91-8F1A-7219F4A395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1978"/>
              <a:ext cx="12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86" name="Text Box 50">
              <a:extLst>
                <a:ext uri="{FF2B5EF4-FFF2-40B4-BE49-F238E27FC236}">
                  <a16:creationId xmlns:a16="http://schemas.microsoft.com/office/drawing/2014/main" id="{F922D827-9FDF-4921-8D8B-097B0F2199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2" y="1521"/>
              <a:ext cx="57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3.6V</a:t>
              </a:r>
            </a:p>
          </p:txBody>
        </p:sp>
        <p:sp>
          <p:nvSpPr>
            <p:cNvPr id="31787" name="Text Box 51">
              <a:extLst>
                <a:ext uri="{FF2B5EF4-FFF2-40B4-BE49-F238E27FC236}">
                  <a16:creationId xmlns:a16="http://schemas.microsoft.com/office/drawing/2014/main" id="{7E0B91ED-AA35-4792-812F-7C319E501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3" y="815"/>
              <a:ext cx="57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2.1V</a:t>
              </a:r>
            </a:p>
          </p:txBody>
        </p:sp>
        <p:sp>
          <p:nvSpPr>
            <p:cNvPr id="31788" name="Text Box 52">
              <a:extLst>
                <a:ext uri="{FF2B5EF4-FFF2-40B4-BE49-F238E27FC236}">
                  <a16:creationId xmlns:a16="http://schemas.microsoft.com/office/drawing/2014/main" id="{A124CAF6-A933-4D19-9800-611B6812C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" y="1120"/>
              <a:ext cx="793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Z=1.4V</a:t>
              </a:r>
            </a:p>
          </p:txBody>
        </p:sp>
      </p:grpSp>
      <p:grpSp>
        <p:nvGrpSpPr>
          <p:cNvPr id="140341" name="Group 53">
            <a:extLst>
              <a:ext uri="{FF2B5EF4-FFF2-40B4-BE49-F238E27FC236}">
                <a16:creationId xmlns:a16="http://schemas.microsoft.com/office/drawing/2014/main" id="{0F2C8F9C-314B-4C9A-9CAB-79881A39960B}"/>
              </a:ext>
            </a:extLst>
          </p:cNvPr>
          <p:cNvGrpSpPr>
            <a:grpSpLocks/>
          </p:cNvGrpSpPr>
          <p:nvPr/>
        </p:nvGrpSpPr>
        <p:grpSpPr bwMode="auto">
          <a:xfrm>
            <a:off x="4710113" y="4176713"/>
            <a:ext cx="3497262" cy="1658937"/>
            <a:chOff x="1652" y="2141"/>
            <a:chExt cx="2203" cy="1045"/>
          </a:xfrm>
        </p:grpSpPr>
        <p:sp>
          <p:nvSpPr>
            <p:cNvPr id="31760" name="Oval 54">
              <a:extLst>
                <a:ext uri="{FF2B5EF4-FFF2-40B4-BE49-F238E27FC236}">
                  <a16:creationId xmlns:a16="http://schemas.microsoft.com/office/drawing/2014/main" id="{B2242DCF-413C-48A9-8803-B765E8D18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2398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1" name="Line 55">
              <a:extLst>
                <a:ext uri="{FF2B5EF4-FFF2-40B4-BE49-F238E27FC236}">
                  <a16:creationId xmlns:a16="http://schemas.microsoft.com/office/drawing/2014/main" id="{A627E740-DAF2-4EE4-9CC1-8611AF7B91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7" y="2449"/>
              <a:ext cx="31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2" name="Line 56">
              <a:extLst>
                <a:ext uri="{FF2B5EF4-FFF2-40B4-BE49-F238E27FC236}">
                  <a16:creationId xmlns:a16="http://schemas.microsoft.com/office/drawing/2014/main" id="{33FD0BF4-C90A-4ACC-A97D-77F61F1CC4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8" y="2886"/>
              <a:ext cx="515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3" name="Line 57">
              <a:extLst>
                <a:ext uri="{FF2B5EF4-FFF2-40B4-BE49-F238E27FC236}">
                  <a16:creationId xmlns:a16="http://schemas.microsoft.com/office/drawing/2014/main" id="{FCD41197-3C10-4FF6-B92D-00D325D3BF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8" y="2434"/>
              <a:ext cx="671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4" name="Rectangle 58">
              <a:extLst>
                <a:ext uri="{FF2B5EF4-FFF2-40B4-BE49-F238E27FC236}">
                  <a16:creationId xmlns:a16="http://schemas.microsoft.com/office/drawing/2014/main" id="{5B710D4B-B263-4B85-84FE-196495C236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6" y="2217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5" name="Oval 59">
              <a:extLst>
                <a:ext uri="{FF2B5EF4-FFF2-40B4-BE49-F238E27FC236}">
                  <a16:creationId xmlns:a16="http://schemas.microsoft.com/office/drawing/2014/main" id="{03B38496-371B-406A-88C9-A645E8251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6" y="2664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6" name="Line 60">
              <a:extLst>
                <a:ext uri="{FF2B5EF4-FFF2-40B4-BE49-F238E27FC236}">
                  <a16:creationId xmlns:a16="http://schemas.microsoft.com/office/drawing/2014/main" id="{7D186EFD-3DEE-4551-BE52-0A6497415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21" y="2755"/>
              <a:ext cx="0" cy="1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67" name="Text Box 61">
              <a:extLst>
                <a:ext uri="{FF2B5EF4-FFF2-40B4-BE49-F238E27FC236}">
                  <a16:creationId xmlns:a16="http://schemas.microsoft.com/office/drawing/2014/main" id="{51E4F0FB-50FC-44B1-8A1D-F3E3628EC0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2" y="2706"/>
              <a:ext cx="55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31768" name="Text Box 62">
              <a:extLst>
                <a:ext uri="{FF2B5EF4-FFF2-40B4-BE49-F238E27FC236}">
                  <a16:creationId xmlns:a16="http://schemas.microsoft.com/office/drawing/2014/main" id="{D348114C-DA3C-469F-9242-6D6F5E415D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4" y="2141"/>
              <a:ext cx="903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Z=0V</a:t>
              </a:r>
            </a:p>
          </p:txBody>
        </p:sp>
        <p:sp>
          <p:nvSpPr>
            <p:cNvPr id="31769" name="Line 63">
              <a:extLst>
                <a:ext uri="{FF2B5EF4-FFF2-40B4-BE49-F238E27FC236}">
                  <a16:creationId xmlns:a16="http://schemas.microsoft.com/office/drawing/2014/main" id="{E42D0695-687A-4CBC-8292-9B54DD952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5" y="2435"/>
              <a:ext cx="41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0" name="Rectangle 64">
              <a:extLst>
                <a:ext uri="{FF2B5EF4-FFF2-40B4-BE49-F238E27FC236}">
                  <a16:creationId xmlns:a16="http://schemas.microsoft.com/office/drawing/2014/main" id="{0928C734-1BDB-4521-B965-71F761BBB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2283"/>
              <a:ext cx="261" cy="479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1" name="Oval 65">
              <a:extLst>
                <a:ext uri="{FF2B5EF4-FFF2-40B4-BE49-F238E27FC236}">
                  <a16:creationId xmlns:a16="http://schemas.microsoft.com/office/drawing/2014/main" id="{29D2111A-237E-4EC5-9BAF-8DA7275C1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4" y="2464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2" name="Freeform 66">
              <a:extLst>
                <a:ext uri="{FF2B5EF4-FFF2-40B4-BE49-F238E27FC236}">
                  <a16:creationId xmlns:a16="http://schemas.microsoft.com/office/drawing/2014/main" id="{2B1FECD3-1C9C-4261-A3B2-313740F7E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9" y="2609"/>
              <a:ext cx="239" cy="272"/>
            </a:xfrm>
            <a:custGeom>
              <a:avLst/>
              <a:gdLst>
                <a:gd name="T0" fmla="*/ 239 w 239"/>
                <a:gd name="T1" fmla="*/ 0 h 272"/>
                <a:gd name="T2" fmla="*/ 0 w 239"/>
                <a:gd name="T3" fmla="*/ 0 h 272"/>
                <a:gd name="T4" fmla="*/ 0 w 239"/>
                <a:gd name="T5" fmla="*/ 272 h 2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272">
                  <a:moveTo>
                    <a:pt x="239" y="0"/>
                  </a:moveTo>
                  <a:lnTo>
                    <a:pt x="0" y="0"/>
                  </a:lnTo>
                  <a:lnTo>
                    <a:pt x="0" y="272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73" name="Text Box 67">
              <a:extLst>
                <a:ext uri="{FF2B5EF4-FFF2-40B4-BE49-F238E27FC236}">
                  <a16:creationId xmlns:a16="http://schemas.microsoft.com/office/drawing/2014/main" id="{524FF7CA-445E-49C1-A414-D4B208253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0" y="2859"/>
              <a:ext cx="555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“0”</a:t>
              </a:r>
            </a:p>
          </p:txBody>
        </p:sp>
      </p:grpSp>
      <p:grpSp>
        <p:nvGrpSpPr>
          <p:cNvPr id="140356" name="Group 68">
            <a:extLst>
              <a:ext uri="{FF2B5EF4-FFF2-40B4-BE49-F238E27FC236}">
                <a16:creationId xmlns:a16="http://schemas.microsoft.com/office/drawing/2014/main" id="{885244A8-95DF-4844-A9D7-F9E71B823834}"/>
              </a:ext>
            </a:extLst>
          </p:cNvPr>
          <p:cNvGrpSpPr>
            <a:grpSpLocks/>
          </p:cNvGrpSpPr>
          <p:nvPr/>
        </p:nvGrpSpPr>
        <p:grpSpPr bwMode="auto">
          <a:xfrm>
            <a:off x="436563" y="4405314"/>
            <a:ext cx="3290888" cy="1754188"/>
            <a:chOff x="177" y="2547"/>
            <a:chExt cx="2073" cy="1105"/>
          </a:xfrm>
        </p:grpSpPr>
        <p:sp>
          <p:nvSpPr>
            <p:cNvPr id="31755" name="Line 70">
              <a:extLst>
                <a:ext uri="{FF2B5EF4-FFF2-40B4-BE49-F238E27FC236}">
                  <a16:creationId xmlns:a16="http://schemas.microsoft.com/office/drawing/2014/main" id="{DD137C7E-0453-48A0-A5F2-84EB7A76CE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1" y="3293"/>
              <a:ext cx="0" cy="35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56" name="Rectangle 71">
              <a:extLst>
                <a:ext uri="{FF2B5EF4-FFF2-40B4-BE49-F238E27FC236}">
                  <a16:creationId xmlns:a16="http://schemas.microsoft.com/office/drawing/2014/main" id="{5070ACEF-5F07-4B0D-A9C6-090C3CFA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2663"/>
              <a:ext cx="489" cy="17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57" name="Text Box 72">
              <a:extLst>
                <a:ext uri="{FF2B5EF4-FFF2-40B4-BE49-F238E27FC236}">
                  <a16:creationId xmlns:a16="http://schemas.microsoft.com/office/drawing/2014/main" id="{DE827196-4B28-443A-8A36-E3D201768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7" y="2547"/>
              <a:ext cx="663" cy="288"/>
            </a:xfrm>
            <a:prstGeom prst="rect">
              <a:avLst/>
            </a:prstGeom>
            <a:solidFill>
              <a:schemeClr val="accent1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0.7V</a:t>
              </a:r>
            </a:p>
          </p:txBody>
        </p:sp>
        <p:sp>
          <p:nvSpPr>
            <p:cNvPr id="31758" name="Rectangle 73">
              <a:extLst>
                <a:ext uri="{FF2B5EF4-FFF2-40B4-BE49-F238E27FC236}">
                  <a16:creationId xmlns:a16="http://schemas.microsoft.com/office/drawing/2014/main" id="{1817E176-E468-4641-A7FB-CC789851C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" y="2913"/>
              <a:ext cx="652" cy="21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59" name="Text Box 74">
              <a:extLst>
                <a:ext uri="{FF2B5EF4-FFF2-40B4-BE49-F238E27FC236}">
                  <a16:creationId xmlns:a16="http://schemas.microsoft.com/office/drawing/2014/main" id="{67453515-5FF6-47AE-81BC-CBBA241962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" y="2865"/>
              <a:ext cx="651" cy="288"/>
            </a:xfrm>
            <a:prstGeom prst="rect">
              <a:avLst/>
            </a:prstGeom>
            <a:solidFill>
              <a:schemeClr val="accent1"/>
            </a:solidFill>
            <a:ln w="3810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Z=0V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715496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40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0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4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9BAC479-C023-4992-B5B4-CBFF3E6A09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6388" y="142875"/>
            <a:ext cx="1801812" cy="4699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</a:rPr>
              <a:t>直流参数</a:t>
            </a:r>
          </a:p>
        </p:txBody>
      </p:sp>
      <p:grpSp>
        <p:nvGrpSpPr>
          <p:cNvPr id="142339" name="Group 3">
            <a:extLst>
              <a:ext uri="{FF2B5EF4-FFF2-40B4-BE49-F238E27FC236}">
                <a16:creationId xmlns:a16="http://schemas.microsoft.com/office/drawing/2014/main" id="{44BFFF93-E99B-41A5-B932-4F2D1DA27E22}"/>
              </a:ext>
            </a:extLst>
          </p:cNvPr>
          <p:cNvGrpSpPr>
            <a:grpSpLocks/>
          </p:cNvGrpSpPr>
          <p:nvPr/>
        </p:nvGrpSpPr>
        <p:grpSpPr bwMode="auto">
          <a:xfrm>
            <a:off x="0" y="319088"/>
            <a:ext cx="9144000" cy="3629025"/>
            <a:chOff x="0" y="201"/>
            <a:chExt cx="5760" cy="2286"/>
          </a:xfrm>
        </p:grpSpPr>
        <p:sp>
          <p:nvSpPr>
            <p:cNvPr id="33859" name="Rectangle 4">
              <a:extLst>
                <a:ext uri="{FF2B5EF4-FFF2-40B4-BE49-F238E27FC236}">
                  <a16:creationId xmlns:a16="http://schemas.microsoft.com/office/drawing/2014/main" id="{7D4EE63F-BEFF-4B46-B5CE-80FBA15BA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1726"/>
              <a:ext cx="1374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5V  1.4V  0V</a:t>
              </a:r>
            </a:p>
          </p:txBody>
        </p:sp>
        <p:sp>
          <p:nvSpPr>
            <p:cNvPr id="33860" name="Rectangle 5">
              <a:extLst>
                <a:ext uri="{FF2B5EF4-FFF2-40B4-BE49-F238E27FC236}">
                  <a16:creationId xmlns:a16="http://schemas.microsoft.com/office/drawing/2014/main" id="{37721054-038B-4823-B465-52CE7BE52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726"/>
              <a:ext cx="688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-40μA</a:t>
              </a:r>
            </a:p>
          </p:txBody>
        </p:sp>
        <p:sp>
          <p:nvSpPr>
            <p:cNvPr id="33861" name="Rectangle 6">
              <a:extLst>
                <a:ext uri="{FF2B5EF4-FFF2-40B4-BE49-F238E27FC236}">
                  <a16:creationId xmlns:a16="http://schemas.microsoft.com/office/drawing/2014/main" id="{9AD01366-1D5E-4A96-BC27-5D4D573FA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726"/>
              <a:ext cx="687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862" name="Rectangle 7">
              <a:extLst>
                <a:ext uri="{FF2B5EF4-FFF2-40B4-BE49-F238E27FC236}">
                  <a16:creationId xmlns:a16="http://schemas.microsoft.com/office/drawing/2014/main" id="{98CCB8E4-F5FE-44D3-A089-71E40ED4A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1726"/>
              <a:ext cx="688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863" name="Rectangle 8">
              <a:extLst>
                <a:ext uri="{FF2B5EF4-FFF2-40B4-BE49-F238E27FC236}">
                  <a16:creationId xmlns:a16="http://schemas.microsoft.com/office/drawing/2014/main" id="{B22A31DC-4CD1-427E-B049-D4CBE9387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726"/>
              <a:ext cx="687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864" name="Rectangle 9">
              <a:extLst>
                <a:ext uri="{FF2B5EF4-FFF2-40B4-BE49-F238E27FC236}">
                  <a16:creationId xmlns:a16="http://schemas.microsoft.com/office/drawing/2014/main" id="{5FD3210B-E614-4A4E-B24F-6F37026E1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726"/>
              <a:ext cx="688" cy="5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态</a:t>
              </a:r>
            </a:p>
          </p:txBody>
        </p:sp>
        <p:sp>
          <p:nvSpPr>
            <p:cNvPr id="33865" name="Rectangle 10">
              <a:extLst>
                <a:ext uri="{FF2B5EF4-FFF2-40B4-BE49-F238E27FC236}">
                  <a16:creationId xmlns:a16="http://schemas.microsoft.com/office/drawing/2014/main" id="{0F2677AA-193E-4D00-A6AF-20E272E33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1433"/>
              <a:ext cx="687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0.3V</a:t>
              </a:r>
            </a:p>
          </p:txBody>
        </p:sp>
        <p:sp>
          <p:nvSpPr>
            <p:cNvPr id="33866" name="Rectangle 11">
              <a:extLst>
                <a:ext uri="{FF2B5EF4-FFF2-40B4-BE49-F238E27FC236}">
                  <a16:creationId xmlns:a16="http://schemas.microsoft.com/office/drawing/2014/main" id="{C3D2139E-208A-4C04-B0E8-858B560973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1433"/>
              <a:ext cx="687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3.6V</a:t>
              </a:r>
            </a:p>
          </p:txBody>
        </p:sp>
        <p:sp>
          <p:nvSpPr>
            <p:cNvPr id="33867" name="Rectangle 12">
              <a:extLst>
                <a:ext uri="{FF2B5EF4-FFF2-40B4-BE49-F238E27FC236}">
                  <a16:creationId xmlns:a16="http://schemas.microsoft.com/office/drawing/2014/main" id="{75255E04-B03E-4D65-BDE6-7AD3F3F5F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1433"/>
              <a:ext cx="688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5.2mA</a:t>
              </a:r>
            </a:p>
          </p:txBody>
        </p:sp>
        <p:sp>
          <p:nvSpPr>
            <p:cNvPr id="33868" name="Rectangle 13">
              <a:extLst>
                <a:ext uri="{FF2B5EF4-FFF2-40B4-BE49-F238E27FC236}">
                  <a16:creationId xmlns:a16="http://schemas.microsoft.com/office/drawing/2014/main" id="{51808C5E-4904-4FB4-B55B-E0CE9898D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433"/>
              <a:ext cx="687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16mA</a:t>
              </a:r>
            </a:p>
          </p:txBody>
        </p:sp>
        <p:sp>
          <p:nvSpPr>
            <p:cNvPr id="33869" name="Rectangle 14">
              <a:extLst>
                <a:ext uri="{FF2B5EF4-FFF2-40B4-BE49-F238E27FC236}">
                  <a16:creationId xmlns:a16="http://schemas.microsoft.com/office/drawing/2014/main" id="{4D3316C1-CF47-4A12-8A62-36932DAC9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1433"/>
              <a:ext cx="688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870" name="Rectangle 15">
              <a:extLst>
                <a:ext uri="{FF2B5EF4-FFF2-40B4-BE49-F238E27FC236}">
                  <a16:creationId xmlns:a16="http://schemas.microsoft.com/office/drawing/2014/main" id="{D00394F6-E9B0-46FC-BC28-8DAD845E6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433"/>
              <a:ext cx="687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1.6mA</a:t>
              </a:r>
            </a:p>
          </p:txBody>
        </p:sp>
        <p:sp>
          <p:nvSpPr>
            <p:cNvPr id="33871" name="Rectangle 16">
              <a:extLst>
                <a:ext uri="{FF2B5EF4-FFF2-40B4-BE49-F238E27FC236}">
                  <a16:creationId xmlns:a16="http://schemas.microsoft.com/office/drawing/2014/main" id="{DC34B5D1-D770-4D0A-9AFA-6F54D4832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1433"/>
              <a:ext cx="688" cy="29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正常态</a:t>
              </a:r>
            </a:p>
          </p:txBody>
        </p:sp>
        <p:sp>
          <p:nvSpPr>
            <p:cNvPr id="33872" name="Rectangle 17">
              <a:extLst>
                <a:ext uri="{FF2B5EF4-FFF2-40B4-BE49-F238E27FC236}">
                  <a16:creationId xmlns:a16="http://schemas.microsoft.com/office/drawing/2014/main" id="{73D36F63-6BE9-4275-B74C-FEF03E9F2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" y="1433"/>
              <a:ext cx="687" cy="88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三态门</a:t>
              </a:r>
            </a:p>
          </p:txBody>
        </p:sp>
        <p:sp>
          <p:nvSpPr>
            <p:cNvPr id="33873" name="Rectangle 18">
              <a:extLst>
                <a:ext uri="{FF2B5EF4-FFF2-40B4-BE49-F238E27FC236}">
                  <a16:creationId xmlns:a16="http://schemas.microsoft.com/office/drawing/2014/main" id="{2A1AB5EF-F561-4215-B72C-4B9C662D5B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886"/>
              <a:ext cx="68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0.3V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74" name="Rectangle 19">
              <a:extLst>
                <a:ext uri="{FF2B5EF4-FFF2-40B4-BE49-F238E27FC236}">
                  <a16:creationId xmlns:a16="http://schemas.microsoft.com/office/drawing/2014/main" id="{E1F7D7EE-9E12-46A4-86D9-D3D70311E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886"/>
              <a:ext cx="68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3.6V</a:t>
              </a:r>
            </a:p>
          </p:txBody>
        </p:sp>
        <p:sp>
          <p:nvSpPr>
            <p:cNvPr id="33875" name="Rectangle 20">
              <a:extLst>
                <a:ext uri="{FF2B5EF4-FFF2-40B4-BE49-F238E27FC236}">
                  <a16:creationId xmlns:a16="http://schemas.microsoft.com/office/drawing/2014/main" id="{DE5F1C91-2523-4209-8B71-1E67E67C3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886"/>
              <a:ext cx="688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0.4mA</a:t>
              </a:r>
            </a:p>
          </p:txBody>
        </p:sp>
        <p:sp>
          <p:nvSpPr>
            <p:cNvPr id="33876" name="Rectangle 21">
              <a:extLst>
                <a:ext uri="{FF2B5EF4-FFF2-40B4-BE49-F238E27FC236}">
                  <a16:creationId xmlns:a16="http://schemas.microsoft.com/office/drawing/2014/main" id="{784B19EA-AE53-4020-8E5B-82E5B0107B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886"/>
              <a:ext cx="68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16mA</a:t>
              </a:r>
            </a:p>
          </p:txBody>
        </p:sp>
        <p:sp>
          <p:nvSpPr>
            <p:cNvPr id="33877" name="Rectangle 22">
              <a:extLst>
                <a:ext uri="{FF2B5EF4-FFF2-40B4-BE49-F238E27FC236}">
                  <a16:creationId xmlns:a16="http://schemas.microsoft.com/office/drawing/2014/main" id="{824392B7-9749-4433-B372-1DF2ED19B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886"/>
              <a:ext cx="688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878" name="Rectangle 23">
              <a:extLst>
                <a:ext uri="{FF2B5EF4-FFF2-40B4-BE49-F238E27FC236}">
                  <a16:creationId xmlns:a16="http://schemas.microsoft.com/office/drawing/2014/main" id="{E4A5A8BB-9E57-4A52-A958-F9212315C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886"/>
              <a:ext cx="687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1.6mA</a:t>
              </a:r>
            </a:p>
          </p:txBody>
        </p:sp>
        <p:sp>
          <p:nvSpPr>
            <p:cNvPr id="33879" name="Rectangle 24">
              <a:extLst>
                <a:ext uri="{FF2B5EF4-FFF2-40B4-BE49-F238E27FC236}">
                  <a16:creationId xmlns:a16="http://schemas.microsoft.com/office/drawing/2014/main" id="{A1E6A195-B07D-473C-8015-712BA5799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886"/>
              <a:ext cx="688" cy="5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0" name="Rectangle 25">
              <a:extLst>
                <a:ext uri="{FF2B5EF4-FFF2-40B4-BE49-F238E27FC236}">
                  <a16:creationId xmlns:a16="http://schemas.microsoft.com/office/drawing/2014/main" id="{C1C1A7F0-C28B-4160-BB4D-16432C855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" y="886"/>
              <a:ext cx="687" cy="5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普通门</a:t>
              </a:r>
            </a:p>
          </p:txBody>
        </p:sp>
        <p:sp>
          <p:nvSpPr>
            <p:cNvPr id="33881" name="Rectangle 26">
              <a:extLst>
                <a:ext uri="{FF2B5EF4-FFF2-40B4-BE49-F238E27FC236}">
                  <a16:creationId xmlns:a16="http://schemas.microsoft.com/office/drawing/2014/main" id="{6E455861-FBF2-4A8E-9D7A-6D84366AF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42" y="543"/>
              <a:ext cx="68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33882" name="Rectangle 27">
              <a:extLst>
                <a:ext uri="{FF2B5EF4-FFF2-40B4-BE49-F238E27FC236}">
                  <a16:creationId xmlns:a16="http://schemas.microsoft.com/office/drawing/2014/main" id="{C5888E23-3347-4BDD-BE51-7DECA398D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5" y="543"/>
              <a:ext cx="68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V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H</a:t>
              </a:r>
            </a:p>
          </p:txBody>
        </p:sp>
        <p:sp>
          <p:nvSpPr>
            <p:cNvPr id="33883" name="Rectangle 28">
              <a:extLst>
                <a:ext uri="{FF2B5EF4-FFF2-40B4-BE49-F238E27FC236}">
                  <a16:creationId xmlns:a16="http://schemas.microsoft.com/office/drawing/2014/main" id="{74EA9910-F457-4428-AF5A-9B6938BF5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7" y="543"/>
              <a:ext cx="688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OH</a:t>
              </a:r>
            </a:p>
          </p:txBody>
        </p:sp>
        <p:sp>
          <p:nvSpPr>
            <p:cNvPr id="33884" name="Rectangle 29">
              <a:extLst>
                <a:ext uri="{FF2B5EF4-FFF2-40B4-BE49-F238E27FC236}">
                  <a16:creationId xmlns:a16="http://schemas.microsoft.com/office/drawing/2014/main" id="{BDF6B378-13DB-4847-BABD-D79C2B6669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543"/>
              <a:ext cx="68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OL</a:t>
              </a:r>
            </a:p>
          </p:txBody>
        </p:sp>
        <p:sp>
          <p:nvSpPr>
            <p:cNvPr id="33885" name="Rectangle 30">
              <a:extLst>
                <a:ext uri="{FF2B5EF4-FFF2-40B4-BE49-F238E27FC236}">
                  <a16:creationId xmlns:a16="http://schemas.microsoft.com/office/drawing/2014/main" id="{B63DC744-F4DB-4898-AA1F-340D06E7D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543"/>
              <a:ext cx="688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IH</a:t>
              </a:r>
            </a:p>
          </p:txBody>
        </p:sp>
        <p:sp>
          <p:nvSpPr>
            <p:cNvPr id="33886" name="Rectangle 31">
              <a:extLst>
                <a:ext uri="{FF2B5EF4-FFF2-40B4-BE49-F238E27FC236}">
                  <a16:creationId xmlns:a16="http://schemas.microsoft.com/office/drawing/2014/main" id="{08C1CCF5-BB3A-41D0-8A65-693290A47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543"/>
              <a:ext cx="68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IL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</a:t>
              </a:r>
            </a:p>
          </p:txBody>
        </p:sp>
        <p:sp>
          <p:nvSpPr>
            <p:cNvPr id="33887" name="Rectangle 32">
              <a:extLst>
                <a:ext uri="{FF2B5EF4-FFF2-40B4-BE49-F238E27FC236}">
                  <a16:creationId xmlns:a16="http://schemas.microsoft.com/office/drawing/2014/main" id="{73CBBF02-8F30-42EC-B65C-408299717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543"/>
              <a:ext cx="688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8" name="Rectangle 33">
              <a:extLst>
                <a:ext uri="{FF2B5EF4-FFF2-40B4-BE49-F238E27FC236}">
                  <a16:creationId xmlns:a16="http://schemas.microsoft.com/office/drawing/2014/main" id="{A415A777-8702-43DA-9AF5-D9ED25A1A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" y="543"/>
              <a:ext cx="687" cy="34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89" name="Line 34">
              <a:extLst>
                <a:ext uri="{FF2B5EF4-FFF2-40B4-BE49-F238E27FC236}">
                  <a16:creationId xmlns:a16="http://schemas.microsoft.com/office/drawing/2014/main" id="{0FF14C6D-A9BE-4F02-9825-2A7319281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" y="886"/>
              <a:ext cx="5499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0" name="Line 35">
              <a:extLst>
                <a:ext uri="{FF2B5EF4-FFF2-40B4-BE49-F238E27FC236}">
                  <a16:creationId xmlns:a16="http://schemas.microsoft.com/office/drawing/2014/main" id="{78F82FB5-D20B-4198-AB6C-6569C67A0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" y="1433"/>
              <a:ext cx="5499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1" name="Line 36">
              <a:extLst>
                <a:ext uri="{FF2B5EF4-FFF2-40B4-BE49-F238E27FC236}">
                  <a16:creationId xmlns:a16="http://schemas.microsoft.com/office/drawing/2014/main" id="{291FAB62-6A68-4C7A-B09B-E2F0E0B0E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543"/>
              <a:ext cx="0" cy="145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2" name="Line 37">
              <a:extLst>
                <a:ext uri="{FF2B5EF4-FFF2-40B4-BE49-F238E27FC236}">
                  <a16:creationId xmlns:a16="http://schemas.microsoft.com/office/drawing/2014/main" id="{99A8E84A-232A-413E-9264-1D34DC9DC4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5" y="543"/>
              <a:ext cx="0" cy="146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3" name="Line 38">
              <a:extLst>
                <a:ext uri="{FF2B5EF4-FFF2-40B4-BE49-F238E27FC236}">
                  <a16:creationId xmlns:a16="http://schemas.microsoft.com/office/drawing/2014/main" id="{47D80709-E018-4F69-8FEB-5C3AC51FD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92" y="543"/>
              <a:ext cx="27" cy="1453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4" name="Line 39">
              <a:extLst>
                <a:ext uri="{FF2B5EF4-FFF2-40B4-BE49-F238E27FC236}">
                  <a16:creationId xmlns:a16="http://schemas.microsoft.com/office/drawing/2014/main" id="{DE8AD7C8-7D73-4149-AD8A-D249109DE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543"/>
              <a:ext cx="0" cy="1454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5" name="Line 40">
              <a:extLst>
                <a:ext uri="{FF2B5EF4-FFF2-40B4-BE49-F238E27FC236}">
                  <a16:creationId xmlns:a16="http://schemas.microsoft.com/office/drawing/2014/main" id="{8048464A-9315-41B7-A888-196F720744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64" y="543"/>
              <a:ext cx="3" cy="1453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6" name="Line 41">
              <a:extLst>
                <a:ext uri="{FF2B5EF4-FFF2-40B4-BE49-F238E27FC236}">
                  <a16:creationId xmlns:a16="http://schemas.microsoft.com/office/drawing/2014/main" id="{C42BFCE8-B459-40C5-A8EE-6E16454DE3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8" y="543"/>
              <a:ext cx="17" cy="1409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7" name="Line 42">
              <a:extLst>
                <a:ext uri="{FF2B5EF4-FFF2-40B4-BE49-F238E27FC236}">
                  <a16:creationId xmlns:a16="http://schemas.microsoft.com/office/drawing/2014/main" id="{A494E837-B1CA-4092-8F66-AD0B9A6760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2" y="543"/>
              <a:ext cx="0" cy="1183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8" name="Line 43">
              <a:extLst>
                <a:ext uri="{FF2B5EF4-FFF2-40B4-BE49-F238E27FC236}">
                  <a16:creationId xmlns:a16="http://schemas.microsoft.com/office/drawing/2014/main" id="{304BFBF3-BC2D-4DA6-B79B-ED5E63E77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7" y="1726"/>
              <a:ext cx="4812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99" name="Line 44">
              <a:extLst>
                <a:ext uri="{FF2B5EF4-FFF2-40B4-BE49-F238E27FC236}">
                  <a16:creationId xmlns:a16="http://schemas.microsoft.com/office/drawing/2014/main" id="{39DE7779-F18F-43AB-AA17-17CD885CD0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" y="543"/>
              <a:ext cx="5499" cy="0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0" name="Line 45">
              <a:extLst>
                <a:ext uri="{FF2B5EF4-FFF2-40B4-BE49-F238E27FC236}">
                  <a16:creationId xmlns:a16="http://schemas.microsoft.com/office/drawing/2014/main" id="{B181ADA0-5EE1-4E6F-920A-1200FE14B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" y="543"/>
              <a:ext cx="17" cy="1432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1" name="Line 46">
              <a:extLst>
                <a:ext uri="{FF2B5EF4-FFF2-40B4-BE49-F238E27FC236}">
                  <a16:creationId xmlns:a16="http://schemas.microsoft.com/office/drawing/2014/main" id="{641F2191-5004-4058-93A9-F13AC6DB7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" y="543"/>
              <a:ext cx="21" cy="1432"/>
            </a:xfrm>
            <a:prstGeom prst="line">
              <a:avLst/>
            </a:prstGeom>
            <a:noFill/>
            <a:ln w="38100" cap="sq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903" name="Group 48">
              <a:extLst>
                <a:ext uri="{FF2B5EF4-FFF2-40B4-BE49-F238E27FC236}">
                  <a16:creationId xmlns:a16="http://schemas.microsoft.com/office/drawing/2014/main" id="{A21A17FE-3979-4717-86E2-D34FF9503F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0" y="201"/>
              <a:ext cx="248" cy="272"/>
              <a:chOff x="1020" y="1706"/>
              <a:chExt cx="317" cy="363"/>
            </a:xfrm>
          </p:grpSpPr>
          <p:sp>
            <p:nvSpPr>
              <p:cNvPr id="33938" name="Rectangle 49">
                <a:extLst>
                  <a:ext uri="{FF2B5EF4-FFF2-40B4-BE49-F238E27FC236}">
                    <a16:creationId xmlns:a16="http://schemas.microsoft.com/office/drawing/2014/main" id="{8FC794C9-5711-433C-B320-F3B6C7C2F3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39" name="Oval 50">
                <a:extLst>
                  <a:ext uri="{FF2B5EF4-FFF2-40B4-BE49-F238E27FC236}">
                    <a16:creationId xmlns:a16="http://schemas.microsoft.com/office/drawing/2014/main" id="{7AEC9564-FE13-4570-887A-EB80A1D9A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04" name="Line 51">
              <a:extLst>
                <a:ext uri="{FF2B5EF4-FFF2-40B4-BE49-F238E27FC236}">
                  <a16:creationId xmlns:a16="http://schemas.microsoft.com/office/drawing/2014/main" id="{CA711B56-DEC4-4E19-A871-E80E70989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0" y="337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5" name="Line 52">
              <a:extLst>
                <a:ext uri="{FF2B5EF4-FFF2-40B4-BE49-F238E27FC236}">
                  <a16:creationId xmlns:a16="http://schemas.microsoft.com/office/drawing/2014/main" id="{BB0034C8-4485-4F08-B68A-F7FD0A830F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" y="337"/>
              <a:ext cx="9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906" name="Group 53">
              <a:extLst>
                <a:ext uri="{FF2B5EF4-FFF2-40B4-BE49-F238E27FC236}">
                  <a16:creationId xmlns:a16="http://schemas.microsoft.com/office/drawing/2014/main" id="{ADC7BE4E-9D4C-4559-BEC5-5762B237DF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8" y="201"/>
              <a:ext cx="248" cy="272"/>
              <a:chOff x="1020" y="1706"/>
              <a:chExt cx="317" cy="363"/>
            </a:xfrm>
          </p:grpSpPr>
          <p:sp>
            <p:nvSpPr>
              <p:cNvPr id="33936" name="Rectangle 54">
                <a:extLst>
                  <a:ext uri="{FF2B5EF4-FFF2-40B4-BE49-F238E27FC236}">
                    <a16:creationId xmlns:a16="http://schemas.microsoft.com/office/drawing/2014/main" id="{61330424-B17A-4CF2-98F2-72756FCD09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37" name="Oval 55">
                <a:extLst>
                  <a:ext uri="{FF2B5EF4-FFF2-40B4-BE49-F238E27FC236}">
                    <a16:creationId xmlns:a16="http://schemas.microsoft.com/office/drawing/2014/main" id="{7B21F11D-66F0-473E-8590-1F3B2AD64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07" name="Line 56">
              <a:extLst>
                <a:ext uri="{FF2B5EF4-FFF2-40B4-BE49-F238E27FC236}">
                  <a16:creationId xmlns:a16="http://schemas.microsoft.com/office/drawing/2014/main" id="{0C6A64B8-1B77-4A4C-8127-107C25F7A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38" y="337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08" name="Line 57">
              <a:extLst>
                <a:ext uri="{FF2B5EF4-FFF2-40B4-BE49-F238E27FC236}">
                  <a16:creationId xmlns:a16="http://schemas.microsoft.com/office/drawing/2014/main" id="{5CD94A71-E8DF-4D1A-BCE3-C72BF334D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337"/>
              <a:ext cx="9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909" name="Group 58">
              <a:extLst>
                <a:ext uri="{FF2B5EF4-FFF2-40B4-BE49-F238E27FC236}">
                  <a16:creationId xmlns:a16="http://schemas.microsoft.com/office/drawing/2014/main" id="{3AF61DA6-AA4B-4290-ADBC-B76C99329A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86" y="201"/>
              <a:ext cx="248" cy="272"/>
              <a:chOff x="1020" y="1706"/>
              <a:chExt cx="317" cy="363"/>
            </a:xfrm>
          </p:grpSpPr>
          <p:sp>
            <p:nvSpPr>
              <p:cNvPr id="33934" name="Rectangle 59">
                <a:extLst>
                  <a:ext uri="{FF2B5EF4-FFF2-40B4-BE49-F238E27FC236}">
                    <a16:creationId xmlns:a16="http://schemas.microsoft.com/office/drawing/2014/main" id="{ED9B2EB9-78F1-4DD1-A48D-55E18F35C3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35" name="Oval 60">
                <a:extLst>
                  <a:ext uri="{FF2B5EF4-FFF2-40B4-BE49-F238E27FC236}">
                    <a16:creationId xmlns:a16="http://schemas.microsoft.com/office/drawing/2014/main" id="{C3148BFF-8809-4F9E-B346-FE1ACE374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10" name="Line 61">
              <a:extLst>
                <a:ext uri="{FF2B5EF4-FFF2-40B4-BE49-F238E27FC236}">
                  <a16:creationId xmlns:a16="http://schemas.microsoft.com/office/drawing/2014/main" id="{017E0110-B70C-4B43-9637-2C131D8D88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5" y="337"/>
              <a:ext cx="15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1" name="Line 62">
              <a:extLst>
                <a:ext uri="{FF2B5EF4-FFF2-40B4-BE49-F238E27FC236}">
                  <a16:creationId xmlns:a16="http://schemas.microsoft.com/office/drawing/2014/main" id="{CFBBA06B-6F7E-45E7-8BA1-C8DFEC6370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4" y="337"/>
              <a:ext cx="9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912" name="Group 63">
              <a:extLst>
                <a:ext uri="{FF2B5EF4-FFF2-40B4-BE49-F238E27FC236}">
                  <a16:creationId xmlns:a16="http://schemas.microsoft.com/office/drawing/2014/main" id="{7A5BFDB3-8088-4BCC-9F14-D08740548D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5" y="201"/>
              <a:ext cx="248" cy="272"/>
              <a:chOff x="1020" y="1706"/>
              <a:chExt cx="317" cy="363"/>
            </a:xfrm>
          </p:grpSpPr>
          <p:sp>
            <p:nvSpPr>
              <p:cNvPr id="33932" name="Rectangle 64">
                <a:extLst>
                  <a:ext uri="{FF2B5EF4-FFF2-40B4-BE49-F238E27FC236}">
                    <a16:creationId xmlns:a16="http://schemas.microsoft.com/office/drawing/2014/main" id="{38773821-5252-49EB-B69B-8371E3E11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1706"/>
                <a:ext cx="227" cy="36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933" name="Oval 65">
                <a:extLst>
                  <a:ext uri="{FF2B5EF4-FFF2-40B4-BE49-F238E27FC236}">
                    <a16:creationId xmlns:a16="http://schemas.microsoft.com/office/drawing/2014/main" id="{2F966A60-8585-4464-85BB-8FC44619C8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1842"/>
                <a:ext cx="90" cy="90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913" name="Line 66">
              <a:extLst>
                <a:ext uri="{FF2B5EF4-FFF2-40B4-BE49-F238E27FC236}">
                  <a16:creationId xmlns:a16="http://schemas.microsoft.com/office/drawing/2014/main" id="{A5943276-04E9-4938-804A-46657155E8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34" y="337"/>
              <a:ext cx="15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4" name="Line 67">
              <a:extLst>
                <a:ext uri="{FF2B5EF4-FFF2-40B4-BE49-F238E27FC236}">
                  <a16:creationId xmlns:a16="http://schemas.microsoft.com/office/drawing/2014/main" id="{1E4ED052-BD77-4B6E-80F1-23111E12C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3" y="337"/>
              <a:ext cx="9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5" name="Line 68">
              <a:extLst>
                <a:ext uri="{FF2B5EF4-FFF2-40B4-BE49-F238E27FC236}">
                  <a16:creationId xmlns:a16="http://schemas.microsoft.com/office/drawing/2014/main" id="{348928CF-44D1-4BBA-BCCD-25AD0B5B4A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17" y="248"/>
              <a:ext cx="2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6" name="Line 69">
              <a:extLst>
                <a:ext uri="{FF2B5EF4-FFF2-40B4-BE49-F238E27FC236}">
                  <a16:creationId xmlns:a16="http://schemas.microsoft.com/office/drawing/2014/main" id="{F1ABF693-3573-43E0-8424-695EF67062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2276" y="258"/>
              <a:ext cx="2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7" name="Line 70">
              <a:extLst>
                <a:ext uri="{FF2B5EF4-FFF2-40B4-BE49-F238E27FC236}">
                  <a16:creationId xmlns:a16="http://schemas.microsoft.com/office/drawing/2014/main" id="{21FCBFEA-F0A4-4A84-8009-6ABAC17DC59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3992" y="259"/>
              <a:ext cx="2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8" name="Line 71">
              <a:extLst>
                <a:ext uri="{FF2B5EF4-FFF2-40B4-BE49-F238E27FC236}">
                  <a16:creationId xmlns:a16="http://schemas.microsoft.com/office/drawing/2014/main" id="{8C9F25F0-3DF7-4F3C-91B5-C7F231B258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2" y="258"/>
              <a:ext cx="2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19" name="Line 72">
              <a:extLst>
                <a:ext uri="{FF2B5EF4-FFF2-40B4-BE49-F238E27FC236}">
                  <a16:creationId xmlns:a16="http://schemas.microsoft.com/office/drawing/2014/main" id="{B9C34F25-ACA6-48AF-96EE-41C32BC5E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" y="1163"/>
              <a:ext cx="5500" cy="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20" name="Text Box 73">
              <a:extLst>
                <a:ext uri="{FF2B5EF4-FFF2-40B4-BE49-F238E27FC236}">
                  <a16:creationId xmlns:a16="http://schemas.microsoft.com/office/drawing/2014/main" id="{2A8C4FB6-BD5C-454E-8D7A-E03F5D2540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" y="1162"/>
              <a:ext cx="6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OC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门</a:t>
              </a:r>
            </a:p>
          </p:txBody>
        </p:sp>
        <p:sp>
          <p:nvSpPr>
            <p:cNvPr id="33921" name="Text Box 74">
              <a:extLst>
                <a:ext uri="{FF2B5EF4-FFF2-40B4-BE49-F238E27FC236}">
                  <a16:creationId xmlns:a16="http://schemas.microsoft.com/office/drawing/2014/main" id="{40864DE1-3AE5-48BF-81B0-094368A9B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2" y="1129"/>
              <a:ext cx="6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1.6mA</a:t>
              </a:r>
            </a:p>
          </p:txBody>
        </p:sp>
        <p:sp>
          <p:nvSpPr>
            <p:cNvPr id="33922" name="Text Box 75">
              <a:extLst>
                <a:ext uri="{FF2B5EF4-FFF2-40B4-BE49-F238E27FC236}">
                  <a16:creationId xmlns:a16="http://schemas.microsoft.com/office/drawing/2014/main" id="{A128C233-4063-4FEF-A361-21A9F3845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0" y="1151"/>
              <a:ext cx="6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40μA</a:t>
              </a:r>
            </a:p>
          </p:txBody>
        </p:sp>
        <p:sp>
          <p:nvSpPr>
            <p:cNvPr id="33923" name="Text Box 76">
              <a:extLst>
                <a:ext uri="{FF2B5EF4-FFF2-40B4-BE49-F238E27FC236}">
                  <a16:creationId xmlns:a16="http://schemas.microsoft.com/office/drawing/2014/main" id="{CE6D7E52-4078-43E5-81CA-0827DEC58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4" y="1151"/>
              <a:ext cx="684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16mA</a:t>
              </a:r>
            </a:p>
          </p:txBody>
        </p:sp>
        <p:sp>
          <p:nvSpPr>
            <p:cNvPr id="33924" name="Text Box 77">
              <a:extLst>
                <a:ext uri="{FF2B5EF4-FFF2-40B4-BE49-F238E27FC236}">
                  <a16:creationId xmlns:a16="http://schemas.microsoft.com/office/drawing/2014/main" id="{8D756D24-59B5-4954-A3F5-155004913D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3" y="1162"/>
              <a:ext cx="817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-250μA</a:t>
              </a:r>
            </a:p>
          </p:txBody>
        </p:sp>
        <p:sp>
          <p:nvSpPr>
            <p:cNvPr id="33925" name="Text Box 78">
              <a:extLst>
                <a:ext uri="{FF2B5EF4-FFF2-40B4-BE49-F238E27FC236}">
                  <a16:creationId xmlns:a16="http://schemas.microsoft.com/office/drawing/2014/main" id="{C53DEA31-5C84-4EB2-9162-8809E3F07E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4" y="1140"/>
              <a:ext cx="53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0.3V</a:t>
              </a:r>
            </a:p>
          </p:txBody>
        </p:sp>
        <p:sp>
          <p:nvSpPr>
            <p:cNvPr id="33926" name="Line 79">
              <a:extLst>
                <a:ext uri="{FF2B5EF4-FFF2-40B4-BE49-F238E27FC236}">
                  <a16:creationId xmlns:a16="http://schemas.microsoft.com/office/drawing/2014/main" id="{25EF1518-6704-4A1E-8B66-A889CAD43E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" y="2010"/>
              <a:ext cx="5478" cy="1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27" name="Rectangle 80">
              <a:extLst>
                <a:ext uri="{FF2B5EF4-FFF2-40B4-BE49-F238E27FC236}">
                  <a16:creationId xmlns:a16="http://schemas.microsoft.com/office/drawing/2014/main" id="{69C17C78-739B-4F75-A3D2-AB476085F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31"/>
              <a:ext cx="5760" cy="315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928" name="AutoShape 81">
              <a:extLst>
                <a:ext uri="{FF2B5EF4-FFF2-40B4-BE49-F238E27FC236}">
                  <a16:creationId xmlns:a16="http://schemas.microsoft.com/office/drawing/2014/main" id="{40D1148A-021A-4519-B103-0E11EE6D33E5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204" y="1796"/>
              <a:ext cx="91" cy="681"/>
            </a:xfrm>
            <a:prstGeom prst="rightBracket">
              <a:avLst>
                <a:gd name="adj" fmla="val 62363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418" name="Rectangle 82">
              <a:extLst>
                <a:ext uri="{FF2B5EF4-FFF2-40B4-BE49-F238E27FC236}">
                  <a16:creationId xmlns:a16="http://schemas.microsoft.com/office/drawing/2014/main" id="{0BA1B186-727F-4B25-9270-4FB90ED2E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" y="2160"/>
              <a:ext cx="36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2800" b="1" i="0" u="none" strike="noStrike" kern="1200" cap="none" spc="0" normalizeH="0" baseline="-3000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IZ</a:t>
              </a:r>
            </a:p>
          </p:txBody>
        </p:sp>
        <p:sp>
          <p:nvSpPr>
            <p:cNvPr id="33930" name="AutoShape 83">
              <a:extLst>
                <a:ext uri="{FF2B5EF4-FFF2-40B4-BE49-F238E27FC236}">
                  <a16:creationId xmlns:a16="http://schemas.microsoft.com/office/drawing/2014/main" id="{FF9BDD6D-7FC1-4801-8C87-71668914C58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494" y="1798"/>
              <a:ext cx="91" cy="681"/>
            </a:xfrm>
            <a:prstGeom prst="rightBracket">
              <a:avLst>
                <a:gd name="adj" fmla="val 62363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2420" name="Rectangle 84">
              <a:extLst>
                <a:ext uri="{FF2B5EF4-FFF2-40B4-BE49-F238E27FC236}">
                  <a16:creationId xmlns:a16="http://schemas.microsoft.com/office/drawing/2014/main" id="{F76BB40C-5E36-44C3-90C1-65C22FAC4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6" y="2137"/>
              <a:ext cx="42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0" lang="en-US" altLang="zh-CN" sz="2800" b="1" i="0" u="none" strike="noStrike" kern="1200" cap="none" spc="0" normalizeH="0" baseline="-30000" noProof="0" dirty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OZ</a:t>
              </a:r>
            </a:p>
          </p:txBody>
        </p:sp>
      </p:grpSp>
      <p:sp>
        <p:nvSpPr>
          <p:cNvPr id="142421" name="Text Box 85">
            <a:extLst>
              <a:ext uri="{FF2B5EF4-FFF2-40B4-BE49-F238E27FC236}">
                <a16:creationId xmlns:a16="http://schemas.microsoft.com/office/drawing/2014/main" id="{62E3A911-F208-47AC-AACD-A4FABE49C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3859213"/>
            <a:ext cx="3463925" cy="94615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三态门的拉电流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&gt;&gt;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一般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门；</a:t>
            </a:r>
          </a:p>
        </p:txBody>
      </p:sp>
      <p:sp>
        <p:nvSpPr>
          <p:cNvPr id="142422" name="Text Box 86">
            <a:extLst>
              <a:ext uri="{FF2B5EF4-FFF2-40B4-BE49-F238E27FC236}">
                <a16:creationId xmlns:a16="http://schemas.microsoft.com/office/drawing/2014/main" id="{968A8942-2130-4111-9AAF-64AAFF0CEF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3362325"/>
            <a:ext cx="2243138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可以看出：</a:t>
            </a:r>
          </a:p>
        </p:txBody>
      </p:sp>
      <p:sp>
        <p:nvSpPr>
          <p:cNvPr id="142423" name="Text Box 87">
            <a:extLst>
              <a:ext uri="{FF2B5EF4-FFF2-40B4-BE49-F238E27FC236}">
                <a16:creationId xmlns:a16="http://schemas.microsoft.com/office/drawing/2014/main" id="{0CD50B63-1719-4F20-A0DB-3A92302B8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4791075"/>
            <a:ext cx="3332162" cy="94615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F=Z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输出漏电流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&lt;&lt;OC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门漏电流；</a:t>
            </a:r>
          </a:p>
        </p:txBody>
      </p:sp>
      <p:sp>
        <p:nvSpPr>
          <p:cNvPr id="142424" name="Text Box 88">
            <a:extLst>
              <a:ext uri="{FF2B5EF4-FFF2-40B4-BE49-F238E27FC236}">
                <a16:creationId xmlns:a16="http://schemas.microsoft.com/office/drawing/2014/main" id="{CD2C5A9A-4076-4F96-9EF8-665B6B143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663" y="5740400"/>
            <a:ext cx="3263900" cy="946150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F=Z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时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, 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输入低电平电流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IL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很小。</a:t>
            </a:r>
          </a:p>
        </p:txBody>
      </p:sp>
      <p:grpSp>
        <p:nvGrpSpPr>
          <p:cNvPr id="142425" name="Group 89">
            <a:extLst>
              <a:ext uri="{FF2B5EF4-FFF2-40B4-BE49-F238E27FC236}">
                <a16:creationId xmlns:a16="http://schemas.microsoft.com/office/drawing/2014/main" id="{918AA90B-80C7-43BB-839E-7DB91B41F53F}"/>
              </a:ext>
            </a:extLst>
          </p:cNvPr>
          <p:cNvGrpSpPr>
            <a:grpSpLocks/>
          </p:cNvGrpSpPr>
          <p:nvPr/>
        </p:nvGrpSpPr>
        <p:grpSpPr bwMode="auto">
          <a:xfrm>
            <a:off x="5988050" y="3517900"/>
            <a:ext cx="2790825" cy="3114675"/>
            <a:chOff x="3695" y="2227"/>
            <a:chExt cx="1758" cy="1962"/>
          </a:xfrm>
        </p:grpSpPr>
        <p:sp>
          <p:nvSpPr>
            <p:cNvPr id="33824" name="Line 90">
              <a:extLst>
                <a:ext uri="{FF2B5EF4-FFF2-40B4-BE49-F238E27FC236}">
                  <a16:creationId xmlns:a16="http://schemas.microsoft.com/office/drawing/2014/main" id="{1545FD6D-E6D8-4172-B85E-D2DBD4285C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3" y="2293"/>
              <a:ext cx="11" cy="1869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825" name="Group 91">
              <a:extLst>
                <a:ext uri="{FF2B5EF4-FFF2-40B4-BE49-F238E27FC236}">
                  <a16:creationId xmlns:a16="http://schemas.microsoft.com/office/drawing/2014/main" id="{0FFB244A-56C1-48F4-A346-EA1777C9F5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4" y="2434"/>
              <a:ext cx="249" cy="261"/>
              <a:chOff x="4054" y="2717"/>
              <a:chExt cx="249" cy="261"/>
            </a:xfrm>
          </p:grpSpPr>
          <p:sp>
            <p:nvSpPr>
              <p:cNvPr id="33857" name="Rectangle 92">
                <a:extLst>
                  <a:ext uri="{FF2B5EF4-FFF2-40B4-BE49-F238E27FC236}">
                    <a16:creationId xmlns:a16="http://schemas.microsoft.com/office/drawing/2014/main" id="{2B8CEAFC-EF89-4DCC-92A2-9BE2DCB40E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4" y="2717"/>
                <a:ext cx="185" cy="26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8" name="Oval 93">
                <a:extLst>
                  <a:ext uri="{FF2B5EF4-FFF2-40B4-BE49-F238E27FC236}">
                    <a16:creationId xmlns:a16="http://schemas.microsoft.com/office/drawing/2014/main" id="{99D6999D-F4B6-4DD1-A1C5-46B226638B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2804"/>
                <a:ext cx="65" cy="65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26" name="Line 94">
              <a:extLst>
                <a:ext uri="{FF2B5EF4-FFF2-40B4-BE49-F238E27FC236}">
                  <a16:creationId xmlns:a16="http://schemas.microsoft.com/office/drawing/2014/main" id="{9EA3A6B8-83F2-44A0-9AC8-2277C70A4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9" y="2413"/>
              <a:ext cx="1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7" name="Freeform 95">
              <a:extLst>
                <a:ext uri="{FF2B5EF4-FFF2-40B4-BE49-F238E27FC236}">
                  <a16:creationId xmlns:a16="http://schemas.microsoft.com/office/drawing/2014/main" id="{FAE68602-1278-416C-9612-7CA600C20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2" y="2631"/>
              <a:ext cx="239" cy="108"/>
            </a:xfrm>
            <a:custGeom>
              <a:avLst/>
              <a:gdLst>
                <a:gd name="T0" fmla="*/ 239 w 239"/>
                <a:gd name="T1" fmla="*/ 0 h 108"/>
                <a:gd name="T2" fmla="*/ 239 w 239"/>
                <a:gd name="T3" fmla="*/ 108 h 108"/>
                <a:gd name="T4" fmla="*/ 0 w 239"/>
                <a:gd name="T5" fmla="*/ 108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108">
                  <a:moveTo>
                    <a:pt x="239" y="0"/>
                  </a:moveTo>
                  <a:lnTo>
                    <a:pt x="239" y="108"/>
                  </a:lnTo>
                  <a:lnTo>
                    <a:pt x="0" y="108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8" name="Rectangle 96">
              <a:extLst>
                <a:ext uri="{FF2B5EF4-FFF2-40B4-BE49-F238E27FC236}">
                  <a16:creationId xmlns:a16="http://schemas.microsoft.com/office/drawing/2014/main" id="{52A01F94-5A42-4B4E-ABF1-BF16BCE310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2293"/>
              <a:ext cx="185" cy="26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9" name="Oval 97">
              <a:extLst>
                <a:ext uri="{FF2B5EF4-FFF2-40B4-BE49-F238E27FC236}">
                  <a16:creationId xmlns:a16="http://schemas.microsoft.com/office/drawing/2014/main" id="{5D9A9915-AA10-4D5C-BE6B-01D5F6AC5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9" y="2380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0" name="Oval 98">
              <a:extLst>
                <a:ext uri="{FF2B5EF4-FFF2-40B4-BE49-F238E27FC236}">
                  <a16:creationId xmlns:a16="http://schemas.microsoft.com/office/drawing/2014/main" id="{75593048-1F8F-4E30-884D-52B761EA1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9" y="2554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1" name="Text Box 99">
              <a:extLst>
                <a:ext uri="{FF2B5EF4-FFF2-40B4-BE49-F238E27FC236}">
                  <a16:creationId xmlns:a16="http://schemas.microsoft.com/office/drawing/2014/main" id="{DDD59299-986B-4BA6-9C8A-A1004AED5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2227"/>
              <a:ext cx="40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“0”</a:t>
              </a:r>
            </a:p>
          </p:txBody>
        </p:sp>
        <p:sp>
          <p:nvSpPr>
            <p:cNvPr id="33832" name="Text Box 100">
              <a:extLst>
                <a:ext uri="{FF2B5EF4-FFF2-40B4-BE49-F238E27FC236}">
                  <a16:creationId xmlns:a16="http://schemas.microsoft.com/office/drawing/2014/main" id="{529AA5A4-8678-417C-966A-6B74E7DC7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7" y="2618"/>
              <a:ext cx="40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“0”</a:t>
              </a:r>
            </a:p>
          </p:txBody>
        </p:sp>
        <p:sp>
          <p:nvSpPr>
            <p:cNvPr id="33833" name="Line 101">
              <a:extLst>
                <a:ext uri="{FF2B5EF4-FFF2-40B4-BE49-F238E27FC236}">
                  <a16:creationId xmlns:a16="http://schemas.microsoft.com/office/drawing/2014/main" id="{DBE3BB82-F9F7-43E3-B8D3-1581A92D9B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6" y="2413"/>
              <a:ext cx="35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4" name="Line 102">
              <a:extLst>
                <a:ext uri="{FF2B5EF4-FFF2-40B4-BE49-F238E27FC236}">
                  <a16:creationId xmlns:a16="http://schemas.microsoft.com/office/drawing/2014/main" id="{98B962D8-5BE7-4933-8B82-E1678C6094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8" y="3000"/>
              <a:ext cx="1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5" name="Freeform 103">
              <a:extLst>
                <a:ext uri="{FF2B5EF4-FFF2-40B4-BE49-F238E27FC236}">
                  <a16:creationId xmlns:a16="http://schemas.microsoft.com/office/drawing/2014/main" id="{61943544-4B9E-4DB8-BB74-469166B6A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3218"/>
              <a:ext cx="239" cy="108"/>
            </a:xfrm>
            <a:custGeom>
              <a:avLst/>
              <a:gdLst>
                <a:gd name="T0" fmla="*/ 239 w 239"/>
                <a:gd name="T1" fmla="*/ 0 h 108"/>
                <a:gd name="T2" fmla="*/ 239 w 239"/>
                <a:gd name="T3" fmla="*/ 108 h 108"/>
                <a:gd name="T4" fmla="*/ 0 w 239"/>
                <a:gd name="T5" fmla="*/ 108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108">
                  <a:moveTo>
                    <a:pt x="239" y="0"/>
                  </a:moveTo>
                  <a:lnTo>
                    <a:pt x="239" y="108"/>
                  </a:lnTo>
                  <a:lnTo>
                    <a:pt x="0" y="108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6" name="Rectangle 104">
              <a:extLst>
                <a:ext uri="{FF2B5EF4-FFF2-40B4-BE49-F238E27FC236}">
                  <a16:creationId xmlns:a16="http://schemas.microsoft.com/office/drawing/2014/main" id="{7B7CB82D-D8B2-4B8F-A412-344527503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880"/>
              <a:ext cx="185" cy="26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7" name="Oval 105">
              <a:extLst>
                <a:ext uri="{FF2B5EF4-FFF2-40B4-BE49-F238E27FC236}">
                  <a16:creationId xmlns:a16="http://schemas.microsoft.com/office/drawing/2014/main" id="{F0A6DBC7-79B1-4649-8218-09C732F22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967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8" name="Oval 106">
              <a:extLst>
                <a:ext uri="{FF2B5EF4-FFF2-40B4-BE49-F238E27FC236}">
                  <a16:creationId xmlns:a16="http://schemas.microsoft.com/office/drawing/2014/main" id="{1E13319B-3B49-4999-B6DB-1D20CFACA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8" y="3141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39" name="Text Box 107">
              <a:extLst>
                <a:ext uri="{FF2B5EF4-FFF2-40B4-BE49-F238E27FC236}">
                  <a16:creationId xmlns:a16="http://schemas.microsoft.com/office/drawing/2014/main" id="{C26456EA-BCF4-4D36-8291-F135B0347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6" y="3205"/>
              <a:ext cx="40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33840" name="Line 108">
              <a:extLst>
                <a:ext uri="{FF2B5EF4-FFF2-40B4-BE49-F238E27FC236}">
                  <a16:creationId xmlns:a16="http://schemas.microsoft.com/office/drawing/2014/main" id="{7F852275-5082-45C0-80A0-D432C08DDA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5" y="3000"/>
              <a:ext cx="35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1" name="Line 109">
              <a:extLst>
                <a:ext uri="{FF2B5EF4-FFF2-40B4-BE49-F238E27FC236}">
                  <a16:creationId xmlns:a16="http://schemas.microsoft.com/office/drawing/2014/main" id="{6430809E-5E30-4B25-8B50-2B86861CE3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7" y="3696"/>
              <a:ext cx="19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2" name="Freeform 110">
              <a:extLst>
                <a:ext uri="{FF2B5EF4-FFF2-40B4-BE49-F238E27FC236}">
                  <a16:creationId xmlns:a16="http://schemas.microsoft.com/office/drawing/2014/main" id="{488C0C70-38CF-444A-9C4C-B2A587EE85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3914"/>
              <a:ext cx="239" cy="108"/>
            </a:xfrm>
            <a:custGeom>
              <a:avLst/>
              <a:gdLst>
                <a:gd name="T0" fmla="*/ 239 w 239"/>
                <a:gd name="T1" fmla="*/ 0 h 108"/>
                <a:gd name="T2" fmla="*/ 239 w 239"/>
                <a:gd name="T3" fmla="*/ 108 h 108"/>
                <a:gd name="T4" fmla="*/ 0 w 239"/>
                <a:gd name="T5" fmla="*/ 108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108">
                  <a:moveTo>
                    <a:pt x="239" y="0"/>
                  </a:moveTo>
                  <a:lnTo>
                    <a:pt x="239" y="108"/>
                  </a:lnTo>
                  <a:lnTo>
                    <a:pt x="0" y="108"/>
                  </a:lnTo>
                </a:path>
              </a:pathLst>
            </a:cu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3" name="Rectangle 111">
              <a:extLst>
                <a:ext uri="{FF2B5EF4-FFF2-40B4-BE49-F238E27FC236}">
                  <a16:creationId xmlns:a16="http://schemas.microsoft.com/office/drawing/2014/main" id="{21C2963C-CCE3-4265-B42D-2A21045E9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3" y="3576"/>
              <a:ext cx="185" cy="26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4" name="Oval 112">
              <a:extLst>
                <a:ext uri="{FF2B5EF4-FFF2-40B4-BE49-F238E27FC236}">
                  <a16:creationId xmlns:a16="http://schemas.microsoft.com/office/drawing/2014/main" id="{F4981280-6BE9-4A1B-9BF8-7337D6B7A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7" y="3663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5" name="Oval 113">
              <a:extLst>
                <a:ext uri="{FF2B5EF4-FFF2-40B4-BE49-F238E27FC236}">
                  <a16:creationId xmlns:a16="http://schemas.microsoft.com/office/drawing/2014/main" id="{435DCD0C-7529-45F4-858B-B3E315749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3837"/>
              <a:ext cx="65" cy="65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46" name="Text Box 114">
              <a:extLst>
                <a:ext uri="{FF2B5EF4-FFF2-40B4-BE49-F238E27FC236}">
                  <a16:creationId xmlns:a16="http://schemas.microsoft.com/office/drawing/2014/main" id="{C250A119-D5BC-4082-BB44-ED7FCBB07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5" y="3901"/>
              <a:ext cx="402" cy="288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“1”</a:t>
              </a:r>
            </a:p>
          </p:txBody>
        </p:sp>
        <p:sp>
          <p:nvSpPr>
            <p:cNvPr id="33847" name="Line 115">
              <a:extLst>
                <a:ext uri="{FF2B5EF4-FFF2-40B4-BE49-F238E27FC236}">
                  <a16:creationId xmlns:a16="http://schemas.microsoft.com/office/drawing/2014/main" id="{61841564-F617-4C50-852E-158D5A7F5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4" y="3696"/>
              <a:ext cx="35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33848" name="Group 116">
              <a:extLst>
                <a:ext uri="{FF2B5EF4-FFF2-40B4-BE49-F238E27FC236}">
                  <a16:creationId xmlns:a16="http://schemas.microsoft.com/office/drawing/2014/main" id="{0978AB12-5603-435C-BB5F-E6F272BD5A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4" y="2793"/>
              <a:ext cx="249" cy="261"/>
              <a:chOff x="4054" y="2717"/>
              <a:chExt cx="249" cy="261"/>
            </a:xfrm>
          </p:grpSpPr>
          <p:sp>
            <p:nvSpPr>
              <p:cNvPr id="33855" name="Rectangle 117">
                <a:extLst>
                  <a:ext uri="{FF2B5EF4-FFF2-40B4-BE49-F238E27FC236}">
                    <a16:creationId xmlns:a16="http://schemas.microsoft.com/office/drawing/2014/main" id="{984393B1-2BB8-4FE9-9E04-D74A6C764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4" y="2717"/>
                <a:ext cx="185" cy="26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6" name="Oval 118">
                <a:extLst>
                  <a:ext uri="{FF2B5EF4-FFF2-40B4-BE49-F238E27FC236}">
                    <a16:creationId xmlns:a16="http://schemas.microsoft.com/office/drawing/2014/main" id="{F70D627D-CB21-4E0A-BC00-B72F0C1FE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2804"/>
                <a:ext cx="65" cy="65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33849" name="Group 119">
              <a:extLst>
                <a:ext uri="{FF2B5EF4-FFF2-40B4-BE49-F238E27FC236}">
                  <a16:creationId xmlns:a16="http://schemas.microsoft.com/office/drawing/2014/main" id="{97213109-CFD6-4930-A793-D4648ECA48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4" y="3173"/>
              <a:ext cx="249" cy="261"/>
              <a:chOff x="4054" y="2717"/>
              <a:chExt cx="249" cy="261"/>
            </a:xfrm>
          </p:grpSpPr>
          <p:sp>
            <p:nvSpPr>
              <p:cNvPr id="33853" name="Rectangle 120">
                <a:extLst>
                  <a:ext uri="{FF2B5EF4-FFF2-40B4-BE49-F238E27FC236}">
                    <a16:creationId xmlns:a16="http://schemas.microsoft.com/office/drawing/2014/main" id="{C3405B7A-B621-4721-A7FA-5986CCA83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4" y="2717"/>
                <a:ext cx="185" cy="26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854" name="Oval 121">
                <a:extLst>
                  <a:ext uri="{FF2B5EF4-FFF2-40B4-BE49-F238E27FC236}">
                    <a16:creationId xmlns:a16="http://schemas.microsoft.com/office/drawing/2014/main" id="{231C9461-5452-4826-B24C-FAC590F91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8" y="2804"/>
                <a:ext cx="65" cy="65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3850" name="Line 122">
              <a:extLst>
                <a:ext uri="{FF2B5EF4-FFF2-40B4-BE49-F238E27FC236}">
                  <a16:creationId xmlns:a16="http://schemas.microsoft.com/office/drawing/2014/main" id="{FC5D4410-9093-4243-9710-65CCA03502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04" y="2554"/>
              <a:ext cx="3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51" name="Line 123">
              <a:extLst>
                <a:ext uri="{FF2B5EF4-FFF2-40B4-BE49-F238E27FC236}">
                  <a16:creationId xmlns:a16="http://schemas.microsoft.com/office/drawing/2014/main" id="{80D2B7BD-9FA2-4268-9380-BC68F7592C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5" y="2924"/>
              <a:ext cx="3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52" name="Line 124">
              <a:extLst>
                <a:ext uri="{FF2B5EF4-FFF2-40B4-BE49-F238E27FC236}">
                  <a16:creationId xmlns:a16="http://schemas.microsoft.com/office/drawing/2014/main" id="{F6B718C5-56E2-4DEF-936D-4B2E07CEAA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5" y="3304"/>
              <a:ext cx="38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2461" name="Text Box 125">
            <a:extLst>
              <a:ext uri="{FF2B5EF4-FFF2-40B4-BE49-F238E27FC236}">
                <a16:creationId xmlns:a16="http://schemas.microsoft.com/office/drawing/2014/main" id="{BD1A7285-790E-4648-A9F8-0AC341BD8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3813175"/>
            <a:ext cx="569912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“1”</a:t>
            </a:r>
          </a:p>
        </p:txBody>
      </p:sp>
      <p:sp>
        <p:nvSpPr>
          <p:cNvPr id="142462" name="Text Box 126">
            <a:extLst>
              <a:ext uri="{FF2B5EF4-FFF2-40B4-BE49-F238E27FC236}">
                <a16:creationId xmlns:a16="http://schemas.microsoft.com/office/drawing/2014/main" id="{3B1A5232-DF78-45B2-A211-79AF83758A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5638" y="4725988"/>
            <a:ext cx="569912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“Z”</a:t>
            </a:r>
          </a:p>
        </p:txBody>
      </p:sp>
      <p:sp>
        <p:nvSpPr>
          <p:cNvPr id="142463" name="Text Box 127">
            <a:extLst>
              <a:ext uri="{FF2B5EF4-FFF2-40B4-BE49-F238E27FC236}">
                <a16:creationId xmlns:a16="http://schemas.microsoft.com/office/drawing/2014/main" id="{4306557F-89F3-44D1-A101-F4D3707ADC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8175" y="5848350"/>
            <a:ext cx="569913" cy="3968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“Z”</a:t>
            </a:r>
          </a:p>
        </p:txBody>
      </p:sp>
      <p:grpSp>
        <p:nvGrpSpPr>
          <p:cNvPr id="142464" name="Group 128">
            <a:extLst>
              <a:ext uri="{FF2B5EF4-FFF2-40B4-BE49-F238E27FC236}">
                <a16:creationId xmlns:a16="http://schemas.microsoft.com/office/drawing/2014/main" id="{F3BDED26-2825-4A2D-BC07-655A257AF87C}"/>
              </a:ext>
            </a:extLst>
          </p:cNvPr>
          <p:cNvGrpSpPr>
            <a:grpSpLocks/>
          </p:cNvGrpSpPr>
          <p:nvPr/>
        </p:nvGrpSpPr>
        <p:grpSpPr bwMode="auto">
          <a:xfrm>
            <a:off x="7021513" y="3348038"/>
            <a:ext cx="1035050" cy="396875"/>
            <a:chOff x="4423" y="2109"/>
            <a:chExt cx="652" cy="250"/>
          </a:xfrm>
        </p:grpSpPr>
        <p:sp>
          <p:nvSpPr>
            <p:cNvPr id="33822" name="Line 129">
              <a:extLst>
                <a:ext uri="{FF2B5EF4-FFF2-40B4-BE49-F238E27FC236}">
                  <a16:creationId xmlns:a16="http://schemas.microsoft.com/office/drawing/2014/main" id="{FD448A4F-F1C4-4F19-8CEF-0002A5A011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5" y="2358"/>
              <a:ext cx="28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3" name="Text Box 130">
              <a:extLst>
                <a:ext uri="{FF2B5EF4-FFF2-40B4-BE49-F238E27FC236}">
                  <a16:creationId xmlns:a16="http://schemas.microsoft.com/office/drawing/2014/main" id="{CB666DA4-EF37-4188-B83C-95486B400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" y="2109"/>
              <a:ext cx="652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5.2mA</a:t>
              </a:r>
            </a:p>
          </p:txBody>
        </p:sp>
      </p:grpSp>
      <p:grpSp>
        <p:nvGrpSpPr>
          <p:cNvPr id="142467" name="Group 131">
            <a:extLst>
              <a:ext uri="{FF2B5EF4-FFF2-40B4-BE49-F238E27FC236}">
                <a16:creationId xmlns:a16="http://schemas.microsoft.com/office/drawing/2014/main" id="{AD3A62EA-AC9F-490C-8722-FC456C0032B1}"/>
              </a:ext>
            </a:extLst>
          </p:cNvPr>
          <p:cNvGrpSpPr>
            <a:grpSpLocks/>
          </p:cNvGrpSpPr>
          <p:nvPr/>
        </p:nvGrpSpPr>
        <p:grpSpPr bwMode="auto">
          <a:xfrm>
            <a:off x="7678738" y="3535363"/>
            <a:ext cx="949325" cy="1622425"/>
            <a:chOff x="4837" y="2227"/>
            <a:chExt cx="598" cy="1022"/>
          </a:xfrm>
        </p:grpSpPr>
        <p:sp>
          <p:nvSpPr>
            <p:cNvPr id="33816" name="Line 132">
              <a:extLst>
                <a:ext uri="{FF2B5EF4-FFF2-40B4-BE49-F238E27FC236}">
                  <a16:creationId xmlns:a16="http://schemas.microsoft.com/office/drawing/2014/main" id="{4015C2A7-CA43-44D2-8F1B-47A18288E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2500"/>
              <a:ext cx="2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7" name="Line 133">
              <a:extLst>
                <a:ext uri="{FF2B5EF4-FFF2-40B4-BE49-F238E27FC236}">
                  <a16:creationId xmlns:a16="http://schemas.microsoft.com/office/drawing/2014/main" id="{E0C88CCF-12B3-4DBE-BDC6-F26A6DA284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2858"/>
              <a:ext cx="2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8" name="Line 134">
              <a:extLst>
                <a:ext uri="{FF2B5EF4-FFF2-40B4-BE49-F238E27FC236}">
                  <a16:creationId xmlns:a16="http://schemas.microsoft.com/office/drawing/2014/main" id="{C1467758-5A84-47E4-BBB3-6AEFFED7B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3" y="3239"/>
              <a:ext cx="29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stealth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9" name="Text Box 135">
              <a:extLst>
                <a:ext uri="{FF2B5EF4-FFF2-40B4-BE49-F238E27FC236}">
                  <a16:creationId xmlns:a16="http://schemas.microsoft.com/office/drawing/2014/main" id="{9F76573C-F226-44B7-8DD3-C2ACD9757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2227"/>
              <a:ext cx="576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A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0" name="Text Box 136">
              <a:extLst>
                <a:ext uri="{FF2B5EF4-FFF2-40B4-BE49-F238E27FC236}">
                  <a16:creationId xmlns:a16="http://schemas.microsoft.com/office/drawing/2014/main" id="{BBE2121E-1D97-4359-AB24-B76E73305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" y="2608"/>
              <a:ext cx="576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A</a:t>
              </a:r>
              <a:endPara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21" name="Text Box 137">
              <a:extLst>
                <a:ext uri="{FF2B5EF4-FFF2-40B4-BE49-F238E27FC236}">
                  <a16:creationId xmlns:a16="http://schemas.microsoft.com/office/drawing/2014/main" id="{88CE891A-1CCD-44FC-9436-FA2928869C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7" y="2999"/>
              <a:ext cx="576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A</a:t>
              </a:r>
              <a:endParaRPr kumimoji="1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2474" name="Group 138">
            <a:extLst>
              <a:ext uri="{FF2B5EF4-FFF2-40B4-BE49-F238E27FC236}">
                <a16:creationId xmlns:a16="http://schemas.microsoft.com/office/drawing/2014/main" id="{72BC03F2-D305-431E-B1B1-E87E94CE3DBC}"/>
              </a:ext>
            </a:extLst>
          </p:cNvPr>
          <p:cNvGrpSpPr>
            <a:grpSpLocks/>
          </p:cNvGrpSpPr>
          <p:nvPr/>
        </p:nvGrpSpPr>
        <p:grpSpPr bwMode="auto">
          <a:xfrm>
            <a:off x="6969125" y="4278313"/>
            <a:ext cx="984250" cy="1484312"/>
            <a:chOff x="4390" y="2695"/>
            <a:chExt cx="620" cy="935"/>
          </a:xfrm>
        </p:grpSpPr>
        <p:sp>
          <p:nvSpPr>
            <p:cNvPr id="33812" name="Line 139">
              <a:extLst>
                <a:ext uri="{FF2B5EF4-FFF2-40B4-BE49-F238E27FC236}">
                  <a16:creationId xmlns:a16="http://schemas.microsoft.com/office/drawing/2014/main" id="{A5893066-71F0-41A9-8724-C2FF5B9C5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4" y="2934"/>
              <a:ext cx="29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3" name="Line 140">
              <a:extLst>
                <a:ext uri="{FF2B5EF4-FFF2-40B4-BE49-F238E27FC236}">
                  <a16:creationId xmlns:a16="http://schemas.microsoft.com/office/drawing/2014/main" id="{D846FD1F-6240-447E-9DAA-A5A39DA7C7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22" y="3630"/>
              <a:ext cx="293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 type="stealth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4" name="Text Box 141">
              <a:extLst>
                <a:ext uri="{FF2B5EF4-FFF2-40B4-BE49-F238E27FC236}">
                  <a16:creationId xmlns:a16="http://schemas.microsoft.com/office/drawing/2014/main" id="{6570ABC5-509A-4C0E-A54D-476A38EE37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3" y="2695"/>
              <a:ext cx="58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A</a:t>
              </a:r>
            </a:p>
          </p:txBody>
        </p:sp>
        <p:sp>
          <p:nvSpPr>
            <p:cNvPr id="33815" name="Text Box 142">
              <a:extLst>
                <a:ext uri="{FF2B5EF4-FFF2-40B4-BE49-F238E27FC236}">
                  <a16:creationId xmlns:a16="http://schemas.microsoft.com/office/drawing/2014/main" id="{58751619-473C-4367-B14F-A42420485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0" y="3380"/>
              <a:ext cx="587" cy="250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A</a:t>
              </a:r>
            </a:p>
          </p:txBody>
        </p:sp>
      </p:grpSp>
      <p:grpSp>
        <p:nvGrpSpPr>
          <p:cNvPr id="142479" name="Group 143">
            <a:extLst>
              <a:ext uri="{FF2B5EF4-FFF2-40B4-BE49-F238E27FC236}">
                <a16:creationId xmlns:a16="http://schemas.microsoft.com/office/drawing/2014/main" id="{F4389E06-3231-47DE-8EDE-2927FEDE1B6A}"/>
              </a:ext>
            </a:extLst>
          </p:cNvPr>
          <p:cNvGrpSpPr>
            <a:grpSpLocks/>
          </p:cNvGrpSpPr>
          <p:nvPr/>
        </p:nvGrpSpPr>
        <p:grpSpPr bwMode="auto">
          <a:xfrm>
            <a:off x="4606925" y="4622800"/>
            <a:ext cx="1431925" cy="1863725"/>
            <a:chOff x="2902" y="2912"/>
            <a:chExt cx="902" cy="1174"/>
          </a:xfrm>
        </p:grpSpPr>
        <p:sp>
          <p:nvSpPr>
            <p:cNvPr id="33810" name="AutoShape 144">
              <a:extLst>
                <a:ext uri="{FF2B5EF4-FFF2-40B4-BE49-F238E27FC236}">
                  <a16:creationId xmlns:a16="http://schemas.microsoft.com/office/drawing/2014/main" id="{DCB12A33-5BD3-47AC-9D12-B7AF8D3846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912"/>
              <a:ext cx="272" cy="1174"/>
            </a:xfrm>
            <a:prstGeom prst="leftBrace">
              <a:avLst>
                <a:gd name="adj1" fmla="val 35968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3811" name="Text Box 145">
              <a:extLst>
                <a:ext uri="{FF2B5EF4-FFF2-40B4-BE49-F238E27FC236}">
                  <a16:creationId xmlns:a16="http://schemas.microsoft.com/office/drawing/2014/main" id="{9FC9E7E3-3078-45C5-AE03-F5548C89D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2" y="3337"/>
              <a:ext cx="771" cy="327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128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个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439970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2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2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42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2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42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0" fill="hold"/>
                                        <p:tgtEl>
                                          <p:spTgt spid="1424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42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0" fill="hold"/>
                                        <p:tgtEl>
                                          <p:spTgt spid="142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0" fill="hold"/>
                                        <p:tgtEl>
                                          <p:spTgt spid="142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4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42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42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utoUpdateAnimBg="0"/>
      <p:bldP spid="142421" grpId="0" autoUpdateAnimBg="0"/>
      <p:bldP spid="142422" grpId="0" autoUpdateAnimBg="0"/>
      <p:bldP spid="142423" grpId="0" animBg="1" autoUpdateAnimBg="0"/>
      <p:bldP spid="142424" grpId="0" animBg="1" autoUpdateAnimBg="0"/>
      <p:bldP spid="142461" grpId="0" autoUpdateAnimBg="0"/>
      <p:bldP spid="142462" grpId="0" autoUpdateAnimBg="0"/>
      <p:bldP spid="142463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714E097-0916-41EB-9597-A1F272D6BF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0075" y="473075"/>
            <a:ext cx="3100388" cy="469900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en-US" altLang="zh-CN" sz="2800" b="1">
                <a:solidFill>
                  <a:schemeClr val="accent2"/>
                </a:solidFill>
              </a:rPr>
              <a:t>4</a:t>
            </a:r>
            <a:r>
              <a:rPr lang="zh-CN" altLang="en-US" sz="2800" b="1">
                <a:solidFill>
                  <a:schemeClr val="accent2"/>
                </a:solidFill>
              </a:rPr>
              <a:t>、三态门应用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:a16="http://schemas.microsoft.com/office/drawing/2014/main" id="{FACE0978-6207-45B3-ACA3-23524C1B0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0" y="1346200"/>
            <a:ext cx="2122488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多路开关</a:t>
            </a:r>
          </a:p>
        </p:txBody>
      </p:sp>
      <p:grpSp>
        <p:nvGrpSpPr>
          <p:cNvPr id="44075" name="Group 43">
            <a:extLst>
              <a:ext uri="{FF2B5EF4-FFF2-40B4-BE49-F238E27FC236}">
                <a16:creationId xmlns:a16="http://schemas.microsoft.com/office/drawing/2014/main" id="{4CD917FD-10EF-41AB-B1A3-C5861AAE8B28}"/>
              </a:ext>
            </a:extLst>
          </p:cNvPr>
          <p:cNvGrpSpPr>
            <a:grpSpLocks/>
          </p:cNvGrpSpPr>
          <p:nvPr/>
        </p:nvGrpSpPr>
        <p:grpSpPr bwMode="auto">
          <a:xfrm>
            <a:off x="2533042" y="2652341"/>
            <a:ext cx="3570288" cy="2971800"/>
            <a:chOff x="2103" y="1211"/>
            <a:chExt cx="2249" cy="1872"/>
          </a:xfrm>
        </p:grpSpPr>
        <p:sp>
          <p:nvSpPr>
            <p:cNvPr id="34821" name="Rectangle 6">
              <a:extLst>
                <a:ext uri="{FF2B5EF4-FFF2-40B4-BE49-F238E27FC236}">
                  <a16:creationId xmlns:a16="http://schemas.microsoft.com/office/drawing/2014/main" id="{87032D58-911E-4B22-8A0F-EB037D4D8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3" y="2747"/>
              <a:ext cx="383" cy="28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</a:p>
          </p:txBody>
        </p:sp>
        <p:sp>
          <p:nvSpPr>
            <p:cNvPr id="34822" name="Line 7">
              <a:extLst>
                <a:ext uri="{FF2B5EF4-FFF2-40B4-BE49-F238E27FC236}">
                  <a16:creationId xmlns:a16="http://schemas.microsoft.com/office/drawing/2014/main" id="{3CF9F45D-392B-409B-B450-B6D9B1C90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84" y="2795"/>
              <a:ext cx="240" cy="0"/>
            </a:xfrm>
            <a:prstGeom prst="line">
              <a:avLst/>
            </a:prstGeom>
            <a:noFill/>
            <a:ln w="38100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3" name="Text Box 8">
              <a:extLst>
                <a:ext uri="{FF2B5EF4-FFF2-40B4-BE49-F238E27FC236}">
                  <a16:creationId xmlns:a16="http://schemas.microsoft.com/office/drawing/2014/main" id="{81E4DAAA-9AB1-4470-80CC-8F5FD3B69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9" y="1211"/>
              <a:ext cx="524" cy="48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34824" name="Rectangle 9">
              <a:extLst>
                <a:ext uri="{FF2B5EF4-FFF2-40B4-BE49-F238E27FC236}">
                  <a16:creationId xmlns:a16="http://schemas.microsoft.com/office/drawing/2014/main" id="{4BD7D3F4-8D2D-4C2D-9503-921A31DF6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" y="1404"/>
              <a:ext cx="423" cy="48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5" name="Line 10">
              <a:extLst>
                <a:ext uri="{FF2B5EF4-FFF2-40B4-BE49-F238E27FC236}">
                  <a16:creationId xmlns:a16="http://schemas.microsoft.com/office/drawing/2014/main" id="{019EC321-117F-4960-BDA5-A0C4BDA83D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1" y="1787"/>
              <a:ext cx="37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6" name="Oval 11">
              <a:extLst>
                <a:ext uri="{FF2B5EF4-FFF2-40B4-BE49-F238E27FC236}">
                  <a16:creationId xmlns:a16="http://schemas.microsoft.com/office/drawing/2014/main" id="{7F821C25-7DBA-46C2-9C84-77ABFB0F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5" y="1643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7" name="Text Box 12">
              <a:extLst>
                <a:ext uri="{FF2B5EF4-FFF2-40B4-BE49-F238E27FC236}">
                  <a16:creationId xmlns:a16="http://schemas.microsoft.com/office/drawing/2014/main" id="{AE699FAE-64FA-43D0-8068-7822D5F3C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4" y="1355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34828" name="AutoShape 13">
              <a:extLst>
                <a:ext uri="{FF2B5EF4-FFF2-40B4-BE49-F238E27FC236}">
                  <a16:creationId xmlns:a16="http://schemas.microsoft.com/office/drawing/2014/main" id="{F3C8967F-F9B9-416C-A4F6-E9D9E9E564E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39" y="1595"/>
              <a:ext cx="48" cy="96"/>
            </a:xfrm>
            <a:prstGeom prst="triangle">
              <a:avLst>
                <a:gd name="adj" fmla="val 50000"/>
              </a:avLst>
            </a:prstGeom>
            <a:noFill/>
            <a:ln w="28575" cap="sq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29" name="Text Box 14">
              <a:extLst>
                <a:ext uri="{FF2B5EF4-FFF2-40B4-BE49-F238E27FC236}">
                  <a16:creationId xmlns:a16="http://schemas.microsoft.com/office/drawing/2014/main" id="{30AE8C06-FEFC-4350-883F-E248F0EC20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3" y="1643"/>
              <a:ext cx="339" cy="25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0" name="Line 15">
              <a:extLst>
                <a:ext uri="{FF2B5EF4-FFF2-40B4-BE49-F238E27FC236}">
                  <a16:creationId xmlns:a16="http://schemas.microsoft.com/office/drawing/2014/main" id="{1EB2C5AF-CB0C-4E91-918C-E86FC6CD0C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75" y="1787"/>
              <a:ext cx="0" cy="1152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1" name="Oval 16">
              <a:extLst>
                <a:ext uri="{FF2B5EF4-FFF2-40B4-BE49-F238E27FC236}">
                  <a16:creationId xmlns:a16="http://schemas.microsoft.com/office/drawing/2014/main" id="{A6C92F66-3E9D-46AE-8319-14A0AD0F1D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5" y="1762"/>
              <a:ext cx="48" cy="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2" name="Text Box 17">
              <a:extLst>
                <a:ext uri="{FF2B5EF4-FFF2-40B4-BE49-F238E27FC236}">
                  <a16:creationId xmlns:a16="http://schemas.microsoft.com/office/drawing/2014/main" id="{FEFC8685-D759-412E-98C6-DF7C4829C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5" y="1835"/>
              <a:ext cx="319" cy="480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A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34833" name="Rectangle 18">
              <a:extLst>
                <a:ext uri="{FF2B5EF4-FFF2-40B4-BE49-F238E27FC236}">
                  <a16:creationId xmlns:a16="http://schemas.microsoft.com/office/drawing/2014/main" id="{CE347FEC-6EE5-43A8-A931-E40369307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028"/>
              <a:ext cx="423" cy="48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4" name="Line 19">
              <a:extLst>
                <a:ext uri="{FF2B5EF4-FFF2-40B4-BE49-F238E27FC236}">
                  <a16:creationId xmlns:a16="http://schemas.microsoft.com/office/drawing/2014/main" id="{C05B98B4-CB16-495C-BE47-220A20DA34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87" y="2123"/>
              <a:ext cx="72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5" name="Line 20">
              <a:extLst>
                <a:ext uri="{FF2B5EF4-FFF2-40B4-BE49-F238E27FC236}">
                  <a16:creationId xmlns:a16="http://schemas.microsoft.com/office/drawing/2014/main" id="{EB837539-C62E-4326-ABC6-03DF95A27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" y="2411"/>
              <a:ext cx="15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6" name="Oval 21">
              <a:extLst>
                <a:ext uri="{FF2B5EF4-FFF2-40B4-BE49-F238E27FC236}">
                  <a16:creationId xmlns:a16="http://schemas.microsoft.com/office/drawing/2014/main" id="{97B50830-E159-444A-A216-B1098EAD7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3" y="2267"/>
              <a:ext cx="60" cy="57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7" name="Line 22">
              <a:extLst>
                <a:ext uri="{FF2B5EF4-FFF2-40B4-BE49-F238E27FC236}">
                  <a16:creationId xmlns:a16="http://schemas.microsoft.com/office/drawing/2014/main" id="{CCCDF9EE-A595-45DF-8A26-27D164F8BE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1" y="2295"/>
              <a:ext cx="35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38" name="Text Box 23">
              <a:extLst>
                <a:ext uri="{FF2B5EF4-FFF2-40B4-BE49-F238E27FC236}">
                  <a16:creationId xmlns:a16="http://schemas.microsoft.com/office/drawing/2014/main" id="{E0505790-927B-47D8-B746-524B1EBDDC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384"/>
              <a:ext cx="233" cy="288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cs typeface="+mn-cs"/>
                </a:rPr>
                <a:t>F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34839" name="Text Box 24">
              <a:extLst>
                <a:ext uri="{FF2B5EF4-FFF2-40B4-BE49-F238E27FC236}">
                  <a16:creationId xmlns:a16="http://schemas.microsoft.com/office/drawing/2014/main" id="{EA2DE7CC-0CBC-470C-BCF4-0AE274882B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2" y="1979"/>
              <a:ext cx="212" cy="288"/>
            </a:xfrm>
            <a:prstGeom prst="rect">
              <a:avLst/>
            </a:prstGeom>
            <a:noFill/>
            <a:ln w="127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  <a:endPara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幼圆" panose="02010509060101010101" pitchFamily="49" charset="-122"/>
                <a:cs typeface="+mn-cs"/>
              </a:endParaRPr>
            </a:p>
          </p:txBody>
        </p:sp>
        <p:sp>
          <p:nvSpPr>
            <p:cNvPr id="34840" name="AutoShape 25">
              <a:extLst>
                <a:ext uri="{FF2B5EF4-FFF2-40B4-BE49-F238E27FC236}">
                  <a16:creationId xmlns:a16="http://schemas.microsoft.com/office/drawing/2014/main" id="{319161D2-0C62-42AC-82B0-A40FDF1380E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557" y="2219"/>
              <a:ext cx="48" cy="96"/>
            </a:xfrm>
            <a:prstGeom prst="triangle">
              <a:avLst>
                <a:gd name="adj" fmla="val 50000"/>
              </a:avLst>
            </a:prstGeom>
            <a:noFill/>
            <a:ln w="28575" cap="sq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1" name="Text Box 26">
              <a:extLst>
                <a:ext uri="{FF2B5EF4-FFF2-40B4-BE49-F238E27FC236}">
                  <a16:creationId xmlns:a16="http://schemas.microsoft.com/office/drawing/2014/main" id="{7BECC100-FCA7-427B-810A-9E6380ABC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1" y="2267"/>
              <a:ext cx="339" cy="250"/>
            </a:xfrm>
            <a:prstGeom prst="rect">
              <a:avLst/>
            </a:prstGeom>
            <a:noFill/>
            <a:ln w="12700" cap="sq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99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EN</a:t>
              </a:r>
              <a:endParaRPr kumimoji="1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2" name="Oval 27">
              <a:extLst>
                <a:ext uri="{FF2B5EF4-FFF2-40B4-BE49-F238E27FC236}">
                  <a16:creationId xmlns:a16="http://schemas.microsoft.com/office/drawing/2014/main" id="{E8F0A773-032F-46D2-9FEE-B0B2A4BD6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3" y="2386"/>
              <a:ext cx="48" cy="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3" name="Line 28">
              <a:extLst>
                <a:ext uri="{FF2B5EF4-FFF2-40B4-BE49-F238E27FC236}">
                  <a16:creationId xmlns:a16="http://schemas.microsoft.com/office/drawing/2014/main" id="{BD58FD6F-CC81-484A-9C5C-E7E87CA33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0" y="2651"/>
              <a:ext cx="91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4" name="Line 29">
              <a:extLst>
                <a:ext uri="{FF2B5EF4-FFF2-40B4-BE49-F238E27FC236}">
                  <a16:creationId xmlns:a16="http://schemas.microsoft.com/office/drawing/2014/main" id="{BABB73AD-7D7F-406B-87C1-E9EA4B99D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5" y="2411"/>
              <a:ext cx="0" cy="24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5" name="Line 30">
              <a:extLst>
                <a:ext uri="{FF2B5EF4-FFF2-40B4-BE49-F238E27FC236}">
                  <a16:creationId xmlns:a16="http://schemas.microsoft.com/office/drawing/2014/main" id="{A192DDD8-E89A-419C-9479-0B2E84069C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9" y="1499"/>
              <a:ext cx="76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6" name="Rectangle 31">
              <a:extLst>
                <a:ext uri="{FF2B5EF4-FFF2-40B4-BE49-F238E27FC236}">
                  <a16:creationId xmlns:a16="http://schemas.microsoft.com/office/drawing/2014/main" id="{127C7668-3AF2-4B59-B32E-CBBD6B3A3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747"/>
              <a:ext cx="240" cy="33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7" name="Rectangle 32">
              <a:extLst>
                <a:ext uri="{FF2B5EF4-FFF2-40B4-BE49-F238E27FC236}">
                  <a16:creationId xmlns:a16="http://schemas.microsoft.com/office/drawing/2014/main" id="{ADC33481-310D-4430-A199-DEE92599C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5" y="2747"/>
              <a:ext cx="21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4848" name="Line 33">
              <a:extLst>
                <a:ext uri="{FF2B5EF4-FFF2-40B4-BE49-F238E27FC236}">
                  <a16:creationId xmlns:a16="http://schemas.microsoft.com/office/drawing/2014/main" id="{C9BAAFFD-AB9D-4121-8917-0A2B7DB0C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9" y="2939"/>
              <a:ext cx="81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49" name="Oval 34">
              <a:extLst>
                <a:ext uri="{FF2B5EF4-FFF2-40B4-BE49-F238E27FC236}">
                  <a16:creationId xmlns:a16="http://schemas.microsoft.com/office/drawing/2014/main" id="{52D49CDD-D3AA-4042-8862-8A2C1F395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5" y="2891"/>
              <a:ext cx="48" cy="4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0" name="Line 35">
              <a:extLst>
                <a:ext uri="{FF2B5EF4-FFF2-40B4-BE49-F238E27FC236}">
                  <a16:creationId xmlns:a16="http://schemas.microsoft.com/office/drawing/2014/main" id="{D114BE53-382F-4E3F-90F2-BD8BB52AE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63" y="2916"/>
              <a:ext cx="38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1" name="Line 36">
              <a:extLst>
                <a:ext uri="{FF2B5EF4-FFF2-40B4-BE49-F238E27FC236}">
                  <a16:creationId xmlns:a16="http://schemas.microsoft.com/office/drawing/2014/main" id="{5DEF2EB4-F17B-4A2F-A98C-23FC0E9932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7" y="2636"/>
              <a:ext cx="0" cy="28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2" name="Oval 37">
              <a:extLst>
                <a:ext uri="{FF2B5EF4-FFF2-40B4-BE49-F238E27FC236}">
                  <a16:creationId xmlns:a16="http://schemas.microsoft.com/office/drawing/2014/main" id="{920985E4-8506-44DB-93B4-72AE60585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50" y="2901"/>
              <a:ext cx="48" cy="50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None/>
              </a:pPr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853" name="Line 38">
              <a:extLst>
                <a:ext uri="{FF2B5EF4-FFF2-40B4-BE49-F238E27FC236}">
                  <a16:creationId xmlns:a16="http://schemas.microsoft.com/office/drawing/2014/main" id="{C91F770A-3F28-403C-8332-6B8555ADA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7" y="1651"/>
              <a:ext cx="0" cy="64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4854" name="Oval 39">
              <a:extLst>
                <a:ext uri="{FF2B5EF4-FFF2-40B4-BE49-F238E27FC236}">
                  <a16:creationId xmlns:a16="http://schemas.microsoft.com/office/drawing/2014/main" id="{ABFF9346-548D-410A-80D0-03100E61B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" y="1643"/>
              <a:ext cx="63" cy="58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None/>
              </a:pPr>
              <a:endParaRPr lang="zh-CN" altLang="en-US">
                <a:solidFill>
                  <a:sysClr val="windowText" lastClr="000000"/>
                </a:solidFill>
              </a:endParaRPr>
            </a:p>
          </p:txBody>
        </p:sp>
        <p:sp>
          <p:nvSpPr>
            <p:cNvPr id="34855" name="Line 40">
              <a:extLst>
                <a:ext uri="{FF2B5EF4-FFF2-40B4-BE49-F238E27FC236}">
                  <a16:creationId xmlns:a16="http://schemas.microsoft.com/office/drawing/2014/main" id="{1F5D3A38-8676-4894-AF5C-4CF01F9BF0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84" y="1672"/>
              <a:ext cx="624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spcBef>
                  <a:spcPct val="20000"/>
                </a:spcBef>
              </a:pPr>
              <a:endParaRPr lang="zh-CN" altLang="en-US" sz="3200" dirty="0">
                <a:solidFill>
                  <a:sysClr val="windowText" lastClr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4856" name="Rectangle 41">
              <a:extLst>
                <a:ext uri="{FF2B5EF4-FFF2-40B4-BE49-F238E27FC236}">
                  <a16:creationId xmlns:a16="http://schemas.microsoft.com/office/drawing/2014/main" id="{80F95EDD-E8CA-4DA0-AEB4-C253D16E6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259"/>
              <a:ext cx="32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4857" name="Rectangle 42">
              <a:extLst>
                <a:ext uri="{FF2B5EF4-FFF2-40B4-BE49-F238E27FC236}">
                  <a16:creationId xmlns:a16="http://schemas.microsoft.com/office/drawing/2014/main" id="{FA25BFE0-1E70-4A5C-BC37-001DDBC4E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9" y="1883"/>
              <a:ext cx="329" cy="288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G</a:t>
              </a:r>
              <a:r>
                <a:rPr kumimoji="1" lang="en-US" altLang="zh-CN" sz="24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幼圆" panose="02010509060101010101" pitchFamily="49" charset="-122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364765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4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utoUpdateAnimBg="0"/>
      <p:bldP spid="44036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CC29E20-56D5-435F-89CA-D5A11AE218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150" y="177800"/>
            <a:ext cx="2165350" cy="522288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</a:rPr>
              <a:t>三态门应用</a:t>
            </a:r>
          </a:p>
        </p:txBody>
      </p:sp>
      <p:sp>
        <p:nvSpPr>
          <p:cNvPr id="124931" name="Text Box 3">
            <a:extLst>
              <a:ext uri="{FF2B5EF4-FFF2-40B4-BE49-F238E27FC236}">
                <a16:creationId xmlns:a16="http://schemas.microsoft.com/office/drawing/2014/main" id="{F7941442-B10F-4DD0-B985-F681E5C3CA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1000125"/>
            <a:ext cx="4899025" cy="519113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双向总线驱动器，又称收发器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28D68D-E829-418D-8A0C-26AF169F9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7" y="2084590"/>
            <a:ext cx="3260722" cy="369404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56A5DD-B4AE-4077-8F57-1F41C0971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815" y="2174580"/>
            <a:ext cx="2814937" cy="263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5829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1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4D1BC7E3-D321-455D-9747-F2361700B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228600"/>
            <a:ext cx="3251200" cy="538163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accent2"/>
                </a:solidFill>
              </a:rPr>
              <a:t>三态门应用</a:t>
            </a:r>
            <a:r>
              <a:rPr lang="en-US" altLang="zh-CN" sz="2800" b="1" dirty="0">
                <a:solidFill>
                  <a:schemeClr val="accent2"/>
                </a:solidFill>
              </a:rPr>
              <a:t>—</a:t>
            </a:r>
            <a:r>
              <a:rPr lang="zh-CN" altLang="en-US" sz="2800" b="1" dirty="0">
                <a:solidFill>
                  <a:schemeClr val="accent2"/>
                </a:solidFill>
              </a:rPr>
              <a:t>总线</a:t>
            </a:r>
          </a:p>
        </p:txBody>
      </p:sp>
      <p:grpSp>
        <p:nvGrpSpPr>
          <p:cNvPr id="141315" name="Group 3">
            <a:extLst>
              <a:ext uri="{FF2B5EF4-FFF2-40B4-BE49-F238E27FC236}">
                <a16:creationId xmlns:a16="http://schemas.microsoft.com/office/drawing/2014/main" id="{0C62EEA3-1F7B-43CB-A6E0-63AB06C56DFB}"/>
              </a:ext>
            </a:extLst>
          </p:cNvPr>
          <p:cNvGrpSpPr>
            <a:grpSpLocks/>
          </p:cNvGrpSpPr>
          <p:nvPr/>
        </p:nvGrpSpPr>
        <p:grpSpPr bwMode="auto">
          <a:xfrm>
            <a:off x="366713" y="1409700"/>
            <a:ext cx="3405187" cy="2922588"/>
            <a:chOff x="547" y="1714"/>
            <a:chExt cx="2145" cy="1841"/>
          </a:xfrm>
        </p:grpSpPr>
        <p:sp>
          <p:nvSpPr>
            <p:cNvPr id="32788" name="Rectangle 4">
              <a:extLst>
                <a:ext uri="{FF2B5EF4-FFF2-40B4-BE49-F238E27FC236}">
                  <a16:creationId xmlns:a16="http://schemas.microsoft.com/office/drawing/2014/main" id="{F9DDB359-3C47-4E2D-90A6-E4440B263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2758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9" name="Oval 5">
              <a:extLst>
                <a:ext uri="{FF2B5EF4-FFF2-40B4-BE49-F238E27FC236}">
                  <a16:creationId xmlns:a16="http://schemas.microsoft.com/office/drawing/2014/main" id="{0C717A03-323B-4FB1-A899-E22D70928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939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0" name="Line 6">
              <a:extLst>
                <a:ext uri="{FF2B5EF4-FFF2-40B4-BE49-F238E27FC236}">
                  <a16:creationId xmlns:a16="http://schemas.microsoft.com/office/drawing/2014/main" id="{62944131-775A-4FE0-ACEB-3D77854002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" y="2985"/>
              <a:ext cx="318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1" name="Line 7">
              <a:extLst>
                <a:ext uri="{FF2B5EF4-FFF2-40B4-BE49-F238E27FC236}">
                  <a16:creationId xmlns:a16="http://schemas.microsoft.com/office/drawing/2014/main" id="{CB4F07D5-80C9-473D-B67C-B575715FE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3211"/>
              <a:ext cx="1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2" name="Line 8">
              <a:extLst>
                <a:ext uri="{FF2B5EF4-FFF2-40B4-BE49-F238E27FC236}">
                  <a16:creationId xmlns:a16="http://schemas.microsoft.com/office/drawing/2014/main" id="{B42CFDC1-AFBE-4040-849D-733B2FD4AD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3" y="3438"/>
              <a:ext cx="63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3" name="Line 9">
              <a:extLst>
                <a:ext uri="{FF2B5EF4-FFF2-40B4-BE49-F238E27FC236}">
                  <a16:creationId xmlns:a16="http://schemas.microsoft.com/office/drawing/2014/main" id="{5B3F0DDF-BAF8-4B69-91EE-11355784D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2985"/>
              <a:ext cx="226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4" name="Rectangle 10">
              <a:extLst>
                <a:ext uri="{FF2B5EF4-FFF2-40B4-BE49-F238E27FC236}">
                  <a16:creationId xmlns:a16="http://schemas.microsoft.com/office/drawing/2014/main" id="{3508579F-8387-4DC7-84DF-536794EDE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2" y="1714"/>
              <a:ext cx="272" cy="45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5" name="Oval 11">
              <a:extLst>
                <a:ext uri="{FF2B5EF4-FFF2-40B4-BE49-F238E27FC236}">
                  <a16:creationId xmlns:a16="http://schemas.microsoft.com/office/drawing/2014/main" id="{E482D675-9372-4C75-8BD4-38B91965A7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1895"/>
              <a:ext cx="91" cy="91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6" name="Line 12">
              <a:extLst>
                <a:ext uri="{FF2B5EF4-FFF2-40B4-BE49-F238E27FC236}">
                  <a16:creationId xmlns:a16="http://schemas.microsoft.com/office/drawing/2014/main" id="{92EB1BE2-2D87-4217-B57A-052F7D302C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4" y="1941"/>
              <a:ext cx="318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7" name="Line 13">
              <a:extLst>
                <a:ext uri="{FF2B5EF4-FFF2-40B4-BE49-F238E27FC236}">
                  <a16:creationId xmlns:a16="http://schemas.microsoft.com/office/drawing/2014/main" id="{71C85AAE-FF45-4982-874F-246B6C287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8" y="2167"/>
              <a:ext cx="1" cy="22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8" name="Line 14">
              <a:extLst>
                <a:ext uri="{FF2B5EF4-FFF2-40B4-BE49-F238E27FC236}">
                  <a16:creationId xmlns:a16="http://schemas.microsoft.com/office/drawing/2014/main" id="{35B573FC-6E09-4C61-9B6C-F76A8ACEA3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93" y="2394"/>
              <a:ext cx="635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99" name="Line 15">
              <a:extLst>
                <a:ext uri="{FF2B5EF4-FFF2-40B4-BE49-F238E27FC236}">
                  <a16:creationId xmlns:a16="http://schemas.microsoft.com/office/drawing/2014/main" id="{751F3487-49B5-43CB-BB04-831E0CF29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5" y="1941"/>
              <a:ext cx="226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0" name="Text Box 16">
              <a:extLst>
                <a:ext uri="{FF2B5EF4-FFF2-40B4-BE49-F238E27FC236}">
                  <a16:creationId xmlns:a16="http://schemas.microsoft.com/office/drawing/2014/main" id="{4D344210-716F-41A8-A798-80C13708E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5" y="2362"/>
              <a:ext cx="617" cy="327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BUS</a:t>
              </a:r>
            </a:p>
          </p:txBody>
        </p:sp>
        <p:sp>
          <p:nvSpPr>
            <p:cNvPr id="32801" name="Line 17">
              <a:extLst>
                <a:ext uri="{FF2B5EF4-FFF2-40B4-BE49-F238E27FC236}">
                  <a16:creationId xmlns:a16="http://schemas.microsoft.com/office/drawing/2014/main" id="{F95CC92A-E4DE-4730-B0FA-639010603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1942"/>
              <a:ext cx="1" cy="1043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2" name="Line 18">
              <a:extLst>
                <a:ext uri="{FF2B5EF4-FFF2-40B4-BE49-F238E27FC236}">
                  <a16:creationId xmlns:a16="http://schemas.microsoft.com/office/drawing/2014/main" id="{6918617D-6E27-4CD1-BB60-C78C5ED38C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1" y="2486"/>
              <a:ext cx="227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3" name="Rectangle 19">
              <a:extLst>
                <a:ext uri="{FF2B5EF4-FFF2-40B4-BE49-F238E27FC236}">
                  <a16:creationId xmlns:a16="http://schemas.microsoft.com/office/drawing/2014/main" id="{B59F8003-44FB-4491-B85F-B5F26A84F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" y="1754"/>
              <a:ext cx="31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2804" name="Rectangle 20">
              <a:extLst>
                <a:ext uri="{FF2B5EF4-FFF2-40B4-BE49-F238E27FC236}">
                  <a16:creationId xmlns:a16="http://schemas.microsoft.com/office/drawing/2014/main" id="{4C25D9BB-7AA5-414D-B8C0-AADCA320E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" y="2243"/>
              <a:ext cx="31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</a:p>
          </p:txBody>
        </p:sp>
        <p:sp>
          <p:nvSpPr>
            <p:cNvPr id="32805" name="Rectangle 21">
              <a:extLst>
                <a:ext uri="{FF2B5EF4-FFF2-40B4-BE49-F238E27FC236}">
                  <a16:creationId xmlns:a16="http://schemas.microsoft.com/office/drawing/2014/main" id="{2B03541A-C15F-45B3-A1BB-C06A8CB3C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1" y="2797"/>
              <a:ext cx="31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32806" name="Rectangle 22">
              <a:extLst>
                <a:ext uri="{FF2B5EF4-FFF2-40B4-BE49-F238E27FC236}">
                  <a16:creationId xmlns:a16="http://schemas.microsoft.com/office/drawing/2014/main" id="{D8F7B302-9722-4994-A06B-463D8EBB6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" y="3286"/>
              <a:ext cx="314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</a:p>
          </p:txBody>
        </p:sp>
        <p:sp>
          <p:nvSpPr>
            <p:cNvPr id="32807" name="Line 23">
              <a:extLst>
                <a:ext uri="{FF2B5EF4-FFF2-40B4-BE49-F238E27FC236}">
                  <a16:creationId xmlns:a16="http://schemas.microsoft.com/office/drawing/2014/main" id="{857154EE-C15E-4F05-B4B4-43AB3A545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" y="2261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8" name="Line 24">
              <a:extLst>
                <a:ext uri="{FF2B5EF4-FFF2-40B4-BE49-F238E27FC236}">
                  <a16:creationId xmlns:a16="http://schemas.microsoft.com/office/drawing/2014/main" id="{43568DE6-DADD-44DE-A522-6C6534E05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" y="3304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09" name="Oval 25">
              <a:extLst>
                <a:ext uri="{FF2B5EF4-FFF2-40B4-BE49-F238E27FC236}">
                  <a16:creationId xmlns:a16="http://schemas.microsoft.com/office/drawing/2014/main" id="{A72745BB-B01C-49B3-BA9F-B316A74210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0" y="2156"/>
              <a:ext cx="91" cy="91"/>
            </a:xfrm>
            <a:prstGeom prst="ellipse">
              <a:avLst/>
            </a:prstGeom>
            <a:solidFill>
              <a:srgbClr val="0000C8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810" name="Oval 26">
              <a:extLst>
                <a:ext uri="{FF2B5EF4-FFF2-40B4-BE49-F238E27FC236}">
                  <a16:creationId xmlns:a16="http://schemas.microsoft.com/office/drawing/2014/main" id="{C885D371-8C17-4FE0-A42E-27ACF0223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9" y="3221"/>
              <a:ext cx="91" cy="91"/>
            </a:xfrm>
            <a:prstGeom prst="ellipse">
              <a:avLst/>
            </a:prstGeom>
            <a:solidFill>
              <a:srgbClr val="0000C8"/>
            </a:solidFill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339" name="Rectangle 27">
            <a:extLst>
              <a:ext uri="{FF2B5EF4-FFF2-40B4-BE49-F238E27FC236}">
                <a16:creationId xmlns:a16="http://schemas.microsoft.com/office/drawing/2014/main" id="{67D9CAFD-6C1F-49A8-8F97-A91C93A7D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1074738"/>
            <a:ext cx="5272088" cy="5191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只能有一个处于正常态 </a:t>
            </a:r>
          </a:p>
        </p:txBody>
      </p:sp>
      <p:sp>
        <p:nvSpPr>
          <p:cNvPr id="141340" name="Rectangle 28">
            <a:extLst>
              <a:ext uri="{FF2B5EF4-FFF2-40B4-BE49-F238E27FC236}">
                <a16:creationId xmlns:a16="http://schemas.microsoft.com/office/drawing/2014/main" id="{4AC4340E-6E0E-4A61-8FAC-F2097BCE6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1825625"/>
            <a:ext cx="5272088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若要求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BUS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传送，则应有： </a:t>
            </a:r>
          </a:p>
        </p:txBody>
      </p:sp>
      <p:grpSp>
        <p:nvGrpSpPr>
          <p:cNvPr id="141341" name="Group 29">
            <a:extLst>
              <a:ext uri="{FF2B5EF4-FFF2-40B4-BE49-F238E27FC236}">
                <a16:creationId xmlns:a16="http://schemas.microsoft.com/office/drawing/2014/main" id="{198B014A-F8A6-4F84-9AD7-B3B43A07EB5F}"/>
              </a:ext>
            </a:extLst>
          </p:cNvPr>
          <p:cNvGrpSpPr>
            <a:grpSpLocks/>
          </p:cNvGrpSpPr>
          <p:nvPr/>
        </p:nvGrpSpPr>
        <p:grpSpPr bwMode="auto">
          <a:xfrm>
            <a:off x="4900613" y="2500313"/>
            <a:ext cx="2741612" cy="519112"/>
            <a:chOff x="2543" y="1695"/>
            <a:chExt cx="1727" cy="327"/>
          </a:xfrm>
        </p:grpSpPr>
        <p:sp>
          <p:nvSpPr>
            <p:cNvPr id="32785" name="Text Box 30">
              <a:extLst>
                <a:ext uri="{FF2B5EF4-FFF2-40B4-BE49-F238E27FC236}">
                  <a16:creationId xmlns:a16="http://schemas.microsoft.com/office/drawing/2014/main" id="{D3AA1FE6-3253-4AAD-8EAC-6F3B044DA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1695"/>
              <a:ext cx="1727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=0         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=1</a:t>
              </a:r>
            </a:p>
          </p:txBody>
        </p:sp>
        <p:sp>
          <p:nvSpPr>
            <p:cNvPr id="32786" name="Line 31">
              <a:extLst>
                <a:ext uri="{FF2B5EF4-FFF2-40B4-BE49-F238E27FC236}">
                  <a16:creationId xmlns:a16="http://schemas.microsoft.com/office/drawing/2014/main" id="{EA5482A9-1AA0-4C93-9EDA-34754478F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7" y="1739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7" name="Line 32">
              <a:extLst>
                <a:ext uri="{FF2B5EF4-FFF2-40B4-BE49-F238E27FC236}">
                  <a16:creationId xmlns:a16="http://schemas.microsoft.com/office/drawing/2014/main" id="{B7BD6198-6DA3-40BA-B6C3-52353098EB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1750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345" name="Rectangle 33">
            <a:extLst>
              <a:ext uri="{FF2B5EF4-FFF2-40B4-BE49-F238E27FC236}">
                <a16:creationId xmlns:a16="http://schemas.microsoft.com/office/drawing/2014/main" id="{6FA13CB4-FC80-4FFC-AE21-B28154955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25" y="3257550"/>
            <a:ext cx="5272088" cy="519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若要求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BUS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传送，则应有： </a:t>
            </a:r>
          </a:p>
        </p:txBody>
      </p:sp>
      <p:grpSp>
        <p:nvGrpSpPr>
          <p:cNvPr id="141346" name="Group 34">
            <a:extLst>
              <a:ext uri="{FF2B5EF4-FFF2-40B4-BE49-F238E27FC236}">
                <a16:creationId xmlns:a16="http://schemas.microsoft.com/office/drawing/2014/main" id="{DDF542F8-9A25-453B-AEB9-6618F8CD4F07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3897313"/>
            <a:ext cx="2741612" cy="519112"/>
            <a:chOff x="2543" y="1695"/>
            <a:chExt cx="1727" cy="327"/>
          </a:xfrm>
        </p:grpSpPr>
        <p:sp>
          <p:nvSpPr>
            <p:cNvPr id="32782" name="Text Box 35">
              <a:extLst>
                <a:ext uri="{FF2B5EF4-FFF2-40B4-BE49-F238E27FC236}">
                  <a16:creationId xmlns:a16="http://schemas.microsoft.com/office/drawing/2014/main" id="{4DF85470-DA2B-4812-B134-3A9B2327A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1695"/>
              <a:ext cx="1727" cy="327"/>
            </a:xfrm>
            <a:prstGeom prst="rect">
              <a:avLst/>
            </a:prstGeom>
            <a:noFill/>
            <a:ln w="38100">
              <a:solidFill>
                <a:srgbClr val="FFFF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=1         G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=0</a:t>
              </a:r>
            </a:p>
          </p:txBody>
        </p:sp>
        <p:sp>
          <p:nvSpPr>
            <p:cNvPr id="32783" name="Line 36">
              <a:extLst>
                <a:ext uri="{FF2B5EF4-FFF2-40B4-BE49-F238E27FC236}">
                  <a16:creationId xmlns:a16="http://schemas.microsoft.com/office/drawing/2014/main" id="{9310814F-5393-4EFD-A103-9F8CC4AF7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7" y="1739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2784" name="Line 37">
              <a:extLst>
                <a:ext uri="{FF2B5EF4-FFF2-40B4-BE49-F238E27FC236}">
                  <a16:creationId xmlns:a16="http://schemas.microsoft.com/office/drawing/2014/main" id="{1433E689-4753-4405-BD5B-01BA9476C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7" y="1750"/>
              <a:ext cx="142" cy="0"/>
            </a:xfrm>
            <a:prstGeom prst="line">
              <a:avLst/>
            </a:prstGeom>
            <a:noFill/>
            <a:ln w="38100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41350" name="Rectangle 38">
            <a:extLst>
              <a:ext uri="{FF2B5EF4-FFF2-40B4-BE49-F238E27FC236}">
                <a16:creationId xmlns:a16="http://schemas.microsoft.com/office/drawing/2014/main" id="{0C0AD0DD-6EF3-4D69-9070-0A05198FC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88" y="4545013"/>
            <a:ext cx="8504237" cy="1373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若原来是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BUS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传送，现在要改为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</a:t>
            </a:r>
            <a:r>
              <a:rPr kumimoji="0" lang="en-US" altLang="zh-CN" sz="28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向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BUS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传送，应使门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由正常态转为高阻态，快于门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由高阻态转为正常态。 </a:t>
            </a:r>
          </a:p>
        </p:txBody>
      </p:sp>
      <p:sp>
        <p:nvSpPr>
          <p:cNvPr id="141351" name="Rectangle 39">
            <a:extLst>
              <a:ext uri="{FF2B5EF4-FFF2-40B4-BE49-F238E27FC236}">
                <a16:creationId xmlns:a16="http://schemas.microsoft.com/office/drawing/2014/main" id="{6FF499CE-F29D-4928-AFB7-4EB9C04DB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8" y="5848350"/>
            <a:ext cx="4227512" cy="793750"/>
          </a:xfrm>
          <a:prstGeom prst="rect">
            <a:avLst/>
          </a:prstGeom>
          <a:gradFill rotWithShape="0">
            <a:gsLst>
              <a:gs pos="0">
                <a:srgbClr val="FFFFD9"/>
              </a:gs>
              <a:gs pos="50000">
                <a:srgbClr val="E7E7FF"/>
              </a:gs>
              <a:gs pos="100000">
                <a:srgbClr val="FFFFD9"/>
              </a:gs>
            </a:gsLst>
            <a:lin ang="5400000" scaled="1"/>
          </a:gradFill>
          <a:ln w="38100">
            <a:solidFill>
              <a:schemeClr val="accent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1352" name="Text Box 40">
            <a:extLst>
              <a:ext uri="{FF2B5EF4-FFF2-40B4-BE49-F238E27FC236}">
                <a16:creationId xmlns:a16="http://schemas.microsoft.com/office/drawing/2014/main" id="{06A57A8C-9AD6-49C3-97AB-F45572738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163" y="5918200"/>
            <a:ext cx="3830637" cy="519113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pLZ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pZL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pHZ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</a:t>
            </a:r>
            <a:r>
              <a:rPr kumimoji="1" lang="en-US" altLang="zh-CN" sz="28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</a:t>
            </a:r>
            <a:r>
              <a:rPr kumimoji="1" lang="en-US" altLang="zh-CN" sz="2800" b="1" i="0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pZH</a:t>
            </a:r>
            <a:endParaRPr kumimoji="1" lang="en-US" altLang="zh-CN" sz="2800" b="1" i="0" u="none" strike="noStrike" kern="1200" cap="none" spc="0" normalizeH="0" baseline="-2500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0042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4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1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1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0" dur="500"/>
                                        <p:tgtEl>
                                          <p:spTgt spid="141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4" presetClass="entr" presetSubtype="16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141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autoUpdateAnimBg="0"/>
      <p:bldP spid="141339" grpId="0" animBg="1" autoUpdateAnimBg="0"/>
      <p:bldP spid="141340" grpId="0" animBg="1" autoUpdateAnimBg="0"/>
      <p:bldP spid="141345" grpId="0" animBg="1" autoUpdateAnimBg="0"/>
      <p:bldP spid="141350" grpId="0" animBg="1" autoUpdateAnimBg="0"/>
      <p:bldP spid="141351" grpId="0" animBg="1"/>
      <p:bldP spid="141352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4EC823F-C467-48A7-81CA-C98F567C7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1963" y="541338"/>
            <a:ext cx="3251200" cy="487362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 eaLnBrk="1" hangingPunct="1"/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三、   </a:t>
            </a:r>
            <a:r>
              <a:rPr lang="en-US" altLang="zh-CN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TTL</a:t>
            </a:r>
            <a:r>
              <a:rPr lang="zh-CN" altLang="en-US" sz="2800" b="1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系列</a:t>
            </a:r>
          </a:p>
        </p:txBody>
      </p:sp>
      <p:graphicFrame>
        <p:nvGraphicFramePr>
          <p:cNvPr id="46176" name="Group 96">
            <a:extLst>
              <a:ext uri="{FF2B5EF4-FFF2-40B4-BE49-F238E27FC236}">
                <a16:creationId xmlns:a16="http://schemas.microsoft.com/office/drawing/2014/main" id="{8EED1E70-B2F5-4284-B745-011880740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630749"/>
              </p:ext>
            </p:extLst>
          </p:nvPr>
        </p:nvGraphicFramePr>
        <p:xfrm>
          <a:off x="384175" y="1833563"/>
          <a:ext cx="8253413" cy="36514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341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229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系         列</a:t>
                      </a:r>
                      <a:endParaRPr kumimoji="1" lang="zh-CN" alt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延迟功耗乘积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(</a:t>
                      </a:r>
                      <a:r>
                        <a:rPr kumimoji="1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微微焦耳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传输延迟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/ns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功耗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/mW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中速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TTL(74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sym typeface="Symbol" panose="05050102010706020507" pitchFamily="18" charset="2"/>
                        </a:rPr>
                        <a:t>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100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10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高速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TTL(74H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sym typeface="Symbol" panose="05050102010706020507" pitchFamily="18" charset="2"/>
                        </a:rPr>
                        <a:t>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132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6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22</a:t>
                      </a:r>
                      <a:endParaRPr kumimoji="1" lang="en-US" altLang="zh-CN" sz="28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肖特基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(</a:t>
                      </a:r>
                      <a:r>
                        <a:rPr kumimoji="1" lang="zh-CN" alt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甚高速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)TTL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(74S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sym typeface="Symbol" panose="05050102010706020507" pitchFamily="18" charset="2"/>
                        </a:rPr>
                        <a:t></a:t>
                      </a:r>
                      <a:r>
                        <a:rPr kumimoji="1" lang="en-US" altLang="zh-CN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57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3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19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0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低功耗肖特基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TTL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(74LS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sym typeface="Symbol" panose="05050102010706020507" pitchFamily="18" charset="2"/>
                        </a:rPr>
                        <a:t></a:t>
                      </a:r>
                      <a:r>
                        <a:rPr kumimoji="1" lang="en-US" altLang="zh-CN" sz="2400" b="1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19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9.5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800" b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</a:rPr>
                        <a:t>2</a:t>
                      </a:r>
                      <a:endParaRPr kumimoji="1" lang="en-US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6243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6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1ADE8886-CA03-483A-B4DB-208E6DE04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95300" y="366713"/>
            <a:ext cx="3338513" cy="608012"/>
          </a:xfrm>
          <a:ln>
            <a:noFill/>
          </a:ln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chemeClr val="accent2"/>
                </a:solidFill>
              </a:rPr>
              <a:t>实际的与非门器件</a:t>
            </a:r>
          </a:p>
        </p:txBody>
      </p:sp>
      <p:sp>
        <p:nvSpPr>
          <p:cNvPr id="128003" name="Text Box 3">
            <a:extLst>
              <a:ext uri="{FF2B5EF4-FFF2-40B4-BE49-F238E27FC236}">
                <a16:creationId xmlns:a16="http://schemas.microsoft.com/office/drawing/2014/main" id="{DC068560-2D74-4191-8C75-2B5ECD700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9813" y="4654550"/>
            <a:ext cx="2609850" cy="11604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74LS00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与非门</a:t>
            </a:r>
          </a:p>
        </p:txBody>
      </p:sp>
      <p:sp>
        <p:nvSpPr>
          <p:cNvPr id="128004" name="Text Box 4">
            <a:extLst>
              <a:ext uri="{FF2B5EF4-FFF2-40B4-BE49-F238E27FC236}">
                <a16:creationId xmlns:a16="http://schemas.microsoft.com/office/drawing/2014/main" id="{5576C0BA-E18D-4846-8916-32F91A7BA1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775" y="4719638"/>
            <a:ext cx="2232025" cy="11604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74LS30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8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输入与非门</a:t>
            </a:r>
          </a:p>
        </p:txBody>
      </p:sp>
      <p:grpSp>
        <p:nvGrpSpPr>
          <p:cNvPr id="128005" name="Group 5">
            <a:extLst>
              <a:ext uri="{FF2B5EF4-FFF2-40B4-BE49-F238E27FC236}">
                <a16:creationId xmlns:a16="http://schemas.microsoft.com/office/drawing/2014/main" id="{8BBE03DC-62E8-4770-8111-8CBD5D68794E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1477963"/>
            <a:ext cx="3695700" cy="2713037"/>
            <a:chOff x="286" y="931"/>
            <a:chExt cx="2328" cy="1709"/>
          </a:xfrm>
        </p:grpSpPr>
        <p:grpSp>
          <p:nvGrpSpPr>
            <p:cNvPr id="38966" name="Group 6">
              <a:extLst>
                <a:ext uri="{FF2B5EF4-FFF2-40B4-BE49-F238E27FC236}">
                  <a16:creationId xmlns:a16="http://schemas.microsoft.com/office/drawing/2014/main" id="{443DC3C0-EF69-48CF-8DC9-1503903356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" y="931"/>
              <a:ext cx="2328" cy="1709"/>
              <a:chOff x="286" y="1083"/>
              <a:chExt cx="2328" cy="1709"/>
            </a:xfrm>
          </p:grpSpPr>
          <p:sp>
            <p:nvSpPr>
              <p:cNvPr id="38971" name="Rectangle 7">
                <a:extLst>
                  <a:ext uri="{FF2B5EF4-FFF2-40B4-BE49-F238E27FC236}">
                    <a16:creationId xmlns:a16="http://schemas.microsoft.com/office/drawing/2014/main" id="{919545B3-899E-49FD-9C04-DDC12C0CFC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" y="1264"/>
                <a:ext cx="2281" cy="131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2" name="AutoShape 8">
                <a:extLst>
                  <a:ext uri="{FF2B5EF4-FFF2-40B4-BE49-F238E27FC236}">
                    <a16:creationId xmlns:a16="http://schemas.microsoft.com/office/drawing/2014/main" id="{4E0B1016-4FE5-4BBB-B202-CE53E44891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" y="1718"/>
                <a:ext cx="191" cy="363"/>
              </a:xfrm>
              <a:prstGeom prst="flowChartDelay">
                <a:avLst/>
              </a:prstGeom>
              <a:solidFill>
                <a:schemeClr val="accent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3" name="Rectangle 9">
                <a:extLst>
                  <a:ext uri="{FF2B5EF4-FFF2-40B4-BE49-F238E27FC236}">
                    <a16:creationId xmlns:a16="http://schemas.microsoft.com/office/drawing/2014/main" id="{0039120C-8729-4100-A7E9-71B81D849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4" name="Rectangle 10">
                <a:extLst>
                  <a:ext uri="{FF2B5EF4-FFF2-40B4-BE49-F238E27FC236}">
                    <a16:creationId xmlns:a16="http://schemas.microsoft.com/office/drawing/2014/main" id="{E0DEF813-7FE1-43B0-9004-F1D235487C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5" name="Rectangle 11">
                <a:extLst>
                  <a:ext uri="{FF2B5EF4-FFF2-40B4-BE49-F238E27FC236}">
                    <a16:creationId xmlns:a16="http://schemas.microsoft.com/office/drawing/2014/main" id="{D866F6E3-B402-413F-9192-80F8B0ABE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6" name="Rectangle 12">
                <a:extLst>
                  <a:ext uri="{FF2B5EF4-FFF2-40B4-BE49-F238E27FC236}">
                    <a16:creationId xmlns:a16="http://schemas.microsoft.com/office/drawing/2014/main" id="{F5977286-65D8-4294-8F95-165243E68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7" name="Rectangle 13">
                <a:extLst>
                  <a:ext uri="{FF2B5EF4-FFF2-40B4-BE49-F238E27FC236}">
                    <a16:creationId xmlns:a16="http://schemas.microsoft.com/office/drawing/2014/main" id="{3742A9E6-6099-4272-8C7E-2E8A6BE4E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6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8" name="Rectangle 14">
                <a:extLst>
                  <a:ext uri="{FF2B5EF4-FFF2-40B4-BE49-F238E27FC236}">
                    <a16:creationId xmlns:a16="http://schemas.microsoft.com/office/drawing/2014/main" id="{167FF352-6592-4E5E-94D9-6ABA260603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4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79" name="Rectangle 15">
                <a:extLst>
                  <a:ext uri="{FF2B5EF4-FFF2-40B4-BE49-F238E27FC236}">
                    <a16:creationId xmlns:a16="http://schemas.microsoft.com/office/drawing/2014/main" id="{35D4F3DD-865E-4238-9432-747F90C716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1" y="1083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0" name="Rectangle 16">
                <a:extLst>
                  <a:ext uri="{FF2B5EF4-FFF2-40B4-BE49-F238E27FC236}">
                    <a16:creationId xmlns:a16="http://schemas.microsoft.com/office/drawing/2014/main" id="{C9DC0C33-8E54-4FBE-B80D-55AF49BC1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1" name="Rectangle 17">
                <a:extLst>
                  <a:ext uri="{FF2B5EF4-FFF2-40B4-BE49-F238E27FC236}">
                    <a16:creationId xmlns:a16="http://schemas.microsoft.com/office/drawing/2014/main" id="{0F872174-C129-40FD-87B7-4218B3461B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2" name="Rectangle 18">
                <a:extLst>
                  <a:ext uri="{FF2B5EF4-FFF2-40B4-BE49-F238E27FC236}">
                    <a16:creationId xmlns:a16="http://schemas.microsoft.com/office/drawing/2014/main" id="{F392FEAF-ECEF-47DB-8E78-13782764A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6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3" name="Rectangle 19">
                <a:extLst>
                  <a:ext uri="{FF2B5EF4-FFF2-40B4-BE49-F238E27FC236}">
                    <a16:creationId xmlns:a16="http://schemas.microsoft.com/office/drawing/2014/main" id="{8FB8F58B-A1E3-4103-BF37-09BA484315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9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4" name="Rectangle 20">
                <a:extLst>
                  <a:ext uri="{FF2B5EF4-FFF2-40B4-BE49-F238E27FC236}">
                    <a16:creationId xmlns:a16="http://schemas.microsoft.com/office/drawing/2014/main" id="{D748B348-05C1-4ABF-A1C7-A73790C48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6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5" name="Rectangle 21">
                <a:extLst>
                  <a:ext uri="{FF2B5EF4-FFF2-40B4-BE49-F238E27FC236}">
                    <a16:creationId xmlns:a16="http://schemas.microsoft.com/office/drawing/2014/main" id="{05A9022D-5E89-4C47-990B-78E0DDA81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4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6" name="Rectangle 22">
                <a:extLst>
                  <a:ext uri="{FF2B5EF4-FFF2-40B4-BE49-F238E27FC236}">
                    <a16:creationId xmlns:a16="http://schemas.microsoft.com/office/drawing/2014/main" id="{9ACD29EB-EFE5-496B-87DB-2E7F30EFCA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1" y="2580"/>
                <a:ext cx="191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87" name="Text Box 23">
                <a:extLst>
                  <a:ext uri="{FF2B5EF4-FFF2-40B4-BE49-F238E27FC236}">
                    <a16:creationId xmlns:a16="http://schemas.microsoft.com/office/drawing/2014/main" id="{68304D5C-DB27-4000-999F-89F37EC824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" y="2575"/>
                <a:ext cx="238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8988" name="Text Box 24">
                <a:extLst>
                  <a:ext uri="{FF2B5EF4-FFF2-40B4-BE49-F238E27FC236}">
                    <a16:creationId xmlns:a16="http://schemas.microsoft.com/office/drawing/2014/main" id="{6278EB2E-5923-4036-B217-5EC30FAFD5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2580"/>
                <a:ext cx="238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7</a:t>
                </a:r>
              </a:p>
            </p:txBody>
          </p:sp>
          <p:sp>
            <p:nvSpPr>
              <p:cNvPr id="38989" name="Text Box 25">
                <a:extLst>
                  <a:ext uri="{FF2B5EF4-FFF2-40B4-BE49-F238E27FC236}">
                    <a16:creationId xmlns:a16="http://schemas.microsoft.com/office/drawing/2014/main" id="{86743C47-246D-4C37-B447-9A89528F74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" y="1083"/>
                <a:ext cx="380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14</a:t>
                </a:r>
              </a:p>
            </p:txBody>
          </p:sp>
          <p:sp>
            <p:nvSpPr>
              <p:cNvPr id="38990" name="Text Box 26">
                <a:extLst>
                  <a:ext uri="{FF2B5EF4-FFF2-40B4-BE49-F238E27FC236}">
                    <a16:creationId xmlns:a16="http://schemas.microsoft.com/office/drawing/2014/main" id="{E2992E78-2493-4BC8-84B4-F9D4E39D63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76" y="1083"/>
                <a:ext cx="238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  <p:grpSp>
            <p:nvGrpSpPr>
              <p:cNvPr id="38991" name="Group 27">
                <a:extLst>
                  <a:ext uri="{FF2B5EF4-FFF2-40B4-BE49-F238E27FC236}">
                    <a16:creationId xmlns:a16="http://schemas.microsoft.com/office/drawing/2014/main" id="{9E3D9125-8109-4CBB-986D-49DEBB8857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7" y="2081"/>
                <a:ext cx="236" cy="317"/>
                <a:chOff x="1020" y="1706"/>
                <a:chExt cx="317" cy="363"/>
              </a:xfrm>
            </p:grpSpPr>
            <p:sp>
              <p:nvSpPr>
                <p:cNvPr id="39033" name="Rectangle 28">
                  <a:extLst>
                    <a:ext uri="{FF2B5EF4-FFF2-40B4-BE49-F238E27FC236}">
                      <a16:creationId xmlns:a16="http://schemas.microsoft.com/office/drawing/2014/main" id="{694B018F-FF11-4A72-9780-3369038A65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034" name="Oval 29">
                  <a:extLst>
                    <a:ext uri="{FF2B5EF4-FFF2-40B4-BE49-F238E27FC236}">
                      <a16:creationId xmlns:a16="http://schemas.microsoft.com/office/drawing/2014/main" id="{DE33E1AE-1BA7-4637-A951-E9287077EA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8992" name="Group 30">
                <a:extLst>
                  <a:ext uri="{FF2B5EF4-FFF2-40B4-BE49-F238E27FC236}">
                    <a16:creationId xmlns:a16="http://schemas.microsoft.com/office/drawing/2014/main" id="{68F2F42A-BD07-41ED-84AE-6A4ACFFA2B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07" y="1446"/>
                <a:ext cx="236" cy="317"/>
                <a:chOff x="1020" y="1706"/>
                <a:chExt cx="317" cy="363"/>
              </a:xfrm>
            </p:grpSpPr>
            <p:sp>
              <p:nvSpPr>
                <p:cNvPr id="39031" name="Rectangle 31">
                  <a:extLst>
                    <a:ext uri="{FF2B5EF4-FFF2-40B4-BE49-F238E27FC236}">
                      <a16:creationId xmlns:a16="http://schemas.microsoft.com/office/drawing/2014/main" id="{9DE59BE0-CDD4-4291-B882-06D56C5DFE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032" name="Oval 32">
                  <a:extLst>
                    <a:ext uri="{FF2B5EF4-FFF2-40B4-BE49-F238E27FC236}">
                      <a16:creationId xmlns:a16="http://schemas.microsoft.com/office/drawing/2014/main" id="{724A645A-635D-4888-A8BE-8CE5A8621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8993" name="Group 33">
                <a:extLst>
                  <a:ext uri="{FF2B5EF4-FFF2-40B4-BE49-F238E27FC236}">
                    <a16:creationId xmlns:a16="http://schemas.microsoft.com/office/drawing/2014/main" id="{A225973D-615B-48BE-8CA4-F8FC82BB9D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94" y="1446"/>
                <a:ext cx="237" cy="317"/>
                <a:chOff x="1020" y="1706"/>
                <a:chExt cx="317" cy="363"/>
              </a:xfrm>
            </p:grpSpPr>
            <p:sp>
              <p:nvSpPr>
                <p:cNvPr id="39029" name="Rectangle 34">
                  <a:extLst>
                    <a:ext uri="{FF2B5EF4-FFF2-40B4-BE49-F238E27FC236}">
                      <a16:creationId xmlns:a16="http://schemas.microsoft.com/office/drawing/2014/main" id="{00F0243D-FFC5-4E06-9FC5-142EA031A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030" name="Oval 35">
                  <a:extLst>
                    <a:ext uri="{FF2B5EF4-FFF2-40B4-BE49-F238E27FC236}">
                      <a16:creationId xmlns:a16="http://schemas.microsoft.com/office/drawing/2014/main" id="{DBA8E918-95B3-4870-9CE9-DD04B4FDEA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38994" name="Group 36">
                <a:extLst>
                  <a:ext uri="{FF2B5EF4-FFF2-40B4-BE49-F238E27FC236}">
                    <a16:creationId xmlns:a16="http://schemas.microsoft.com/office/drawing/2014/main" id="{0FA7E9A9-3101-47A2-BC5E-CEDE3DB763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12" y="2081"/>
                <a:ext cx="237" cy="317"/>
                <a:chOff x="1020" y="1706"/>
                <a:chExt cx="317" cy="363"/>
              </a:xfrm>
            </p:grpSpPr>
            <p:sp>
              <p:nvSpPr>
                <p:cNvPr id="39027" name="Rectangle 37">
                  <a:extLst>
                    <a:ext uri="{FF2B5EF4-FFF2-40B4-BE49-F238E27FC236}">
                      <a16:creationId xmlns:a16="http://schemas.microsoft.com/office/drawing/2014/main" id="{226BEC2D-9C77-43D7-9E07-99C2CAE14A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028" name="Oval 38">
                  <a:extLst>
                    <a:ext uri="{FF2B5EF4-FFF2-40B4-BE49-F238E27FC236}">
                      <a16:creationId xmlns:a16="http://schemas.microsoft.com/office/drawing/2014/main" id="{F93C9497-BB76-4095-9C77-D8C7D3CBA5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38995" name="Line 39">
                <a:extLst>
                  <a:ext uri="{FF2B5EF4-FFF2-40B4-BE49-F238E27FC236}">
                    <a16:creationId xmlns:a16="http://schemas.microsoft.com/office/drawing/2014/main" id="{9429B32C-EDF0-478A-96B1-06CE943FA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7" y="2171"/>
                <a:ext cx="38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6" name="Line 40">
                <a:extLst>
                  <a:ext uri="{FF2B5EF4-FFF2-40B4-BE49-F238E27FC236}">
                    <a16:creationId xmlns:a16="http://schemas.microsoft.com/office/drawing/2014/main" id="{81EEC4FD-D66B-4EA6-8DCD-FB6BED0DE7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" y="2171"/>
                <a:ext cx="0" cy="40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7" name="Line 41">
                <a:extLst>
                  <a:ext uri="{FF2B5EF4-FFF2-40B4-BE49-F238E27FC236}">
                    <a16:creationId xmlns:a16="http://schemas.microsoft.com/office/drawing/2014/main" id="{9BEFF990-A826-4FAC-B163-AD7430643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1" y="2307"/>
                <a:ext cx="9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8" name="Line 42">
                <a:extLst>
                  <a:ext uri="{FF2B5EF4-FFF2-40B4-BE49-F238E27FC236}">
                    <a16:creationId xmlns:a16="http://schemas.microsoft.com/office/drawing/2014/main" id="{216ED5A6-6CFA-4183-A317-3595768126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1" y="2307"/>
                <a:ext cx="0" cy="27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99" name="Line 43">
                <a:extLst>
                  <a:ext uri="{FF2B5EF4-FFF2-40B4-BE49-F238E27FC236}">
                    <a16:creationId xmlns:a16="http://schemas.microsoft.com/office/drawing/2014/main" id="{584DFAE9-94C8-47EB-A285-928AEFCDBF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93" y="2217"/>
                <a:ext cx="4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0" name="Line 44">
                <a:extLst>
                  <a:ext uri="{FF2B5EF4-FFF2-40B4-BE49-F238E27FC236}">
                    <a16:creationId xmlns:a16="http://schemas.microsoft.com/office/drawing/2014/main" id="{6C97A70C-FB08-4122-A920-CB8359E6D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2" y="2217"/>
                <a:ext cx="0" cy="36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1" name="Line 45">
                <a:extLst>
                  <a:ext uri="{FF2B5EF4-FFF2-40B4-BE49-F238E27FC236}">
                    <a16:creationId xmlns:a16="http://schemas.microsoft.com/office/drawing/2014/main" id="{2E0F2AED-EE06-4641-AB4B-80207D8C0B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74" y="2171"/>
                <a:ext cx="237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2" name="Line 46">
                <a:extLst>
                  <a:ext uri="{FF2B5EF4-FFF2-40B4-BE49-F238E27FC236}">
                    <a16:creationId xmlns:a16="http://schemas.microsoft.com/office/drawing/2014/main" id="{DD965B34-1E99-4E98-BBFA-93716ECC3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74" y="2171"/>
                <a:ext cx="0" cy="40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3" name="Line 47">
                <a:extLst>
                  <a:ext uri="{FF2B5EF4-FFF2-40B4-BE49-F238E27FC236}">
                    <a16:creationId xmlns:a16="http://schemas.microsoft.com/office/drawing/2014/main" id="{3E1F935E-CB17-49B1-A7AA-F0ED35542F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6" y="2307"/>
                <a:ext cx="9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4" name="Line 48">
                <a:extLst>
                  <a:ext uri="{FF2B5EF4-FFF2-40B4-BE49-F238E27FC236}">
                    <a16:creationId xmlns:a16="http://schemas.microsoft.com/office/drawing/2014/main" id="{B5D07F54-6FE6-4921-99A3-973D1671D5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307"/>
                <a:ext cx="0" cy="182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5" name="Line 49">
                <a:extLst>
                  <a:ext uri="{FF2B5EF4-FFF2-40B4-BE49-F238E27FC236}">
                    <a16:creationId xmlns:a16="http://schemas.microsoft.com/office/drawing/2014/main" id="{1AF60E85-8868-4B06-B64F-6B41F046DE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16" y="2489"/>
                <a:ext cx="19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6" name="Line 50">
                <a:extLst>
                  <a:ext uri="{FF2B5EF4-FFF2-40B4-BE49-F238E27FC236}">
                    <a16:creationId xmlns:a16="http://schemas.microsoft.com/office/drawing/2014/main" id="{025D048A-6F5A-4C2A-98DA-2AE96C9917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2489"/>
                <a:ext cx="0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7" name="Line 51">
                <a:extLst>
                  <a:ext uri="{FF2B5EF4-FFF2-40B4-BE49-F238E27FC236}">
                    <a16:creationId xmlns:a16="http://schemas.microsoft.com/office/drawing/2014/main" id="{ABCE6EAA-C80C-4ACD-BEF9-D973C8FE4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49" y="2217"/>
                <a:ext cx="19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8" name="Line 52">
                <a:extLst>
                  <a:ext uri="{FF2B5EF4-FFF2-40B4-BE49-F238E27FC236}">
                    <a16:creationId xmlns:a16="http://schemas.microsoft.com/office/drawing/2014/main" id="{2252150E-6F28-492E-8E8E-4F832B822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2217"/>
                <a:ext cx="0" cy="363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09" name="Line 53">
                <a:extLst>
                  <a:ext uri="{FF2B5EF4-FFF2-40B4-BE49-F238E27FC236}">
                    <a16:creationId xmlns:a16="http://schemas.microsoft.com/office/drawing/2014/main" id="{2BB49241-7CDF-4A61-8055-DB17D1C78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" y="1264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0" name="Line 54">
                <a:extLst>
                  <a:ext uri="{FF2B5EF4-FFF2-40B4-BE49-F238E27FC236}">
                    <a16:creationId xmlns:a16="http://schemas.microsoft.com/office/drawing/2014/main" id="{B3E27906-1CB0-4542-905D-530A4F3A8E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9" y="1718"/>
                <a:ext cx="28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1" name="Line 55">
                <a:extLst>
                  <a:ext uri="{FF2B5EF4-FFF2-40B4-BE49-F238E27FC236}">
                    <a16:creationId xmlns:a16="http://schemas.microsoft.com/office/drawing/2014/main" id="{0AD690F1-07E8-4BF0-BA12-950DBF3F44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2" y="1264"/>
                <a:ext cx="0" cy="9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2" name="Line 56">
                <a:extLst>
                  <a:ext uri="{FF2B5EF4-FFF2-40B4-BE49-F238E27FC236}">
                    <a16:creationId xmlns:a16="http://schemas.microsoft.com/office/drawing/2014/main" id="{F8F68650-D120-4CA1-AA47-5CAFA69A3B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51" y="1355"/>
                <a:ext cx="19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3" name="Line 57">
                <a:extLst>
                  <a:ext uri="{FF2B5EF4-FFF2-40B4-BE49-F238E27FC236}">
                    <a16:creationId xmlns:a16="http://schemas.microsoft.com/office/drawing/2014/main" id="{393C9C46-89A1-40C6-829D-7BBBD3B8E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1" y="1355"/>
                <a:ext cx="0" cy="181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4" name="Line 58">
                <a:extLst>
                  <a:ext uri="{FF2B5EF4-FFF2-40B4-BE49-F238E27FC236}">
                    <a16:creationId xmlns:a16="http://schemas.microsoft.com/office/drawing/2014/main" id="{A6D2047B-3434-4C1C-84D6-53ECBC195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1" y="1536"/>
                <a:ext cx="142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5" name="Line 59">
                <a:extLst>
                  <a:ext uri="{FF2B5EF4-FFF2-40B4-BE49-F238E27FC236}">
                    <a16:creationId xmlns:a16="http://schemas.microsoft.com/office/drawing/2014/main" id="{EA82681D-C0B1-4815-A557-7911CCF6DE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31" y="1582"/>
                <a:ext cx="143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6" name="Line 60">
                <a:extLst>
                  <a:ext uri="{FF2B5EF4-FFF2-40B4-BE49-F238E27FC236}">
                    <a16:creationId xmlns:a16="http://schemas.microsoft.com/office/drawing/2014/main" id="{4C5B8464-699B-4DC5-889B-717103487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4" y="1264"/>
                <a:ext cx="0" cy="3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7" name="Line 61">
                <a:extLst>
                  <a:ext uri="{FF2B5EF4-FFF2-40B4-BE49-F238E27FC236}">
                    <a16:creationId xmlns:a16="http://schemas.microsoft.com/office/drawing/2014/main" id="{AE4C3AAD-B92A-4EF4-864C-598B0799D9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4" y="1582"/>
                <a:ext cx="42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8" name="Line 62">
                <a:extLst>
                  <a:ext uri="{FF2B5EF4-FFF2-40B4-BE49-F238E27FC236}">
                    <a16:creationId xmlns:a16="http://schemas.microsoft.com/office/drawing/2014/main" id="{FDE81A70-31B3-43D7-9D70-9BDF20F1AC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72" y="1264"/>
                <a:ext cx="0" cy="318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19" name="Line 63">
                <a:extLst>
                  <a:ext uri="{FF2B5EF4-FFF2-40B4-BE49-F238E27FC236}">
                    <a16:creationId xmlns:a16="http://schemas.microsoft.com/office/drawing/2014/main" id="{4DBAC6A2-D1F2-43B0-87E8-857254FF59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9" y="1718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0" name="Line 64">
                <a:extLst>
                  <a:ext uri="{FF2B5EF4-FFF2-40B4-BE49-F238E27FC236}">
                    <a16:creationId xmlns:a16="http://schemas.microsoft.com/office/drawing/2014/main" id="{6D274DA9-590C-42C4-9F4F-69A157A5B2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58" y="1536"/>
                <a:ext cx="4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1" name="Line 65">
                <a:extLst>
                  <a:ext uri="{FF2B5EF4-FFF2-40B4-BE49-F238E27FC236}">
                    <a16:creationId xmlns:a16="http://schemas.microsoft.com/office/drawing/2014/main" id="{49DC9225-7D77-4845-B428-CED4D8A54E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9" y="1264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2" name="Line 66">
                <a:extLst>
                  <a:ext uri="{FF2B5EF4-FFF2-40B4-BE49-F238E27FC236}">
                    <a16:creationId xmlns:a16="http://schemas.microsoft.com/office/drawing/2014/main" id="{F331AF6C-90CF-4B19-9DEB-2052374964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58" y="1400"/>
                <a:ext cx="3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3" name="Line 67">
                <a:extLst>
                  <a:ext uri="{FF2B5EF4-FFF2-40B4-BE49-F238E27FC236}">
                    <a16:creationId xmlns:a16="http://schemas.microsoft.com/office/drawing/2014/main" id="{FB897A6E-5797-4306-B73B-7FAB5A9FE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58" y="1400"/>
                <a:ext cx="0" cy="136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4" name="Line 68">
                <a:extLst>
                  <a:ext uri="{FF2B5EF4-FFF2-40B4-BE49-F238E27FC236}">
                    <a16:creationId xmlns:a16="http://schemas.microsoft.com/office/drawing/2014/main" id="{0946D25B-001A-4FC8-BCF8-E5CEAE60B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264"/>
                <a:ext cx="0" cy="45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5" name="Line 69">
                <a:extLst>
                  <a:ext uri="{FF2B5EF4-FFF2-40B4-BE49-F238E27FC236}">
                    <a16:creationId xmlns:a16="http://schemas.microsoft.com/office/drawing/2014/main" id="{97884B8B-3114-4795-94BD-CB052C572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69" y="1309"/>
                <a:ext cx="238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026" name="Line 70">
                <a:extLst>
                  <a:ext uri="{FF2B5EF4-FFF2-40B4-BE49-F238E27FC236}">
                    <a16:creationId xmlns:a16="http://schemas.microsoft.com/office/drawing/2014/main" id="{240B8C9C-DC07-47D1-A8DE-98750FE46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69" y="1309"/>
                <a:ext cx="0" cy="40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8071" name="Text Box 71">
              <a:extLst>
                <a:ext uri="{FF2B5EF4-FFF2-40B4-BE49-F238E27FC236}">
                  <a16:creationId xmlns:a16="http://schemas.microsoft.com/office/drawing/2014/main" id="{5026A724-D6FA-4E31-8F32-EE711CF05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" y="1271"/>
              <a:ext cx="337" cy="2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28072" name="Text Box 72">
              <a:extLst>
                <a:ext uri="{FF2B5EF4-FFF2-40B4-BE49-F238E27FC236}">
                  <a16:creationId xmlns:a16="http://schemas.microsoft.com/office/drawing/2014/main" id="{F9D75640-E22D-4BF5-B9B7-2DFCF3CB2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1" y="1261"/>
              <a:ext cx="337" cy="2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28073" name="Text Box 73">
              <a:extLst>
                <a:ext uri="{FF2B5EF4-FFF2-40B4-BE49-F238E27FC236}">
                  <a16:creationId xmlns:a16="http://schemas.microsoft.com/office/drawing/2014/main" id="{AD523FE3-A4EF-47AD-8F70-E928D76769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" y="1891"/>
              <a:ext cx="337" cy="2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  <p:sp>
          <p:nvSpPr>
            <p:cNvPr id="128074" name="Text Box 74">
              <a:extLst>
                <a:ext uri="{FF2B5EF4-FFF2-40B4-BE49-F238E27FC236}">
                  <a16:creationId xmlns:a16="http://schemas.microsoft.com/office/drawing/2014/main" id="{7E9ED392-048E-443D-8C0F-1369995F7A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3" y="1891"/>
              <a:ext cx="337" cy="2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  <p:grpSp>
        <p:nvGrpSpPr>
          <p:cNvPr id="128075" name="Group 75">
            <a:extLst>
              <a:ext uri="{FF2B5EF4-FFF2-40B4-BE49-F238E27FC236}">
                <a16:creationId xmlns:a16="http://schemas.microsoft.com/office/drawing/2014/main" id="{B62B904A-E59B-43C4-8CEF-31F913A912B1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1531938"/>
            <a:ext cx="3529012" cy="2713037"/>
            <a:chOff x="2989" y="965"/>
            <a:chExt cx="2223" cy="1709"/>
          </a:xfrm>
        </p:grpSpPr>
        <p:grpSp>
          <p:nvGrpSpPr>
            <p:cNvPr id="38919" name="Group 76">
              <a:extLst>
                <a:ext uri="{FF2B5EF4-FFF2-40B4-BE49-F238E27FC236}">
                  <a16:creationId xmlns:a16="http://schemas.microsoft.com/office/drawing/2014/main" id="{8110189B-E63A-49BC-B719-42A85B99D6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9" y="965"/>
              <a:ext cx="2223" cy="1709"/>
              <a:chOff x="2989" y="899"/>
              <a:chExt cx="2223" cy="1709"/>
            </a:xfrm>
          </p:grpSpPr>
          <p:sp>
            <p:nvSpPr>
              <p:cNvPr id="38921" name="Rectangle 77">
                <a:extLst>
                  <a:ext uri="{FF2B5EF4-FFF2-40B4-BE49-F238E27FC236}">
                    <a16:creationId xmlns:a16="http://schemas.microsoft.com/office/drawing/2014/main" id="{A607A28E-5322-42F1-B37B-EA05D5F3E4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4" y="1080"/>
                <a:ext cx="2178" cy="1316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2" name="AutoShape 78">
                <a:extLst>
                  <a:ext uri="{FF2B5EF4-FFF2-40B4-BE49-F238E27FC236}">
                    <a16:creationId xmlns:a16="http://schemas.microsoft.com/office/drawing/2014/main" id="{A8E8E868-5E5C-4DF3-8125-6ADB4E1AA6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4" y="1534"/>
                <a:ext cx="182" cy="363"/>
              </a:xfrm>
              <a:prstGeom prst="flowChartDelay">
                <a:avLst/>
              </a:prstGeom>
              <a:solidFill>
                <a:schemeClr val="accent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3" name="Rectangle 79">
                <a:extLst>
                  <a:ext uri="{FF2B5EF4-FFF2-40B4-BE49-F238E27FC236}">
                    <a16:creationId xmlns:a16="http://schemas.microsoft.com/office/drawing/2014/main" id="{B248BFD0-772F-4057-A769-0C55487B0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4" name="Rectangle 80">
                <a:extLst>
                  <a:ext uri="{FF2B5EF4-FFF2-40B4-BE49-F238E27FC236}">
                    <a16:creationId xmlns:a16="http://schemas.microsoft.com/office/drawing/2014/main" id="{3AA00CF4-C3BE-41ED-B8EB-C70CB06C6B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7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5" name="Rectangle 81">
                <a:extLst>
                  <a:ext uri="{FF2B5EF4-FFF2-40B4-BE49-F238E27FC236}">
                    <a16:creationId xmlns:a16="http://schemas.microsoft.com/office/drawing/2014/main" id="{79679A4E-612C-4D9F-A3B9-1D3DDB82BE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5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6" name="Rectangle 82">
                <a:extLst>
                  <a:ext uri="{FF2B5EF4-FFF2-40B4-BE49-F238E27FC236}">
                    <a16:creationId xmlns:a16="http://schemas.microsoft.com/office/drawing/2014/main" id="{DC2F8729-79B9-4D21-ABF5-147352750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7" name="Rectangle 83">
                <a:extLst>
                  <a:ext uri="{FF2B5EF4-FFF2-40B4-BE49-F238E27FC236}">
                    <a16:creationId xmlns:a16="http://schemas.microsoft.com/office/drawing/2014/main" id="{549846DE-5C65-497F-A402-DF44BB4F2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5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8" name="Rectangle 84">
                <a:extLst>
                  <a:ext uri="{FF2B5EF4-FFF2-40B4-BE49-F238E27FC236}">
                    <a16:creationId xmlns:a16="http://schemas.microsoft.com/office/drawing/2014/main" id="{479DBD51-EEBC-4124-8F19-30D41810C6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29" name="Rectangle 85">
                <a:extLst>
                  <a:ext uri="{FF2B5EF4-FFF2-40B4-BE49-F238E27FC236}">
                    <a16:creationId xmlns:a16="http://schemas.microsoft.com/office/drawing/2014/main" id="{B67D6714-7953-48DF-B376-9A25BCC47E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0" y="899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0" name="Rectangle 86">
                <a:extLst>
                  <a:ext uri="{FF2B5EF4-FFF2-40B4-BE49-F238E27FC236}">
                    <a16:creationId xmlns:a16="http://schemas.microsoft.com/office/drawing/2014/main" id="{6121BD28-4990-4DE7-AB7A-7F6D332422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1" name="Rectangle 87">
                <a:extLst>
                  <a:ext uri="{FF2B5EF4-FFF2-40B4-BE49-F238E27FC236}">
                    <a16:creationId xmlns:a16="http://schemas.microsoft.com/office/drawing/2014/main" id="{0EA13B4E-6BF7-4F2B-AECD-54B54A81A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7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2" name="Rectangle 88">
                <a:extLst>
                  <a:ext uri="{FF2B5EF4-FFF2-40B4-BE49-F238E27FC236}">
                    <a16:creationId xmlns:a16="http://schemas.microsoft.com/office/drawing/2014/main" id="{0CB116B0-460F-4CE0-8456-C5AD3A2D49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5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3" name="Rectangle 89">
                <a:extLst>
                  <a:ext uri="{FF2B5EF4-FFF2-40B4-BE49-F238E27FC236}">
                    <a16:creationId xmlns:a16="http://schemas.microsoft.com/office/drawing/2014/main" id="{6FDFC7BB-6D4D-41E7-93ED-B01BDDA5B1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3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4" name="Rectangle 90">
                <a:extLst>
                  <a:ext uri="{FF2B5EF4-FFF2-40B4-BE49-F238E27FC236}">
                    <a16:creationId xmlns:a16="http://schemas.microsoft.com/office/drawing/2014/main" id="{E7E13952-8FBD-4D91-887F-A18EB4570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5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5" name="Rectangle 91">
                <a:extLst>
                  <a:ext uri="{FF2B5EF4-FFF2-40B4-BE49-F238E27FC236}">
                    <a16:creationId xmlns:a16="http://schemas.microsoft.com/office/drawing/2014/main" id="{8DF866A3-52FC-4F2E-B1E4-E6240AD45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8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6" name="Rectangle 92">
                <a:extLst>
                  <a:ext uri="{FF2B5EF4-FFF2-40B4-BE49-F238E27FC236}">
                    <a16:creationId xmlns:a16="http://schemas.microsoft.com/office/drawing/2014/main" id="{E5D2A3DC-A1F6-4832-8921-7AE6DA12F8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0" y="2396"/>
                <a:ext cx="182" cy="181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37" name="Text Box 93">
                <a:extLst>
                  <a:ext uri="{FF2B5EF4-FFF2-40B4-BE49-F238E27FC236}">
                    <a16:creationId xmlns:a16="http://schemas.microsoft.com/office/drawing/2014/main" id="{B22A79C0-A5C3-4A58-95B8-B8AB9BAF72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80" y="2391"/>
                <a:ext cx="227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</a:t>
                </a:r>
              </a:p>
            </p:txBody>
          </p:sp>
          <p:sp>
            <p:nvSpPr>
              <p:cNvPr id="38938" name="Text Box 94">
                <a:extLst>
                  <a:ext uri="{FF2B5EF4-FFF2-40B4-BE49-F238E27FC236}">
                    <a16:creationId xmlns:a16="http://schemas.microsoft.com/office/drawing/2014/main" id="{3402C217-E3A3-4943-9757-6D37AD2A2F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5" y="2396"/>
                <a:ext cx="227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7</a:t>
                </a:r>
              </a:p>
            </p:txBody>
          </p:sp>
          <p:sp>
            <p:nvSpPr>
              <p:cNvPr id="38939" name="Text Box 95">
                <a:extLst>
                  <a:ext uri="{FF2B5EF4-FFF2-40B4-BE49-F238E27FC236}">
                    <a16:creationId xmlns:a16="http://schemas.microsoft.com/office/drawing/2014/main" id="{354B9B5A-03D2-4DE4-AA7C-C12CC833E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9" y="899"/>
                <a:ext cx="363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14</a:t>
                </a:r>
              </a:p>
            </p:txBody>
          </p:sp>
          <p:sp>
            <p:nvSpPr>
              <p:cNvPr id="38940" name="Text Box 96">
                <a:extLst>
                  <a:ext uri="{FF2B5EF4-FFF2-40B4-BE49-F238E27FC236}">
                    <a16:creationId xmlns:a16="http://schemas.microsoft.com/office/drawing/2014/main" id="{AE37C5D4-ED4B-418F-974F-732E64ABE4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85" y="899"/>
                <a:ext cx="227" cy="212"/>
              </a:xfrm>
              <a:prstGeom prst="rect">
                <a:avLst/>
              </a:prstGeom>
              <a:noFill/>
              <a:ln w="3810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8</a:t>
                </a:r>
              </a:p>
            </p:txBody>
          </p:sp>
          <p:grpSp>
            <p:nvGrpSpPr>
              <p:cNvPr id="38941" name="Group 97">
                <a:extLst>
                  <a:ext uri="{FF2B5EF4-FFF2-40B4-BE49-F238E27FC236}">
                    <a16:creationId xmlns:a16="http://schemas.microsoft.com/office/drawing/2014/main" id="{EA51C044-D935-4F87-83E8-FD8E3E80FD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67" y="1534"/>
                <a:ext cx="271" cy="408"/>
                <a:chOff x="1020" y="1706"/>
                <a:chExt cx="317" cy="363"/>
              </a:xfrm>
            </p:grpSpPr>
            <p:sp>
              <p:nvSpPr>
                <p:cNvPr id="38964" name="Rectangle 98">
                  <a:extLst>
                    <a:ext uri="{FF2B5EF4-FFF2-40B4-BE49-F238E27FC236}">
                      <a16:creationId xmlns:a16="http://schemas.microsoft.com/office/drawing/2014/main" id="{CA16D588-2577-424C-9052-1473DF3026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20" y="1706"/>
                  <a:ext cx="227" cy="363"/>
                </a:xfrm>
                <a:prstGeom prst="rect">
                  <a:avLst/>
                </a:prstGeom>
                <a:noFill/>
                <a:ln w="38100">
                  <a:solidFill>
                    <a:schemeClr val="accent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965" name="Oval 99">
                  <a:extLst>
                    <a:ext uri="{FF2B5EF4-FFF2-40B4-BE49-F238E27FC236}">
                      <a16:creationId xmlns:a16="http://schemas.microsoft.com/office/drawing/2014/main" id="{3556C0B5-DBC8-4FDB-8CAD-754B69E208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7" y="1842"/>
                  <a:ext cx="90" cy="90"/>
                </a:xfrm>
                <a:prstGeom prst="ellipse">
                  <a:avLst/>
                </a:prstGeom>
                <a:noFill/>
                <a:ln w="38100">
                  <a:solidFill>
                    <a:schemeClr val="accent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800" b="1" i="0" u="none" strike="noStrike" kern="1200" cap="none" spc="0" normalizeH="0" baseline="0" noProof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38942" name="Line 100">
                <a:extLst>
                  <a:ext uri="{FF2B5EF4-FFF2-40B4-BE49-F238E27FC236}">
                    <a16:creationId xmlns:a16="http://schemas.microsoft.com/office/drawing/2014/main" id="{6D6E230A-5DA4-46AE-8DBB-931EA12B8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0" y="1715"/>
                <a:ext cx="13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3" name="Line 101">
                <a:extLst>
                  <a:ext uri="{FF2B5EF4-FFF2-40B4-BE49-F238E27FC236}">
                    <a16:creationId xmlns:a16="http://schemas.microsoft.com/office/drawing/2014/main" id="{BED43B96-D2E3-4C9A-85D5-3B1C97D4D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76" y="1080"/>
                <a:ext cx="0" cy="635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4" name="Line 102">
                <a:extLst>
                  <a:ext uri="{FF2B5EF4-FFF2-40B4-BE49-F238E27FC236}">
                    <a16:creationId xmlns:a16="http://schemas.microsoft.com/office/drawing/2014/main" id="{B8C991E8-C328-436A-8635-42DF3154DC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71" y="1942"/>
                <a:ext cx="0" cy="45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5" name="Line 103">
                <a:extLst>
                  <a:ext uri="{FF2B5EF4-FFF2-40B4-BE49-F238E27FC236}">
                    <a16:creationId xmlns:a16="http://schemas.microsoft.com/office/drawing/2014/main" id="{02D107C4-6677-4C3F-AC87-393F7BF160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1" y="1942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6" name="Line 104">
                <a:extLst>
                  <a:ext uri="{FF2B5EF4-FFF2-40B4-BE49-F238E27FC236}">
                    <a16:creationId xmlns:a16="http://schemas.microsoft.com/office/drawing/2014/main" id="{6CA6C636-BE1E-4EAC-BE35-B18D31A9D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52" y="1715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7" name="Line 105">
                <a:extLst>
                  <a:ext uri="{FF2B5EF4-FFF2-40B4-BE49-F238E27FC236}">
                    <a16:creationId xmlns:a16="http://schemas.microsoft.com/office/drawing/2014/main" id="{10E848E7-B710-488C-9111-FD729CC85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" y="1715"/>
                <a:ext cx="1315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8" name="Line 106">
                <a:extLst>
                  <a:ext uri="{FF2B5EF4-FFF2-40B4-BE49-F238E27FC236}">
                    <a16:creationId xmlns:a16="http://schemas.microsoft.com/office/drawing/2014/main" id="{DB83493A-67F5-4991-9D11-B4F65183B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8" y="1761"/>
                <a:ext cx="0" cy="635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49" name="Line 107">
                <a:extLst>
                  <a:ext uri="{FF2B5EF4-FFF2-40B4-BE49-F238E27FC236}">
                    <a16:creationId xmlns:a16="http://schemas.microsoft.com/office/drawing/2014/main" id="{A80BE70A-A671-4DE3-A86A-A58A3D912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8" y="1761"/>
                <a:ext cx="1179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0" name="Line 108">
                <a:extLst>
                  <a:ext uri="{FF2B5EF4-FFF2-40B4-BE49-F238E27FC236}">
                    <a16:creationId xmlns:a16="http://schemas.microsoft.com/office/drawing/2014/main" id="{AC39BF84-CDFB-4658-A757-78FE4A9D3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6" y="1806"/>
                <a:ext cx="0" cy="59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1" name="Line 109">
                <a:extLst>
                  <a:ext uri="{FF2B5EF4-FFF2-40B4-BE49-F238E27FC236}">
                    <a16:creationId xmlns:a16="http://schemas.microsoft.com/office/drawing/2014/main" id="{7E23E477-1FE6-49F9-B9DB-75F588A49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06" y="1806"/>
                <a:ext cx="8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2" name="Line 110">
                <a:extLst>
                  <a:ext uri="{FF2B5EF4-FFF2-40B4-BE49-F238E27FC236}">
                    <a16:creationId xmlns:a16="http://schemas.microsoft.com/office/drawing/2014/main" id="{78140005-DC84-4AFA-9DD9-3CD3BC18A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851"/>
                <a:ext cx="54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3" name="Line 111">
                <a:extLst>
                  <a:ext uri="{FF2B5EF4-FFF2-40B4-BE49-F238E27FC236}">
                    <a16:creationId xmlns:a16="http://schemas.microsoft.com/office/drawing/2014/main" id="{9EBDE0E2-937B-4E1E-93FD-F773EAD51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851"/>
                <a:ext cx="0" cy="545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4" name="Line 112">
                <a:extLst>
                  <a:ext uri="{FF2B5EF4-FFF2-40B4-BE49-F238E27FC236}">
                    <a16:creationId xmlns:a16="http://schemas.microsoft.com/office/drawing/2014/main" id="{C8AD7F10-C993-417C-AB08-D650CB3CE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41" y="1897"/>
                <a:ext cx="226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5" name="Line 113">
                <a:extLst>
                  <a:ext uri="{FF2B5EF4-FFF2-40B4-BE49-F238E27FC236}">
                    <a16:creationId xmlns:a16="http://schemas.microsoft.com/office/drawing/2014/main" id="{95DD978B-786E-4769-A9F6-384BD9010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41" y="1897"/>
                <a:ext cx="0" cy="499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6" name="Line 114">
                <a:extLst>
                  <a:ext uri="{FF2B5EF4-FFF2-40B4-BE49-F238E27FC236}">
                    <a16:creationId xmlns:a16="http://schemas.microsoft.com/office/drawing/2014/main" id="{84B3BEBF-F5AC-4F02-8E64-5C24ACB038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77" y="1942"/>
                <a:ext cx="9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7" name="Line 115">
                <a:extLst>
                  <a:ext uri="{FF2B5EF4-FFF2-40B4-BE49-F238E27FC236}">
                    <a16:creationId xmlns:a16="http://schemas.microsoft.com/office/drawing/2014/main" id="{842152DB-0289-4AB1-AE67-3137ABEC7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7" y="1942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8" name="Line 116">
                <a:extLst>
                  <a:ext uri="{FF2B5EF4-FFF2-40B4-BE49-F238E27FC236}">
                    <a16:creationId xmlns:a16="http://schemas.microsoft.com/office/drawing/2014/main" id="{4F6097D7-6015-4A74-9E97-BBAFBF324C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77" y="2169"/>
                <a:ext cx="18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59" name="Line 117">
                <a:extLst>
                  <a:ext uri="{FF2B5EF4-FFF2-40B4-BE49-F238E27FC236}">
                    <a16:creationId xmlns:a16="http://schemas.microsoft.com/office/drawing/2014/main" id="{A444DBE3-D882-4AD6-850E-0CD2C210B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8" y="2169"/>
                <a:ext cx="0" cy="227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60" name="Line 118">
                <a:extLst>
                  <a:ext uri="{FF2B5EF4-FFF2-40B4-BE49-F238E27FC236}">
                    <a16:creationId xmlns:a16="http://schemas.microsoft.com/office/drawing/2014/main" id="{D192A47E-477E-4AE9-822E-2A9B9D81E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6" y="1080"/>
                <a:ext cx="0" cy="59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61" name="Line 119">
                <a:extLst>
                  <a:ext uri="{FF2B5EF4-FFF2-40B4-BE49-F238E27FC236}">
                    <a16:creationId xmlns:a16="http://schemas.microsoft.com/office/drawing/2014/main" id="{D16CB775-0221-40AC-8656-F0815E961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6" y="1670"/>
                <a:ext cx="861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62" name="Line 120">
                <a:extLst>
                  <a:ext uri="{FF2B5EF4-FFF2-40B4-BE49-F238E27FC236}">
                    <a16:creationId xmlns:a16="http://schemas.microsoft.com/office/drawing/2014/main" id="{A46D5AD7-468E-4A9F-BAA8-8CD00EF056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080"/>
                <a:ext cx="0" cy="544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963" name="Line 121">
                <a:extLst>
                  <a:ext uri="{FF2B5EF4-FFF2-40B4-BE49-F238E27FC236}">
                    <a16:creationId xmlns:a16="http://schemas.microsoft.com/office/drawing/2014/main" id="{02AB6D70-67E3-4B8A-90DF-5A87151CF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3" y="1624"/>
                <a:ext cx="544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28122" name="Text Box 122">
              <a:extLst>
                <a:ext uri="{FF2B5EF4-FFF2-40B4-BE49-F238E27FC236}">
                  <a16:creationId xmlns:a16="http://schemas.microsoft.com/office/drawing/2014/main" id="{656BF9BF-8C95-4092-8F82-FC250BC31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9" y="1576"/>
              <a:ext cx="337" cy="234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&amp;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005738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2" grpId="0" autoUpdateAnimBg="0"/>
      <p:bldP spid="128003" grpId="0" animBg="1" autoUpdateAnimBg="0"/>
      <p:bldP spid="128004" grpId="0" animBg="1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34AE9746-8C41-4535-9F3A-CD87127A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CMOS </a:t>
            </a:r>
            <a:r>
              <a:rPr lang="zh-CN" altLang="en-US" dirty="0"/>
              <a:t>集成门电路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3337C9DB-6D29-4A53-8747-04F7B7D34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9458" y="1618053"/>
            <a:ext cx="5814114" cy="2569483"/>
          </a:xfrm>
        </p:spPr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en-US" altLang="zh-CN" dirty="0"/>
              <a:t>CMOS</a:t>
            </a:r>
            <a:r>
              <a:rPr lang="zh-CN" altLang="en-US" dirty="0"/>
              <a:t>反相器（非门）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、其他类型的</a:t>
            </a:r>
            <a:r>
              <a:rPr lang="en-US" altLang="zh-CN" dirty="0"/>
              <a:t>CMOS</a:t>
            </a:r>
            <a:r>
              <a:rPr lang="zh-CN" altLang="en-US" dirty="0"/>
              <a:t>门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和</a:t>
            </a:r>
            <a:r>
              <a:rPr lang="en-US" altLang="zh-CN" dirty="0"/>
              <a:t>TTL</a:t>
            </a:r>
            <a:r>
              <a:rPr lang="zh-CN" altLang="en-US" dirty="0"/>
              <a:t>集成门电路对应理解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8BEF1D-699B-42F7-800E-1BBC2FFF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D639702C-352F-43CE-989D-82DB2C1A5AF7}" type="slidenum">
              <a:rPr lang="en-US" altLang="zh-CN" smtClean="0"/>
              <a:pPr/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0192880"/>
      </p:ext>
    </p:extLst>
  </p:cSld>
  <p:clrMapOvr>
    <a:masterClrMapping/>
  </p:clrMapOvr>
  <p:transition>
    <p:blinds dir="vert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Group 3">
            <a:extLst>
              <a:ext uri="{FF2B5EF4-FFF2-40B4-BE49-F238E27FC236}">
                <a16:creationId xmlns:a16="http://schemas.microsoft.com/office/drawing/2014/main" id="{94D52E1D-B4E6-4169-AD49-D2B2E7F851D8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1524000"/>
            <a:ext cx="3276600" cy="1128713"/>
            <a:chOff x="0" y="0"/>
            <a:chExt cx="2064" cy="711"/>
          </a:xfrm>
        </p:grpSpPr>
        <p:sp>
          <p:nvSpPr>
            <p:cNvPr id="6148" name="Text Box 4">
              <a:extLst>
                <a:ext uri="{FF2B5EF4-FFF2-40B4-BE49-F238E27FC236}">
                  <a16:creationId xmlns:a16="http://schemas.microsoft.com/office/drawing/2014/main" id="{3EE4C1D0-CB7F-4D66-B493-6C52F4FCE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84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P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沟道（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PMOS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49" name="Text Box 5">
              <a:extLst>
                <a:ext uri="{FF2B5EF4-FFF2-40B4-BE49-F238E27FC236}">
                  <a16:creationId xmlns:a16="http://schemas.microsoft.com/office/drawing/2014/main" id="{C628181A-3CAE-498A-AEDF-46B299236F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0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N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沟道（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NMOS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50" name="AutoShape 6">
              <a:extLst>
                <a:ext uri="{FF2B5EF4-FFF2-40B4-BE49-F238E27FC236}">
                  <a16:creationId xmlns:a16="http://schemas.microsoft.com/office/drawing/2014/main" id="{18CEE855-B0E4-40E8-819D-833D16F27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4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</p:grpSp>
      <p:grpSp>
        <p:nvGrpSpPr>
          <p:cNvPr id="6151" name="Group 7">
            <a:extLst>
              <a:ext uri="{FF2B5EF4-FFF2-40B4-BE49-F238E27FC236}">
                <a16:creationId xmlns:a16="http://schemas.microsoft.com/office/drawing/2014/main" id="{43C654E7-4E30-40FA-91E6-CCF12D69E925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743200"/>
            <a:ext cx="3276600" cy="1128713"/>
            <a:chOff x="0" y="0"/>
            <a:chExt cx="2064" cy="711"/>
          </a:xfrm>
        </p:grpSpPr>
        <p:sp>
          <p:nvSpPr>
            <p:cNvPr id="6152" name="Text Box 8">
              <a:extLst>
                <a:ext uri="{FF2B5EF4-FFF2-40B4-BE49-F238E27FC236}">
                  <a16:creationId xmlns:a16="http://schemas.microsoft.com/office/drawing/2014/main" id="{D6A14CBC-653C-40D7-8E09-AAA3F8DAD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384"/>
              <a:ext cx="18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P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沟道（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PMOS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53" name="Text Box 9">
              <a:extLst>
                <a:ext uri="{FF2B5EF4-FFF2-40B4-BE49-F238E27FC236}">
                  <a16:creationId xmlns:a16="http://schemas.microsoft.com/office/drawing/2014/main" id="{BD265839-5AA9-419A-BE46-504FCF588F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" y="0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N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沟道（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NMOS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54" name="AutoShape 10">
              <a:extLst>
                <a:ext uri="{FF2B5EF4-FFF2-40B4-BE49-F238E27FC236}">
                  <a16:creationId xmlns:a16="http://schemas.microsoft.com/office/drawing/2014/main" id="{68811BC2-6EE9-4EF2-B279-FF33D4803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4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</p:grpSp>
      <p:grpSp>
        <p:nvGrpSpPr>
          <p:cNvPr id="6155" name="Group 11">
            <a:extLst>
              <a:ext uri="{FF2B5EF4-FFF2-40B4-BE49-F238E27FC236}">
                <a16:creationId xmlns:a16="http://schemas.microsoft.com/office/drawing/2014/main" id="{57454CAC-3D33-427D-BE42-94ADEC7E81D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752600"/>
            <a:ext cx="5029200" cy="1814513"/>
            <a:chOff x="0" y="0"/>
            <a:chExt cx="3168" cy="1143"/>
          </a:xfrm>
        </p:grpSpPr>
        <p:sp>
          <p:nvSpPr>
            <p:cNvPr id="6156" name="Text Box 12">
              <a:extLst>
                <a:ext uri="{FF2B5EF4-FFF2-40B4-BE49-F238E27FC236}">
                  <a16:creationId xmlns:a16="http://schemas.microsoft.com/office/drawing/2014/main" id="{3AF6F96A-E911-4A21-A868-F6742B5B48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84"/>
              <a:ext cx="120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MOS</a:t>
              </a:r>
              <a:r>
                <a:rPr kumimoji="0" lang="en-US" altLang="zh-CN" sz="32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  <a:sym typeface="Symbol" panose="05050102010706020507" pitchFamily="18" charset="2"/>
                </a:rPr>
                <a:t>FET</a:t>
              </a:r>
            </a:p>
          </p:txBody>
        </p:sp>
        <p:sp>
          <p:nvSpPr>
            <p:cNvPr id="6157" name="Text Box 13">
              <a:extLst>
                <a:ext uri="{FF2B5EF4-FFF2-40B4-BE49-F238E27FC236}">
                  <a16:creationId xmlns:a16="http://schemas.microsoft.com/office/drawing/2014/main" id="{6D1B4C7C-563E-4A9A-96C5-FBA47DB30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0"/>
              <a:ext cx="19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增强型（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EMOS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58" name="Text Box 14">
              <a:extLst>
                <a:ext uri="{FF2B5EF4-FFF2-40B4-BE49-F238E27FC236}">
                  <a16:creationId xmlns:a16="http://schemas.microsoft.com/office/drawing/2014/main" id="{B4A52B7D-AA76-4B59-90EE-EA230F43A7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816"/>
              <a:ext cx="196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耗尽型（</a:t>
              </a:r>
              <a:r>
                <a:rPr kumimoji="0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DMOS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）</a:t>
              </a:r>
              <a:r>
                <a:rPr kumimoji="0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楷体_GB2312" pitchFamily="49" charset="-122"/>
                  <a:ea typeface="楷体_GB2312" pitchFamily="49" charset="-122"/>
                  <a:cs typeface="+mn-cs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6159" name="AutoShape 15">
              <a:extLst>
                <a:ext uri="{FF2B5EF4-FFF2-40B4-BE49-F238E27FC236}">
                  <a16:creationId xmlns:a16="http://schemas.microsoft.com/office/drawing/2014/main" id="{DC0FC844-F2E5-4C3F-BFFD-C849BF6E9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6" y="144"/>
              <a:ext cx="144" cy="816"/>
            </a:xfrm>
            <a:prstGeom prst="leftBrace">
              <a:avLst>
                <a:gd name="adj1" fmla="val 47222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endParaRPr>
            </a:p>
          </p:txBody>
        </p:sp>
      </p:grpSp>
      <p:sp>
        <p:nvSpPr>
          <p:cNvPr id="6160" name="Rectangle 16">
            <a:extLst>
              <a:ext uri="{FF2B5EF4-FFF2-40B4-BE49-F238E27FC236}">
                <a16:creationId xmlns:a16="http://schemas.microsoft.com/office/drawing/2014/main" id="{3AC0FBEE-577A-4D42-8485-8FC601AB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4114800"/>
            <a:ext cx="8153400" cy="175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    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N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沟道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MOS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管与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P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沟道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MOS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管工作原理相似，不同之处仅在于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宋体" panose="02010600030101010101" pitchFamily="2" charset="-122"/>
                <a:ea typeface="楷体_GB2312" pitchFamily="49" charset="-122"/>
                <a:cs typeface="+mn-cs"/>
                <a:sym typeface="Symbol" panose="05050102010706020507" pitchFamily="18" charset="2"/>
              </a:rPr>
              <a:t>它们形成电流的载流子性质不同，因此导致加在各极上的电压极性相反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。 </a:t>
            </a:r>
            <a:endParaRPr kumimoji="0" lang="zh-CN" altLang="en-US" sz="2800" b="1" i="0" u="none" strike="noStrike" kern="1200" cap="none" spc="0" normalizeH="0" baseline="0" noProof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055FDFF2-7E08-4DB2-BBBA-37DCF1F72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638175"/>
            <a:ext cx="441338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MOS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管开关电路知识回顾</a:t>
            </a:r>
          </a:p>
        </p:txBody>
      </p:sp>
    </p:spTree>
    <p:extLst>
      <p:ext uri="{BB962C8B-B14F-4D97-AF65-F5344CB8AC3E}">
        <p14:creationId xmlns:p14="http://schemas.microsoft.com/office/powerpoint/2010/main" val="26520274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0" grpId="0" autoUpdateAnimBg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2">
            <a:extLst>
              <a:ext uri="{FF2B5EF4-FFF2-40B4-BE49-F238E27FC236}">
                <a16:creationId xmlns:a16="http://schemas.microsoft.com/office/drawing/2014/main" id="{4D0C0824-93F2-418E-BBA5-777E21B03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728013"/>
            <a:ext cx="563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NMOS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反相器及开关特性</a:t>
            </a:r>
          </a:p>
        </p:txBody>
      </p:sp>
      <p:sp>
        <p:nvSpPr>
          <p:cNvPr id="86019" name="Text Box 3">
            <a:extLst>
              <a:ext uri="{FF2B5EF4-FFF2-40B4-BE49-F238E27FC236}">
                <a16:creationId xmlns:a16="http://schemas.microsoft.com/office/drawing/2014/main" id="{C4A96F59-D551-4872-81A5-CD7F9F659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2113" y="1133475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&lt;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GS(th)N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6020" name="Text Box 4">
            <a:extLst>
              <a:ext uri="{FF2B5EF4-FFF2-40B4-BE49-F238E27FC236}">
                <a16:creationId xmlns:a16="http://schemas.microsoft.com/office/drawing/2014/main" id="{49C30E39-A582-492E-86DF-F3D0B86F7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628775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MOS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工作在截止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(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夹断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)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区</a:t>
            </a:r>
            <a:endParaRPr kumimoji="1" lang="zh-CN" altLang="en-US" sz="2400" b="1" i="0" u="none" strike="noStrike" kern="1200" cap="none" spc="0" normalizeH="0" baseline="-3000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6021" name="Text Box 5">
            <a:extLst>
              <a:ext uri="{FF2B5EF4-FFF2-40B4-BE49-F238E27FC236}">
                <a16:creationId xmlns:a16="http://schemas.microsoft.com/office/drawing/2014/main" id="{6F09B8E6-5015-44BA-BE1B-EB6A681A5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7050" y="2079625"/>
            <a:ext cx="281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∴V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=V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</a:p>
        </p:txBody>
      </p:sp>
      <p:grpSp>
        <p:nvGrpSpPr>
          <p:cNvPr id="86023" name="Group 7">
            <a:extLst>
              <a:ext uri="{FF2B5EF4-FFF2-40B4-BE49-F238E27FC236}">
                <a16:creationId xmlns:a16="http://schemas.microsoft.com/office/drawing/2014/main" id="{C499867F-9DCE-446A-9444-8BF080A3D357}"/>
              </a:ext>
            </a:extLst>
          </p:cNvPr>
          <p:cNvGrpSpPr>
            <a:grpSpLocks/>
          </p:cNvGrpSpPr>
          <p:nvPr/>
        </p:nvGrpSpPr>
        <p:grpSpPr bwMode="auto">
          <a:xfrm>
            <a:off x="254000" y="1595114"/>
            <a:ext cx="4635500" cy="2617787"/>
            <a:chOff x="130" y="1139"/>
            <a:chExt cx="2920" cy="1649"/>
          </a:xfrm>
        </p:grpSpPr>
        <p:sp>
          <p:nvSpPr>
            <p:cNvPr id="86024" name="Text Box 8">
              <a:extLst>
                <a:ext uri="{FF2B5EF4-FFF2-40B4-BE49-F238E27FC236}">
                  <a16:creationId xmlns:a16="http://schemas.microsoft.com/office/drawing/2014/main" id="{A2B3BCAD-EFD7-4AE2-AF22-845176109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2500"/>
              <a:ext cx="274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开启电压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GS(th)N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，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GS(th)N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&gt;0</a:t>
              </a:r>
            </a:p>
          </p:txBody>
        </p:sp>
        <p:pic>
          <p:nvPicPr>
            <p:cNvPr id="86025" name="Picture 9" descr="3-3-4">
              <a:extLst>
                <a:ext uri="{FF2B5EF4-FFF2-40B4-BE49-F238E27FC236}">
                  <a16:creationId xmlns:a16="http://schemas.microsoft.com/office/drawing/2014/main" id="{13562C8A-ADE3-42F6-8436-550F69C3E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" y="1139"/>
              <a:ext cx="2920" cy="14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6026" name="Text Box 10">
            <a:extLst>
              <a:ext uri="{FF2B5EF4-FFF2-40B4-BE49-F238E27FC236}">
                <a16:creationId xmlns:a16="http://schemas.microsoft.com/office/drawing/2014/main" id="{6FC444E2-E83F-44BB-8B87-7C295F43A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4868863"/>
            <a:ext cx="3736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较小时，工作在可变电阻区。</a:t>
            </a: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6027" name="Text Box 11">
            <a:extLst>
              <a:ext uri="{FF2B5EF4-FFF2-40B4-BE49-F238E27FC236}">
                <a16:creationId xmlns:a16="http://schemas.microsoft.com/office/drawing/2014/main" id="{1253570B-77DB-41E0-87D4-947B8DF60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5724525"/>
            <a:ext cx="3578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若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&gt;&gt;R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，则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OL</a:t>
            </a:r>
            <a:r>
              <a:rPr kumimoji="1" lang="zh-CN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</a:p>
        </p:txBody>
      </p:sp>
      <p:pic>
        <p:nvPicPr>
          <p:cNvPr id="86028" name="Picture 12" descr="3-3-5">
            <a:extLst>
              <a:ext uri="{FF2B5EF4-FFF2-40B4-BE49-F238E27FC236}">
                <a16:creationId xmlns:a16="http://schemas.microsoft.com/office/drawing/2014/main" id="{F166D9E7-242C-43E5-80CF-1D1876461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6938" y="4014788"/>
            <a:ext cx="4211637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6029" name="Text Box 13">
            <a:extLst>
              <a:ext uri="{FF2B5EF4-FFF2-40B4-BE49-F238E27FC236}">
                <a16:creationId xmlns:a16="http://schemas.microsoft.com/office/drawing/2014/main" id="{8E49DA4A-BDED-4751-96E7-79C08DE23F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2338" y="2663825"/>
            <a:ext cx="44116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较大时</a:t>
            </a:r>
          </a:p>
        </p:txBody>
      </p:sp>
      <p:sp>
        <p:nvSpPr>
          <p:cNvPr id="86030" name="Text Box 14">
            <a:extLst>
              <a:ext uri="{FF2B5EF4-FFF2-40B4-BE49-F238E27FC236}">
                <a16:creationId xmlns:a16="http://schemas.microsoft.com/office/drawing/2014/main" id="{E40343BF-D304-4244-81CE-5C6D3E734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3159125"/>
            <a:ext cx="31051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MOS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工作在恒流区，此时，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与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无关</a:t>
            </a:r>
            <a:endParaRPr kumimoji="1" lang="zh-CN" altLang="en-US" sz="2400" b="1" i="0" u="none" strike="noStrike" kern="1200" cap="none" spc="0" normalizeH="0" baseline="-30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6031" name="Text Box 15">
            <a:extLst>
              <a:ext uri="{FF2B5EF4-FFF2-40B4-BE49-F238E27FC236}">
                <a16:creationId xmlns:a16="http://schemas.microsoft.com/office/drawing/2014/main" id="{F61E27E2-6D0A-490D-BA8E-12CFAA962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6563" y="5994400"/>
            <a:ext cx="2925762" cy="4572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越大，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越小</a:t>
            </a:r>
          </a:p>
        </p:txBody>
      </p:sp>
    </p:spTree>
    <p:extLst>
      <p:ext uri="{BB962C8B-B14F-4D97-AF65-F5344CB8AC3E}">
        <p14:creationId xmlns:p14="http://schemas.microsoft.com/office/powerpoint/2010/main" val="349888925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6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86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86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6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6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6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autoUpdateAnimBg="0"/>
      <p:bldP spid="86019" grpId="0" autoUpdateAnimBg="0"/>
      <p:bldP spid="86020" grpId="0" autoUpdateAnimBg="0"/>
      <p:bldP spid="86021" grpId="0" autoUpdateAnimBg="0"/>
      <p:bldP spid="86026" grpId="0"/>
      <p:bldP spid="86027" grpId="0" autoUpdateAnimBg="0"/>
      <p:bldP spid="86029" grpId="0" autoUpdateAnimBg="0"/>
      <p:bldP spid="86030" grpId="0" autoUpdateAnimBg="0"/>
      <p:bldP spid="8603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>
            <a:extLst>
              <a:ext uri="{FF2B5EF4-FFF2-40B4-BE49-F238E27FC236}">
                <a16:creationId xmlns:a16="http://schemas.microsoft.com/office/drawing/2014/main" id="{1A7B2817-803C-44DC-BC73-06ABF51D7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684213"/>
            <a:ext cx="563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PMOS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管开关特性</a:t>
            </a:r>
          </a:p>
        </p:txBody>
      </p:sp>
      <p:sp>
        <p:nvSpPr>
          <p:cNvPr id="87043" name="Text Box 3">
            <a:extLst>
              <a:ext uri="{FF2B5EF4-FFF2-40B4-BE49-F238E27FC236}">
                <a16:creationId xmlns:a16="http://schemas.microsoft.com/office/drawing/2014/main" id="{9FBAAFA7-BA47-44B1-A236-521FE964C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3743325"/>
            <a:ext cx="3241675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开启电压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GS(th)P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当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间加负电压且        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&gt; |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 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MOS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管导通。</a:t>
            </a:r>
          </a:p>
        </p:txBody>
      </p:sp>
      <p:grpSp>
        <p:nvGrpSpPr>
          <p:cNvPr id="87044" name="Group 4">
            <a:extLst>
              <a:ext uri="{FF2B5EF4-FFF2-40B4-BE49-F238E27FC236}">
                <a16:creationId xmlns:a16="http://schemas.microsoft.com/office/drawing/2014/main" id="{201D5DA7-0A7F-466B-AE34-04BC132261A9}"/>
              </a:ext>
            </a:extLst>
          </p:cNvPr>
          <p:cNvGrpSpPr>
            <a:grpSpLocks/>
          </p:cNvGrpSpPr>
          <p:nvPr/>
        </p:nvGrpSpPr>
        <p:grpSpPr bwMode="auto">
          <a:xfrm>
            <a:off x="4032250" y="1223963"/>
            <a:ext cx="3505200" cy="1066800"/>
            <a:chOff x="2064" y="1200"/>
            <a:chExt cx="2208" cy="672"/>
          </a:xfrm>
        </p:grpSpPr>
        <p:sp>
          <p:nvSpPr>
            <p:cNvPr id="87045" name="Text Box 5">
              <a:extLst>
                <a:ext uri="{FF2B5EF4-FFF2-40B4-BE49-F238E27FC236}">
                  <a16:creationId xmlns:a16="http://schemas.microsoft.com/office/drawing/2014/main" id="{BCAC3854-E11B-4662-96BF-B5B6250E7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200"/>
              <a:ext cx="22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（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）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|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V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GS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|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&lt; | V</a:t>
              </a:r>
              <a:r>
                <a:rPr kumimoji="1" lang="en-US" altLang="zh-CN" sz="2400" b="1" i="0" u="none" strike="noStrike" kern="1200" cap="none" spc="0" normalizeH="0" baseline="-30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GS(th)P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|</a:t>
              </a:r>
            </a:p>
          </p:txBody>
        </p:sp>
        <p:sp>
          <p:nvSpPr>
            <p:cNvPr id="87046" name="Text Box 6">
              <a:extLst>
                <a:ext uri="{FF2B5EF4-FFF2-40B4-BE49-F238E27FC236}">
                  <a16:creationId xmlns:a16="http://schemas.microsoft.com/office/drawing/2014/main" id="{D638727F-BFA7-4E55-AFCD-3C4F499CB1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584"/>
              <a:ext cx="18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MOS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工作在截止区</a:t>
              </a:r>
              <a:endParaRPr kumimoji="1" lang="zh-CN" altLang="en-US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87047" name="Text Box 7">
            <a:extLst>
              <a:ext uri="{FF2B5EF4-FFF2-40B4-BE49-F238E27FC236}">
                <a16:creationId xmlns:a16="http://schemas.microsoft.com/office/drawing/2014/main" id="{A88552EE-B0DE-44A2-8F8D-10D09F6DD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25" y="2708275"/>
            <a:ext cx="36909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 当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|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 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DS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较大时，工作在恒流区</a:t>
            </a:r>
          </a:p>
        </p:txBody>
      </p:sp>
      <p:sp>
        <p:nvSpPr>
          <p:cNvPr id="87048" name="Text Box 8">
            <a:extLst>
              <a:ext uri="{FF2B5EF4-FFF2-40B4-BE49-F238E27FC236}">
                <a16:creationId xmlns:a16="http://schemas.microsoft.com/office/drawing/2014/main" id="{982A56D9-52C4-49DE-880B-178D2724B4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6700" y="4014788"/>
            <a:ext cx="39608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 当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|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GS(th) 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|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DS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|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较小时，工作在可变电阻区</a:t>
            </a:r>
          </a:p>
        </p:txBody>
      </p:sp>
      <p:graphicFrame>
        <p:nvGraphicFramePr>
          <p:cNvPr id="87049" name="Object 9">
            <a:extLst>
              <a:ext uri="{FF2B5EF4-FFF2-40B4-BE49-F238E27FC236}">
                <a16:creationId xmlns:a16="http://schemas.microsoft.com/office/drawing/2014/main" id="{DCEC934A-EC05-41D6-9590-924A0E1461D4}"/>
              </a:ext>
            </a:extLst>
          </p:cNvPr>
          <p:cNvGraphicFramePr>
            <a:graphicFrameLocks noGrp="1" noChangeAspect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822737288"/>
              </p:ext>
            </p:extLst>
          </p:nvPr>
        </p:nvGraphicFramePr>
        <p:xfrm>
          <a:off x="1028700" y="1681163"/>
          <a:ext cx="1676400" cy="166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4" name="Visio" r:id="rId3" imgW="1546642" imgH="1660550" progId="Visio.Drawing.11">
                  <p:embed/>
                </p:oleObj>
              </mc:Choice>
              <mc:Fallback>
                <p:oleObj name="Visio" r:id="rId3" imgW="1546642" imgH="1660550" progId="Visio.Drawing.11">
                  <p:embed/>
                  <p:pic>
                    <p:nvPicPr>
                      <p:cNvPr id="87049" name="Object 9">
                        <a:extLst>
                          <a:ext uri="{FF2B5EF4-FFF2-40B4-BE49-F238E27FC236}">
                            <a16:creationId xmlns:a16="http://schemas.microsoft.com/office/drawing/2014/main" id="{DCEC934A-EC05-41D6-9590-924A0E1461D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8700" y="1681163"/>
                        <a:ext cx="1676400" cy="166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4649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7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8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87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/>
      <p:bldP spid="87043" grpId="0"/>
      <p:bldP spid="87047" grpId="0"/>
      <p:bldP spid="8704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Picture 2">
            <a:extLst>
              <a:ext uri="{FF2B5EF4-FFF2-40B4-BE49-F238E27FC236}">
                <a16:creationId xmlns:a16="http://schemas.microsoft.com/office/drawing/2014/main" id="{535B30B7-4E4C-4DAD-98F2-FFB301A54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2889250"/>
            <a:ext cx="2855912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8067" name="Rectangle 3">
            <a:extLst>
              <a:ext uri="{FF2B5EF4-FFF2-40B4-BE49-F238E27FC236}">
                <a16:creationId xmlns:a16="http://schemas.microsoft.com/office/drawing/2014/main" id="{7083009B-7FB7-4FFA-80E6-4CCF75C4569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2438"/>
            <a:ext cx="7772400" cy="590550"/>
          </a:xfrm>
          <a:noFill/>
          <a:ln/>
        </p:spPr>
        <p:txBody>
          <a:bodyPr/>
          <a:lstStyle/>
          <a:p>
            <a:pPr algn="l"/>
            <a:r>
              <a:rPr lang="en-US" altLang="zh-CN" sz="3200" b="1" dirty="0">
                <a:ea typeface="楷体_GB2312" pitchFamily="49" charset="-122"/>
              </a:rPr>
              <a:t>    CMOS</a:t>
            </a:r>
            <a:r>
              <a:rPr lang="zh-CN" altLang="en-US" sz="3200" b="1" dirty="0">
                <a:ea typeface="楷体_GB2312" pitchFamily="49" charset="-122"/>
              </a:rPr>
              <a:t>反相器的电路结构和工作原理</a:t>
            </a:r>
            <a:r>
              <a:rPr lang="zh-CN" altLang="en-US" sz="3600" b="1" dirty="0"/>
              <a:t>   </a:t>
            </a:r>
          </a:p>
        </p:txBody>
      </p:sp>
      <p:sp>
        <p:nvSpPr>
          <p:cNvPr id="88068" name="Rectangle 4">
            <a:extLst>
              <a:ext uri="{FF2B5EF4-FFF2-40B4-BE49-F238E27FC236}">
                <a16:creationId xmlns:a16="http://schemas.microsoft.com/office/drawing/2014/main" id="{940DC48E-11FB-4B5A-80C7-4BB01D2BF8D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600200"/>
            <a:ext cx="4264025" cy="536575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800" b="1">
                <a:ea typeface="楷体_GB2312" pitchFamily="49" charset="-122"/>
              </a:rPr>
              <a:t>一、电路结构及工作原理</a:t>
            </a:r>
          </a:p>
        </p:txBody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B7E883AD-7A10-484F-AC91-77F31D7BB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90600"/>
            <a:ext cx="617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Complementary -Symmetry MOS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grpSp>
        <p:nvGrpSpPr>
          <p:cNvPr id="88070" name="Group 6">
            <a:extLst>
              <a:ext uri="{FF2B5EF4-FFF2-40B4-BE49-F238E27FC236}">
                <a16:creationId xmlns:a16="http://schemas.microsoft.com/office/drawing/2014/main" id="{DBEA8FCA-9544-46C5-9451-A3EE40E5C066}"/>
              </a:ext>
            </a:extLst>
          </p:cNvPr>
          <p:cNvGrpSpPr>
            <a:grpSpLocks/>
          </p:cNvGrpSpPr>
          <p:nvPr/>
        </p:nvGrpSpPr>
        <p:grpSpPr bwMode="auto">
          <a:xfrm>
            <a:off x="1511300" y="2933700"/>
            <a:ext cx="3644900" cy="1554163"/>
            <a:chOff x="824" y="1920"/>
            <a:chExt cx="2296" cy="979"/>
          </a:xfrm>
        </p:grpSpPr>
        <p:sp>
          <p:nvSpPr>
            <p:cNvPr id="88071" name="Oval 7">
              <a:extLst>
                <a:ext uri="{FF2B5EF4-FFF2-40B4-BE49-F238E27FC236}">
                  <a16:creationId xmlns:a16="http://schemas.microsoft.com/office/drawing/2014/main" id="{3AF50B77-9B91-4151-9688-F6E3D8033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4" y="2400"/>
              <a:ext cx="499" cy="49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8072" name="Group 8">
              <a:extLst>
                <a:ext uri="{FF2B5EF4-FFF2-40B4-BE49-F238E27FC236}">
                  <a16:creationId xmlns:a16="http://schemas.microsoft.com/office/drawing/2014/main" id="{62B4E79C-41A9-42DF-9B5A-E65F71BD4C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23" y="1920"/>
              <a:ext cx="1797" cy="633"/>
              <a:chOff x="1459" y="739"/>
              <a:chExt cx="1797" cy="633"/>
            </a:xfrm>
          </p:grpSpPr>
          <p:sp>
            <p:nvSpPr>
              <p:cNvPr id="88073" name="Text Box 9">
                <a:extLst>
                  <a:ext uri="{FF2B5EF4-FFF2-40B4-BE49-F238E27FC236}">
                    <a16:creationId xmlns:a16="http://schemas.microsoft.com/office/drawing/2014/main" id="{001BA670-3472-4273-823A-B24B757633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41" y="739"/>
                <a:ext cx="1115" cy="31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PMOS</a:t>
                </a: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管</a:t>
                </a:r>
              </a:p>
            </p:txBody>
          </p:sp>
          <p:sp>
            <p:nvSpPr>
              <p:cNvPr id="88074" name="Line 10">
                <a:extLst>
                  <a:ext uri="{FF2B5EF4-FFF2-40B4-BE49-F238E27FC236}">
                    <a16:creationId xmlns:a16="http://schemas.microsoft.com/office/drawing/2014/main" id="{73044720-CDEA-4332-8B51-43E24D8A12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59" y="1001"/>
                <a:ext cx="663" cy="37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88075" name="Group 11">
            <a:extLst>
              <a:ext uri="{FF2B5EF4-FFF2-40B4-BE49-F238E27FC236}">
                <a16:creationId xmlns:a16="http://schemas.microsoft.com/office/drawing/2014/main" id="{29BFA535-1A9E-4F9D-818E-44B972E13AFE}"/>
              </a:ext>
            </a:extLst>
          </p:cNvPr>
          <p:cNvGrpSpPr>
            <a:grpSpLocks/>
          </p:cNvGrpSpPr>
          <p:nvPr/>
        </p:nvGrpSpPr>
        <p:grpSpPr bwMode="auto">
          <a:xfrm>
            <a:off x="1452563" y="4778375"/>
            <a:ext cx="3614737" cy="1338263"/>
            <a:chOff x="843" y="3168"/>
            <a:chExt cx="2277" cy="843"/>
          </a:xfrm>
        </p:grpSpPr>
        <p:sp>
          <p:nvSpPr>
            <p:cNvPr id="88076" name="Oval 12">
              <a:extLst>
                <a:ext uri="{FF2B5EF4-FFF2-40B4-BE49-F238E27FC236}">
                  <a16:creationId xmlns:a16="http://schemas.microsoft.com/office/drawing/2014/main" id="{677B61E5-8365-4D96-9B43-2DE634D98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168"/>
              <a:ext cx="499" cy="499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88077" name="Group 13">
              <a:extLst>
                <a:ext uri="{FF2B5EF4-FFF2-40B4-BE49-F238E27FC236}">
                  <a16:creationId xmlns:a16="http://schemas.microsoft.com/office/drawing/2014/main" id="{9464EAF2-A521-444C-8EC2-781EC4431B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3504"/>
              <a:ext cx="1776" cy="507"/>
              <a:chOff x="1344" y="3504"/>
              <a:chExt cx="1776" cy="507"/>
            </a:xfrm>
          </p:grpSpPr>
          <p:sp>
            <p:nvSpPr>
              <p:cNvPr id="88078" name="Line 14">
                <a:extLst>
                  <a:ext uri="{FF2B5EF4-FFF2-40B4-BE49-F238E27FC236}">
                    <a16:creationId xmlns:a16="http://schemas.microsoft.com/office/drawing/2014/main" id="{1D61CEFF-1630-452B-888B-3E3547B1E0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3504"/>
                <a:ext cx="641" cy="33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8079" name="Text Box 15">
                <a:extLst>
                  <a:ext uri="{FF2B5EF4-FFF2-40B4-BE49-F238E27FC236}">
                    <a16:creationId xmlns:a16="http://schemas.microsoft.com/office/drawing/2014/main" id="{ACE42929-C11D-4538-AB60-5D19CAFF14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16" y="3699"/>
                <a:ext cx="1104" cy="31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NMOS</a:t>
                </a:r>
                <a:r>
                  <a:rPr kumimoji="1" lang="zh-CN" altLang="en-US" sz="24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楷体_GB2312" pitchFamily="49" charset="-122"/>
                    <a:cs typeface="+mn-cs"/>
                  </a:rPr>
                  <a:t>管</a:t>
                </a:r>
              </a:p>
            </p:txBody>
          </p:sp>
        </p:grpSp>
      </p:grpSp>
      <p:sp>
        <p:nvSpPr>
          <p:cNvPr id="88080" name="Text Box 16">
            <a:extLst>
              <a:ext uri="{FF2B5EF4-FFF2-40B4-BE49-F238E27FC236}">
                <a16:creationId xmlns:a16="http://schemas.microsoft.com/office/drawing/2014/main" id="{FBE90C08-609E-4415-8950-0CF67E0A2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1988" y="2168525"/>
            <a:ext cx="1755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工作原理：</a:t>
            </a:r>
          </a:p>
        </p:txBody>
      </p:sp>
      <p:sp>
        <p:nvSpPr>
          <p:cNvPr id="88081" name="Text Box 17">
            <a:extLst>
              <a:ext uri="{FF2B5EF4-FFF2-40B4-BE49-F238E27FC236}">
                <a16:creationId xmlns:a16="http://schemas.microsoft.com/office/drawing/2014/main" id="{AE565518-7331-477C-882C-136B1B4561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725" y="2889250"/>
            <a:ext cx="3429000" cy="2941638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76250" marR="0" lvl="0" indent="-47625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时：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–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   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0,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</a:t>
            </a:r>
          </a:p>
          <a:p>
            <a:pPr marL="476250" marR="0" lvl="0" indent="-476250" algn="l" defTabSz="914400" rtl="0" eaLnBrk="1" fontAlgn="base" latinLnBrk="0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时：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GS2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0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导通、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 </a:t>
            </a:r>
            <a:r>
              <a:rPr kumimoji="1" lang="en-US" altLang="zh-CN" sz="2400" b="1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=0 </a:t>
            </a:r>
          </a:p>
        </p:txBody>
      </p:sp>
      <p:sp>
        <p:nvSpPr>
          <p:cNvPr id="88082" name="Text Box 18">
            <a:extLst>
              <a:ext uri="{FF2B5EF4-FFF2-40B4-BE49-F238E27FC236}">
                <a16:creationId xmlns:a16="http://schemas.microsoft.com/office/drawing/2014/main" id="{EA5F05A7-98BD-4A1A-94A9-3F1214EC4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0"/>
            <a:ext cx="37893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令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&gt;|V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GS(th)P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|+V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GS(th)N</a:t>
            </a:r>
          </a:p>
        </p:txBody>
      </p:sp>
    </p:spTree>
    <p:extLst>
      <p:ext uri="{BB962C8B-B14F-4D97-AF65-F5344CB8AC3E}">
        <p14:creationId xmlns:p14="http://schemas.microsoft.com/office/powerpoint/2010/main" val="10220775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8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8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1000"/>
                                        <p:tgtEl>
                                          <p:spTgt spid="8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8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1" dur="1000"/>
                                        <p:tgtEl>
                                          <p:spTgt spid="88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8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8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8" grpId="0" build="p" autoUpdateAnimBg="0"/>
      <p:bldP spid="88069" grpId="0" autoUpdateAnimBg="0"/>
      <p:bldP spid="88080" grpId="0"/>
      <p:bldP spid="88081" grpId="0" animBg="1" autoUpdateAnimBg="0"/>
      <p:bldP spid="880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14609D8D-19E8-46F9-B6D1-9EF1E8131E4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54025"/>
            <a:ext cx="5387975" cy="588963"/>
          </a:xfrm>
          <a:noFill/>
          <a:ln/>
        </p:spPr>
        <p:txBody>
          <a:bodyPr/>
          <a:lstStyle/>
          <a:p>
            <a:pPr algn="l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二、电压、电流传输特性曲线</a:t>
            </a:r>
            <a:r>
              <a:rPr lang="zh-CN" altLang="en-US" sz="3200" b="1"/>
              <a:t> 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D86776E-39B3-412D-A5E3-7548D77B85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143000"/>
            <a:ext cx="4191000" cy="609600"/>
          </a:xfrm>
          <a:prstGeom prst="rect">
            <a:avLst/>
          </a:prstGeom>
          <a:noFill/>
          <a:ln/>
        </p:spPr>
        <p:txBody>
          <a:bodyPr/>
          <a:lstStyle/>
          <a:p>
            <a:pPr lvl="1">
              <a:buFontTx/>
              <a:buNone/>
            </a:pPr>
            <a:r>
              <a:rPr lang="en-US" altLang="zh-CN" b="1">
                <a:ea typeface="楷体_GB2312" pitchFamily="49" charset="-122"/>
              </a:rPr>
              <a:t>1</a:t>
            </a:r>
            <a:r>
              <a:rPr lang="zh-CN" altLang="en-US" b="1">
                <a:ea typeface="楷体_GB2312" pitchFamily="49" charset="-122"/>
              </a:rPr>
              <a:t>、电压传输特性曲线</a:t>
            </a:r>
            <a:r>
              <a:rPr lang="zh-CN" altLang="en-US" b="1"/>
              <a:t> </a:t>
            </a:r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25DB5514-32A8-493F-B19D-500B7476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2586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9093" name="Picture 5">
            <a:extLst>
              <a:ext uri="{FF2B5EF4-FFF2-40B4-BE49-F238E27FC236}">
                <a16:creationId xmlns:a16="http://schemas.microsoft.com/office/drawing/2014/main" id="{DE8224DB-E3DC-4EBB-A602-039DF8ADE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3733800" cy="33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094" name="Text Box 6">
            <a:extLst>
              <a:ext uri="{FF2B5EF4-FFF2-40B4-BE49-F238E27FC236}">
                <a16:creationId xmlns:a16="http://schemas.microsoft.com/office/drawing/2014/main" id="{725F3D6F-A056-4FF1-84AB-442ACE8FA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981200"/>
            <a:ext cx="2770188" cy="1581150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AB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TN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OH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endParaRPr kumimoji="1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89095" name="Text Box 7">
            <a:extLst>
              <a:ext uri="{FF2B5EF4-FFF2-40B4-BE49-F238E27FC236}">
                <a16:creationId xmlns:a16="http://schemas.microsoft.com/office/drawing/2014/main" id="{12B19818-6AFB-4C95-88D1-6510FC96C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3833813"/>
            <a:ext cx="3919537" cy="1581150"/>
          </a:xfrm>
          <a:prstGeom prst="rect">
            <a:avLst/>
          </a:prstGeom>
          <a:noFill/>
          <a:ln w="28575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－∣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∣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OL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＝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0</a:t>
            </a:r>
          </a:p>
        </p:txBody>
      </p:sp>
      <p:sp>
        <p:nvSpPr>
          <p:cNvPr id="89096" name="Text Box 8">
            <a:extLst>
              <a:ext uri="{FF2B5EF4-FFF2-40B4-BE49-F238E27FC236}">
                <a16:creationId xmlns:a16="http://schemas.microsoft.com/office/drawing/2014/main" id="{72BA6D1E-DE9E-478A-BD24-0890DCEE2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24450"/>
            <a:ext cx="4953000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+∣V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∣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=∣V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∣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TN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即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</a:t>
            </a:r>
            <a:r>
              <a:rPr kumimoji="1" lang="zh-CN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th</a:t>
            </a:r>
            <a:r>
              <a:rPr kumimoji="1" lang="zh-CN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TP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即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GS</a:t>
            </a:r>
            <a:r>
              <a:rPr kumimoji="1" lang="zh-CN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th</a:t>
            </a:r>
            <a:r>
              <a:rPr kumimoji="1" lang="zh-CN" altLang="en-US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P</a:t>
            </a:r>
          </a:p>
        </p:txBody>
      </p:sp>
      <p:pic>
        <p:nvPicPr>
          <p:cNvPr id="89097" name="Picture 9">
            <a:extLst>
              <a:ext uri="{FF2B5EF4-FFF2-40B4-BE49-F238E27FC236}">
                <a16:creationId xmlns:a16="http://schemas.microsoft.com/office/drawing/2014/main" id="{E51D1BB6-76C3-4F38-A24B-E182F2F3C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0" y="549275"/>
            <a:ext cx="2624138" cy="283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2222455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90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9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9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 autoUpdateAnimBg="0"/>
      <p:bldP spid="89094" grpId="0" animBg="1" autoUpdateAnimBg="0"/>
      <p:bldP spid="89095" grpId="0" animBg="1" autoUpdateAnimBg="0"/>
      <p:bldP spid="89096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C5B52153-C68F-4086-ADB7-60224FA0187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93385"/>
            <a:ext cx="5292725" cy="604838"/>
          </a:xfrm>
          <a:noFill/>
          <a:ln/>
        </p:spPr>
        <p:txBody>
          <a:bodyPr/>
          <a:lstStyle/>
          <a:p>
            <a:pPr algn="l"/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二、电压、电流传输特性曲线</a:t>
            </a:r>
            <a:r>
              <a:rPr lang="zh-CN" altLang="en-US" sz="3200" b="1"/>
              <a:t> 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0C30AE25-B46E-47F4-92DC-705B1130912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772823"/>
            <a:ext cx="4051300" cy="609600"/>
          </a:xfrm>
          <a:prstGeom prst="rect">
            <a:avLst/>
          </a:prstGeom>
          <a:noFill/>
          <a:ln/>
        </p:spPr>
        <p:txBody>
          <a:bodyPr/>
          <a:lstStyle/>
          <a:p>
            <a:pPr lvl="1">
              <a:buFontTx/>
              <a:buNone/>
            </a:pPr>
            <a:r>
              <a:rPr lang="en-US" altLang="zh-CN" b="1" dirty="0">
                <a:ea typeface="楷体_GB2312" pitchFamily="49" charset="-122"/>
              </a:rPr>
              <a:t>1</a:t>
            </a:r>
            <a:r>
              <a:rPr lang="zh-CN" altLang="en-US" b="1" dirty="0">
                <a:ea typeface="楷体_GB2312" pitchFamily="49" charset="-122"/>
              </a:rPr>
              <a:t>、电压传输特性曲线</a:t>
            </a:r>
            <a:r>
              <a:rPr lang="zh-CN" altLang="en-US" b="1" dirty="0"/>
              <a:t> </a:t>
            </a:r>
          </a:p>
        </p:txBody>
      </p:sp>
      <p:pic>
        <p:nvPicPr>
          <p:cNvPr id="90117" name="Picture 5">
            <a:extLst>
              <a:ext uri="{FF2B5EF4-FFF2-40B4-BE49-F238E27FC236}">
                <a16:creationId xmlns:a16="http://schemas.microsoft.com/office/drawing/2014/main" id="{7262FD3D-9243-4A60-9404-A1CF07EAA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57" y="1167101"/>
            <a:ext cx="3733800" cy="3370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0119" name="Rectangle 7">
            <a:extLst>
              <a:ext uri="{FF2B5EF4-FFF2-40B4-BE49-F238E27FC236}">
                <a16:creationId xmlns:a16="http://schemas.microsoft.com/office/drawing/2014/main" id="{8A6A33C3-E185-4A0A-8450-15404CD67A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817273"/>
            <a:ext cx="4521200" cy="925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TN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&lt; 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－∣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TP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∣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   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3000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同时导通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</a:t>
            </a:r>
          </a:p>
        </p:txBody>
      </p:sp>
      <p:grpSp>
        <p:nvGrpSpPr>
          <p:cNvPr id="90120" name="Group 8">
            <a:extLst>
              <a:ext uri="{FF2B5EF4-FFF2-40B4-BE49-F238E27FC236}">
                <a16:creationId xmlns:a16="http://schemas.microsoft.com/office/drawing/2014/main" id="{FEB7E5F1-815E-4D13-9787-91F6CB5AD10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5163848"/>
            <a:ext cx="6477000" cy="914400"/>
            <a:chOff x="1680" y="3600"/>
            <a:chExt cx="4080" cy="576"/>
          </a:xfrm>
        </p:grpSpPr>
        <p:sp>
          <p:nvSpPr>
            <p:cNvPr id="90121" name="Text Box 9">
              <a:extLst>
                <a:ext uri="{FF2B5EF4-FFF2-40B4-BE49-F238E27FC236}">
                  <a16:creationId xmlns:a16="http://schemas.microsoft.com/office/drawing/2014/main" id="{6525A888-3522-495A-B80F-68336092E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696"/>
              <a:ext cx="40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∴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CMOS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反相器的阈值电压</a:t>
              </a:r>
            </a:p>
          </p:txBody>
        </p:sp>
        <p:graphicFrame>
          <p:nvGraphicFramePr>
            <p:cNvPr id="90122" name="Object 10">
              <a:extLst>
                <a:ext uri="{FF2B5EF4-FFF2-40B4-BE49-F238E27FC236}">
                  <a16:creationId xmlns:a16="http://schemas.microsoft.com/office/drawing/2014/main" id="{FEDBF778-F8ED-4693-93AA-9D4329479EE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28" y="3600"/>
            <a:ext cx="1440" cy="5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0" name="Equation" r:id="rId5" imgW="647640" imgH="342720" progId="Equation.3">
                    <p:embed/>
                  </p:oleObj>
                </mc:Choice>
                <mc:Fallback>
                  <p:oleObj name="Equation" r:id="rId5" imgW="647640" imgH="342720" progId="Equation.3">
                    <p:embed/>
                    <p:pic>
                      <p:nvPicPr>
                        <p:cNvPr id="90122" name="Object 10">
                          <a:extLst>
                            <a:ext uri="{FF2B5EF4-FFF2-40B4-BE49-F238E27FC236}">
                              <a16:creationId xmlns:a16="http://schemas.microsoft.com/office/drawing/2014/main" id="{FEDBF778-F8ED-4693-93AA-9D4329479EE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3600"/>
                          <a:ext cx="1440" cy="576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0123" name="Text Box 11">
            <a:extLst>
              <a:ext uri="{FF2B5EF4-FFF2-40B4-BE49-F238E27FC236}">
                <a16:creationId xmlns:a16="http://schemas.microsoft.com/office/drawing/2014/main" id="{65E9AFDD-78E8-4797-9D42-6D241F950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815935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B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</a:p>
        </p:txBody>
      </p:sp>
      <p:sp>
        <p:nvSpPr>
          <p:cNvPr id="90124" name="Text Box 12">
            <a:extLst>
              <a:ext uri="{FF2B5EF4-FFF2-40B4-BE49-F238E27FC236}">
                <a16:creationId xmlns:a16="http://schemas.microsoft.com/office/drawing/2014/main" id="{444FC24B-DF6E-4629-BA0C-D4BFF33F4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50" y="3047710"/>
            <a:ext cx="3886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BB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'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ON2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&gt; 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ON1</a:t>
            </a:r>
          </a:p>
        </p:txBody>
      </p:sp>
      <p:sp>
        <p:nvSpPr>
          <p:cNvPr id="90125" name="Text Box 13">
            <a:extLst>
              <a:ext uri="{FF2B5EF4-FFF2-40B4-BE49-F238E27FC236}">
                <a16:creationId xmlns:a16="http://schemas.microsoft.com/office/drawing/2014/main" id="{85105D9D-185F-451D-90AE-57951C82A9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063" y="1968210"/>
            <a:ext cx="3962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设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导通内阻为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ON1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，        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导通内阻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ON2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：</a:t>
            </a:r>
          </a:p>
        </p:txBody>
      </p:sp>
      <p:sp>
        <p:nvSpPr>
          <p:cNvPr id="90126" name="Text Box 14">
            <a:extLst>
              <a:ext uri="{FF2B5EF4-FFF2-40B4-BE49-F238E27FC236}">
                <a16:creationId xmlns:a16="http://schemas.microsoft.com/office/drawing/2014/main" id="{64CBA824-10DB-4FD2-9436-DAA2450CD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1513" y="3543010"/>
            <a:ext cx="434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'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 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ON1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&gt; R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ON2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pSp>
        <p:nvGrpSpPr>
          <p:cNvPr id="90127" name="Group 15">
            <a:extLst>
              <a:ext uri="{FF2B5EF4-FFF2-40B4-BE49-F238E27FC236}">
                <a16:creationId xmlns:a16="http://schemas.microsoft.com/office/drawing/2014/main" id="{00DCF9C3-393E-4EA8-8757-5250BAD854B5}"/>
              </a:ext>
            </a:extLst>
          </p:cNvPr>
          <p:cNvGrpSpPr>
            <a:grpSpLocks/>
          </p:cNvGrpSpPr>
          <p:nvPr/>
        </p:nvGrpSpPr>
        <p:grpSpPr bwMode="auto">
          <a:xfrm>
            <a:off x="4192588" y="4203410"/>
            <a:ext cx="4951412" cy="957263"/>
            <a:chOff x="1859" y="2775"/>
            <a:chExt cx="3119" cy="603"/>
          </a:xfrm>
        </p:grpSpPr>
        <p:sp>
          <p:nvSpPr>
            <p:cNvPr id="90128" name="Text Box 16">
              <a:extLst>
                <a:ext uri="{FF2B5EF4-FFF2-40B4-BE49-F238E27FC236}">
                  <a16:creationId xmlns:a16="http://schemas.microsoft.com/office/drawing/2014/main" id="{81C75A69-087C-4C12-90B8-4BA3250EB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9" y="2936"/>
              <a:ext cx="311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just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当                         时，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ON2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 = R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ON1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graphicFrame>
          <p:nvGraphicFramePr>
            <p:cNvPr id="90129" name="Object 17">
              <a:extLst>
                <a:ext uri="{FF2B5EF4-FFF2-40B4-BE49-F238E27FC236}">
                  <a16:creationId xmlns:a16="http://schemas.microsoft.com/office/drawing/2014/main" id="{02ED540F-C027-4390-9C9F-01D55A0FA61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22" y="2775"/>
            <a:ext cx="961" cy="6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851" name="Equation" r:id="rId7" imgW="647640" imgH="406080" progId="Equation.DSMT4">
                    <p:embed/>
                  </p:oleObj>
                </mc:Choice>
                <mc:Fallback>
                  <p:oleObj name="Equation" r:id="rId7" imgW="647640" imgH="406080" progId="Equation.DSMT4">
                    <p:embed/>
                    <p:pic>
                      <p:nvPicPr>
                        <p:cNvPr id="90129" name="Object 17">
                          <a:extLst>
                            <a:ext uri="{FF2B5EF4-FFF2-40B4-BE49-F238E27FC236}">
                              <a16:creationId xmlns:a16="http://schemas.microsoft.com/office/drawing/2014/main" id="{02ED540F-C027-4390-9C9F-01D55A0FA61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2" y="2775"/>
                          <a:ext cx="961" cy="603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>
                          <a:noFill/>
                        </a:ln>
                        <a:effectLst/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8" name="Picture 9">
            <a:extLst>
              <a:ext uri="{FF2B5EF4-FFF2-40B4-BE49-F238E27FC236}">
                <a16:creationId xmlns:a16="http://schemas.microsoft.com/office/drawing/2014/main" id="{F2AB938E-1009-4376-A858-3959E4EC9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970" y="4545203"/>
            <a:ext cx="2144640" cy="23171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380725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9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9" grpId="0" autoUpdateAnimBg="0"/>
      <p:bldP spid="90123" grpId="0"/>
      <p:bldP spid="90124" grpId="0"/>
      <p:bldP spid="90125" grpId="0"/>
      <p:bldP spid="901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B2F72E56-82A2-4289-BC74-9C0C2455452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449263"/>
            <a:ext cx="3810000" cy="684212"/>
          </a:xfrm>
          <a:noFill/>
          <a:ln/>
        </p:spPr>
        <p:txBody>
          <a:bodyPr/>
          <a:lstStyle/>
          <a:p>
            <a:pPr algn="l"/>
            <a:r>
              <a:rPr lang="en-US" altLang="zh-CN" sz="2800" b="1">
                <a:ea typeface="楷体_GB2312" pitchFamily="49" charset="-122"/>
              </a:rPr>
              <a:t>2</a:t>
            </a:r>
            <a:r>
              <a:rPr lang="zh-CN" altLang="en-US" sz="2800" b="1">
                <a:ea typeface="楷体_GB2312" pitchFamily="49" charset="-122"/>
              </a:rPr>
              <a:t>、电流传输特性曲线</a:t>
            </a:r>
            <a:r>
              <a:rPr lang="zh-CN" altLang="en-US" sz="2800" b="1"/>
              <a:t> </a:t>
            </a:r>
          </a:p>
        </p:txBody>
      </p:sp>
      <p:pic>
        <p:nvPicPr>
          <p:cNvPr id="91139" name="Picture 3">
            <a:extLst>
              <a:ext uri="{FF2B5EF4-FFF2-40B4-BE49-F238E27FC236}">
                <a16:creationId xmlns:a16="http://schemas.microsoft.com/office/drawing/2014/main" id="{227AE036-0D9C-4DF4-A540-94679BDE6DE6}"/>
              </a:ext>
            </a:extLst>
          </p:cNvPr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133475"/>
            <a:ext cx="3657600" cy="3130550"/>
          </a:xfrm>
          <a:prstGeom prst="rect">
            <a:avLst/>
          </a:prstGeom>
          <a:ln/>
        </p:spPr>
      </p:pic>
      <p:sp>
        <p:nvSpPr>
          <p:cNvPr id="91140" name="Text Box 4">
            <a:extLst>
              <a:ext uri="{FF2B5EF4-FFF2-40B4-BE49-F238E27FC236}">
                <a16:creationId xmlns:a16="http://schemas.microsoft.com/office/drawing/2014/main" id="{D449400D-B952-4E8D-9039-6BBC320C39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4267200"/>
            <a:ext cx="44370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AB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≈0;</a:t>
            </a:r>
          </a:p>
        </p:txBody>
      </p:sp>
      <p:sp>
        <p:nvSpPr>
          <p:cNvPr id="91141" name="Text Box 5">
            <a:extLst>
              <a:ext uri="{FF2B5EF4-FFF2-40B4-BE49-F238E27FC236}">
                <a16:creationId xmlns:a16="http://schemas.microsoft.com/office/drawing/2014/main" id="{E031C671-730A-482B-84BA-2774C8341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425" y="4876800"/>
            <a:ext cx="47513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导通，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截止，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≈0;</a:t>
            </a:r>
          </a:p>
        </p:txBody>
      </p:sp>
      <p:sp>
        <p:nvSpPr>
          <p:cNvPr id="91142" name="Text Box 6">
            <a:extLst>
              <a:ext uri="{FF2B5EF4-FFF2-40B4-BE49-F238E27FC236}">
                <a16:creationId xmlns:a16="http://schemas.microsoft.com/office/drawing/2014/main" id="{64669357-8807-4D2E-8B25-66E2CF1A95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486400"/>
            <a:ext cx="44196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段：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、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T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均导通，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≠0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且在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=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½V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DD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时，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</a:t>
            </a:r>
            <a:r>
              <a: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最大。</a:t>
            </a:r>
          </a:p>
        </p:txBody>
      </p:sp>
      <p:sp>
        <p:nvSpPr>
          <p:cNvPr id="91143" name="Text Box 7">
            <a:extLst>
              <a:ext uri="{FF2B5EF4-FFF2-40B4-BE49-F238E27FC236}">
                <a16:creationId xmlns:a16="http://schemas.microsoft.com/office/drawing/2014/main" id="{1C4B11AF-F11D-433E-B7EE-90BC28B10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4267200"/>
            <a:ext cx="3886200" cy="1552575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注意：使用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器件时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,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不应使之长期工作在电流传输特性的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BC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段，以防止器件因功耗过大而损坏。</a:t>
            </a:r>
          </a:p>
        </p:txBody>
      </p:sp>
      <p:pic>
        <p:nvPicPr>
          <p:cNvPr id="91144" name="Picture 8">
            <a:extLst>
              <a:ext uri="{FF2B5EF4-FFF2-40B4-BE49-F238E27FC236}">
                <a16:creationId xmlns:a16="http://schemas.microsoft.com/office/drawing/2014/main" id="{E0D9CADF-4B95-4366-9B40-EAA17AC73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533400"/>
            <a:ext cx="2855913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0390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1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1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1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3" dur="10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0" grpId="0" autoUpdateAnimBg="0"/>
      <p:bldP spid="91141" grpId="0" autoUpdateAnimBg="0"/>
      <p:bldP spid="91142" grpId="0" autoUpdateAnimBg="0"/>
      <p:bldP spid="91143" grpId="0" animBg="1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>
            <a:extLst>
              <a:ext uri="{FF2B5EF4-FFF2-40B4-BE49-F238E27FC236}">
                <a16:creationId xmlns:a16="http://schemas.microsoft.com/office/drawing/2014/main" id="{56F6446A-834E-4BC3-A3E9-D0750C1F1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08050"/>
            <a:ext cx="6934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其它类型的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门电路</a:t>
            </a: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</a:p>
        </p:txBody>
      </p:sp>
      <p:sp>
        <p:nvSpPr>
          <p:cNvPr id="99331" name="Text Box 3">
            <a:extLst>
              <a:ext uri="{FF2B5EF4-FFF2-40B4-BE49-F238E27FC236}">
                <a16:creationId xmlns:a16="http://schemas.microsoft.com/office/drawing/2014/main" id="{14887DD3-B800-40A0-B5FE-86137E120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19263"/>
            <a:ext cx="792480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一、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与非门和或非门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二、带缓冲级的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与非门和或非门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三、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 OD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四、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传输门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五、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CMOS</a:t>
            </a: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  <a:lumOff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三态门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206697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08E03F4D-781B-48AD-83CF-1832D232747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773113"/>
            <a:ext cx="5175250" cy="674687"/>
          </a:xfrm>
          <a:noFill/>
          <a:ln/>
        </p:spPr>
        <p:txBody>
          <a:bodyPr/>
          <a:lstStyle/>
          <a:p>
            <a:pPr algn="l"/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一、</a:t>
            </a:r>
            <a:r>
              <a:rPr lang="en-US" altLang="zh-CN" sz="2800" b="1">
                <a:solidFill>
                  <a:schemeClr val="tx1"/>
                </a:solidFill>
                <a:ea typeface="楷体_GB2312" pitchFamily="49" charset="-122"/>
              </a:rPr>
              <a:t>CMOS</a:t>
            </a:r>
            <a:r>
              <a:rPr lang="zh-CN" altLang="en-US" sz="2800" b="1">
                <a:solidFill>
                  <a:schemeClr val="tx1"/>
                </a:solidFill>
                <a:ea typeface="楷体_GB2312" pitchFamily="49" charset="-122"/>
              </a:rPr>
              <a:t>与非门和或非门</a:t>
            </a:r>
          </a:p>
        </p:txBody>
      </p:sp>
      <p:sp>
        <p:nvSpPr>
          <p:cNvPr id="100355" name="Text Box 3">
            <a:extLst>
              <a:ext uri="{FF2B5EF4-FFF2-40B4-BE49-F238E27FC236}">
                <a16:creationId xmlns:a16="http://schemas.microsoft.com/office/drawing/2014/main" id="{93A6097A-AF8A-4F03-9AC8-E30AD393B1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103563"/>
            <a:ext cx="365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0  0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  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  <a:endParaRPr kumimoji="1" lang="en-US" altLang="zh-CN" sz="4400" b="1" i="0" u="none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00356" name="Text Box 4">
            <a:extLst>
              <a:ext uri="{FF2B5EF4-FFF2-40B4-BE49-F238E27FC236}">
                <a16:creationId xmlns:a16="http://schemas.microsoft.com/office/drawing/2014/main" id="{F3E961F7-1711-40C3-9940-6E5320D54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6988" y="3616325"/>
            <a:ext cx="3657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0  1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  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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E1E97B2F-ABA8-497B-8448-8CF70C63C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3813" y="4183063"/>
            <a:ext cx="3840162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1  0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  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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00358" name="Text Box 6">
            <a:extLst>
              <a:ext uri="{FF2B5EF4-FFF2-40B4-BE49-F238E27FC236}">
                <a16:creationId xmlns:a16="http://schemas.microsoft.com/office/drawing/2014/main" id="{1A3D5D6A-2C76-4CFE-AAFF-91A3A2D8B3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8575" y="4779963"/>
            <a:ext cx="385127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1  1</a:t>
            </a:r>
            <a:r>
              <a:rPr kumimoji="1" lang="en-US" altLang="zh-CN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  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 </a:t>
            </a:r>
            <a:r>
              <a:rPr kumimoji="1" lang="en-US" altLang="zh-CN" sz="4400" b="0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4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Monotype Sorts" pitchFamily="2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0</a:t>
            </a:r>
          </a:p>
        </p:txBody>
      </p:sp>
      <p:grpSp>
        <p:nvGrpSpPr>
          <p:cNvPr id="100359" name="Group 7">
            <a:extLst>
              <a:ext uri="{FF2B5EF4-FFF2-40B4-BE49-F238E27FC236}">
                <a16:creationId xmlns:a16="http://schemas.microsoft.com/office/drawing/2014/main" id="{1BFF3590-D93B-4F59-823F-C4CBDF7715DB}"/>
              </a:ext>
            </a:extLst>
          </p:cNvPr>
          <p:cNvGrpSpPr>
            <a:grpSpLocks/>
          </p:cNvGrpSpPr>
          <p:nvPr/>
        </p:nvGrpSpPr>
        <p:grpSpPr bwMode="auto">
          <a:xfrm>
            <a:off x="5021263" y="2528888"/>
            <a:ext cx="3754437" cy="3048000"/>
            <a:chOff x="3395" y="1164"/>
            <a:chExt cx="2365" cy="2064"/>
          </a:xfrm>
        </p:grpSpPr>
        <p:sp>
          <p:nvSpPr>
            <p:cNvPr id="100360" name="Line 8">
              <a:extLst>
                <a:ext uri="{FF2B5EF4-FFF2-40B4-BE49-F238E27FC236}">
                  <a16:creationId xmlns:a16="http://schemas.microsoft.com/office/drawing/2014/main" id="{A4F2A791-BF36-43EC-B31E-94E2FE108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1164"/>
              <a:ext cx="23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361" name="Text Box 9">
              <a:extLst>
                <a:ext uri="{FF2B5EF4-FFF2-40B4-BE49-F238E27FC236}">
                  <a16:creationId xmlns:a16="http://schemas.microsoft.com/office/drawing/2014/main" id="{9FA095AE-636A-4B12-AB96-F66CFE30F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1282"/>
              <a:ext cx="2365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A    B   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1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2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3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4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Y</a:t>
              </a:r>
            </a:p>
          </p:txBody>
        </p:sp>
        <p:sp>
          <p:nvSpPr>
            <p:cNvPr id="100362" name="Line 10">
              <a:extLst>
                <a:ext uri="{FF2B5EF4-FFF2-40B4-BE49-F238E27FC236}">
                  <a16:creationId xmlns:a16="http://schemas.microsoft.com/office/drawing/2014/main" id="{1AF6E153-F077-4627-97CF-BD1578AD91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1164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363" name="Line 11">
              <a:extLst>
                <a:ext uri="{FF2B5EF4-FFF2-40B4-BE49-F238E27FC236}">
                  <a16:creationId xmlns:a16="http://schemas.microsoft.com/office/drawing/2014/main" id="{C41BDA58-97D5-4761-AA61-EB1603E42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6" y="1164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364" name="Line 12">
              <a:extLst>
                <a:ext uri="{FF2B5EF4-FFF2-40B4-BE49-F238E27FC236}">
                  <a16:creationId xmlns:a16="http://schemas.microsoft.com/office/drawing/2014/main" id="{3F225DF7-54E4-485D-8C87-A891F2B1E2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4" y="1632"/>
              <a:ext cx="23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0365" name="Line 13">
              <a:extLst>
                <a:ext uri="{FF2B5EF4-FFF2-40B4-BE49-F238E27FC236}">
                  <a16:creationId xmlns:a16="http://schemas.microsoft.com/office/drawing/2014/main" id="{A18D0B15-5777-4B97-8949-F730871C1A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3216"/>
              <a:ext cx="2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0366" name="Group 14">
            <a:extLst>
              <a:ext uri="{FF2B5EF4-FFF2-40B4-BE49-F238E27FC236}">
                <a16:creationId xmlns:a16="http://schemas.microsoft.com/office/drawing/2014/main" id="{0D463C77-DFCC-4247-9DF0-2E1B69E97554}"/>
              </a:ext>
            </a:extLst>
          </p:cNvPr>
          <p:cNvGrpSpPr>
            <a:grpSpLocks/>
          </p:cNvGrpSpPr>
          <p:nvPr/>
        </p:nvGrpSpPr>
        <p:grpSpPr bwMode="auto">
          <a:xfrm>
            <a:off x="701675" y="1763713"/>
            <a:ext cx="3937000" cy="4348162"/>
            <a:chOff x="432" y="1284"/>
            <a:chExt cx="2480" cy="2739"/>
          </a:xfrm>
        </p:grpSpPr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CCE948E4-EB56-4812-8781-A8898FBAC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696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与非门</a:t>
              </a:r>
            </a:p>
          </p:txBody>
        </p:sp>
        <p:pic>
          <p:nvPicPr>
            <p:cNvPr id="100368" name="Picture 16">
              <a:extLst>
                <a:ext uri="{FF2B5EF4-FFF2-40B4-BE49-F238E27FC236}">
                  <a16:creationId xmlns:a16="http://schemas.microsoft.com/office/drawing/2014/main" id="{05F04DBF-0D47-4BD0-BEF7-439F5DBC7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" y="1284"/>
              <a:ext cx="2370" cy="23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aphicFrame>
          <p:nvGraphicFramePr>
            <p:cNvPr id="100369" name="Object 17">
              <a:extLst>
                <a:ext uri="{FF2B5EF4-FFF2-40B4-BE49-F238E27FC236}">
                  <a16:creationId xmlns:a16="http://schemas.microsoft.com/office/drawing/2014/main" id="{B73D1557-CBCC-4A04-94A0-D5ECDD62F46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8" y="2100"/>
            <a:ext cx="6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1" name="Equation" r:id="rId4" imgW="101520" imgH="190440" progId="Equation.3">
                    <p:embed/>
                  </p:oleObj>
                </mc:Choice>
                <mc:Fallback>
                  <p:oleObj name="Equation" r:id="rId4" imgW="101520" imgH="190440" progId="Equation.3">
                    <p:embed/>
                    <p:pic>
                      <p:nvPicPr>
                        <p:cNvPr id="100369" name="Object 17">
                          <a:extLst>
                            <a:ext uri="{FF2B5EF4-FFF2-40B4-BE49-F238E27FC236}">
                              <a16:creationId xmlns:a16="http://schemas.microsoft.com/office/drawing/2014/main" id="{B73D1557-CBCC-4A04-94A0-D5ECDD62F46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2100"/>
                          <a:ext cx="6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0370" name="Object 18">
              <a:extLst>
                <a:ext uri="{FF2B5EF4-FFF2-40B4-BE49-F238E27FC236}">
                  <a16:creationId xmlns:a16="http://schemas.microsoft.com/office/drawing/2014/main" id="{42EE4002-3BE7-4B3C-B9F2-C353D052AF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848" y="2100"/>
            <a:ext cx="64" cy="1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8002" name="Equation" r:id="rId6" imgW="101520" imgH="190440" progId="Equation.3">
                    <p:embed/>
                  </p:oleObj>
                </mc:Choice>
                <mc:Fallback>
                  <p:oleObj name="Equation" r:id="rId6" imgW="101520" imgH="190440" progId="Equation.3">
                    <p:embed/>
                    <p:pic>
                      <p:nvPicPr>
                        <p:cNvPr id="100370" name="Object 18">
                          <a:extLst>
                            <a:ext uri="{FF2B5EF4-FFF2-40B4-BE49-F238E27FC236}">
                              <a16:creationId xmlns:a16="http://schemas.microsoft.com/office/drawing/2014/main" id="{42EE4002-3BE7-4B3C-B9F2-C353D052AF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8" y="2100"/>
                          <a:ext cx="64" cy="1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71" name="Object 19">
            <a:extLst>
              <a:ext uri="{FF2B5EF4-FFF2-40B4-BE49-F238E27FC236}">
                <a16:creationId xmlns:a16="http://schemas.microsoft.com/office/drawing/2014/main" id="{5532D277-8329-48A7-9CF5-A2A142AFD0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07050" y="5678488"/>
          <a:ext cx="21367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03" name="Equation" r:id="rId7" imgW="711000" imgH="253800" progId="Equation.DSMT4">
                  <p:embed/>
                </p:oleObj>
              </mc:Choice>
              <mc:Fallback>
                <p:oleObj name="Equation" r:id="rId7" imgW="711000" imgH="253800" progId="Equation.DSMT4">
                  <p:embed/>
                  <p:pic>
                    <p:nvPicPr>
                      <p:cNvPr id="100371" name="Object 19">
                        <a:extLst>
                          <a:ext uri="{FF2B5EF4-FFF2-40B4-BE49-F238E27FC236}">
                            <a16:creationId xmlns:a16="http://schemas.microsoft.com/office/drawing/2014/main" id="{5532D277-8329-48A7-9CF5-A2A142AFD0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5678488"/>
                        <a:ext cx="2136775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2" name="Text Box 20">
            <a:extLst>
              <a:ext uri="{FF2B5EF4-FFF2-40B4-BE49-F238E27FC236}">
                <a16:creationId xmlns:a16="http://schemas.microsoft.com/office/drawing/2014/main" id="{C13A6BEC-B1BB-43CF-B969-9C317DC5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1719263"/>
            <a:ext cx="23812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工作原理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8858223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autoUpdateAnimBg="0"/>
      <p:bldP spid="100356" grpId="0" autoUpdateAnimBg="0"/>
      <p:bldP spid="100357" grpId="0" autoUpdateAnimBg="0"/>
      <p:bldP spid="100358" grpId="0" autoUpdateAnimBg="0"/>
      <p:bldP spid="100372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Group 2">
            <a:extLst>
              <a:ext uri="{FF2B5EF4-FFF2-40B4-BE49-F238E27FC236}">
                <a16:creationId xmlns:a16="http://schemas.microsoft.com/office/drawing/2014/main" id="{4C3463E5-DD87-4DC5-8722-D1EBFBC13E11}"/>
              </a:ext>
            </a:extLst>
          </p:cNvPr>
          <p:cNvGrpSpPr>
            <a:grpSpLocks/>
          </p:cNvGrpSpPr>
          <p:nvPr/>
        </p:nvGrpSpPr>
        <p:grpSpPr bwMode="auto">
          <a:xfrm>
            <a:off x="4775200" y="2174875"/>
            <a:ext cx="3754438" cy="3028950"/>
            <a:chOff x="3395" y="1164"/>
            <a:chExt cx="2365" cy="2064"/>
          </a:xfrm>
        </p:grpSpPr>
        <p:sp>
          <p:nvSpPr>
            <p:cNvPr id="101379" name="Line 3">
              <a:extLst>
                <a:ext uri="{FF2B5EF4-FFF2-40B4-BE49-F238E27FC236}">
                  <a16:creationId xmlns:a16="http://schemas.microsoft.com/office/drawing/2014/main" id="{B3B4D1F4-82BF-4D1E-9828-55445A9EE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1164"/>
              <a:ext cx="23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380" name="Text Box 4">
              <a:extLst>
                <a:ext uri="{FF2B5EF4-FFF2-40B4-BE49-F238E27FC236}">
                  <a16:creationId xmlns:a16="http://schemas.microsoft.com/office/drawing/2014/main" id="{6950DF41-7076-448A-A1C3-9D46BD8174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5" y="1281"/>
              <a:ext cx="2365" cy="3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A    B   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1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2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3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T</a:t>
              </a:r>
              <a:r>
                <a:rPr kumimoji="1" lang="en-US" altLang="zh-CN" sz="2800" b="1" i="0" u="none" strike="noStrike" kern="1200" cap="none" spc="0" normalizeH="0" baseline="-2500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4     </a:t>
              </a:r>
              <a:r>
                <a:rPr kumimoji="1" lang="en-US" altLang="zh-CN" sz="2800" b="1" i="0" u="none" strike="noStrike" kern="1200" cap="none" spc="0" normalizeH="0" baseline="0" noProof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长城楷体" pitchFamily="49" charset="-122"/>
                  <a:cs typeface="+mn-cs"/>
                </a:rPr>
                <a:t>Y</a:t>
              </a:r>
            </a:p>
          </p:txBody>
        </p:sp>
        <p:sp>
          <p:nvSpPr>
            <p:cNvPr id="101381" name="Line 5">
              <a:extLst>
                <a:ext uri="{FF2B5EF4-FFF2-40B4-BE49-F238E27FC236}">
                  <a16:creationId xmlns:a16="http://schemas.microsoft.com/office/drawing/2014/main" id="{2C55E879-F2DC-45C6-8205-9BA0DCA90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2" y="1164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382" name="Line 6">
              <a:extLst>
                <a:ext uri="{FF2B5EF4-FFF2-40B4-BE49-F238E27FC236}">
                  <a16:creationId xmlns:a16="http://schemas.microsoft.com/office/drawing/2014/main" id="{C68F4997-2489-47AA-B178-DA3FE15D63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6" y="1164"/>
              <a:ext cx="0" cy="20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383" name="Line 7">
              <a:extLst>
                <a:ext uri="{FF2B5EF4-FFF2-40B4-BE49-F238E27FC236}">
                  <a16:creationId xmlns:a16="http://schemas.microsoft.com/office/drawing/2014/main" id="{C9936F31-EEA5-4249-AEA9-441B65160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4" y="1632"/>
              <a:ext cx="23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1384" name="Line 8">
              <a:extLst>
                <a:ext uri="{FF2B5EF4-FFF2-40B4-BE49-F238E27FC236}">
                  <a16:creationId xmlns:a16="http://schemas.microsoft.com/office/drawing/2014/main" id="{5A47581C-27B7-4D44-B203-1EB16E0E7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8" y="3216"/>
              <a:ext cx="22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1385" name="Text Box 9">
            <a:extLst>
              <a:ext uri="{FF2B5EF4-FFF2-40B4-BE49-F238E27FC236}">
                <a16:creationId xmlns:a16="http://schemas.microsoft.com/office/drawing/2014/main" id="{4D049FD4-F67E-42B1-98BE-CD35E2223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524000"/>
            <a:ext cx="23812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工作原理</a:t>
            </a: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rgbClr val="CC0066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rPr>
              <a:t>:</a:t>
            </a:r>
          </a:p>
        </p:txBody>
      </p:sp>
      <p:sp>
        <p:nvSpPr>
          <p:cNvPr id="101386" name="Text Box 10">
            <a:extLst>
              <a:ext uri="{FF2B5EF4-FFF2-40B4-BE49-F238E27FC236}">
                <a16:creationId xmlns:a16="http://schemas.microsoft.com/office/drawing/2014/main" id="{F5D0823A-3B80-4D02-A957-435A08276D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0913" y="3006725"/>
            <a:ext cx="37988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rPr>
              <a:t>0    0 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×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×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1</a:t>
            </a:r>
          </a:p>
        </p:txBody>
      </p:sp>
      <p:sp>
        <p:nvSpPr>
          <p:cNvPr id="101387" name="Text Box 11">
            <a:extLst>
              <a:ext uri="{FF2B5EF4-FFF2-40B4-BE49-F238E27FC236}">
                <a16:creationId xmlns:a16="http://schemas.microsoft.com/office/drawing/2014/main" id="{D35F6058-4F80-4F76-8296-255151815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0913" y="3490913"/>
            <a:ext cx="38481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rPr>
              <a:t>0    1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×  ×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Monotype Sorts" pitchFamily="2" charset="2"/>
              </a:rPr>
              <a:t> 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 </a:t>
            </a:r>
            <a:r>
              <a:rPr kumimoji="1" lang="en-US" altLang="zh-CN" sz="18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  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0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  </a:t>
            </a:r>
          </a:p>
        </p:txBody>
      </p:sp>
      <p:sp>
        <p:nvSpPr>
          <p:cNvPr id="101388" name="Text Box 12">
            <a:extLst>
              <a:ext uri="{FF2B5EF4-FFF2-40B4-BE49-F238E27FC236}">
                <a16:creationId xmlns:a16="http://schemas.microsoft.com/office/drawing/2014/main" id="{E778DCC4-A3BB-42C4-A058-1435A0358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263" y="4024313"/>
            <a:ext cx="3805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rPr>
              <a:t>1    0 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 × ×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0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 </a:t>
            </a:r>
          </a:p>
        </p:txBody>
      </p:sp>
      <p:sp>
        <p:nvSpPr>
          <p:cNvPr id="101389" name="Text Box 13">
            <a:extLst>
              <a:ext uri="{FF2B5EF4-FFF2-40B4-BE49-F238E27FC236}">
                <a16:creationId xmlns:a16="http://schemas.microsoft.com/office/drawing/2014/main" id="{157982BC-16B1-4FC3-8479-C45F5F097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3613" y="4576763"/>
            <a:ext cx="380523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</a:rPr>
              <a:t>1    1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×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  <a:sym typeface="Marlett" pitchFamily="2" charset="2"/>
              </a:rPr>
              <a:t>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×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Symbol" panose="05050102010706020507" pitchFamily="18" charset="2"/>
              </a:rPr>
              <a:t>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  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onotype Sorts" pitchFamily="2" charset="2"/>
              </a:rPr>
              <a:t>0</a:t>
            </a:r>
            <a:r>
              <a:rPr kumimoji="1" lang="en-US" altLang="zh-CN" sz="3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长城楷体" pitchFamily="49" charset="-122"/>
                <a:cs typeface="+mn-cs"/>
                <a:sym typeface="Marlett" pitchFamily="2" charset="2"/>
              </a:rPr>
              <a:t> </a:t>
            </a:r>
          </a:p>
        </p:txBody>
      </p:sp>
      <p:graphicFrame>
        <p:nvGraphicFramePr>
          <p:cNvPr id="101390" name="Object 14">
            <a:extLst>
              <a:ext uri="{FF2B5EF4-FFF2-40B4-BE49-F238E27FC236}">
                <a16:creationId xmlns:a16="http://schemas.microsoft.com/office/drawing/2014/main" id="{7AA88558-360B-4424-BB49-9EAB00E07C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81550" y="5384800"/>
          <a:ext cx="2278063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51" name="Equation" r:id="rId3" imgW="850680" imgH="253800" progId="Equation.DSMT4">
                  <p:embed/>
                </p:oleObj>
              </mc:Choice>
              <mc:Fallback>
                <p:oleObj name="Equation" r:id="rId3" imgW="850680" imgH="253800" progId="Equation.DSMT4">
                  <p:embed/>
                  <p:pic>
                    <p:nvPicPr>
                      <p:cNvPr id="101390" name="Object 14">
                        <a:extLst>
                          <a:ext uri="{FF2B5EF4-FFF2-40B4-BE49-F238E27FC236}">
                            <a16:creationId xmlns:a16="http://schemas.microsoft.com/office/drawing/2014/main" id="{7AA88558-360B-4424-BB49-9EAB00E07C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1550" y="5384800"/>
                        <a:ext cx="2278063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1391" name="Group 15">
            <a:extLst>
              <a:ext uri="{FF2B5EF4-FFF2-40B4-BE49-F238E27FC236}">
                <a16:creationId xmlns:a16="http://schemas.microsoft.com/office/drawing/2014/main" id="{46B22427-AB50-4C16-BF05-3383C3152458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1295400"/>
            <a:ext cx="3830638" cy="4751388"/>
            <a:chOff x="240" y="816"/>
            <a:chExt cx="2413" cy="2993"/>
          </a:xfrm>
        </p:grpSpPr>
        <p:sp>
          <p:nvSpPr>
            <p:cNvPr id="101392" name="Text Box 16">
              <a:extLst>
                <a:ext uri="{FF2B5EF4-FFF2-40B4-BE49-F238E27FC236}">
                  <a16:creationId xmlns:a16="http://schemas.microsoft.com/office/drawing/2014/main" id="{BDFF3F12-F29D-4ED1-8866-2EA7AC3277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9" y="3482"/>
              <a:ext cx="93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或非门</a:t>
              </a:r>
            </a:p>
          </p:txBody>
        </p:sp>
        <p:pic>
          <p:nvPicPr>
            <p:cNvPr id="101393" name="Picture 17">
              <a:extLst>
                <a:ext uri="{FF2B5EF4-FFF2-40B4-BE49-F238E27FC236}">
                  <a16:creationId xmlns:a16="http://schemas.microsoft.com/office/drawing/2014/main" id="{D0C4AC2D-C7B8-4FF9-8182-8A482BE2CE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" y="816"/>
              <a:ext cx="2384" cy="2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1394" name="Text Box 18">
              <a:extLst>
                <a:ext uri="{FF2B5EF4-FFF2-40B4-BE49-F238E27FC236}">
                  <a16:creationId xmlns:a16="http://schemas.microsoft.com/office/drawing/2014/main" id="{39179E32-2319-4513-BE9C-E4FC22603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905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</a:p>
          </p:txBody>
        </p:sp>
        <p:sp>
          <p:nvSpPr>
            <p:cNvPr id="101395" name="Text Box 19">
              <a:extLst>
                <a:ext uri="{FF2B5EF4-FFF2-40B4-BE49-F238E27FC236}">
                  <a16:creationId xmlns:a16="http://schemas.microsoft.com/office/drawing/2014/main" id="{C1AAD7A2-4D84-47E7-A911-AC1EE2C65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8" y="1451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3</a:t>
              </a:r>
            </a:p>
          </p:txBody>
        </p:sp>
        <p:sp>
          <p:nvSpPr>
            <p:cNvPr id="101396" name="Text Box 20">
              <a:extLst>
                <a:ext uri="{FF2B5EF4-FFF2-40B4-BE49-F238E27FC236}">
                  <a16:creationId xmlns:a16="http://schemas.microsoft.com/office/drawing/2014/main" id="{27E34D74-854F-4798-8580-5603BC380C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8" y="2529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37795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01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13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85" grpId="0" autoUpdateAnimBg="0"/>
      <p:bldP spid="101386" grpId="0" autoUpdateAnimBg="0"/>
      <p:bldP spid="101387" grpId="0" autoUpdateAnimBg="0"/>
      <p:bldP spid="101388" grpId="0" autoUpdateAnimBg="0"/>
      <p:bldP spid="101389" grpId="0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2">
            <a:extLst>
              <a:ext uri="{FF2B5EF4-FFF2-40B4-BE49-F238E27FC236}">
                <a16:creationId xmlns:a16="http://schemas.microsoft.com/office/drawing/2014/main" id="{46108AB4-312B-4CCF-9D80-3170246D5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4959350"/>
            <a:ext cx="7543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此类门电路的缺点：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）输出电阻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R</a:t>
            </a:r>
            <a:r>
              <a:rPr kumimoji="1" lang="en-US" altLang="zh-CN" sz="2400" b="1" i="0" u="none" strike="noStrike" kern="1200" cap="none" spc="0" normalizeH="0" baseline="-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O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受输入状态影响；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）输出的高低电平受输入端数目的影响。 </a:t>
            </a:r>
          </a:p>
        </p:txBody>
      </p:sp>
      <p:graphicFrame>
        <p:nvGraphicFramePr>
          <p:cNvPr id="102403" name="Object 3">
            <a:extLst>
              <a:ext uri="{FF2B5EF4-FFF2-40B4-BE49-F238E27FC236}">
                <a16:creationId xmlns:a16="http://schemas.microsoft.com/office/drawing/2014/main" id="{C14BB8D9-BE82-48EF-B59F-D4C6058C4D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7438" y="1795463"/>
          <a:ext cx="10160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2" name="Equation" r:id="rId3" imgW="101520" imgH="190440" progId="Equation.3">
                  <p:embed/>
                </p:oleObj>
              </mc:Choice>
              <mc:Fallback>
                <p:oleObj name="Equation" r:id="rId3" imgW="101520" imgH="190440" progId="Equation.3">
                  <p:embed/>
                  <p:pic>
                    <p:nvPicPr>
                      <p:cNvPr id="102403" name="Object 3">
                        <a:extLst>
                          <a:ext uri="{FF2B5EF4-FFF2-40B4-BE49-F238E27FC236}">
                            <a16:creationId xmlns:a16="http://schemas.microsoft.com/office/drawing/2014/main" id="{C14BB8D9-BE82-48EF-B59F-D4C6058C4D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1795463"/>
                        <a:ext cx="101600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04" name="Object 4">
            <a:extLst>
              <a:ext uri="{FF2B5EF4-FFF2-40B4-BE49-F238E27FC236}">
                <a16:creationId xmlns:a16="http://schemas.microsoft.com/office/drawing/2014/main" id="{3BF87AD4-2CEC-4C1C-9BE7-9DBDBD0AC9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97438" y="1795463"/>
          <a:ext cx="10160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13" name="Equation" r:id="rId5" imgW="101520" imgH="190440" progId="Equation.3">
                  <p:embed/>
                </p:oleObj>
              </mc:Choice>
              <mc:Fallback>
                <p:oleObj name="Equation" r:id="rId5" imgW="101520" imgH="190440" progId="Equation.3">
                  <p:embed/>
                  <p:pic>
                    <p:nvPicPr>
                      <p:cNvPr id="102404" name="Object 4">
                        <a:extLst>
                          <a:ext uri="{FF2B5EF4-FFF2-40B4-BE49-F238E27FC236}">
                            <a16:creationId xmlns:a16="http://schemas.microsoft.com/office/drawing/2014/main" id="{3BF87AD4-2CEC-4C1C-9BE7-9DBDBD0AC9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7438" y="1795463"/>
                        <a:ext cx="101600" cy="171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05" name="Text Box 5">
            <a:extLst>
              <a:ext uri="{FF2B5EF4-FFF2-40B4-BE49-F238E27FC236}">
                <a16:creationId xmlns:a16="http://schemas.microsoft.com/office/drawing/2014/main" id="{48C9FF05-4B3E-42E1-ADA7-DCF90C461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849" y="585788"/>
            <a:ext cx="611188" cy="173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连接规律</a:t>
            </a:r>
          </a:p>
        </p:txBody>
      </p:sp>
      <p:grpSp>
        <p:nvGrpSpPr>
          <p:cNvPr id="102406" name="Group 6">
            <a:extLst>
              <a:ext uri="{FF2B5EF4-FFF2-40B4-BE49-F238E27FC236}">
                <a16:creationId xmlns:a16="http://schemas.microsoft.com/office/drawing/2014/main" id="{0A476FC1-8705-4E99-88CA-0540C1469E34}"/>
              </a:ext>
            </a:extLst>
          </p:cNvPr>
          <p:cNvGrpSpPr>
            <a:grpSpLocks/>
          </p:cNvGrpSpPr>
          <p:nvPr/>
        </p:nvGrpSpPr>
        <p:grpSpPr bwMode="auto">
          <a:xfrm>
            <a:off x="1062038" y="503238"/>
            <a:ext cx="3762375" cy="3427412"/>
            <a:chOff x="669" y="402"/>
            <a:chExt cx="2370" cy="2159"/>
          </a:xfrm>
        </p:grpSpPr>
        <p:pic>
          <p:nvPicPr>
            <p:cNvPr id="102407" name="Picture 7">
              <a:extLst>
                <a:ext uri="{FF2B5EF4-FFF2-40B4-BE49-F238E27FC236}">
                  <a16:creationId xmlns:a16="http://schemas.microsoft.com/office/drawing/2014/main" id="{7EDF2945-F705-4648-8206-75C751906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9" y="402"/>
              <a:ext cx="2370" cy="2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408" name="Text Box 8">
              <a:extLst>
                <a:ext uri="{FF2B5EF4-FFF2-40B4-BE49-F238E27FC236}">
                  <a16:creationId xmlns:a16="http://schemas.microsoft.com/office/drawing/2014/main" id="{68C38576-062C-4D8D-B7AC-AC6387875A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2273"/>
              <a:ext cx="864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与非门</a:t>
              </a:r>
            </a:p>
          </p:txBody>
        </p:sp>
      </p:grpSp>
      <p:grpSp>
        <p:nvGrpSpPr>
          <p:cNvPr id="102409" name="Group 9">
            <a:extLst>
              <a:ext uri="{FF2B5EF4-FFF2-40B4-BE49-F238E27FC236}">
                <a16:creationId xmlns:a16="http://schemas.microsoft.com/office/drawing/2014/main" id="{A45926E6-7589-4156-87D9-212F177188FA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368300"/>
            <a:ext cx="3830637" cy="4103688"/>
            <a:chOff x="3107" y="232"/>
            <a:chExt cx="2413" cy="2585"/>
          </a:xfrm>
        </p:grpSpPr>
        <p:pic>
          <p:nvPicPr>
            <p:cNvPr id="102410" name="Picture 10">
              <a:extLst>
                <a:ext uri="{FF2B5EF4-FFF2-40B4-BE49-F238E27FC236}">
                  <a16:creationId xmlns:a16="http://schemas.microsoft.com/office/drawing/2014/main" id="{67C50726-A1AE-4250-AAD8-2949C8E1A3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07" y="232"/>
              <a:ext cx="2384" cy="256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2411" name="Text Box 11">
              <a:extLst>
                <a:ext uri="{FF2B5EF4-FFF2-40B4-BE49-F238E27FC236}">
                  <a16:creationId xmlns:a16="http://schemas.microsoft.com/office/drawing/2014/main" id="{AA5DDF35-E69E-4A27-AA66-7B238D734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7" y="1321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1</a:t>
              </a:r>
            </a:p>
          </p:txBody>
        </p:sp>
        <p:sp>
          <p:nvSpPr>
            <p:cNvPr id="102412" name="Text Box 12">
              <a:extLst>
                <a:ext uri="{FF2B5EF4-FFF2-40B4-BE49-F238E27FC236}">
                  <a16:creationId xmlns:a16="http://schemas.microsoft.com/office/drawing/2014/main" id="{F064833E-ECB4-4F61-851D-D7B20ADCD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95" y="867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3</a:t>
              </a:r>
            </a:p>
          </p:txBody>
        </p:sp>
        <p:sp>
          <p:nvSpPr>
            <p:cNvPr id="102413" name="Text Box 13">
              <a:extLst>
                <a:ext uri="{FF2B5EF4-FFF2-40B4-BE49-F238E27FC236}">
                  <a16:creationId xmlns:a16="http://schemas.microsoft.com/office/drawing/2014/main" id="{D1184DF9-666B-484C-9384-94C1A3F070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5" y="1945"/>
              <a:ext cx="425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T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rgbClr val="CC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2</a:t>
              </a:r>
            </a:p>
          </p:txBody>
        </p:sp>
        <p:sp>
          <p:nvSpPr>
            <p:cNvPr id="102414" name="Text Box 14">
              <a:extLst>
                <a:ext uri="{FF2B5EF4-FFF2-40B4-BE49-F238E27FC236}">
                  <a16:creationId xmlns:a16="http://schemas.microsoft.com/office/drawing/2014/main" id="{B1CB82F2-BCBF-4E7F-A904-F24A25B96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2529"/>
              <a:ext cx="939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+mn-cs"/>
                </a:rPr>
                <a:t>或非门</a:t>
              </a:r>
            </a:p>
          </p:txBody>
        </p:sp>
      </p:grpSp>
      <p:sp>
        <p:nvSpPr>
          <p:cNvPr id="102415" name="Rectangle 15">
            <a:extLst>
              <a:ext uri="{FF2B5EF4-FFF2-40B4-BE49-F238E27FC236}">
                <a16:creationId xmlns:a16="http://schemas.microsoft.com/office/drawing/2014/main" id="{79C0171C-BFC8-4282-9BF8-4C9CDBA6087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836613" y="3944938"/>
            <a:ext cx="4629150" cy="946150"/>
          </a:xfrm>
          <a:prstGeom prst="rect">
            <a:avLst/>
          </a:prstGeom>
          <a:ln w="28575">
            <a:solidFill>
              <a:srgbClr val="009900"/>
            </a:solidFill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与非门：</a:t>
            </a:r>
            <a:r>
              <a:rPr lang="en-US" altLang="zh-CN" sz="2400" b="1">
                <a:ea typeface="楷体_GB2312" pitchFamily="49" charset="-122"/>
              </a:rPr>
              <a:t>NMOS</a:t>
            </a:r>
            <a:r>
              <a:rPr lang="zh-CN" altLang="en-US" sz="2400" b="1">
                <a:solidFill>
                  <a:srgbClr val="CC0066"/>
                </a:solidFill>
                <a:ea typeface="楷体_GB2312" pitchFamily="49" charset="-122"/>
              </a:rPr>
              <a:t>串</a:t>
            </a:r>
            <a:r>
              <a:rPr lang="zh-CN" altLang="en-US" sz="2400" b="1">
                <a:ea typeface="楷体_GB2312" pitchFamily="49" charset="-122"/>
              </a:rPr>
              <a:t>，</a:t>
            </a:r>
            <a:r>
              <a:rPr lang="en-US" altLang="zh-CN" sz="2400" b="1">
                <a:ea typeface="楷体_GB2312" pitchFamily="49" charset="-122"/>
              </a:rPr>
              <a:t>PMOS</a:t>
            </a:r>
            <a:r>
              <a:rPr lang="zh-CN" altLang="en-US" sz="2400" b="1">
                <a:solidFill>
                  <a:srgbClr val="CC0066"/>
                </a:solidFill>
                <a:ea typeface="楷体_GB2312" pitchFamily="49" charset="-122"/>
              </a:rPr>
              <a:t>并</a:t>
            </a:r>
            <a:r>
              <a:rPr lang="zh-CN" altLang="en-US" sz="2400" b="1">
                <a:ea typeface="楷体_GB2312" pitchFamily="49" charset="-122"/>
              </a:rPr>
              <a:t>；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或非门：</a:t>
            </a:r>
            <a:r>
              <a:rPr lang="en-US" altLang="zh-CN" sz="2400" b="1">
                <a:ea typeface="楷体_GB2312" pitchFamily="49" charset="-122"/>
              </a:rPr>
              <a:t>NMOS</a:t>
            </a:r>
            <a:r>
              <a:rPr lang="zh-CN" altLang="en-US" sz="2400" b="1">
                <a:solidFill>
                  <a:srgbClr val="CC0066"/>
                </a:solidFill>
                <a:ea typeface="楷体_GB2312" pitchFamily="49" charset="-122"/>
              </a:rPr>
              <a:t>并</a:t>
            </a:r>
            <a:r>
              <a:rPr lang="zh-CN" altLang="en-US" sz="2400" b="1">
                <a:ea typeface="楷体_GB2312" pitchFamily="49" charset="-122"/>
              </a:rPr>
              <a:t>，</a:t>
            </a:r>
            <a:r>
              <a:rPr lang="en-US" altLang="zh-CN" sz="2400" b="1">
                <a:ea typeface="楷体_GB2312" pitchFamily="49" charset="-122"/>
              </a:rPr>
              <a:t>PMOS</a:t>
            </a:r>
            <a:r>
              <a:rPr lang="zh-CN" altLang="en-US" sz="2400" b="1">
                <a:solidFill>
                  <a:srgbClr val="CC0066"/>
                </a:solidFill>
                <a:ea typeface="楷体_GB2312" pitchFamily="49" charset="-122"/>
              </a:rPr>
              <a:t>串</a:t>
            </a:r>
            <a:r>
              <a:rPr lang="zh-CN" altLang="en-US" sz="2400" b="1">
                <a:ea typeface="楷体_GB2312" pitchFamily="49" charset="-122"/>
              </a:rPr>
              <a:t>。</a:t>
            </a:r>
            <a:r>
              <a:rPr lang="zh-CN" altLang="en-US" sz="2800" b="1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92041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024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24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24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 autoUpdateAnimBg="0"/>
      <p:bldP spid="102405" grpId="0"/>
      <p:bldP spid="102415" grpId="0" build="p" animBg="1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7D35246C-9D36-40E0-9313-1104F98E950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162287"/>
            <a:ext cx="8229600" cy="897370"/>
          </a:xfrm>
          <a:noFill/>
          <a:ln/>
        </p:spPr>
        <p:txBody>
          <a:bodyPr/>
          <a:lstStyle/>
          <a:p>
            <a:pPr algn="l"/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二、带缓冲级的</a:t>
            </a:r>
            <a:r>
              <a:rPr lang="en-US" altLang="zh-CN" sz="2800" b="1" dirty="0">
                <a:solidFill>
                  <a:schemeClr val="tx1"/>
                </a:solidFill>
                <a:ea typeface="楷体_GB2312" pitchFamily="49" charset="-122"/>
              </a:rPr>
              <a:t>CMOS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与非门和或非门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062B3237-1FA3-4670-B128-1FECEC304803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179513"/>
            <a:ext cx="5600700" cy="614362"/>
          </a:xfrm>
          <a:prstGeom prst="rect">
            <a:avLst/>
          </a:prstGeo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zh-CN" altLang="en-US" sz="2400" b="1">
                <a:ea typeface="楷体_GB2312" pitchFamily="49" charset="-122"/>
              </a:rPr>
              <a:t>（</a:t>
            </a:r>
            <a:r>
              <a:rPr lang="en-US" altLang="zh-CN" sz="2400" b="1">
                <a:ea typeface="楷体_GB2312" pitchFamily="49" charset="-122"/>
              </a:rPr>
              <a:t>1</a:t>
            </a:r>
            <a:r>
              <a:rPr lang="zh-CN" altLang="en-US" sz="2400" b="1">
                <a:ea typeface="楷体_GB2312" pitchFamily="49" charset="-122"/>
              </a:rPr>
              <a:t>）带缓冲级的</a:t>
            </a:r>
            <a:r>
              <a:rPr lang="en-US" altLang="zh-CN" sz="2400" b="1">
                <a:ea typeface="楷体_GB2312" pitchFamily="49" charset="-122"/>
              </a:rPr>
              <a:t>CMOS</a:t>
            </a:r>
            <a:r>
              <a:rPr lang="zh-CN" altLang="en-US" sz="2400" b="1">
                <a:ea typeface="楷体_GB2312" pitchFamily="49" charset="-122"/>
              </a:rPr>
              <a:t>与非门</a:t>
            </a:r>
            <a:r>
              <a:rPr lang="zh-CN" altLang="en-US" sz="2800" b="1">
                <a:ea typeface="楷体_GB2312" pitchFamily="49" charset="-122"/>
              </a:rPr>
              <a:t> </a:t>
            </a:r>
          </a:p>
        </p:txBody>
      </p:sp>
      <p:pic>
        <p:nvPicPr>
          <p:cNvPr id="103428" name="Picture 4" descr="3-3-29">
            <a:extLst>
              <a:ext uri="{FF2B5EF4-FFF2-40B4-BE49-F238E27FC236}">
                <a16:creationId xmlns:a16="http://schemas.microsoft.com/office/drawing/2014/main" id="{C5C71C52-0F41-4B13-80E9-D06E705AE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3" y="1763713"/>
            <a:ext cx="8569325" cy="309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429" name="Rectangle 5">
            <a:extLst>
              <a:ext uri="{FF2B5EF4-FFF2-40B4-BE49-F238E27FC236}">
                <a16:creationId xmlns:a16="http://schemas.microsoft.com/office/drawing/2014/main" id="{94C05C22-7A8D-4F8E-B5DF-5C2F223F8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175" y="4329113"/>
            <a:ext cx="3330575" cy="614362"/>
          </a:xfrm>
          <a:prstGeom prst="rect">
            <a:avLst/>
          </a:prstGeom>
          <a:noFill/>
          <a:ln w="28575" cmpd="sng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或非门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+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缓冲器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与非门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</a:p>
        </p:txBody>
      </p:sp>
      <p:sp>
        <p:nvSpPr>
          <p:cNvPr id="103430" name="Oval 6">
            <a:extLst>
              <a:ext uri="{FF2B5EF4-FFF2-40B4-BE49-F238E27FC236}">
                <a16:creationId xmlns:a16="http://schemas.microsoft.com/office/drawing/2014/main" id="{31D038F0-9549-4937-A97B-FDBD8011D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2025" y="2033588"/>
            <a:ext cx="1574800" cy="3060700"/>
          </a:xfrm>
          <a:prstGeom prst="ellips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31" name="Rectangle 7">
            <a:extLst>
              <a:ext uri="{FF2B5EF4-FFF2-40B4-BE49-F238E27FC236}">
                <a16:creationId xmlns:a16="http://schemas.microsoft.com/office/drawing/2014/main" id="{6BC9EB9D-D776-419A-B2CD-5BE4FA056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5138738"/>
            <a:ext cx="5600700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）带缓冲级的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CMOS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或非门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楷体_GB2312" pitchFamily="49" charset="-122"/>
              <a:cs typeface="+mn-cs"/>
            </a:endParaRPr>
          </a:p>
        </p:txBody>
      </p:sp>
      <p:sp>
        <p:nvSpPr>
          <p:cNvPr id="103432" name="Rectangle 8">
            <a:extLst>
              <a:ext uri="{FF2B5EF4-FFF2-40B4-BE49-F238E27FC236}">
                <a16:creationId xmlns:a16="http://schemas.microsoft.com/office/drawing/2014/main" id="{BE9091D9-9B01-4954-8CA3-9AAD87169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5724525"/>
            <a:ext cx="3330575" cy="614363"/>
          </a:xfrm>
          <a:prstGeom prst="rect">
            <a:avLst/>
          </a:prstGeom>
          <a:noFill/>
          <a:ln w="28575" cmpd="sng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与非门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+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缓冲器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=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或非门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楷体_GB2312" pitchFamily="49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0661333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3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7" dur="2000"/>
                                        <p:tgtEl>
                                          <p:spTgt spid="103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3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4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3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build="p" autoUpdateAnimBg="0"/>
      <p:bldP spid="103429" grpId="0" animBg="1" autoUpdateAnimBg="0"/>
      <p:bldP spid="103431" grpId="0" build="p" autoUpdateAnimBg="0"/>
      <p:bldP spid="103432" grpId="0" animBg="1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51588A0-08B3-4079-BD5E-328FB5AEF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663" y="177800"/>
            <a:ext cx="4270375" cy="469900"/>
          </a:xfrm>
          <a:ln>
            <a:noFill/>
          </a:ln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ysClr val="windowText" lastClr="000000"/>
                </a:solidFill>
              </a:rPr>
              <a:t>CMOS</a:t>
            </a:r>
            <a:r>
              <a:rPr lang="zh-CN" altLang="en-US" sz="2800" b="1">
                <a:solidFill>
                  <a:sysClr val="windowText" lastClr="000000"/>
                </a:solidFill>
                <a:latin typeface="宋体" panose="02010600030101010101" pitchFamily="2" charset="-122"/>
              </a:rPr>
              <a:t>逻辑门电路的系列</a:t>
            </a:r>
          </a:p>
        </p:txBody>
      </p:sp>
      <p:sp>
        <p:nvSpPr>
          <p:cNvPr id="134147" name="Text Box 3">
            <a:extLst>
              <a:ext uri="{FF2B5EF4-FFF2-40B4-BE49-F238E27FC236}">
                <a16:creationId xmlns:a16="http://schemas.microsoft.com/office/drawing/2014/main" id="{11E71CD3-B036-4AF2-BAF1-116D9F392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62000"/>
            <a:ext cx="6261100" cy="1241237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）基本的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4000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系列。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）高速的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HC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系列。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兼容的高速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urier New" panose="02070309020205020404" pitchFamily="49" charset="0"/>
                <a:ea typeface="宋体" panose="02010600030101010101" pitchFamily="2" charset="-122"/>
                <a:cs typeface="+mn-cs"/>
              </a:rPr>
              <a:t>——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HCT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系列。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48" name="Text Box 4">
            <a:extLst>
              <a:ext uri="{FF2B5EF4-FFF2-40B4-BE49-F238E27FC236}">
                <a16:creationId xmlns:a16="http://schemas.microsoft.com/office/drawing/2014/main" id="{10ABB3A7-3188-446C-9891-CF800B520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8" y="2052638"/>
            <a:ext cx="5778500" cy="519112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逻辑门电路主要参数的特点</a:t>
            </a:r>
          </a:p>
        </p:txBody>
      </p:sp>
      <p:sp>
        <p:nvSpPr>
          <p:cNvPr id="134149" name="Text Box 5">
            <a:extLst>
              <a:ext uri="{FF2B5EF4-FFF2-40B4-BE49-F238E27FC236}">
                <a16:creationId xmlns:a16="http://schemas.microsoft.com/office/drawing/2014/main" id="{5BAFB3F3-32A0-4C43-AA3E-FCBACF993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8" y="2635250"/>
            <a:ext cx="8780462" cy="3268587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min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-0.1V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；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max</a:t>
            </a:r>
            <a:r>
              <a:rPr kumimoji="1" lang="zh-CN" altLang="en-US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=0.1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所以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门电路的逻辑摆幅（即高低电平之差）较大。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）阈值电压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th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约为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/2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非门的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OL</a:t>
            </a:r>
            <a:r>
              <a:rPr lang="en-US" altLang="zh-CN" sz="2400" baseline="-25000" dirty="0">
                <a:solidFill>
                  <a:sysClr val="windowText" lastClr="000000"/>
                </a:solidFill>
              </a:rPr>
              <a:t>(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max)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0.3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OH(min)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0.7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>
                <a:solidFill>
                  <a:sysClr val="windowText" lastClr="000000"/>
                </a:solidFill>
                <a:latin typeface="宋体" panose="02010600030101010101" pitchFamily="2" charset="-122"/>
              </a:rPr>
              <a:t>  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因此，其高、低电平噪声容限均达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0.3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DD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电路的功耗很小，一般小于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 </a:t>
            </a:r>
            <a:r>
              <a:rPr kumimoji="1" lang="en-US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mW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/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门；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）因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电路有极高的输入阻抗，故其扇出系数很大， </a:t>
            </a:r>
          </a:p>
          <a:p>
            <a:pPr marL="0" marR="0" lvl="0" indent="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 可达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50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。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4150" name="Text Box 6">
            <a:extLst>
              <a:ext uri="{FF2B5EF4-FFF2-40B4-BE49-F238E27FC236}">
                <a16:creationId xmlns:a16="http://schemas.microsoft.com/office/drawing/2014/main" id="{35857246-5A94-40F9-A9A7-7FD92B9F0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5861050"/>
            <a:ext cx="8951913" cy="830997"/>
          </a:xfrm>
          <a:prstGeom prst="rect">
            <a:avLst/>
          </a:prstGeom>
          <a:noFill/>
          <a:ln w="3810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CMOS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门电路功耗低，扇出数大，噪声容限大，开关速度与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TTL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接近，易大规模集成，已成为数字集成电路的发展方向。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14DEE040-353A-4A6B-8537-5F8815B4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noFill/>
          </a:ln>
        </p:spPr>
        <p:txBody>
          <a:bodyPr/>
          <a:lstStyle/>
          <a:p>
            <a:fld id="{D639702C-352F-43CE-989D-82DB2C1A5AF7}" type="slidenum">
              <a:rPr lang="en-US" altLang="zh-CN" smtClean="0">
                <a:solidFill>
                  <a:sysClr val="windowText" lastClr="000000"/>
                </a:solidFill>
              </a:rPr>
              <a:pPr/>
              <a:t>55</a:t>
            </a:fld>
            <a:endParaRPr lang="en-US" altLang="zh-CN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7889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4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4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6" grpId="0" autoUpdateAnimBg="0"/>
      <p:bldP spid="134147" grpId="0" animBg="1" autoUpdateAnimBg="0"/>
      <p:bldP spid="134148" grpId="0" animBg="1" autoUpdateAnimBg="0"/>
      <p:bldP spid="134149" grpId="0" animBg="1" autoUpdateAnimBg="0"/>
      <p:bldP spid="134150" grpId="0" animBg="1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5D516FD2-1815-45A6-B2DD-49A6974651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73288" y="17463"/>
            <a:ext cx="4795837" cy="569912"/>
          </a:xfrm>
        </p:spPr>
        <p:txBody>
          <a:bodyPr/>
          <a:lstStyle/>
          <a:p>
            <a:pPr algn="l" eaLnBrk="1" hangingPunct="1"/>
            <a:r>
              <a:rPr lang="zh-CN" altLang="en-US" sz="3200" b="1">
                <a:solidFill>
                  <a:schemeClr val="bg1"/>
                </a:solidFill>
                <a:latin typeface="宋体" panose="02010600030101010101" pitchFamily="2" charset="-122"/>
              </a:rPr>
              <a:t>各种集成门电路性能比较</a:t>
            </a:r>
          </a:p>
        </p:txBody>
      </p:sp>
      <p:grpSp>
        <p:nvGrpSpPr>
          <p:cNvPr id="135171" name="Group 3">
            <a:extLst>
              <a:ext uri="{FF2B5EF4-FFF2-40B4-BE49-F238E27FC236}">
                <a16:creationId xmlns:a16="http://schemas.microsoft.com/office/drawing/2014/main" id="{375B37F4-79CE-47FB-83EC-D3B7102E859E}"/>
              </a:ext>
            </a:extLst>
          </p:cNvPr>
          <p:cNvGrpSpPr>
            <a:grpSpLocks/>
          </p:cNvGrpSpPr>
          <p:nvPr/>
        </p:nvGrpSpPr>
        <p:grpSpPr bwMode="auto">
          <a:xfrm>
            <a:off x="355600" y="609600"/>
            <a:ext cx="8428038" cy="6019800"/>
            <a:chOff x="224" y="384"/>
            <a:chExt cx="5309" cy="3792"/>
          </a:xfrm>
        </p:grpSpPr>
        <p:sp>
          <p:nvSpPr>
            <p:cNvPr id="45060" name="Rectangle 4">
              <a:extLst>
                <a:ext uri="{FF2B5EF4-FFF2-40B4-BE49-F238E27FC236}">
                  <a16:creationId xmlns:a16="http://schemas.microsoft.com/office/drawing/2014/main" id="{CB48B765-C7AE-4028-8DBE-9D6B578A0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3613"/>
              <a:ext cx="825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与非、或非</a:t>
              </a:r>
            </a:p>
          </p:txBody>
        </p:sp>
        <p:sp>
          <p:nvSpPr>
            <p:cNvPr id="45061" name="Rectangle 5">
              <a:extLst>
                <a:ext uri="{FF2B5EF4-FFF2-40B4-BE49-F238E27FC236}">
                  <a16:creationId xmlns:a16="http://schemas.microsoft.com/office/drawing/2014/main" id="{1A92B0E7-C93E-40C8-911B-5D7810479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3613"/>
              <a:ext cx="700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或非</a:t>
              </a:r>
            </a:p>
          </p:txBody>
        </p:sp>
        <p:sp>
          <p:nvSpPr>
            <p:cNvPr id="45062" name="Rectangle 6">
              <a:extLst>
                <a:ext uri="{FF2B5EF4-FFF2-40B4-BE49-F238E27FC236}">
                  <a16:creationId xmlns:a16="http://schemas.microsoft.com/office/drawing/2014/main" id="{2F80E9D0-FFB5-484D-AF04-8F4F1E2E1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3613"/>
              <a:ext cx="723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或非</a:t>
              </a:r>
            </a:p>
          </p:txBody>
        </p:sp>
        <p:sp>
          <p:nvSpPr>
            <p:cNvPr id="45063" name="Rectangle 7">
              <a:extLst>
                <a:ext uri="{FF2B5EF4-FFF2-40B4-BE49-F238E27FC236}">
                  <a16:creationId xmlns:a16="http://schemas.microsoft.com/office/drawing/2014/main" id="{5B72662B-FF95-4F74-9ABF-99FC94B46B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3613"/>
              <a:ext cx="655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非</a:t>
              </a:r>
            </a:p>
          </p:txBody>
        </p:sp>
        <p:sp>
          <p:nvSpPr>
            <p:cNvPr id="45064" name="Rectangle 8">
              <a:extLst>
                <a:ext uri="{FF2B5EF4-FFF2-40B4-BE49-F238E27FC236}">
                  <a16:creationId xmlns:a16="http://schemas.microsoft.com/office/drawing/2014/main" id="{EC607C27-3C1A-45C2-AD22-8399A670B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3613"/>
              <a:ext cx="531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或、或非</a:t>
              </a:r>
            </a:p>
          </p:txBody>
        </p:sp>
        <p:sp>
          <p:nvSpPr>
            <p:cNvPr id="45065" name="Rectangle 9">
              <a:extLst>
                <a:ext uri="{FF2B5EF4-FFF2-40B4-BE49-F238E27FC236}">
                  <a16:creationId xmlns:a16="http://schemas.microsoft.com/office/drawing/2014/main" id="{219A4DB4-64E9-40C2-B328-2C589346C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3613"/>
              <a:ext cx="576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与非</a:t>
              </a:r>
            </a:p>
          </p:txBody>
        </p:sp>
        <p:sp>
          <p:nvSpPr>
            <p:cNvPr id="45066" name="Rectangle 10">
              <a:extLst>
                <a:ext uri="{FF2B5EF4-FFF2-40B4-BE49-F238E27FC236}">
                  <a16:creationId xmlns:a16="http://schemas.microsoft.com/office/drawing/2014/main" id="{E33349EB-90BB-4AB3-9D22-1CF5BDC2F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3613"/>
              <a:ext cx="1299" cy="5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门电路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基本形式</a:t>
              </a:r>
            </a:p>
          </p:txBody>
        </p:sp>
        <p:sp>
          <p:nvSpPr>
            <p:cNvPr id="45067" name="Rectangle 11">
              <a:extLst>
                <a:ext uri="{FF2B5EF4-FFF2-40B4-BE49-F238E27FC236}">
                  <a16:creationId xmlns:a16="http://schemas.microsoft.com/office/drawing/2014/main" id="{7E942E1E-188F-49D5-9F50-3ACC07E30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3096"/>
              <a:ext cx="82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3—15</a:t>
              </a:r>
            </a:p>
          </p:txBody>
        </p:sp>
        <p:sp>
          <p:nvSpPr>
            <p:cNvPr id="45068" name="Rectangle 12">
              <a:extLst>
                <a:ext uri="{FF2B5EF4-FFF2-40B4-BE49-F238E27FC236}">
                  <a16:creationId xmlns:a16="http://schemas.microsoft.com/office/drawing/2014/main" id="{7EB15700-84E7-4FCE-A625-8CE4BEC1C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3096"/>
              <a:ext cx="700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–20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—24</a:t>
              </a:r>
            </a:p>
          </p:txBody>
        </p:sp>
        <p:sp>
          <p:nvSpPr>
            <p:cNvPr id="45069" name="Rectangle 13">
              <a:extLst>
                <a:ext uri="{FF2B5EF4-FFF2-40B4-BE49-F238E27FC236}">
                  <a16:creationId xmlns:a16="http://schemas.microsoft.com/office/drawing/2014/main" id="{E0F97C6E-1EF2-4B6C-85A1-F35530DFE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3096"/>
              <a:ext cx="723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宋体" panose="02010600030101010101" pitchFamily="2" charset="-122"/>
                  <a:ea typeface="宋体" panose="02010600030101010101" pitchFamily="2" charset="-122"/>
                  <a:cs typeface="+mn-cs"/>
                </a:rPr>
                <a:t>≤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15</a:t>
              </a:r>
            </a:p>
          </p:txBody>
        </p:sp>
        <p:sp>
          <p:nvSpPr>
            <p:cNvPr id="45070" name="Rectangle 14">
              <a:extLst>
                <a:ext uri="{FF2B5EF4-FFF2-40B4-BE49-F238E27FC236}">
                  <a16:creationId xmlns:a16="http://schemas.microsoft.com/office/drawing/2014/main" id="{4C5EFB62-9C34-47CC-8A23-799C6E1BDA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3096"/>
              <a:ext cx="65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0.8</a:t>
              </a:r>
            </a:p>
          </p:txBody>
        </p:sp>
        <p:sp>
          <p:nvSpPr>
            <p:cNvPr id="45071" name="Rectangle 15">
              <a:extLst>
                <a:ext uri="{FF2B5EF4-FFF2-40B4-BE49-F238E27FC236}">
                  <a16:creationId xmlns:a16="http://schemas.microsoft.com/office/drawing/2014/main" id="{9CB508A0-4103-4556-AAEC-4772AB97B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3096"/>
              <a:ext cx="531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–5.2</a:t>
              </a:r>
              <a:endPara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72" name="Rectangle 16">
              <a:extLst>
                <a:ext uri="{FF2B5EF4-FFF2-40B4-BE49-F238E27FC236}">
                  <a16:creationId xmlns:a16="http://schemas.microsoft.com/office/drawing/2014/main" id="{79D4E2D2-AE17-43AF-90FD-03771B2F07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3096"/>
              <a:ext cx="576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5.0</a:t>
              </a:r>
            </a:p>
          </p:txBody>
        </p:sp>
        <p:sp>
          <p:nvSpPr>
            <p:cNvPr id="45073" name="Rectangle 17">
              <a:extLst>
                <a:ext uri="{FF2B5EF4-FFF2-40B4-BE49-F238E27FC236}">
                  <a16:creationId xmlns:a16="http://schemas.microsoft.com/office/drawing/2014/main" id="{77565ECC-7066-40AE-81B6-A95830A12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3096"/>
              <a:ext cx="1299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电源电压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(V)</a:t>
              </a:r>
            </a:p>
          </p:txBody>
        </p:sp>
        <p:sp>
          <p:nvSpPr>
            <p:cNvPr id="45074" name="Rectangle 18">
              <a:extLst>
                <a:ext uri="{FF2B5EF4-FFF2-40B4-BE49-F238E27FC236}">
                  <a16:creationId xmlns:a16="http://schemas.microsoft.com/office/drawing/2014/main" id="{1AB5724A-A660-44CF-A72A-026154018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2809"/>
              <a:ext cx="82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E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  <a:sym typeface="Symbol" panose="05050102010706020507" pitchFamily="18" charset="2"/>
                </a:rPr>
                <a:t>D</a:t>
              </a:r>
              <a:endParaRPr kumimoji="1" lang="en-US" altLang="zh-CN" sz="2400" b="1" i="0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075" name="Rectangle 19">
              <a:extLst>
                <a:ext uri="{FF2B5EF4-FFF2-40B4-BE49-F238E27FC236}">
                  <a16:creationId xmlns:a16="http://schemas.microsoft.com/office/drawing/2014/main" id="{3828856E-4FC4-41B4-97AA-105B3E495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2809"/>
              <a:ext cx="70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3—11</a:t>
              </a:r>
            </a:p>
          </p:txBody>
        </p:sp>
        <p:sp>
          <p:nvSpPr>
            <p:cNvPr id="45076" name="Rectangle 20">
              <a:extLst>
                <a:ext uri="{FF2B5EF4-FFF2-40B4-BE49-F238E27FC236}">
                  <a16:creationId xmlns:a16="http://schemas.microsoft.com/office/drawing/2014/main" id="{749E76E0-21D3-4C80-B499-E5F15B210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809"/>
              <a:ext cx="7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3—10</a:t>
              </a:r>
            </a:p>
          </p:txBody>
        </p:sp>
        <p:sp>
          <p:nvSpPr>
            <p:cNvPr id="45077" name="Rectangle 21">
              <a:extLst>
                <a:ext uri="{FF2B5EF4-FFF2-40B4-BE49-F238E27FC236}">
                  <a16:creationId xmlns:a16="http://schemas.microsoft.com/office/drawing/2014/main" id="{B7A6AD96-7969-4752-B893-0DBF75BAF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2809"/>
              <a:ext cx="6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0.6</a:t>
              </a:r>
            </a:p>
          </p:txBody>
        </p:sp>
        <p:sp>
          <p:nvSpPr>
            <p:cNvPr id="45078" name="Rectangle 22">
              <a:extLst>
                <a:ext uri="{FF2B5EF4-FFF2-40B4-BE49-F238E27FC236}">
                  <a16:creationId xmlns:a16="http://schemas.microsoft.com/office/drawing/2014/main" id="{6444D907-04BE-43E3-85C6-ABFBC594A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2809"/>
              <a:ext cx="53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0.8</a:t>
              </a:r>
            </a:p>
          </p:txBody>
        </p:sp>
        <p:sp>
          <p:nvSpPr>
            <p:cNvPr id="45079" name="Rectangle 23">
              <a:extLst>
                <a:ext uri="{FF2B5EF4-FFF2-40B4-BE49-F238E27FC236}">
                  <a16:creationId xmlns:a16="http://schemas.microsoft.com/office/drawing/2014/main" id="{DE86BE7F-8D9D-4693-8C14-0956D0F16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2809"/>
              <a:ext cx="57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3.3</a:t>
              </a:r>
            </a:p>
          </p:txBody>
        </p:sp>
        <p:sp>
          <p:nvSpPr>
            <p:cNvPr id="45080" name="Rectangle 24">
              <a:extLst>
                <a:ext uri="{FF2B5EF4-FFF2-40B4-BE49-F238E27FC236}">
                  <a16:creationId xmlns:a16="http://schemas.microsoft.com/office/drawing/2014/main" id="{A327CCA9-9DF9-4C5A-AB39-8FEF903FB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809"/>
              <a:ext cx="129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逻辑摆幅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(V)</a:t>
              </a:r>
            </a:p>
          </p:txBody>
        </p:sp>
        <p:sp>
          <p:nvSpPr>
            <p:cNvPr id="45081" name="Rectangle 25">
              <a:extLst>
                <a:ext uri="{FF2B5EF4-FFF2-40B4-BE49-F238E27FC236}">
                  <a16:creationId xmlns:a16="http://schemas.microsoft.com/office/drawing/2014/main" id="{551616FE-D979-4310-B1EA-1B1E7A3EB0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2292"/>
              <a:ext cx="82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&gt;50</a:t>
              </a:r>
            </a:p>
          </p:txBody>
        </p:sp>
        <p:sp>
          <p:nvSpPr>
            <p:cNvPr id="45082" name="Rectangle 26">
              <a:extLst>
                <a:ext uri="{FF2B5EF4-FFF2-40B4-BE49-F238E27FC236}">
                  <a16:creationId xmlns:a16="http://schemas.microsoft.com/office/drawing/2014/main" id="{2F358D90-B1BD-4523-9071-6185C582C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2292"/>
              <a:ext cx="700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</a:t>
              </a:r>
            </a:p>
          </p:txBody>
        </p:sp>
        <p:sp>
          <p:nvSpPr>
            <p:cNvPr id="45083" name="Rectangle 27">
              <a:extLst>
                <a:ext uri="{FF2B5EF4-FFF2-40B4-BE49-F238E27FC236}">
                  <a16:creationId xmlns:a16="http://schemas.microsoft.com/office/drawing/2014/main" id="{1DCA1CF4-4776-4B59-8835-67713F3EA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292"/>
              <a:ext cx="723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20</a:t>
              </a:r>
            </a:p>
          </p:txBody>
        </p:sp>
        <p:sp>
          <p:nvSpPr>
            <p:cNvPr id="45084" name="Rectangle 28">
              <a:extLst>
                <a:ext uri="{FF2B5EF4-FFF2-40B4-BE49-F238E27FC236}">
                  <a16:creationId xmlns:a16="http://schemas.microsoft.com/office/drawing/2014/main" id="{F3809004-8899-4B68-946B-1CFE1C033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2292"/>
              <a:ext cx="65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3.0</a:t>
              </a:r>
            </a:p>
          </p:txBody>
        </p:sp>
        <p:sp>
          <p:nvSpPr>
            <p:cNvPr id="45085" name="Rectangle 29">
              <a:extLst>
                <a:ext uri="{FF2B5EF4-FFF2-40B4-BE49-F238E27FC236}">
                  <a16:creationId xmlns:a16="http://schemas.microsoft.com/office/drawing/2014/main" id="{BFB625C9-47A5-4C71-B147-20E25B2341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2292"/>
              <a:ext cx="531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25</a:t>
              </a:r>
            </a:p>
          </p:txBody>
        </p:sp>
        <p:sp>
          <p:nvSpPr>
            <p:cNvPr id="45086" name="Rectangle 30">
              <a:extLst>
                <a:ext uri="{FF2B5EF4-FFF2-40B4-BE49-F238E27FC236}">
                  <a16:creationId xmlns:a16="http://schemas.microsoft.com/office/drawing/2014/main" id="{BAEB6FB4-7F49-4F94-83AF-D6DB54125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2292"/>
              <a:ext cx="576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5—12</a:t>
              </a:r>
            </a:p>
          </p:txBody>
        </p:sp>
        <p:sp>
          <p:nvSpPr>
            <p:cNvPr id="45087" name="Rectangle 31">
              <a:extLst>
                <a:ext uri="{FF2B5EF4-FFF2-40B4-BE49-F238E27FC236}">
                  <a16:creationId xmlns:a16="http://schemas.microsoft.com/office/drawing/2014/main" id="{9BFD5D82-A3F1-418C-BD80-0F52B901A1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292"/>
              <a:ext cx="1299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扇出系数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(N</a:t>
              </a:r>
              <a:r>
                <a:rPr kumimoji="1" lang="en-US" altLang="zh-CN" sz="2400" b="1" i="0" u="none" strike="noStrike" kern="1200" cap="none" spc="0" normalizeH="0" baseline="-25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)</a:t>
              </a:r>
            </a:p>
          </p:txBody>
        </p:sp>
        <p:sp>
          <p:nvSpPr>
            <p:cNvPr id="45088" name="Rectangle 32">
              <a:extLst>
                <a:ext uri="{FF2B5EF4-FFF2-40B4-BE49-F238E27FC236}">
                  <a16:creationId xmlns:a16="http://schemas.microsoft.com/office/drawing/2014/main" id="{28084E77-9A57-4769-9670-122B78163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2005"/>
              <a:ext cx="82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强</a:t>
              </a:r>
            </a:p>
          </p:txBody>
        </p:sp>
        <p:sp>
          <p:nvSpPr>
            <p:cNvPr id="45089" name="Rectangle 33">
              <a:extLst>
                <a:ext uri="{FF2B5EF4-FFF2-40B4-BE49-F238E27FC236}">
                  <a16:creationId xmlns:a16="http://schemas.microsoft.com/office/drawing/2014/main" id="{F4F82A7D-134C-4DEB-9B35-1553A94406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2005"/>
              <a:ext cx="70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较强</a:t>
              </a:r>
            </a:p>
          </p:txBody>
        </p:sp>
        <p:sp>
          <p:nvSpPr>
            <p:cNvPr id="45090" name="Rectangle 34">
              <a:extLst>
                <a:ext uri="{FF2B5EF4-FFF2-40B4-BE49-F238E27FC236}">
                  <a16:creationId xmlns:a16="http://schemas.microsoft.com/office/drawing/2014/main" id="{B44EF4A2-6089-4ED8-858F-7A4F62938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2005"/>
              <a:ext cx="7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较强</a:t>
              </a:r>
            </a:p>
          </p:txBody>
        </p:sp>
        <p:sp>
          <p:nvSpPr>
            <p:cNvPr id="45091" name="Rectangle 35">
              <a:extLst>
                <a:ext uri="{FF2B5EF4-FFF2-40B4-BE49-F238E27FC236}">
                  <a16:creationId xmlns:a16="http://schemas.microsoft.com/office/drawing/2014/main" id="{7E414D79-3E77-4379-9993-68431B02C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2005"/>
              <a:ext cx="6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弱</a:t>
              </a:r>
            </a:p>
          </p:txBody>
        </p:sp>
        <p:sp>
          <p:nvSpPr>
            <p:cNvPr id="45092" name="Rectangle 36">
              <a:extLst>
                <a:ext uri="{FF2B5EF4-FFF2-40B4-BE49-F238E27FC236}">
                  <a16:creationId xmlns:a16="http://schemas.microsoft.com/office/drawing/2014/main" id="{C9A2DFFA-4133-41F8-A0ED-FC4F25D8F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2005"/>
              <a:ext cx="53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弱</a:t>
              </a:r>
            </a:p>
          </p:txBody>
        </p:sp>
        <p:sp>
          <p:nvSpPr>
            <p:cNvPr id="45093" name="Rectangle 37">
              <a:extLst>
                <a:ext uri="{FF2B5EF4-FFF2-40B4-BE49-F238E27FC236}">
                  <a16:creationId xmlns:a16="http://schemas.microsoft.com/office/drawing/2014/main" id="{4C38341D-7F93-4C6C-BDA3-8423D4AA2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2005"/>
              <a:ext cx="57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中</a:t>
              </a:r>
            </a:p>
          </p:txBody>
        </p:sp>
        <p:sp>
          <p:nvSpPr>
            <p:cNvPr id="45094" name="Rectangle 38">
              <a:extLst>
                <a:ext uri="{FF2B5EF4-FFF2-40B4-BE49-F238E27FC236}">
                  <a16:creationId xmlns:a16="http://schemas.microsoft.com/office/drawing/2014/main" id="{9D52FC3A-C5C0-4209-9648-8026074C4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2005"/>
              <a:ext cx="1299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抗干扰能力</a:t>
              </a:r>
            </a:p>
          </p:txBody>
        </p:sp>
        <p:sp>
          <p:nvSpPr>
            <p:cNvPr id="45095" name="Rectangle 39">
              <a:extLst>
                <a:ext uri="{FF2B5EF4-FFF2-40B4-BE49-F238E27FC236}">
                  <a16:creationId xmlns:a16="http://schemas.microsoft.com/office/drawing/2014/main" id="{E05A2D7B-3E0A-451A-A25B-0B2B9A1AE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1488"/>
              <a:ext cx="82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40</a:t>
              </a:r>
            </a:p>
          </p:txBody>
        </p:sp>
        <p:sp>
          <p:nvSpPr>
            <p:cNvPr id="45096" name="Rectangle 40">
              <a:extLst>
                <a:ext uri="{FF2B5EF4-FFF2-40B4-BE49-F238E27FC236}">
                  <a16:creationId xmlns:a16="http://schemas.microsoft.com/office/drawing/2014/main" id="{8334175D-2E12-4AD5-BBEB-9179B338B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1488"/>
              <a:ext cx="700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300</a:t>
              </a:r>
            </a:p>
          </p:txBody>
        </p:sp>
        <p:sp>
          <p:nvSpPr>
            <p:cNvPr id="45097" name="Rectangle 41">
              <a:extLst>
                <a:ext uri="{FF2B5EF4-FFF2-40B4-BE49-F238E27FC236}">
                  <a16:creationId xmlns:a16="http://schemas.microsoft.com/office/drawing/2014/main" id="{72ED9CFB-0256-4563-83ED-F9C0EC793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1488"/>
              <a:ext cx="723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300—400</a:t>
              </a:r>
            </a:p>
          </p:txBody>
        </p:sp>
        <p:sp>
          <p:nvSpPr>
            <p:cNvPr id="45098" name="Rectangle 42">
              <a:extLst>
                <a:ext uri="{FF2B5EF4-FFF2-40B4-BE49-F238E27FC236}">
                  <a16:creationId xmlns:a16="http://schemas.microsoft.com/office/drawing/2014/main" id="{F5BB8DE3-8D18-4B57-A9E2-1F4091CAD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1488"/>
              <a:ext cx="65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15—20</a:t>
              </a:r>
            </a:p>
          </p:txBody>
        </p:sp>
        <p:sp>
          <p:nvSpPr>
            <p:cNvPr id="45099" name="Rectangle 43">
              <a:extLst>
                <a:ext uri="{FF2B5EF4-FFF2-40B4-BE49-F238E27FC236}">
                  <a16:creationId xmlns:a16="http://schemas.microsoft.com/office/drawing/2014/main" id="{480C3CE4-CC97-493B-9F0C-20D95791F1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1488"/>
              <a:ext cx="531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1—5</a:t>
              </a:r>
            </a:p>
          </p:txBody>
        </p:sp>
        <p:sp>
          <p:nvSpPr>
            <p:cNvPr id="45100" name="Rectangle 44">
              <a:extLst>
                <a:ext uri="{FF2B5EF4-FFF2-40B4-BE49-F238E27FC236}">
                  <a16:creationId xmlns:a16="http://schemas.microsoft.com/office/drawing/2014/main" id="{7285EFBD-0AAE-46A5-A5DD-DE76DF4D7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1488"/>
              <a:ext cx="576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10—40</a:t>
              </a:r>
            </a:p>
          </p:txBody>
        </p:sp>
        <p:sp>
          <p:nvSpPr>
            <p:cNvPr id="45101" name="Rectangle 45">
              <a:extLst>
                <a:ext uri="{FF2B5EF4-FFF2-40B4-BE49-F238E27FC236}">
                  <a16:creationId xmlns:a16="http://schemas.microsoft.com/office/drawing/2014/main" id="{1576B8C3-4DEE-4928-BA58-256B11CDE7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1488"/>
              <a:ext cx="1299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传输延迟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(ns)</a:t>
              </a:r>
            </a:p>
          </p:txBody>
        </p:sp>
        <p:sp>
          <p:nvSpPr>
            <p:cNvPr id="45102" name="Rectangle 46">
              <a:extLst>
                <a:ext uri="{FF2B5EF4-FFF2-40B4-BE49-F238E27FC236}">
                  <a16:creationId xmlns:a16="http://schemas.microsoft.com/office/drawing/2014/main" id="{81256176-BA62-41E4-93C3-F71E3D044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971"/>
              <a:ext cx="82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0.001—0.1</a:t>
              </a:r>
            </a:p>
          </p:txBody>
        </p:sp>
        <p:sp>
          <p:nvSpPr>
            <p:cNvPr id="45103" name="Rectangle 47">
              <a:extLst>
                <a:ext uri="{FF2B5EF4-FFF2-40B4-BE49-F238E27FC236}">
                  <a16:creationId xmlns:a16="http://schemas.microsoft.com/office/drawing/2014/main" id="{F380D621-A771-44B7-A4FD-327467B03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971"/>
              <a:ext cx="700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0.2—10</a:t>
              </a:r>
            </a:p>
          </p:txBody>
        </p:sp>
        <p:sp>
          <p:nvSpPr>
            <p:cNvPr id="45104" name="Rectangle 48">
              <a:extLst>
                <a:ext uri="{FF2B5EF4-FFF2-40B4-BE49-F238E27FC236}">
                  <a16:creationId xmlns:a16="http://schemas.microsoft.com/office/drawing/2014/main" id="{7017917F-4D6F-4FB7-84FD-EC5254EB04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971"/>
              <a:ext cx="723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1.0—10</a:t>
              </a:r>
            </a:p>
          </p:txBody>
        </p:sp>
        <p:sp>
          <p:nvSpPr>
            <p:cNvPr id="45105" name="Rectangle 49">
              <a:extLst>
                <a:ext uri="{FF2B5EF4-FFF2-40B4-BE49-F238E27FC236}">
                  <a16:creationId xmlns:a16="http://schemas.microsoft.com/office/drawing/2014/main" id="{EF0518F1-A87A-429A-8CF1-75E1B6DD8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971"/>
              <a:ext cx="655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0.05—0.01</a:t>
              </a:r>
            </a:p>
          </p:txBody>
        </p:sp>
        <p:sp>
          <p:nvSpPr>
            <p:cNvPr id="45106" name="Rectangle 50">
              <a:extLst>
                <a:ext uri="{FF2B5EF4-FFF2-40B4-BE49-F238E27FC236}">
                  <a16:creationId xmlns:a16="http://schemas.microsoft.com/office/drawing/2014/main" id="{4141C40C-ECDC-4422-B500-7A274A2230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971"/>
              <a:ext cx="531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50—100</a:t>
              </a:r>
            </a:p>
          </p:txBody>
        </p:sp>
        <p:sp>
          <p:nvSpPr>
            <p:cNvPr id="45107" name="Rectangle 51">
              <a:extLst>
                <a:ext uri="{FF2B5EF4-FFF2-40B4-BE49-F238E27FC236}">
                  <a16:creationId xmlns:a16="http://schemas.microsoft.com/office/drawing/2014/main" id="{7435421B-D3D8-4F12-B74B-77FD375550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971"/>
              <a:ext cx="576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12—22</a:t>
              </a:r>
            </a:p>
          </p:txBody>
        </p:sp>
        <p:sp>
          <p:nvSpPr>
            <p:cNvPr id="45108" name="Rectangle 52">
              <a:extLst>
                <a:ext uri="{FF2B5EF4-FFF2-40B4-BE49-F238E27FC236}">
                  <a16:creationId xmlns:a16="http://schemas.microsoft.com/office/drawing/2014/main" id="{8BBBEC3A-FEBB-4EC0-8C66-EBF3959C9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971"/>
              <a:ext cx="1299" cy="5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每门功耗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(mw)</a:t>
              </a:r>
            </a:p>
          </p:txBody>
        </p:sp>
        <p:sp>
          <p:nvSpPr>
            <p:cNvPr id="45109" name="Rectangle 53">
              <a:extLst>
                <a:ext uri="{FF2B5EF4-FFF2-40B4-BE49-F238E27FC236}">
                  <a16:creationId xmlns:a16="http://schemas.microsoft.com/office/drawing/2014/main" id="{3D795348-691C-472B-809F-A78EDFC53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8" y="684"/>
              <a:ext cx="82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CMOS</a:t>
              </a:r>
            </a:p>
          </p:txBody>
        </p:sp>
        <p:sp>
          <p:nvSpPr>
            <p:cNvPr id="45110" name="Rectangle 54">
              <a:extLst>
                <a:ext uri="{FF2B5EF4-FFF2-40B4-BE49-F238E27FC236}">
                  <a16:creationId xmlns:a16="http://schemas.microsoft.com/office/drawing/2014/main" id="{9A3C1417-7251-41C0-9201-2E1E758C2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8" y="684"/>
              <a:ext cx="700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PMOS</a:t>
              </a:r>
            </a:p>
          </p:txBody>
        </p:sp>
        <p:sp>
          <p:nvSpPr>
            <p:cNvPr id="45111" name="Rectangle 55">
              <a:extLst>
                <a:ext uri="{FF2B5EF4-FFF2-40B4-BE49-F238E27FC236}">
                  <a16:creationId xmlns:a16="http://schemas.microsoft.com/office/drawing/2014/main" id="{B1C1ED6B-A1AF-4F14-9656-77021E403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684"/>
              <a:ext cx="723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NMOS</a:t>
              </a:r>
            </a:p>
          </p:txBody>
        </p:sp>
        <p:sp>
          <p:nvSpPr>
            <p:cNvPr id="45112" name="Rectangle 56">
              <a:extLst>
                <a:ext uri="{FF2B5EF4-FFF2-40B4-BE49-F238E27FC236}">
                  <a16:creationId xmlns:a16="http://schemas.microsoft.com/office/drawing/2014/main" id="{43B9EF20-C75F-449B-AE1C-60FFDDA237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0" y="684"/>
              <a:ext cx="655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I</a:t>
              </a:r>
              <a:r>
                <a:rPr kumimoji="1" lang="en-US" altLang="zh-CN" sz="2400" b="1" i="0" u="none" strike="noStrike" kern="1200" cap="none" spc="0" normalizeH="0" baseline="3000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L</a:t>
              </a:r>
            </a:p>
          </p:txBody>
        </p:sp>
        <p:sp>
          <p:nvSpPr>
            <p:cNvPr id="45113" name="Rectangle 57">
              <a:extLst>
                <a:ext uri="{FF2B5EF4-FFF2-40B4-BE49-F238E27FC236}">
                  <a16:creationId xmlns:a16="http://schemas.microsoft.com/office/drawing/2014/main" id="{D743EFDC-2AB1-4AF5-BA9D-F31875CEB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9" y="684"/>
              <a:ext cx="531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ECL</a:t>
              </a:r>
            </a:p>
          </p:txBody>
        </p:sp>
        <p:sp>
          <p:nvSpPr>
            <p:cNvPr id="45114" name="Rectangle 58">
              <a:extLst>
                <a:ext uri="{FF2B5EF4-FFF2-40B4-BE49-F238E27FC236}">
                  <a16:creationId xmlns:a16="http://schemas.microsoft.com/office/drawing/2014/main" id="{BB4E4352-3F31-42D6-8DC6-591DB69BD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684"/>
              <a:ext cx="576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TTL</a:t>
              </a:r>
            </a:p>
          </p:txBody>
        </p:sp>
        <p:sp>
          <p:nvSpPr>
            <p:cNvPr id="45115" name="Rectangle 59">
              <a:extLst>
                <a:ext uri="{FF2B5EF4-FFF2-40B4-BE49-F238E27FC236}">
                  <a16:creationId xmlns:a16="http://schemas.microsoft.com/office/drawing/2014/main" id="{1A5CBB46-863E-410F-B07E-03C800789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5" y="397"/>
              <a:ext cx="2248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单极型门电路</a:t>
              </a:r>
            </a:p>
          </p:txBody>
        </p:sp>
        <p:sp>
          <p:nvSpPr>
            <p:cNvPr id="45116" name="Rectangle 60">
              <a:extLst>
                <a:ext uri="{FF2B5EF4-FFF2-40B4-BE49-F238E27FC236}">
                  <a16:creationId xmlns:a16="http://schemas.microsoft.com/office/drawing/2014/main" id="{B940F104-41DA-47FD-BD32-11F2AFAAF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3" y="397"/>
              <a:ext cx="1762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双极型门电路</a:t>
              </a:r>
            </a:p>
          </p:txBody>
        </p:sp>
        <p:sp>
          <p:nvSpPr>
            <p:cNvPr id="45117" name="Rectangle 61">
              <a:extLst>
                <a:ext uri="{FF2B5EF4-FFF2-40B4-BE49-F238E27FC236}">
                  <a16:creationId xmlns:a16="http://schemas.microsoft.com/office/drawing/2014/main" id="{809C2077-2D2A-4B18-9B15-E37226F38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" y="397"/>
              <a:ext cx="1299" cy="5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FFFF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0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             </a:t>
              </a: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分类参数</a:t>
              </a:r>
            </a:p>
          </p:txBody>
        </p:sp>
        <p:sp>
          <p:nvSpPr>
            <p:cNvPr id="45118" name="Line 62">
              <a:extLst>
                <a:ext uri="{FF2B5EF4-FFF2-40B4-BE49-F238E27FC236}">
                  <a16:creationId xmlns:a16="http://schemas.microsoft.com/office/drawing/2014/main" id="{7D87378E-FB70-499E-8479-2F0B11953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971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19" name="Line 63">
              <a:extLst>
                <a:ext uri="{FF2B5EF4-FFF2-40B4-BE49-F238E27FC236}">
                  <a16:creationId xmlns:a16="http://schemas.microsoft.com/office/drawing/2014/main" id="{7A5E3EDB-A925-4703-BCE0-430B3BA7C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1488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0" name="Line 64">
              <a:extLst>
                <a:ext uri="{FF2B5EF4-FFF2-40B4-BE49-F238E27FC236}">
                  <a16:creationId xmlns:a16="http://schemas.microsoft.com/office/drawing/2014/main" id="{23F1930D-942D-43F1-91A0-FA189D40FD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2005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1" name="Line 65">
              <a:extLst>
                <a:ext uri="{FF2B5EF4-FFF2-40B4-BE49-F238E27FC236}">
                  <a16:creationId xmlns:a16="http://schemas.microsoft.com/office/drawing/2014/main" id="{983DABCC-3D62-467C-8E75-94DBD70B48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2292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2" name="Line 66">
              <a:extLst>
                <a:ext uri="{FF2B5EF4-FFF2-40B4-BE49-F238E27FC236}">
                  <a16:creationId xmlns:a16="http://schemas.microsoft.com/office/drawing/2014/main" id="{DD387638-C90C-411F-B4C5-A1073CE61B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2809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3" name="Line 67">
              <a:extLst>
                <a:ext uri="{FF2B5EF4-FFF2-40B4-BE49-F238E27FC236}">
                  <a16:creationId xmlns:a16="http://schemas.microsoft.com/office/drawing/2014/main" id="{5696BBF4-60C1-4493-8DEA-8DBFB7C158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3096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4" name="Line 68">
              <a:extLst>
                <a:ext uri="{FF2B5EF4-FFF2-40B4-BE49-F238E27FC236}">
                  <a16:creationId xmlns:a16="http://schemas.microsoft.com/office/drawing/2014/main" id="{35FC39A4-4AEF-4BF9-9922-288EF63515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3613"/>
              <a:ext cx="5309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5" name="Line 69">
              <a:extLst>
                <a:ext uri="{FF2B5EF4-FFF2-40B4-BE49-F238E27FC236}">
                  <a16:creationId xmlns:a16="http://schemas.microsoft.com/office/drawing/2014/main" id="{9EADE5C7-E06A-45CD-8442-FFB544522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397"/>
              <a:ext cx="0" cy="3779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6" name="Line 70">
              <a:extLst>
                <a:ext uri="{FF2B5EF4-FFF2-40B4-BE49-F238E27FC236}">
                  <a16:creationId xmlns:a16="http://schemas.microsoft.com/office/drawing/2014/main" id="{0505C7F1-8CC4-4B9F-B25F-CB480ACD3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5" y="397"/>
              <a:ext cx="0" cy="3779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7" name="Line 71">
              <a:extLst>
                <a:ext uri="{FF2B5EF4-FFF2-40B4-BE49-F238E27FC236}">
                  <a16:creationId xmlns:a16="http://schemas.microsoft.com/office/drawing/2014/main" id="{C2DE26C0-029E-453D-82C9-89E65ADF77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397"/>
              <a:ext cx="5309" cy="0"/>
            </a:xfrm>
            <a:prstGeom prst="line">
              <a:avLst/>
            </a:prstGeom>
            <a:noFill/>
            <a:ln w="38100" cap="sq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8" name="Line 72">
              <a:extLst>
                <a:ext uri="{FF2B5EF4-FFF2-40B4-BE49-F238E27FC236}">
                  <a16:creationId xmlns:a16="http://schemas.microsoft.com/office/drawing/2014/main" id="{DF8B1B61-28BA-4302-AED0-DBD21615B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397"/>
              <a:ext cx="0" cy="3779"/>
            </a:xfrm>
            <a:prstGeom prst="line">
              <a:avLst/>
            </a:prstGeom>
            <a:noFill/>
            <a:ln w="38100" cap="sq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29" name="Line 73">
              <a:extLst>
                <a:ext uri="{FF2B5EF4-FFF2-40B4-BE49-F238E27FC236}">
                  <a16:creationId xmlns:a16="http://schemas.microsoft.com/office/drawing/2014/main" id="{7115841C-8446-4BEA-8252-2BDDD6183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33" y="397"/>
              <a:ext cx="0" cy="3779"/>
            </a:xfrm>
            <a:prstGeom prst="line">
              <a:avLst/>
            </a:prstGeom>
            <a:noFill/>
            <a:ln w="38100" cap="sq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0" name="Line 74">
              <a:extLst>
                <a:ext uri="{FF2B5EF4-FFF2-40B4-BE49-F238E27FC236}">
                  <a16:creationId xmlns:a16="http://schemas.microsoft.com/office/drawing/2014/main" id="{C38A9E32-4551-4862-878F-B5F7850A6E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" y="4176"/>
              <a:ext cx="5309" cy="0"/>
            </a:xfrm>
            <a:prstGeom prst="line">
              <a:avLst/>
            </a:prstGeom>
            <a:noFill/>
            <a:ln w="38100" cap="sq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1" name="Line 75">
              <a:extLst>
                <a:ext uri="{FF2B5EF4-FFF2-40B4-BE49-F238E27FC236}">
                  <a16:creationId xmlns:a16="http://schemas.microsoft.com/office/drawing/2014/main" id="{8A2AF652-4AEC-44B0-8ABF-30F0DEF9C3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3" y="684"/>
              <a:ext cx="4010" cy="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2" name="Line 76">
              <a:extLst>
                <a:ext uri="{FF2B5EF4-FFF2-40B4-BE49-F238E27FC236}">
                  <a16:creationId xmlns:a16="http://schemas.microsoft.com/office/drawing/2014/main" id="{F683DE91-F6BB-4E29-BFC2-089EAABE1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9" y="684"/>
              <a:ext cx="0" cy="3492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3" name="Line 77">
              <a:extLst>
                <a:ext uri="{FF2B5EF4-FFF2-40B4-BE49-F238E27FC236}">
                  <a16:creationId xmlns:a16="http://schemas.microsoft.com/office/drawing/2014/main" id="{C325EA14-6173-4AC8-B7C2-52874E7804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0" y="684"/>
              <a:ext cx="0" cy="3492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4" name="Line 78">
              <a:extLst>
                <a:ext uri="{FF2B5EF4-FFF2-40B4-BE49-F238E27FC236}">
                  <a16:creationId xmlns:a16="http://schemas.microsoft.com/office/drawing/2014/main" id="{76E032EE-E493-4521-BF4B-89E19A728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684"/>
              <a:ext cx="0" cy="3492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5" name="Line 79">
              <a:extLst>
                <a:ext uri="{FF2B5EF4-FFF2-40B4-BE49-F238E27FC236}">
                  <a16:creationId xmlns:a16="http://schemas.microsoft.com/office/drawing/2014/main" id="{9B7461FD-7B26-4717-8A1F-4658A9FC6A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8" y="684"/>
              <a:ext cx="0" cy="3492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5136" name="Line 80">
              <a:extLst>
                <a:ext uri="{FF2B5EF4-FFF2-40B4-BE49-F238E27FC236}">
                  <a16:creationId xmlns:a16="http://schemas.microsoft.com/office/drawing/2014/main" id="{491C0355-AD30-4007-A94A-7F1D565F13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" y="384"/>
              <a:ext cx="1209" cy="610"/>
            </a:xfrm>
            <a:prstGeom prst="line">
              <a:avLst/>
            </a:prstGeom>
            <a:noFill/>
            <a:ln w="12700">
              <a:solidFill>
                <a:srgbClr val="FF99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4C149381-299F-4333-A5D1-5BC9A612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702C-352F-43CE-989D-82DB2C1A5AF7}" type="slidenum">
              <a:rPr lang="en-US" altLang="zh-CN" smtClean="0"/>
              <a:pPr/>
              <a:t>56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423177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0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43B319-2870-439E-8B0D-6DCDDDF89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2597" y="2394170"/>
            <a:ext cx="4149703" cy="695360"/>
          </a:xfrm>
        </p:spPr>
        <p:txBody>
          <a:bodyPr/>
          <a:lstStyle/>
          <a:p>
            <a:r>
              <a:rPr lang="zh-CN" altLang="en-US" dirty="0"/>
              <a:t>典型例题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AEE88C-FE0D-483D-BDE5-5822C81150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660357"/>
      </p:ext>
    </p:extLst>
  </p:cSld>
  <p:clrMapOvr>
    <a:masterClrMapping/>
  </p:clrMapOvr>
  <p:transition>
    <p:blinds dir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>
            <a:extLst>
              <a:ext uri="{FF2B5EF4-FFF2-40B4-BE49-F238E27FC236}">
                <a16:creationId xmlns:a16="http://schemas.microsoft.com/office/drawing/2014/main" id="{02902DDB-8A84-4DE8-8B2D-42F369AED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324010"/>
            <a:ext cx="7543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+mn-ea"/>
                <a:ea typeface="+mn-ea"/>
              </a:rPr>
              <a:t>问题</a:t>
            </a:r>
            <a:r>
              <a:rPr lang="en-US" altLang="zh-CN" sz="32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3200" dirty="0">
                <a:solidFill>
                  <a:srgbClr val="003366"/>
                </a:solidFill>
                <a:latin typeface="+mn-ea"/>
                <a:ea typeface="+mn-ea"/>
              </a:rPr>
              <a:t>：</a:t>
            </a:r>
            <a:r>
              <a:rPr lang="en-US" altLang="zh-CN" sz="3200" dirty="0">
                <a:solidFill>
                  <a:srgbClr val="003366"/>
                </a:solidFill>
                <a:latin typeface="+mn-ea"/>
                <a:ea typeface="+mn-ea"/>
              </a:rPr>
              <a:t>TTL</a:t>
            </a:r>
            <a:r>
              <a:rPr lang="zh-CN" altLang="en-US" sz="3200" dirty="0">
                <a:solidFill>
                  <a:srgbClr val="003366"/>
                </a:solidFill>
                <a:latin typeface="+mn-ea"/>
                <a:ea typeface="+mn-ea"/>
              </a:rPr>
              <a:t>电路与</a:t>
            </a:r>
            <a:r>
              <a:rPr lang="en-US" altLang="zh-CN" sz="3200" dirty="0">
                <a:solidFill>
                  <a:srgbClr val="003366"/>
                </a:solidFill>
                <a:latin typeface="+mn-ea"/>
                <a:ea typeface="+mn-ea"/>
              </a:rPr>
              <a:t>CMOS</a:t>
            </a:r>
            <a:r>
              <a:rPr lang="zh-CN" altLang="en-US" sz="3200" dirty="0">
                <a:solidFill>
                  <a:srgbClr val="003366"/>
                </a:solidFill>
                <a:latin typeface="+mn-ea"/>
                <a:ea typeface="+mn-ea"/>
              </a:rPr>
              <a:t>电路的接口电路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B5A0CC5-2584-49E8-96EA-20DA4D620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2155021"/>
            <a:ext cx="7543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            驱动门       负载门</a:t>
            </a:r>
          </a:p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                                   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OH(min)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 V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IH(min)    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OL(max) </a:t>
            </a:r>
            <a:r>
              <a:rPr kumimoji="1"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IL(max)     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—</a:t>
            </a:r>
            <a:r>
              <a:rPr kumimoji="1"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OH(max)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≥  </a:t>
            </a:r>
            <a:r>
              <a:rPr kumimoji="1"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kumimoji="1"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(max)   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OL(max) 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≥   </a:t>
            </a:r>
            <a:r>
              <a:rPr kumimoji="1"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—</a:t>
            </a:r>
            <a:r>
              <a:rPr kumimoji="1" lang="en-US" altLang="zh-CN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kumimoji="1" lang="en-US" altLang="zh-CN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</a:t>
            </a:r>
            <a:r>
              <a:rPr kumimoji="1" lang="en-US" altLang="zh-CN" sz="240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(max)  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kumimoji="1" lang="zh-CN" altLang="en-US" sz="240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endParaRPr kumimoji="1" lang="zh-CN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分别表示负载电流中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的个数。</a:t>
            </a:r>
          </a:p>
        </p:txBody>
      </p:sp>
      <p:graphicFrame>
        <p:nvGraphicFramePr>
          <p:cNvPr id="18" name="Object 14">
            <a:extLst>
              <a:ext uri="{FF2B5EF4-FFF2-40B4-BE49-F238E27FC236}">
                <a16:creationId xmlns:a16="http://schemas.microsoft.com/office/drawing/2014/main" id="{D104BA85-B57E-4437-A5F3-D1F0E53374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5403" y="2636837"/>
          <a:ext cx="3427412" cy="264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94" name="Visio" r:id="rId3" imgW="3154883" imgH="2435140" progId="Visio.Drawing.11">
                  <p:embed/>
                </p:oleObj>
              </mc:Choice>
              <mc:Fallback>
                <p:oleObj name="Visio" r:id="rId3" imgW="3154883" imgH="2435140" progId="Visio.Drawing.11">
                  <p:embed/>
                  <p:pic>
                    <p:nvPicPr>
                      <p:cNvPr id="18" name="Object 14">
                        <a:extLst>
                          <a:ext uri="{FF2B5EF4-FFF2-40B4-BE49-F238E27FC236}">
                            <a16:creationId xmlns:a16="http://schemas.microsoft.com/office/drawing/2014/main" id="{D104BA85-B57E-4437-A5F3-D1F0E53374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403" y="2636837"/>
                        <a:ext cx="3427412" cy="2640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0FA9D9B9-9950-4BDF-9997-C40351E80753}"/>
              </a:ext>
            </a:extLst>
          </p:cNvPr>
          <p:cNvSpPr/>
          <p:nvPr/>
        </p:nvSpPr>
        <p:spPr>
          <a:xfrm>
            <a:off x="865403" y="1192977"/>
            <a:ext cx="741319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当需要将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TTL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门与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CMOS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门两种器件互相连接时，驱动门与负载门之间必须满足以下关系：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596B8BA-5313-4B2A-A141-1526720AA4CD}"/>
              </a:ext>
            </a:extLst>
          </p:cNvPr>
          <p:cNvSpPr/>
          <p:nvPr/>
        </p:nvSpPr>
        <p:spPr>
          <a:xfrm>
            <a:off x="706580" y="5579278"/>
            <a:ext cx="80841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其中：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分别表示负载电流中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IH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的个数。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C4A384A-F5CE-4A6F-BABB-B7691277D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58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97237180"/>
      </p:ext>
    </p:extLst>
  </p:cSld>
  <p:clrMapOvr>
    <a:masterClrMapping/>
  </p:clrMapOvr>
  <p:transition>
    <p:blinds dir="vert"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3BE33-7A10-4F03-8CB3-75EB7FF43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161" y="309671"/>
            <a:ext cx="7710975" cy="588136"/>
          </a:xfrm>
        </p:spPr>
        <p:txBody>
          <a:bodyPr/>
          <a:lstStyle/>
          <a:p>
            <a:r>
              <a:rPr lang="en-US" altLang="zh-CN" sz="3200" dirty="0">
                <a:latin typeface="Times New Roman" panose="02020603050405020304" pitchFamily="18" charset="0"/>
              </a:rPr>
              <a:t>TTL</a:t>
            </a:r>
            <a:r>
              <a:rPr lang="zh-CN" altLang="en-US" sz="3200" dirty="0">
                <a:latin typeface="Times New Roman" panose="02020603050405020304" pitchFamily="18" charset="0"/>
              </a:rPr>
              <a:t>、</a:t>
            </a:r>
            <a:r>
              <a:rPr lang="en-US" altLang="zh-CN" sz="3200" dirty="0">
                <a:latin typeface="Times New Roman" panose="02020603050405020304" pitchFamily="18" charset="0"/>
              </a:rPr>
              <a:t>CMOS</a:t>
            </a:r>
            <a:r>
              <a:rPr lang="zh-CN" altLang="en-US" sz="3200" dirty="0">
                <a:latin typeface="Times New Roman" panose="02020603050405020304" pitchFamily="18" charset="0"/>
              </a:rPr>
              <a:t>电路的输入、输出特性参数</a:t>
            </a:r>
            <a:endParaRPr lang="zh-CN" altLang="en-US" sz="3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C42943B-C9CF-402C-82B2-61BF657E7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59</a:t>
            </a:fld>
            <a:endParaRPr lang="en-US" altLang="zh-CN" dirty="0"/>
          </a:p>
        </p:txBody>
      </p:sp>
      <p:pic>
        <p:nvPicPr>
          <p:cNvPr id="4" name="Picture 7" descr="G2-5-1b">
            <a:extLst>
              <a:ext uri="{FF2B5EF4-FFF2-40B4-BE49-F238E27FC236}">
                <a16:creationId xmlns:a16="http://schemas.microsoft.com/office/drawing/2014/main" id="{DDB3374A-47CA-4FA2-A9F5-933BCD0CF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9F8F3"/>
              </a:clrFrom>
              <a:clrTo>
                <a:srgbClr val="F9F8F3">
                  <a:alpha val="0"/>
                </a:srgbClr>
              </a:clrTo>
            </a:clrChange>
            <a:lum bright="-48000" contras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7" t="7492"/>
          <a:stretch>
            <a:fillRect/>
          </a:stretch>
        </p:blipFill>
        <p:spPr bwMode="auto">
          <a:xfrm>
            <a:off x="469900" y="1411288"/>
            <a:ext cx="8494713" cy="467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8">
            <a:extLst>
              <a:ext uri="{FF2B5EF4-FFF2-40B4-BE49-F238E27FC236}">
                <a16:creationId xmlns:a16="http://schemas.microsoft.com/office/drawing/2014/main" id="{D3F48EC2-5052-4C32-B3F5-4A205B0CD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4149725"/>
            <a:ext cx="1944687" cy="3587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22102E3B-9448-45C5-A727-D64DD8E05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149725"/>
            <a:ext cx="574675" cy="358775"/>
          </a:xfrm>
          <a:prstGeom prst="ellipse">
            <a:avLst/>
          </a:prstGeom>
          <a:noFill/>
          <a:ln w="28575">
            <a:solidFill>
              <a:srgbClr val="0000CC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Oval 11">
            <a:extLst>
              <a:ext uri="{FF2B5EF4-FFF2-40B4-BE49-F238E27FC236}">
                <a16:creationId xmlns:a16="http://schemas.microsoft.com/office/drawing/2014/main" id="{DC392544-8BC4-498B-BD94-8C718134E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2492375"/>
            <a:ext cx="1944687" cy="35877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615690"/>
      </p:ext>
    </p:extLst>
  </p:cSld>
  <p:clrMapOvr>
    <a:masterClrMapping/>
  </p:clrMapOvr>
  <p:transition>
    <p:blinds dir="vert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0A11D-00CC-4B13-9603-7AC659545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TTL</a:t>
            </a:r>
            <a:r>
              <a:rPr lang="zh-CN" altLang="en-US" dirty="0"/>
              <a:t>与</a:t>
            </a:r>
            <a:r>
              <a:rPr lang="en-US" altLang="zh-CN" dirty="0"/>
              <a:t>CMOS</a:t>
            </a:r>
            <a:r>
              <a:rPr lang="zh-CN" altLang="en-US" dirty="0"/>
              <a:t>门电路的互连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CF2B13-D04C-4306-8764-309D0610D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由表可见，当采用﹢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5V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电源电压时，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与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的电平基本上是兼容的。</a:t>
            </a:r>
          </a:p>
          <a:p>
            <a:r>
              <a:rPr lang="zh-CN" altLang="en-US" sz="2800" dirty="0">
                <a:solidFill>
                  <a:schemeClr val="accent1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●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当用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驱动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OH,min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=4.9V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IH,min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= 2.0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OLmax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= 0.1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     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IL,max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 0.8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</a:p>
          <a:p>
            <a:r>
              <a:rPr lang="zh-CN" altLang="en-US" sz="2800" dirty="0">
                <a:solidFill>
                  <a:srgbClr val="FF0066"/>
                </a:solidFill>
                <a:ea typeface="宋体" panose="02010600030101010101" pitchFamily="2" charset="-122"/>
              </a:rPr>
              <a:t>  </a:t>
            </a:r>
            <a:r>
              <a:rPr lang="zh-CN" altLang="zh-CN" sz="2800" dirty="0">
                <a:solidFill>
                  <a:schemeClr val="accent1"/>
                </a:solidFill>
                <a:ea typeface="宋体" panose="02010600030101010101" pitchFamily="2" charset="-122"/>
              </a:rPr>
              <a:t>●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当用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驱动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OL,max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= 0.4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，而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IL,max</a:t>
            </a:r>
            <a:r>
              <a:rPr lang="en-US" altLang="zh-CN" sz="28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= 1.0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可以满足需求，但</a:t>
            </a:r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当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</a:p>
          <a:p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2800" dirty="0" err="1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OH,min</a:t>
            </a:r>
            <a:r>
              <a:rPr lang="en-US" altLang="zh-CN" sz="2800" baseline="-250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=2.4 V</a:t>
            </a:r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</a:t>
            </a:r>
            <a:r>
              <a:rPr lang="en-US" altLang="zh-CN" sz="2800" dirty="0" err="1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  <a:r>
              <a:rPr lang="en-US" altLang="zh-CN" sz="2800" baseline="-25000" dirty="0" err="1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IH,min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= 3.5 V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，在此种情况下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不能直接驱动</a:t>
            </a:r>
            <a:r>
              <a:rPr lang="en-US" altLang="zh-CN" sz="2800" dirty="0">
                <a:solidFill>
                  <a:srgbClr val="E61C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CMOS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，此时可在</a:t>
            </a:r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TTL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输出端与电源之间</a:t>
            </a:r>
            <a:r>
              <a:rPr lang="zh-CN" altLang="en-US" sz="2800" i="1" dirty="0">
                <a:solidFill>
                  <a:srgbClr val="1F08F8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接上拉电阻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9BC6F-93BC-42D6-9A38-95D101F9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27129866"/>
      </p:ext>
    </p:extLst>
  </p:cSld>
  <p:clrMapOvr>
    <a:masterClrMapping/>
  </p:clrMapOvr>
  <p:transition>
    <p:blinds dir="vert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83599529-4C8D-42A7-BCC0-D0B44669BA69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1916113"/>
            <a:ext cx="4105275" cy="4032250"/>
            <a:chOff x="1383" y="1207"/>
            <a:chExt cx="2586" cy="2540"/>
          </a:xfrm>
        </p:grpSpPr>
        <p:graphicFrame>
          <p:nvGraphicFramePr>
            <p:cNvPr id="5123" name="Object 3">
              <a:extLst>
                <a:ext uri="{FF2B5EF4-FFF2-40B4-BE49-F238E27FC236}">
                  <a16:creationId xmlns:a16="http://schemas.microsoft.com/office/drawing/2014/main" id="{1B9ABB58-328E-4376-B38E-BE1CD3CD3A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3" y="1207"/>
            <a:ext cx="2586" cy="2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18" name="Visio" r:id="rId3" imgW="3716122" imgH="3628668" progId="Visio.Drawing.11">
                    <p:embed/>
                  </p:oleObj>
                </mc:Choice>
                <mc:Fallback>
                  <p:oleObj name="Visio" r:id="rId3" imgW="3716122" imgH="3628668" progId="Visio.Drawing.11">
                    <p:embed/>
                    <p:pic>
                      <p:nvPicPr>
                        <p:cNvPr id="5123" name="Object 3">
                          <a:extLst>
                            <a:ext uri="{FF2B5EF4-FFF2-40B4-BE49-F238E27FC236}">
                              <a16:creationId xmlns:a16="http://schemas.microsoft.com/office/drawing/2014/main" id="{1B9ABB58-328E-4376-B38E-BE1CD3CD3A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3" y="1207"/>
                          <a:ext cx="2586" cy="25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4" name="Text Box 4">
              <a:extLst>
                <a:ext uri="{FF2B5EF4-FFF2-40B4-BE49-F238E27FC236}">
                  <a16:creationId xmlns:a16="http://schemas.microsoft.com/office/drawing/2014/main" id="{693DCB41-BE55-494A-B003-024F1877F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81" y="2205"/>
              <a:ext cx="4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>
                  <a:solidFill>
                    <a:srgbClr val="FF0000"/>
                  </a:solidFill>
                </a:rPr>
                <a:t>P</a:t>
              </a:r>
            </a:p>
          </p:txBody>
        </p:sp>
      </p:grpSp>
      <p:sp>
        <p:nvSpPr>
          <p:cNvPr id="5129" name="Text Box 9">
            <a:extLst>
              <a:ext uri="{FF2B5EF4-FFF2-40B4-BE49-F238E27FC236}">
                <a16:creationId xmlns:a16="http://schemas.microsoft.com/office/drawing/2014/main" id="{7239B391-F510-4E60-AEF3-440687C675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7462" y="240289"/>
            <a:ext cx="60483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一、用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电路驱动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电路</a:t>
            </a:r>
          </a:p>
        </p:txBody>
      </p:sp>
      <p:sp>
        <p:nvSpPr>
          <p:cNvPr id="5130" name="Text Box 10">
            <a:extLst>
              <a:ext uri="{FF2B5EF4-FFF2-40B4-BE49-F238E27FC236}">
                <a16:creationId xmlns:a16="http://schemas.microsoft.com/office/drawing/2014/main" id="{53373FE9-FA5B-481A-A58C-2B9DB8820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490913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="1">
              <a:latin typeface="Times New Roman" panose="02020603050405020304" pitchFamily="18" charset="0"/>
            </a:endParaRPr>
          </a:p>
        </p:txBody>
      </p:sp>
      <p:sp>
        <p:nvSpPr>
          <p:cNvPr id="5131" name="Text Box 11">
            <a:extLst>
              <a:ext uri="{FF2B5EF4-FFF2-40B4-BE49-F238E27FC236}">
                <a16:creationId xmlns:a16="http://schemas.microsoft.com/office/drawing/2014/main" id="{82DCC603-E9F5-4300-9895-55C7C0AF9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270719"/>
            <a:ext cx="771019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例：用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TTL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电路驱动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4000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和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74HC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  <a:r>
              <a:rPr kumimoji="1" lang="en-US" altLang="zh-CN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CMOS</a:t>
            </a:r>
            <a:r>
              <a:rPr kumimoji="1" lang="zh-CN" altLang="en-US" sz="24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</a:t>
            </a:r>
          </a:p>
        </p:txBody>
      </p:sp>
      <p:sp>
        <p:nvSpPr>
          <p:cNvPr id="5132" name="AutoShape 12">
            <a:extLst>
              <a:ext uri="{FF2B5EF4-FFF2-40B4-BE49-F238E27FC236}">
                <a16:creationId xmlns:a16="http://schemas.microsoft.com/office/drawing/2014/main" id="{F8ED2024-1EA6-4C48-8814-2BD551C2C0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860800"/>
            <a:ext cx="1871662" cy="504825"/>
          </a:xfrm>
          <a:prstGeom prst="wedgeRoundRectCallout">
            <a:avLst>
              <a:gd name="adj1" fmla="val -117005"/>
              <a:gd name="adj2" fmla="val 129875"/>
              <a:gd name="adj3" fmla="val 16667"/>
            </a:avLst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74HCT?</a:t>
            </a:r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A6419769-FFD1-474C-841E-D7326D564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2559050"/>
            <a:ext cx="863476" cy="790575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35" name="Text Box 15">
            <a:extLst>
              <a:ext uri="{FF2B5EF4-FFF2-40B4-BE49-F238E27FC236}">
                <a16:creationId xmlns:a16="http://schemas.microsoft.com/office/drawing/2014/main" id="{203A351E-3F62-4983-923D-04EB9C567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6015038"/>
            <a:ext cx="59769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用接入上拉电阻提高</a:t>
            </a:r>
            <a:r>
              <a:rPr kumimoji="1" lang="en-US" altLang="zh-CN" sz="2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TTL</a:t>
            </a:r>
            <a:r>
              <a:rPr kumimoji="1" lang="zh-CN" altLang="en-US" sz="2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输出的高电平</a:t>
            </a:r>
          </a:p>
        </p:txBody>
      </p:sp>
      <p:sp>
        <p:nvSpPr>
          <p:cNvPr id="5136" name="AutoShape 16">
            <a:extLst>
              <a:ext uri="{FF2B5EF4-FFF2-40B4-BE49-F238E27FC236}">
                <a16:creationId xmlns:a16="http://schemas.microsoft.com/office/drawing/2014/main" id="{A2528FAB-3243-4728-B412-5377AC74B8BF}"/>
              </a:ext>
            </a:extLst>
          </p:cNvPr>
          <p:cNvSpPr>
            <a:spLocks/>
          </p:cNvSpPr>
          <p:nvPr/>
        </p:nvSpPr>
        <p:spPr bwMode="auto">
          <a:xfrm>
            <a:off x="755650" y="4581525"/>
            <a:ext cx="2087563" cy="546100"/>
          </a:xfrm>
          <a:prstGeom prst="borderCallout2">
            <a:avLst>
              <a:gd name="adj1" fmla="val 20931"/>
              <a:gd name="adj2" fmla="val 103648"/>
              <a:gd name="adj3" fmla="val 20931"/>
              <a:gd name="adj4" fmla="val 121370"/>
              <a:gd name="adj5" fmla="val -202616"/>
              <a:gd name="adj6" fmla="val 139773"/>
            </a:avLst>
          </a:prstGeom>
          <a:solidFill>
            <a:srgbClr val="FFFF99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solidFill>
                  <a:srgbClr val="FF3300"/>
                </a:solidFill>
                <a:latin typeface="Times New Roman" panose="02020603050405020304" pitchFamily="18" charset="0"/>
              </a:rPr>
              <a:t>耐压可达</a:t>
            </a:r>
            <a:r>
              <a:rPr kumimoji="1" lang="en-US" altLang="zh-CN" sz="2400" b="1">
                <a:solidFill>
                  <a:srgbClr val="FF3300"/>
                </a:solidFill>
                <a:latin typeface="Times New Roman" panose="02020603050405020304" pitchFamily="18" charset="0"/>
              </a:rPr>
              <a:t>30V</a:t>
            </a:r>
          </a:p>
        </p:txBody>
      </p:sp>
      <p:grpSp>
        <p:nvGrpSpPr>
          <p:cNvPr id="5137" name="Group 17">
            <a:extLst>
              <a:ext uri="{FF2B5EF4-FFF2-40B4-BE49-F238E27FC236}">
                <a16:creationId xmlns:a16="http://schemas.microsoft.com/office/drawing/2014/main" id="{DDBA05CE-7DF4-42D3-8CBB-74FB07A783BC}"/>
              </a:ext>
            </a:extLst>
          </p:cNvPr>
          <p:cNvGrpSpPr>
            <a:grpSpLocks/>
          </p:cNvGrpSpPr>
          <p:nvPr/>
        </p:nvGrpSpPr>
        <p:grpSpPr bwMode="auto">
          <a:xfrm>
            <a:off x="2843213" y="3068638"/>
            <a:ext cx="433387" cy="792162"/>
            <a:chOff x="4785" y="1434"/>
            <a:chExt cx="273" cy="499"/>
          </a:xfrm>
        </p:grpSpPr>
        <p:sp>
          <p:nvSpPr>
            <p:cNvPr id="5138" name="Rectangle 18">
              <a:extLst>
                <a:ext uri="{FF2B5EF4-FFF2-40B4-BE49-F238E27FC236}">
                  <a16:creationId xmlns:a16="http://schemas.microsoft.com/office/drawing/2014/main" id="{214F84F3-CD4C-437D-B16A-C0E26A958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5" y="1434"/>
              <a:ext cx="273" cy="499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39" name="Text Box 19">
              <a:extLst>
                <a:ext uri="{FF2B5EF4-FFF2-40B4-BE49-F238E27FC236}">
                  <a16:creationId xmlns:a16="http://schemas.microsoft.com/office/drawing/2014/main" id="{391372C0-E137-469B-9EDF-FE49DF3332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434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b="1"/>
                <a:t>&amp;</a:t>
              </a:r>
            </a:p>
          </p:txBody>
        </p:sp>
      </p:grpSp>
      <p:sp>
        <p:nvSpPr>
          <p:cNvPr id="5140" name="Text Box 20">
            <a:extLst>
              <a:ext uri="{FF2B5EF4-FFF2-40B4-BE49-F238E27FC236}">
                <a16:creationId xmlns:a16="http://schemas.microsoft.com/office/drawing/2014/main" id="{B6B54DBB-E938-431F-922C-E637E3A30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9338" y="1905000"/>
            <a:ext cx="2089149" cy="46166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FF0000"/>
                </a:solidFill>
              </a:rPr>
              <a:t>VDD=+15V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E66DEB-D0E2-4D08-85C5-E26B790F6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162281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" grpId="0" animBg="1"/>
      <p:bldP spid="5136" grpId="0" animBg="1"/>
      <p:bldP spid="514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F9D8CA05-B1E4-449D-8B64-FF4264EA0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352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2B00BCC9-ADDA-4CA0-88AE-59DEA94A6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0277" y="266411"/>
            <a:ext cx="5905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二、用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电路驱动 </a:t>
            </a:r>
            <a:r>
              <a:rPr kumimoji="1"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TTL</a:t>
            </a:r>
            <a:r>
              <a:rPr kumimoji="1" lang="zh-CN" altLang="en-US" sz="28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电路</a:t>
            </a:r>
          </a:p>
        </p:txBody>
      </p:sp>
      <p:sp>
        <p:nvSpPr>
          <p:cNvPr id="6" name="Text Box 8">
            <a:extLst>
              <a:ext uri="{FF2B5EF4-FFF2-40B4-BE49-F238E27FC236}">
                <a16:creationId xmlns:a16="http://schemas.microsoft.com/office/drawing/2014/main" id="{5596E543-65F5-4068-80FC-0F9913D81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557338"/>
            <a:ext cx="6913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例：用</a:t>
            </a:r>
            <a:r>
              <a:rPr kumimoji="1" lang="en-US" altLang="zh-CN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4000</a:t>
            </a:r>
            <a:r>
              <a:rPr kumimoji="1"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  <a:r>
              <a:rPr kumimoji="1" lang="en-US" altLang="zh-CN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CMOS</a:t>
            </a:r>
            <a:r>
              <a:rPr kumimoji="1"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电路驱动</a:t>
            </a:r>
            <a:r>
              <a:rPr kumimoji="1" lang="en-US" altLang="zh-CN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74</a:t>
            </a:r>
            <a:r>
              <a:rPr kumimoji="1"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系列</a:t>
            </a:r>
            <a:r>
              <a:rPr kumimoji="1" lang="en-US" altLang="zh-CN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TTL</a:t>
            </a:r>
            <a:r>
              <a:rPr kumimoji="1" lang="zh-CN" altLang="en-US" sz="2400" b="1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电路</a:t>
            </a:r>
          </a:p>
        </p:txBody>
      </p:sp>
      <p:sp>
        <p:nvSpPr>
          <p:cNvPr id="7" name="Text Box 9">
            <a:extLst>
              <a:ext uri="{FF2B5EF4-FFF2-40B4-BE49-F238E27FC236}">
                <a16:creationId xmlns:a16="http://schemas.microsoft.com/office/drawing/2014/main" id="{0B75CC93-FE03-4018-B9B4-91AF19FE2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2276475"/>
            <a:ext cx="6551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方法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：将同一个封装内的门电路</a:t>
            </a:r>
            <a:r>
              <a:rPr kumimoji="1" lang="zh-CN" altLang="en-US" sz="2400" b="1" u="sng">
                <a:solidFill>
                  <a:schemeClr val="tx1"/>
                </a:solidFill>
                <a:latin typeface="Times New Roman" panose="02020603050405020304" pitchFamily="18" charset="0"/>
              </a:rPr>
              <a:t>并联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使用。</a:t>
            </a:r>
          </a:p>
        </p:txBody>
      </p:sp>
      <p:pic>
        <p:nvPicPr>
          <p:cNvPr id="8" name="Picture 10" descr="G2-5-4">
            <a:extLst>
              <a:ext uri="{FF2B5EF4-FFF2-40B4-BE49-F238E27FC236}">
                <a16:creationId xmlns:a16="http://schemas.microsoft.com/office/drawing/2014/main" id="{69F56495-455E-4FDF-8E24-F65DB845B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30000" contrast="5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681288"/>
            <a:ext cx="8208963" cy="2763837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D3F66EE-4158-404E-A7E5-42A82D86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60604060"/>
      </p:ext>
    </p:extLst>
  </p:cSld>
  <p:clrMapOvr>
    <a:masterClrMapping/>
  </p:clrMapOvr>
  <p:transition>
    <p:blinds dir="vert"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87A8754A-DD67-4162-A554-7874F4B955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352800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EEB0FAC9-F7BD-43F1-A910-0F409D4B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8779" y="323057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方法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：在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电路的输出端增加一级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CMOS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驱动器。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26655A25-3FBA-4F01-ABAF-18964E6780A0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1341438"/>
            <a:ext cx="6408737" cy="3340100"/>
            <a:chOff x="839" y="1117"/>
            <a:chExt cx="4037" cy="2104"/>
          </a:xfrm>
        </p:grpSpPr>
        <p:pic>
          <p:nvPicPr>
            <p:cNvPr id="7" name="Picture 9" descr="G2-5-5">
              <a:extLst>
                <a:ext uri="{FF2B5EF4-FFF2-40B4-BE49-F238E27FC236}">
                  <a16:creationId xmlns:a16="http://schemas.microsoft.com/office/drawing/2014/main" id="{B43F7CB3-7697-4B4F-924E-716470922A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24000" contrast="4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9" y="1117"/>
              <a:ext cx="4037" cy="21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D92B0307-9124-40C7-AD13-F7AECFAE0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5" y="1253"/>
              <a:ext cx="771" cy="1134"/>
            </a:xfrm>
            <a:prstGeom prst="rect">
              <a:avLst/>
            </a:prstGeom>
            <a:noFill/>
            <a:ln w="38100">
              <a:solidFill>
                <a:srgbClr val="FF3300"/>
              </a:solidFill>
              <a:prstDash val="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9" name="Text Box 11">
            <a:extLst>
              <a:ext uri="{FF2B5EF4-FFF2-40B4-BE49-F238E27FC236}">
                <a16:creationId xmlns:a16="http://schemas.microsoft.com/office/drawing/2014/main" id="{C0F50802-231C-4979-8BE9-BBCB924F9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913" y="4797425"/>
            <a:ext cx="67691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CC4010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:     I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OL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&gt;3.2mA,    m=2;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CC40107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驱动器）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:   I</a:t>
            </a:r>
            <a:r>
              <a:rPr kumimoji="1"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OL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&gt;16mA,</a:t>
            </a:r>
            <a:r>
              <a:rPr kumimoji="1"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     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m=10.</a:t>
            </a:r>
          </a:p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注：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V</a:t>
            </a:r>
            <a:r>
              <a:rPr kumimoji="1"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DD</a:t>
            </a:r>
            <a:r>
              <a:rPr kumimoji="1" lang="en-US" altLang="zh-CN" sz="24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=+5V.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3FCF607-2151-4D06-A13E-FA2395D7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1441646"/>
      </p:ext>
    </p:extLst>
  </p:cSld>
  <p:clrMapOvr>
    <a:masterClrMapping/>
  </p:clrMapOvr>
  <p:transition>
    <p:blinds dir="vert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929ECA78-F378-45FE-B369-C0A58ACE8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487738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="1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 Box 7">
            <a:extLst>
              <a:ext uri="{FF2B5EF4-FFF2-40B4-BE49-F238E27FC236}">
                <a16:creationId xmlns:a16="http://schemas.microsoft.com/office/drawing/2014/main" id="{575E10C7-A2CE-49E1-BEED-9C2283ACCA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3163" y="343694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方法</a:t>
            </a:r>
            <a:r>
              <a:rPr kumimoji="1" lang="en-US" altLang="zh-CN" sz="2400" b="1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：使用分立元件接口电路实现电流扩展。</a:t>
            </a:r>
          </a:p>
        </p:txBody>
      </p:sp>
      <p:grpSp>
        <p:nvGrpSpPr>
          <p:cNvPr id="6" name="Group 8">
            <a:extLst>
              <a:ext uri="{FF2B5EF4-FFF2-40B4-BE49-F238E27FC236}">
                <a16:creationId xmlns:a16="http://schemas.microsoft.com/office/drawing/2014/main" id="{7CD24584-854E-4E66-BA20-41213F607C93}"/>
              </a:ext>
            </a:extLst>
          </p:cNvPr>
          <p:cNvGrpSpPr>
            <a:grpSpLocks/>
          </p:cNvGrpSpPr>
          <p:nvPr/>
        </p:nvGrpSpPr>
        <p:grpSpPr bwMode="auto">
          <a:xfrm>
            <a:off x="1619250" y="1628775"/>
            <a:ext cx="6408738" cy="4618038"/>
            <a:chOff x="1020" y="1026"/>
            <a:chExt cx="4037" cy="2909"/>
          </a:xfrm>
        </p:grpSpPr>
        <p:pic>
          <p:nvPicPr>
            <p:cNvPr id="7" name="Picture 9" descr="G2-5-6">
              <a:extLst>
                <a:ext uri="{FF2B5EF4-FFF2-40B4-BE49-F238E27FC236}">
                  <a16:creationId xmlns:a16="http://schemas.microsoft.com/office/drawing/2014/main" id="{023E2D6F-D688-45FD-B53E-7BAE846F04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lum bright="-30000" contras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0" y="1026"/>
              <a:ext cx="4037" cy="29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Text Box 10">
              <a:extLst>
                <a:ext uri="{FF2B5EF4-FFF2-40B4-BE49-F238E27FC236}">
                  <a16:creationId xmlns:a16="http://schemas.microsoft.com/office/drawing/2014/main" id="{B19628C2-4435-4677-ADCE-452539818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3612"/>
              <a:ext cx="118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b="1">
                  <a:solidFill>
                    <a:schemeClr val="tx1"/>
                  </a:solidFill>
                  <a:ea typeface="黑体" panose="02010609060101010101" pitchFamily="49" charset="-122"/>
                </a:rPr>
                <a:t>接口电路</a:t>
              </a:r>
            </a:p>
          </p:txBody>
        </p:sp>
      </p:grpSp>
      <p:sp>
        <p:nvSpPr>
          <p:cNvPr id="9" name="AutoShape 11">
            <a:extLst>
              <a:ext uri="{FF2B5EF4-FFF2-40B4-BE49-F238E27FC236}">
                <a16:creationId xmlns:a16="http://schemas.microsoft.com/office/drawing/2014/main" id="{1CE2139F-0ADE-4E0D-8D6D-88D0D31FE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557338"/>
            <a:ext cx="2808288" cy="504825"/>
          </a:xfrm>
          <a:prstGeom prst="wedgeRoundRectCallout">
            <a:avLst>
              <a:gd name="adj1" fmla="val 105227"/>
              <a:gd name="adj2" fmla="val 311005"/>
              <a:gd name="adj3" fmla="val 16667"/>
            </a:avLst>
          </a:prstGeom>
          <a:solidFill>
            <a:srgbClr val="FFFFCC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kumimoji="1" lang="zh-CN" alt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工作在开关状态</a:t>
            </a:r>
          </a:p>
        </p:txBody>
      </p:sp>
      <p:sp>
        <p:nvSpPr>
          <p:cNvPr id="10" name="Line 12">
            <a:extLst>
              <a:ext uri="{FF2B5EF4-FFF2-40B4-BE49-F238E27FC236}">
                <a16:creationId xmlns:a16="http://schemas.microsoft.com/office/drawing/2014/main" id="{EED515B3-D097-4E0D-8D7B-98148B134890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3933825"/>
            <a:ext cx="7191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Line 13">
            <a:extLst>
              <a:ext uri="{FF2B5EF4-FFF2-40B4-BE49-F238E27FC236}">
                <a16:creationId xmlns:a16="http://schemas.microsoft.com/office/drawing/2014/main" id="{103C4A13-FF78-4687-9A89-29BB586A380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51500" y="3429000"/>
            <a:ext cx="86518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1C8217EE-6301-491C-9195-B27125E0A0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349500"/>
            <a:ext cx="0" cy="6477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Line 15">
            <a:extLst>
              <a:ext uri="{FF2B5EF4-FFF2-40B4-BE49-F238E27FC236}">
                <a16:creationId xmlns:a16="http://schemas.microsoft.com/office/drawing/2014/main" id="{C32780CD-5CA4-4233-8DF5-3147E387A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64163" y="3500438"/>
            <a:ext cx="0" cy="10080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2ABCB95D-1526-4838-A629-F97FE79AFD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716338"/>
          <a:ext cx="57785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0" name="公式" r:id="rId5" imgW="164880" imgH="215640" progId="Equation.3">
                  <p:embed/>
                </p:oleObj>
              </mc:Choice>
              <mc:Fallback>
                <p:oleObj name="公式" r:id="rId5" imgW="164880" imgH="215640" progId="Equation.3">
                  <p:embed/>
                  <p:pic>
                    <p:nvPicPr>
                      <p:cNvPr id="14" name="Object 16">
                        <a:extLst>
                          <a:ext uri="{FF2B5EF4-FFF2-40B4-BE49-F238E27FC236}">
                            <a16:creationId xmlns:a16="http://schemas.microsoft.com/office/drawing/2014/main" id="{2ABCB95D-1526-4838-A629-F97FE79AFD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716338"/>
                        <a:ext cx="57785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>
            <a:extLst>
              <a:ext uri="{FF2B5EF4-FFF2-40B4-BE49-F238E27FC236}">
                <a16:creationId xmlns:a16="http://schemas.microsoft.com/office/drawing/2014/main" id="{AAC08301-5666-4698-A687-B4762A6932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4525" y="3284538"/>
          <a:ext cx="55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1" name="公式" r:id="rId7" imgW="139680" imgH="215640" progId="Equation.3">
                  <p:embed/>
                </p:oleObj>
              </mc:Choice>
              <mc:Fallback>
                <p:oleObj name="公式" r:id="rId7" imgW="139680" imgH="215640" progId="Equation.3">
                  <p:embed/>
                  <p:pic>
                    <p:nvPicPr>
                      <p:cNvPr id="15" name="Object 17">
                        <a:extLst>
                          <a:ext uri="{FF2B5EF4-FFF2-40B4-BE49-F238E27FC236}">
                            <a16:creationId xmlns:a16="http://schemas.microsoft.com/office/drawing/2014/main" id="{AAC08301-5666-4698-A687-B4762A6932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284538"/>
                        <a:ext cx="5588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730C95F9-B62A-4A2B-9DE3-FCE657CE9F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84663" y="1989138"/>
          <a:ext cx="8128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2" name="公式" r:id="rId9" imgW="203040" imgH="241200" progId="Equation.3">
                  <p:embed/>
                </p:oleObj>
              </mc:Choice>
              <mc:Fallback>
                <p:oleObj name="公式" r:id="rId9" imgW="203040" imgH="241200" progId="Equation.3">
                  <p:embed/>
                  <p:pic>
                    <p:nvPicPr>
                      <p:cNvPr id="16" name="Object 18">
                        <a:extLst>
                          <a:ext uri="{FF2B5EF4-FFF2-40B4-BE49-F238E27FC236}">
                            <a16:creationId xmlns:a16="http://schemas.microsoft.com/office/drawing/2014/main" id="{730C95F9-B62A-4A2B-9DE3-FCE657CE9F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989138"/>
                        <a:ext cx="8128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9">
            <a:extLst>
              <a:ext uri="{FF2B5EF4-FFF2-40B4-BE49-F238E27FC236}">
                <a16:creationId xmlns:a16="http://schemas.microsoft.com/office/drawing/2014/main" id="{7B91BC81-CB0B-4922-8252-05663B749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3933825"/>
          <a:ext cx="609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253" name="公式" r:id="rId11" imgW="152280" imgH="228600" progId="Equation.3">
                  <p:embed/>
                </p:oleObj>
              </mc:Choice>
              <mc:Fallback>
                <p:oleObj name="公式" r:id="rId11" imgW="152280" imgH="228600" progId="Equation.3">
                  <p:embed/>
                  <p:pic>
                    <p:nvPicPr>
                      <p:cNvPr id="17" name="Object 19">
                        <a:extLst>
                          <a:ext uri="{FF2B5EF4-FFF2-40B4-BE49-F238E27FC236}">
                            <a16:creationId xmlns:a16="http://schemas.microsoft.com/office/drawing/2014/main" id="{7B91BC81-CB0B-4922-8252-05663B7490B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933825"/>
                        <a:ext cx="609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B74091A-0653-41B0-91B5-B945726E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36892938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D48CAC4B-4197-4D2E-B009-D254386D5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487738"/>
            <a:ext cx="3733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zh-CN" altLang="zh-CN" sz="2400" b="0">
              <a:latin typeface="Times New Roman" panose="02020603050405020304" pitchFamily="18" charset="0"/>
            </a:endParaRPr>
          </a:p>
        </p:txBody>
      </p:sp>
      <p:grpSp>
        <p:nvGrpSpPr>
          <p:cNvPr id="5" name="Group 7">
            <a:extLst>
              <a:ext uri="{FF2B5EF4-FFF2-40B4-BE49-F238E27FC236}">
                <a16:creationId xmlns:a16="http://schemas.microsoft.com/office/drawing/2014/main" id="{0171E96E-218E-4F07-B447-C8183D08086F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908050"/>
            <a:ext cx="6121400" cy="581025"/>
            <a:chOff x="567" y="572"/>
            <a:chExt cx="3856" cy="366"/>
          </a:xfrm>
        </p:grpSpPr>
        <p:sp>
          <p:nvSpPr>
            <p:cNvPr id="6" name="Text Box 8">
              <a:extLst>
                <a:ext uri="{FF2B5EF4-FFF2-40B4-BE49-F238E27FC236}">
                  <a16:creationId xmlns:a16="http://schemas.microsoft.com/office/drawing/2014/main" id="{0C57DA2C-1639-44BF-BF0F-284ACB0366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618"/>
              <a:ext cx="38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0">
                  <a:ea typeface="楷体" panose="02010609060101010101" pitchFamily="49" charset="-122"/>
                </a:rPr>
                <a:t>当                 时，三极管截止，此时：</a:t>
              </a:r>
            </a:p>
          </p:txBody>
        </p:sp>
        <p:graphicFrame>
          <p:nvGraphicFramePr>
            <p:cNvPr id="7" name="Object 9">
              <a:extLst>
                <a:ext uri="{FF2B5EF4-FFF2-40B4-BE49-F238E27FC236}">
                  <a16:creationId xmlns:a16="http://schemas.microsoft.com/office/drawing/2014/main" id="{880E2281-B0BC-407B-8675-5C7E511EF3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39" y="572"/>
            <a:ext cx="817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46" name="公式" r:id="rId3" imgW="482400" imgH="215640" progId="Equation.3">
                    <p:embed/>
                  </p:oleObj>
                </mc:Choice>
                <mc:Fallback>
                  <p:oleObj name="公式" r:id="rId3" imgW="482400" imgH="215640" progId="Equation.3">
                    <p:embed/>
                    <p:pic>
                      <p:nvPicPr>
                        <p:cNvPr id="7" name="Object 9">
                          <a:extLst>
                            <a:ext uri="{FF2B5EF4-FFF2-40B4-BE49-F238E27FC236}">
                              <a16:creationId xmlns:a16="http://schemas.microsoft.com/office/drawing/2014/main" id="{880E2281-B0BC-407B-8675-5C7E511EF3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" y="572"/>
                          <a:ext cx="817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4FE3B4A5-F091-40C9-AF57-E3E89254D80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4075" y="1628775"/>
          <a:ext cx="4008438" cy="72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47" name="公式" r:id="rId5" imgW="1396800" imgH="253800" progId="Equation.3">
                  <p:embed/>
                </p:oleObj>
              </mc:Choice>
              <mc:Fallback>
                <p:oleObj name="公式" r:id="rId5" imgW="1396800" imgH="253800" progId="Equation.3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4FE3B4A5-F091-40C9-AF57-E3E89254D8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628775"/>
                        <a:ext cx="4008438" cy="72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11">
            <a:extLst>
              <a:ext uri="{FF2B5EF4-FFF2-40B4-BE49-F238E27FC236}">
                <a16:creationId xmlns:a16="http://schemas.microsoft.com/office/drawing/2014/main" id="{76466389-0E96-4DFA-B6E2-D9C4F86B6A53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420938"/>
            <a:ext cx="6121400" cy="581025"/>
            <a:chOff x="567" y="1706"/>
            <a:chExt cx="3856" cy="366"/>
          </a:xfrm>
        </p:grpSpPr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ECFB1427-C417-413A-8D5C-B8C80079B2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7" y="1752"/>
              <a:ext cx="385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b="0">
                  <a:ea typeface="楷体" panose="02010609060101010101" pitchFamily="49" charset="-122"/>
                </a:rPr>
                <a:t>当                 时，三极管饱和导通，此时：</a:t>
              </a:r>
            </a:p>
          </p:txBody>
        </p:sp>
        <p:graphicFrame>
          <p:nvGraphicFramePr>
            <p:cNvPr id="11" name="Object 13">
              <a:extLst>
                <a:ext uri="{FF2B5EF4-FFF2-40B4-BE49-F238E27FC236}">
                  <a16:creationId xmlns:a16="http://schemas.microsoft.com/office/drawing/2014/main" id="{6CE35517-3F84-41BB-B268-79B4A9943E4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8" y="1706"/>
            <a:ext cx="860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48" name="公式" r:id="rId7" imgW="507960" imgH="215640" progId="Equation.3">
                    <p:embed/>
                  </p:oleObj>
                </mc:Choice>
                <mc:Fallback>
                  <p:oleObj name="公式" r:id="rId7" imgW="507960" imgH="215640" progId="Equation.3">
                    <p:embed/>
                    <p:pic>
                      <p:nvPicPr>
                        <p:cNvPr id="11" name="Object 13">
                          <a:extLst>
                            <a:ext uri="{FF2B5EF4-FFF2-40B4-BE49-F238E27FC236}">
                              <a16:creationId xmlns:a16="http://schemas.microsoft.com/office/drawing/2014/main" id="{6CE35517-3F84-41BB-B268-79B4A9943E4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8" y="1706"/>
                          <a:ext cx="860" cy="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BCDE96C7-7C32-480B-AB6A-FAF0220018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16238" y="2924175"/>
          <a:ext cx="236855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49" name="公式" r:id="rId9" imgW="825480" imgH="431640" progId="Equation.3">
                  <p:embed/>
                </p:oleObj>
              </mc:Choice>
              <mc:Fallback>
                <p:oleObj name="公式" r:id="rId9" imgW="825480" imgH="431640" progId="Equation.3">
                  <p:embed/>
                  <p:pic>
                    <p:nvPicPr>
                      <p:cNvPr id="12" name="Object 14">
                        <a:extLst>
                          <a:ext uri="{FF2B5EF4-FFF2-40B4-BE49-F238E27FC236}">
                            <a16:creationId xmlns:a16="http://schemas.microsoft.com/office/drawing/2014/main" id="{BCDE96C7-7C32-480B-AB6A-FAF0220018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924175"/>
                        <a:ext cx="236855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6FE9D59C-3FF4-4770-8F50-9507880E42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55875" y="4221163"/>
          <a:ext cx="3960813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0" name="公式" r:id="rId11" imgW="1612800" imgH="444240" progId="Equation.3">
                  <p:embed/>
                </p:oleObj>
              </mc:Choice>
              <mc:Fallback>
                <p:oleObj name="公式" r:id="rId11" imgW="1612800" imgH="444240" progId="Equation.3">
                  <p:embed/>
                  <p:pic>
                    <p:nvPicPr>
                      <p:cNvPr id="13" name="Object 15">
                        <a:extLst>
                          <a:ext uri="{FF2B5EF4-FFF2-40B4-BE49-F238E27FC236}">
                            <a16:creationId xmlns:a16="http://schemas.microsoft.com/office/drawing/2014/main" id="{6FE9D59C-3FF4-4770-8F50-9507880E42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221163"/>
                        <a:ext cx="3960813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830AC1D5-BB33-4B34-A2D8-1BEB685966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3788" y="5410200"/>
          <a:ext cx="142081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51" name="公式" r:id="rId13" imgW="495000" imgH="228600" progId="Equation.3">
                  <p:embed/>
                </p:oleObj>
              </mc:Choice>
              <mc:Fallback>
                <p:oleObj name="公式" r:id="rId13" imgW="495000" imgH="228600" progId="Equation.3">
                  <p:embed/>
                  <p:pic>
                    <p:nvPicPr>
                      <p:cNvPr id="14" name="Object 16">
                        <a:extLst>
                          <a:ext uri="{FF2B5EF4-FFF2-40B4-BE49-F238E27FC236}">
                            <a16:creationId xmlns:a16="http://schemas.microsoft.com/office/drawing/2014/main" id="{830AC1D5-BB33-4B34-A2D8-1BEB685966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5410200"/>
                        <a:ext cx="1420812" cy="65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FB5C004-F1CC-4963-9442-C32D57A0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65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7638280"/>
      </p:ext>
    </p:extLst>
  </p:cSld>
  <p:clrMapOvr>
    <a:masterClrMapping/>
  </p:clrMapOvr>
  <p:transition>
    <p:blinds dir="vert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56CAA7C-F439-4234-92E3-832455A6D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1022467"/>
            <a:ext cx="777716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设发光二极管的正向导通电流为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10mA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，与非门的电 源电压为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5V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，输出低电平为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0.2V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，输出低电平电流为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16mA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，试画出与非门驱动发光二极管的电路，并计算出发光二极管支路中的限流电阻阻值。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D22C528-FB38-43C9-8599-3E916A700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2809009"/>
            <a:ext cx="81549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32702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327025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二极管驱动电路如下图，设光电二极管导通电压为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0.7V,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为了满足电流要求，则限流电阻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应满足下面不等式：</a:t>
            </a:r>
          </a:p>
        </p:txBody>
      </p:sp>
      <p:graphicFrame>
        <p:nvGraphicFramePr>
          <p:cNvPr id="19460" name="Object 4">
            <a:extLst>
              <a:ext uri="{FF2B5EF4-FFF2-40B4-BE49-F238E27FC236}">
                <a16:creationId xmlns:a16="http://schemas.microsoft.com/office/drawing/2014/main" id="{6CC5781A-79F3-41A4-B167-0A632B6FA8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2488" y="3909147"/>
          <a:ext cx="3024187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2" name="公式" r:id="rId4" imgW="1396800" imgH="406080" progId="Equation.3">
                  <p:embed/>
                </p:oleObj>
              </mc:Choice>
              <mc:Fallback>
                <p:oleObj name="公式" r:id="rId4" imgW="1396800" imgH="406080" progId="Equation.3">
                  <p:embed/>
                  <p:pic>
                    <p:nvPicPr>
                      <p:cNvPr id="19460" name="Object 4">
                        <a:extLst>
                          <a:ext uri="{FF2B5EF4-FFF2-40B4-BE49-F238E27FC236}">
                            <a16:creationId xmlns:a16="http://schemas.microsoft.com/office/drawing/2014/main" id="{6CC5781A-79F3-41A4-B167-0A632B6FA8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3909147"/>
                        <a:ext cx="3024187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Rectangle 5">
            <a:extLst>
              <a:ext uri="{FF2B5EF4-FFF2-40B4-BE49-F238E27FC236}">
                <a16:creationId xmlns:a16="http://schemas.microsoft.com/office/drawing/2014/main" id="{E0BF284C-2D9F-4F33-B7F7-C1A29F6F1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4780684"/>
            <a:ext cx="1357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得到：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</a:p>
        </p:txBody>
      </p:sp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CCE52CEB-9D74-4109-8216-D9215B6898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0593" y="5237884"/>
          <a:ext cx="28479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3" name="公式" r:id="rId6" imgW="1257120" imgH="177480" progId="Equation.3">
                  <p:embed/>
                </p:oleObj>
              </mc:Choice>
              <mc:Fallback>
                <p:oleObj name="公式" r:id="rId6" imgW="1257120" imgH="177480" progId="Equation.3">
                  <p:embed/>
                  <p:pic>
                    <p:nvPicPr>
                      <p:cNvPr id="19462" name="Object 6">
                        <a:extLst>
                          <a:ext uri="{FF2B5EF4-FFF2-40B4-BE49-F238E27FC236}">
                            <a16:creationId xmlns:a16="http://schemas.microsoft.com/office/drawing/2014/main" id="{CCE52CEB-9D74-4109-8216-D9215B6898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0593" y="5237884"/>
                        <a:ext cx="2847975" cy="407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F355272D-9A15-4CD4-B527-58BF98FC774A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28655"/>
              </p:ext>
            </p:extLst>
          </p:nvPr>
        </p:nvGraphicFramePr>
        <p:xfrm>
          <a:off x="5643563" y="3631334"/>
          <a:ext cx="3021012" cy="2630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64" name="Visio" r:id="rId8" imgW="3020520" imgH="2630043" progId="Visio.Drawing.11">
                  <p:embed/>
                </p:oleObj>
              </mc:Choice>
              <mc:Fallback>
                <p:oleObj name="Visio" r:id="rId8" imgW="3020520" imgH="2630043" progId="Visio.Drawing.11">
                  <p:embed/>
                  <p:pic>
                    <p:nvPicPr>
                      <p:cNvPr id="19463" name="Object 7">
                        <a:extLst>
                          <a:ext uri="{FF2B5EF4-FFF2-40B4-BE49-F238E27FC236}">
                            <a16:creationId xmlns:a16="http://schemas.microsoft.com/office/drawing/2014/main" id="{F355272D-9A15-4CD4-B527-58BF98FC774A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631334"/>
                        <a:ext cx="3021012" cy="2630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AA4D566-1FAE-470A-A79D-DBDBA75C0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15B291C-51FB-4C18-A138-CCB3C24CD792}" type="slidenum">
              <a:rPr lang="en-US" altLang="zh-CN" smtClean="0"/>
              <a:pPr>
                <a:defRPr/>
              </a:pPr>
              <a:t>66</a:t>
            </a:fld>
            <a:endParaRPr lang="en-US" altLang="zh-CN" dirty="0"/>
          </a:p>
        </p:txBody>
      </p:sp>
      <p:sp>
        <p:nvSpPr>
          <p:cNvPr id="19464" name="AutoShape 8">
            <a:extLst>
              <a:ext uri="{FF2B5EF4-FFF2-40B4-BE49-F238E27FC236}">
                <a16:creationId xmlns:a16="http://schemas.microsoft.com/office/drawing/2014/main" id="{E1BA7118-C1C6-4757-80D7-38AFA17AE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453188"/>
            <a:ext cx="215900" cy="260350"/>
          </a:xfrm>
          <a:prstGeom prst="downArrow">
            <a:avLst>
              <a:gd name="adj1" fmla="val 50000"/>
              <a:gd name="adj2" fmla="val 30147"/>
            </a:avLst>
          </a:prstGeom>
          <a:solidFill>
            <a:srgbClr val="FFFFCC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813849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C5362EF5-3AD0-402B-99A2-FF90C6A68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3270" y="92148"/>
            <a:ext cx="782291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题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试说明在下列情况下，用万用表测量图中的端到地的电压    各为多少：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AB3A1F6-7EBF-424F-B791-D88DBFADC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445" y="3217935"/>
            <a:ext cx="8527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314D8041-79B2-48BC-B0DD-C967E5320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820" y="955748"/>
            <a:ext cx="449921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悬空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接低电平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0.3V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接高电平（</a:t>
            </a:r>
            <a:r>
              <a:rPr lang="en-US" altLang="zh-CN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3.6V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；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51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电阻接地；</a:t>
            </a:r>
          </a:p>
          <a:p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经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10k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电阻接地。</a:t>
            </a:r>
          </a:p>
        </p:txBody>
      </p:sp>
      <p:sp>
        <p:nvSpPr>
          <p:cNvPr id="20485" name="Rectangle 5">
            <a:extLst>
              <a:ext uri="{FF2B5EF4-FFF2-40B4-BE49-F238E27FC236}">
                <a16:creationId xmlns:a16="http://schemas.microsoft.com/office/drawing/2014/main" id="{FA49898A-25F4-457B-9448-5B678EA34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2445" y="-96765"/>
            <a:ext cx="8527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087CB025-30D2-4098-8F21-88CA72BD8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19" y="3039704"/>
            <a:ext cx="820896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图中的与非门为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74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系列的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TTL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电路，万用表使用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5V</a:t>
            </a:r>
            <a:r>
              <a:rPr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量程，内阻为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20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k/V. </a:t>
            </a:r>
          </a:p>
        </p:txBody>
      </p:sp>
      <p:pic>
        <p:nvPicPr>
          <p:cNvPr id="20487" name="Picture 7">
            <a:extLst>
              <a:ext uri="{FF2B5EF4-FFF2-40B4-BE49-F238E27FC236}">
                <a16:creationId xmlns:a16="http://schemas.microsoft.com/office/drawing/2014/main" id="{A5B8AB6B-6E35-4838-B04B-CC6FDFB9B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53" y="4091481"/>
            <a:ext cx="2808287" cy="2065338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9" name="Object 9">
            <a:extLst>
              <a:ext uri="{FF2B5EF4-FFF2-40B4-BE49-F238E27FC236}">
                <a16:creationId xmlns:a16="http://schemas.microsoft.com/office/drawing/2014/main" id="{823AE83F-D775-4625-BF8E-4488934257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436034"/>
              </p:ext>
            </p:extLst>
          </p:nvPr>
        </p:nvGraphicFramePr>
        <p:xfrm>
          <a:off x="1787628" y="412836"/>
          <a:ext cx="44266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4"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20489" name="Object 9">
                        <a:extLst>
                          <a:ext uri="{FF2B5EF4-FFF2-40B4-BE49-F238E27FC236}">
                            <a16:creationId xmlns:a16="http://schemas.microsoft.com/office/drawing/2014/main" id="{823AE83F-D775-4625-BF8E-4488934257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7628" y="412836"/>
                        <a:ext cx="442667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>
            <a:extLst>
              <a:ext uri="{FF2B5EF4-FFF2-40B4-BE49-F238E27FC236}">
                <a16:creationId xmlns:a16="http://schemas.microsoft.com/office/drawing/2014/main" id="{5E50CF22-8170-4321-9DBA-50D24AE4CA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984857"/>
              </p:ext>
            </p:extLst>
          </p:nvPr>
        </p:nvGraphicFramePr>
        <p:xfrm>
          <a:off x="3130984" y="922410"/>
          <a:ext cx="41749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5" name="Equation" r:id="rId6" imgW="203040" imgH="228600" progId="Equation.DSMT4">
                  <p:embed/>
                </p:oleObj>
              </mc:Choice>
              <mc:Fallback>
                <p:oleObj name="Equation" r:id="rId6" imgW="203040" imgH="228600" progId="Equation.DSMT4">
                  <p:embed/>
                  <p:pic>
                    <p:nvPicPr>
                      <p:cNvPr id="20490" name="Object 10">
                        <a:extLst>
                          <a:ext uri="{FF2B5EF4-FFF2-40B4-BE49-F238E27FC236}">
                            <a16:creationId xmlns:a16="http://schemas.microsoft.com/office/drawing/2014/main" id="{5E50CF22-8170-4321-9DBA-50D24AE4CA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984" y="922410"/>
                        <a:ext cx="41749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53493FCA-B1E8-41D8-8BF0-6BD1EFBFDB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741880"/>
              </p:ext>
            </p:extLst>
          </p:nvPr>
        </p:nvGraphicFramePr>
        <p:xfrm>
          <a:off x="3130984" y="1244673"/>
          <a:ext cx="41749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6" name="Equation" r:id="rId8" imgW="203040" imgH="228600" progId="Equation.DSMT4">
                  <p:embed/>
                </p:oleObj>
              </mc:Choice>
              <mc:Fallback>
                <p:oleObj name="Equation" r:id="rId8" imgW="203040" imgH="228600" progId="Equation.DSMT4">
                  <p:embed/>
                  <p:pic>
                    <p:nvPicPr>
                      <p:cNvPr id="20491" name="Object 11">
                        <a:extLst>
                          <a:ext uri="{FF2B5EF4-FFF2-40B4-BE49-F238E27FC236}">
                            <a16:creationId xmlns:a16="http://schemas.microsoft.com/office/drawing/2014/main" id="{53493FCA-B1E8-41D8-8BF0-6BD1EFBFDB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984" y="1244673"/>
                        <a:ext cx="41749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2" name="Object 12">
            <a:extLst>
              <a:ext uri="{FF2B5EF4-FFF2-40B4-BE49-F238E27FC236}">
                <a16:creationId xmlns:a16="http://schemas.microsoft.com/office/drawing/2014/main" id="{932FBEB3-EBAA-4251-B355-C8781F7063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022090"/>
              </p:ext>
            </p:extLst>
          </p:nvPr>
        </p:nvGraphicFramePr>
        <p:xfrm>
          <a:off x="3130984" y="1603448"/>
          <a:ext cx="41749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7" name="Equation" r:id="rId9" imgW="203040" imgH="228600" progId="Equation.DSMT4">
                  <p:embed/>
                </p:oleObj>
              </mc:Choice>
              <mc:Fallback>
                <p:oleObj name="Equation" r:id="rId9" imgW="203040" imgH="228600" progId="Equation.DSMT4">
                  <p:embed/>
                  <p:pic>
                    <p:nvPicPr>
                      <p:cNvPr id="20492" name="Object 12">
                        <a:extLst>
                          <a:ext uri="{FF2B5EF4-FFF2-40B4-BE49-F238E27FC236}">
                            <a16:creationId xmlns:a16="http://schemas.microsoft.com/office/drawing/2014/main" id="{932FBEB3-EBAA-4251-B355-C8781F7063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984" y="1603448"/>
                        <a:ext cx="41749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3" name="Object 13">
            <a:extLst>
              <a:ext uri="{FF2B5EF4-FFF2-40B4-BE49-F238E27FC236}">
                <a16:creationId xmlns:a16="http://schemas.microsoft.com/office/drawing/2014/main" id="{1408127D-796C-4123-8D2C-88D6E68914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6800350"/>
              </p:ext>
            </p:extLst>
          </p:nvPr>
        </p:nvGraphicFramePr>
        <p:xfrm>
          <a:off x="3102409" y="1992385"/>
          <a:ext cx="41749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8" name="Equation" r:id="rId10" imgW="203040" imgH="228600" progId="Equation.DSMT4">
                  <p:embed/>
                </p:oleObj>
              </mc:Choice>
              <mc:Fallback>
                <p:oleObj name="Equation" r:id="rId10" imgW="203040" imgH="228600" progId="Equation.DSMT4">
                  <p:embed/>
                  <p:pic>
                    <p:nvPicPr>
                      <p:cNvPr id="20493" name="Object 13">
                        <a:extLst>
                          <a:ext uri="{FF2B5EF4-FFF2-40B4-BE49-F238E27FC236}">
                            <a16:creationId xmlns:a16="http://schemas.microsoft.com/office/drawing/2014/main" id="{1408127D-796C-4123-8D2C-88D6E68914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409" y="1992385"/>
                        <a:ext cx="41749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4EC1A2BA-357D-4CBE-BA85-F7BE4F62D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461543"/>
              </p:ext>
            </p:extLst>
          </p:nvPr>
        </p:nvGraphicFramePr>
        <p:xfrm>
          <a:off x="3102409" y="2324173"/>
          <a:ext cx="417498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09" name="Equation" r:id="rId11" imgW="203040" imgH="228600" progId="Equation.DSMT4">
                  <p:embed/>
                </p:oleObj>
              </mc:Choice>
              <mc:Fallback>
                <p:oleObj name="Equation" r:id="rId11" imgW="203040" imgH="228600" progId="Equation.DSMT4">
                  <p:embed/>
                  <p:pic>
                    <p:nvPicPr>
                      <p:cNvPr id="20494" name="Object 14">
                        <a:extLst>
                          <a:ext uri="{FF2B5EF4-FFF2-40B4-BE49-F238E27FC236}">
                            <a16:creationId xmlns:a16="http://schemas.microsoft.com/office/drawing/2014/main" id="{4EC1A2BA-357D-4CBE-BA85-F7BE4F62DA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409" y="2324173"/>
                        <a:ext cx="417498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5" name="AutoShape 15">
            <a:extLst>
              <a:ext uri="{FF2B5EF4-FFF2-40B4-BE49-F238E27FC236}">
                <a16:creationId xmlns:a16="http://schemas.microsoft.com/office/drawing/2014/main" id="{DB6D7493-833C-4D74-BD4E-06E2E71D0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453188"/>
            <a:ext cx="215900" cy="260350"/>
          </a:xfrm>
          <a:prstGeom prst="downArrow">
            <a:avLst>
              <a:gd name="adj1" fmla="val 50000"/>
              <a:gd name="adj2" fmla="val 30147"/>
            </a:avLst>
          </a:prstGeom>
          <a:solidFill>
            <a:srgbClr val="FFFFCC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7147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AFED839-6EEC-4AFD-BA7D-9AC1ABB97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9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330CDC1-77A3-474B-9829-2F174EA614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05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508" name="Text Box 4">
            <a:extLst>
              <a:ext uri="{FF2B5EF4-FFF2-40B4-BE49-F238E27FC236}">
                <a16:creationId xmlns:a16="http://schemas.microsoft.com/office/drawing/2014/main" id="{370D5259-4A50-4154-BA50-2096717CD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2924175"/>
            <a:ext cx="936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a</a:t>
            </a: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）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</a:t>
            </a:r>
          </a:p>
        </p:txBody>
      </p:sp>
      <p:sp>
        <p:nvSpPr>
          <p:cNvPr id="21509" name="Text Box 5">
            <a:extLst>
              <a:ext uri="{FF2B5EF4-FFF2-40B4-BE49-F238E27FC236}">
                <a16:creationId xmlns:a16="http://schemas.microsoft.com/office/drawing/2014/main" id="{B74FFF0E-D843-4493-A4F6-3EC21FE66A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2852738"/>
            <a:ext cx="115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( b)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</a:t>
            </a:r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720405C1-C54C-4336-9886-9B0A266898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429000"/>
            <a:ext cx="792162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解：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TTL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门电路输入端负载特性和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TTL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与非门的逻辑功能解题。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  悬空时：    图示的等效电路如图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(a)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所示，  悬空的端连接的发射结不导通，只有     端的发射结导通，总电路等同一个反相器。万用表相当一个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20k 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以上的大电阻接在     和地之间。因为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20k &gt;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2.0kΩ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），根据反相器输入端负载特性，则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=1.4V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C3E85063-EABE-4B50-8526-B10EF28B8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512" name="Object 8">
            <a:extLst>
              <a:ext uri="{FF2B5EF4-FFF2-40B4-BE49-F238E27FC236}">
                <a16:creationId xmlns:a16="http://schemas.microsoft.com/office/drawing/2014/main" id="{9CB35FEE-8BF1-4484-BEA7-1D8587A2C375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468313" y="188913"/>
          <a:ext cx="4038600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7" name="Visio" r:id="rId4" imgW="5810440" imgH="4151233" progId="Visio.Drawing.11">
                  <p:embed/>
                </p:oleObj>
              </mc:Choice>
              <mc:Fallback>
                <p:oleObj name="Visio" r:id="rId4" imgW="5810440" imgH="4151233" progId="Visio.Drawing.11">
                  <p:embed/>
                  <p:pic>
                    <p:nvPicPr>
                      <p:cNvPr id="21512" name="Object 8">
                        <a:extLst>
                          <a:ext uri="{FF2B5EF4-FFF2-40B4-BE49-F238E27FC236}">
                            <a16:creationId xmlns:a16="http://schemas.microsoft.com/office/drawing/2014/main" id="{9CB35FEE-8BF1-4484-BEA7-1D8587A2C375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188913"/>
                        <a:ext cx="4038600" cy="288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3" name="Object 9">
            <a:extLst>
              <a:ext uri="{FF2B5EF4-FFF2-40B4-BE49-F238E27FC236}">
                <a16:creationId xmlns:a16="http://schemas.microsoft.com/office/drawing/2014/main" id="{C13F3961-1341-4A26-B3AC-8A5850F3AC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992488"/>
              </p:ext>
            </p:extLst>
          </p:nvPr>
        </p:nvGraphicFramePr>
        <p:xfrm>
          <a:off x="4498975" y="4510088"/>
          <a:ext cx="4413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8" name="Equation" r:id="rId6" imgW="215640" imgH="228600" progId="Equation.DSMT4">
                  <p:embed/>
                </p:oleObj>
              </mc:Choice>
              <mc:Fallback>
                <p:oleObj name="Equation" r:id="rId6" imgW="215640" imgH="228600" progId="Equation.DSMT4">
                  <p:embed/>
                  <p:pic>
                    <p:nvPicPr>
                      <p:cNvPr id="21513" name="Object 9">
                        <a:extLst>
                          <a:ext uri="{FF2B5EF4-FFF2-40B4-BE49-F238E27FC236}">
                            <a16:creationId xmlns:a16="http://schemas.microsoft.com/office/drawing/2014/main" id="{C13F3961-1341-4A26-B3AC-8A5850F3AC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4510088"/>
                        <a:ext cx="44132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4" name="Rectangle 10">
            <a:extLst>
              <a:ext uri="{FF2B5EF4-FFF2-40B4-BE49-F238E27FC236}">
                <a16:creationId xmlns:a16="http://schemas.microsoft.com/office/drawing/2014/main" id="{D7B9EEC1-F193-4998-B28A-6CD26396A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515" name="Object 11">
            <a:extLst>
              <a:ext uri="{FF2B5EF4-FFF2-40B4-BE49-F238E27FC236}">
                <a16:creationId xmlns:a16="http://schemas.microsoft.com/office/drawing/2014/main" id="{EAF83993-777C-4CBE-8764-0B65E88C3FBE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4500563" y="188913"/>
          <a:ext cx="4032250" cy="273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99" name="Visio" r:id="rId8" imgW="6170057" imgH="4193238" progId="Visio.Drawing.11">
                  <p:embed/>
                </p:oleObj>
              </mc:Choice>
              <mc:Fallback>
                <p:oleObj name="Visio" r:id="rId8" imgW="6170057" imgH="4193238" progId="Visio.Drawing.11">
                  <p:embed/>
                  <p:pic>
                    <p:nvPicPr>
                      <p:cNvPr id="21515" name="Object 11">
                        <a:extLst>
                          <a:ext uri="{FF2B5EF4-FFF2-40B4-BE49-F238E27FC236}">
                            <a16:creationId xmlns:a16="http://schemas.microsoft.com/office/drawing/2014/main" id="{EAF83993-777C-4CBE-8764-0B65E88C3FB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88913"/>
                        <a:ext cx="4032250" cy="273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6" name="Object 12">
            <a:extLst>
              <a:ext uri="{FF2B5EF4-FFF2-40B4-BE49-F238E27FC236}">
                <a16:creationId xmlns:a16="http://schemas.microsoft.com/office/drawing/2014/main" id="{F24FCE7D-E304-46E6-912A-0CCF2611907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2588" y="4149725"/>
          <a:ext cx="4143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0" name="Equation" r:id="rId10" imgW="203040" imgH="228600" progId="Equation.DSMT4">
                  <p:embed/>
                </p:oleObj>
              </mc:Choice>
              <mc:Fallback>
                <p:oleObj name="Equation" r:id="rId10" imgW="203040" imgH="228600" progId="Equation.DSMT4">
                  <p:embed/>
                  <p:pic>
                    <p:nvPicPr>
                      <p:cNvPr id="21516" name="Object 12">
                        <a:extLst>
                          <a:ext uri="{FF2B5EF4-FFF2-40B4-BE49-F238E27FC236}">
                            <a16:creationId xmlns:a16="http://schemas.microsoft.com/office/drawing/2014/main" id="{F24FCE7D-E304-46E6-912A-0CCF261190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149725"/>
                        <a:ext cx="41433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13">
            <a:extLst>
              <a:ext uri="{FF2B5EF4-FFF2-40B4-BE49-F238E27FC236}">
                <a16:creationId xmlns:a16="http://schemas.microsoft.com/office/drawing/2014/main" id="{B179129E-AFCE-4B4A-97F2-A8C0BD7CB8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2988" y="4149725"/>
          <a:ext cx="41433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1" name="Equation" r:id="rId12" imgW="203040" imgH="228600" progId="Equation.DSMT4">
                  <p:embed/>
                </p:oleObj>
              </mc:Choice>
              <mc:Fallback>
                <p:oleObj name="Equation" r:id="rId12" imgW="203040" imgH="228600" progId="Equation.DSMT4">
                  <p:embed/>
                  <p:pic>
                    <p:nvPicPr>
                      <p:cNvPr id="21517" name="Object 13">
                        <a:extLst>
                          <a:ext uri="{FF2B5EF4-FFF2-40B4-BE49-F238E27FC236}">
                            <a16:creationId xmlns:a16="http://schemas.microsoft.com/office/drawing/2014/main" id="{B179129E-AFCE-4B4A-97F2-A8C0BD7CB8B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149725"/>
                        <a:ext cx="414337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9" name="Object 15">
            <a:extLst>
              <a:ext uri="{FF2B5EF4-FFF2-40B4-BE49-F238E27FC236}">
                <a16:creationId xmlns:a16="http://schemas.microsoft.com/office/drawing/2014/main" id="{DD29DD01-0C79-43BA-9E4A-844D0F18A5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462192"/>
              </p:ext>
            </p:extLst>
          </p:nvPr>
        </p:nvGraphicFramePr>
        <p:xfrm>
          <a:off x="763298" y="5221288"/>
          <a:ext cx="4413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2" name="Equation" r:id="rId13" imgW="215640" imgH="228600" progId="Equation.DSMT4">
                  <p:embed/>
                </p:oleObj>
              </mc:Choice>
              <mc:Fallback>
                <p:oleObj name="Equation" r:id="rId13" imgW="215640" imgH="228600" progId="Equation.DSMT4">
                  <p:embed/>
                  <p:pic>
                    <p:nvPicPr>
                      <p:cNvPr id="21519" name="Object 15">
                        <a:extLst>
                          <a:ext uri="{FF2B5EF4-FFF2-40B4-BE49-F238E27FC236}">
                            <a16:creationId xmlns:a16="http://schemas.microsoft.com/office/drawing/2014/main" id="{DD29DD01-0C79-43BA-9E4A-844D0F18A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298" y="5221288"/>
                        <a:ext cx="44132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0" name="AutoShape 16">
            <a:extLst>
              <a:ext uri="{FF2B5EF4-FFF2-40B4-BE49-F238E27FC236}">
                <a16:creationId xmlns:a16="http://schemas.microsoft.com/office/drawing/2014/main" id="{C8D02D90-AFA3-4CC8-97B7-43C18C87D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453188"/>
            <a:ext cx="215900" cy="260350"/>
          </a:xfrm>
          <a:prstGeom prst="downArrow">
            <a:avLst>
              <a:gd name="adj1" fmla="val 50000"/>
              <a:gd name="adj2" fmla="val 30147"/>
            </a:avLst>
          </a:prstGeom>
          <a:solidFill>
            <a:srgbClr val="FFFFCC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CF9F078F-118A-4CF7-A8E6-31A976129C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679227"/>
              </p:ext>
            </p:extLst>
          </p:nvPr>
        </p:nvGraphicFramePr>
        <p:xfrm>
          <a:off x="2318469" y="5571117"/>
          <a:ext cx="441325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03" name="Equation" r:id="rId13" imgW="215640" imgH="228600" progId="Equation.DSMT4">
                  <p:embed/>
                </p:oleObj>
              </mc:Choice>
              <mc:Fallback>
                <p:oleObj name="Equation" r:id="rId13" imgW="215640" imgH="228600" progId="Equation.DSMT4">
                  <p:embed/>
                  <p:pic>
                    <p:nvPicPr>
                      <p:cNvPr id="21519" name="Object 15">
                        <a:extLst>
                          <a:ext uri="{FF2B5EF4-FFF2-40B4-BE49-F238E27FC236}">
                            <a16:creationId xmlns:a16="http://schemas.microsoft.com/office/drawing/2014/main" id="{DD29DD01-0C79-43BA-9E4A-844D0F18A5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8469" y="5571117"/>
                        <a:ext cx="441325" cy="4714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5203847-E56A-478E-98A2-7BE25FD75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25433-9B07-4A88-BDDA-F27DEB968C4A}" type="slidenum">
              <a:rPr lang="en-US" altLang="zh-CN" smtClean="0"/>
              <a:pPr/>
              <a:t>68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6673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>
            <a:extLst>
              <a:ext uri="{FF2B5EF4-FFF2-40B4-BE49-F238E27FC236}">
                <a16:creationId xmlns:a16="http://schemas.microsoft.com/office/drawing/2014/main" id="{95986873-ED5D-43FC-9FC8-232638A39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692150"/>
            <a:ext cx="8207375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接低电平（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0.3V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）时：连接     端的发射结导通，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B1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被箝位在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  V,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此时接端      的发射结也导通，发射结压降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0.7V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，因此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=0.3V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接高电平（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3.6V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）：情况同（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），则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=1.4V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51 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电阻接地：图的等效电路如图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(b)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由图可由下式求得的     电压值：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求得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=0.05V,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=0.05V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B7783BD9-7914-4416-B6CA-3B5FF5578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2" name="Rectangle 4">
            <a:extLst>
              <a:ext uri="{FF2B5EF4-FFF2-40B4-BE49-F238E27FC236}">
                <a16:creationId xmlns:a16="http://schemas.microsoft.com/office/drawing/2014/main" id="{8B4E0BC2-1402-47E9-9DE7-D125F670D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80BD8FA3-10D1-4E9C-9A07-D7D615D6E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4" name="Rectangle 6">
            <a:extLst>
              <a:ext uri="{FF2B5EF4-FFF2-40B4-BE49-F238E27FC236}">
                <a16:creationId xmlns:a16="http://schemas.microsoft.com/office/drawing/2014/main" id="{DF40D8FB-ADD0-4F7B-A6E7-934F994C8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5" name="Rectangle 7">
            <a:extLst>
              <a:ext uri="{FF2B5EF4-FFF2-40B4-BE49-F238E27FC236}">
                <a16:creationId xmlns:a16="http://schemas.microsoft.com/office/drawing/2014/main" id="{7CB25035-99FE-4216-B2BE-718E2044C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6" name="Rectangle 8">
            <a:extLst>
              <a:ext uri="{FF2B5EF4-FFF2-40B4-BE49-F238E27FC236}">
                <a16:creationId xmlns:a16="http://schemas.microsoft.com/office/drawing/2014/main" id="{063123EF-1F04-4451-89A9-D4B67AF93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7" name="Rectangle 9">
            <a:extLst>
              <a:ext uri="{FF2B5EF4-FFF2-40B4-BE49-F238E27FC236}">
                <a16:creationId xmlns:a16="http://schemas.microsoft.com/office/drawing/2014/main" id="{AA24662C-D706-4F48-A078-EAE32C66D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8" name="Rectangle 10">
            <a:extLst>
              <a:ext uri="{FF2B5EF4-FFF2-40B4-BE49-F238E27FC236}">
                <a16:creationId xmlns:a16="http://schemas.microsoft.com/office/drawing/2014/main" id="{EF068EED-1381-4214-B0EF-EAF2C98C2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9" name="Rectangle 11">
            <a:extLst>
              <a:ext uri="{FF2B5EF4-FFF2-40B4-BE49-F238E27FC236}">
                <a16:creationId xmlns:a16="http://schemas.microsoft.com/office/drawing/2014/main" id="{C610E863-4FD9-4B8C-A3EB-BBDA8606A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0" name="Rectangle 12">
            <a:extLst>
              <a:ext uri="{FF2B5EF4-FFF2-40B4-BE49-F238E27FC236}">
                <a16:creationId xmlns:a16="http://schemas.microsoft.com/office/drawing/2014/main" id="{C5EBCF49-1378-4B6D-9133-4F0BFA1E3F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1" name="Rectangle 13">
            <a:extLst>
              <a:ext uri="{FF2B5EF4-FFF2-40B4-BE49-F238E27FC236}">
                <a16:creationId xmlns:a16="http://schemas.microsoft.com/office/drawing/2014/main" id="{A412D159-608B-4E2A-8D4A-6776BCFB1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2" name="Rectangle 14">
            <a:extLst>
              <a:ext uri="{FF2B5EF4-FFF2-40B4-BE49-F238E27FC236}">
                <a16:creationId xmlns:a16="http://schemas.microsoft.com/office/drawing/2014/main" id="{CCE8A82E-9C9C-4924-AAFA-93B28939A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3" name="Rectangle 15">
            <a:extLst>
              <a:ext uri="{FF2B5EF4-FFF2-40B4-BE49-F238E27FC236}">
                <a16:creationId xmlns:a16="http://schemas.microsoft.com/office/drawing/2014/main" id="{41C7363A-6020-4F0A-9695-777FAB147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4" name="Rectangle 16">
            <a:extLst>
              <a:ext uri="{FF2B5EF4-FFF2-40B4-BE49-F238E27FC236}">
                <a16:creationId xmlns:a16="http://schemas.microsoft.com/office/drawing/2014/main" id="{A8882B60-D5B4-4064-B01E-28E1E471F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5" name="Rectangle 17">
            <a:extLst>
              <a:ext uri="{FF2B5EF4-FFF2-40B4-BE49-F238E27FC236}">
                <a16:creationId xmlns:a16="http://schemas.microsoft.com/office/drawing/2014/main" id="{CD66B8E8-651D-49B2-BD16-04C0EF7CB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6" name="Rectangle 18">
            <a:extLst>
              <a:ext uri="{FF2B5EF4-FFF2-40B4-BE49-F238E27FC236}">
                <a16:creationId xmlns:a16="http://schemas.microsoft.com/office/drawing/2014/main" id="{EFCDF28C-F656-4B92-9825-803D32B07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zh-CN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547" name="Rectangle 19">
            <a:extLst>
              <a:ext uri="{FF2B5EF4-FFF2-40B4-BE49-F238E27FC236}">
                <a16:creationId xmlns:a16="http://schemas.microsoft.com/office/drawing/2014/main" id="{7F4AC5AF-36D9-483C-BC8C-C1BFB84E9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8" name="Rectangle 20">
            <a:extLst>
              <a:ext uri="{FF2B5EF4-FFF2-40B4-BE49-F238E27FC236}">
                <a16:creationId xmlns:a16="http://schemas.microsoft.com/office/drawing/2014/main" id="{8D5D7A95-2841-4571-8F05-920093D58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480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9" name="Rectangle 21">
            <a:extLst>
              <a:ext uri="{FF2B5EF4-FFF2-40B4-BE49-F238E27FC236}">
                <a16:creationId xmlns:a16="http://schemas.microsoft.com/office/drawing/2014/main" id="{57DDCB88-D0C8-4EFA-B58D-ECF37CF35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550" name="Object 22">
            <a:extLst>
              <a:ext uri="{FF2B5EF4-FFF2-40B4-BE49-F238E27FC236}">
                <a16:creationId xmlns:a16="http://schemas.microsoft.com/office/drawing/2014/main" id="{1C241C18-24C0-4B4F-9D25-094A864F3E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988309"/>
              </p:ext>
            </p:extLst>
          </p:nvPr>
        </p:nvGraphicFramePr>
        <p:xfrm>
          <a:off x="3633787" y="1081088"/>
          <a:ext cx="403225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3" name="Equation" r:id="rId3" imgW="215640" imgH="228600" progId="Equation.DSMT4">
                  <p:embed/>
                </p:oleObj>
              </mc:Choice>
              <mc:Fallback>
                <p:oleObj name="Equation" r:id="rId3" imgW="215640" imgH="228600" progId="Equation.DSMT4">
                  <p:embed/>
                  <p:pic>
                    <p:nvPicPr>
                      <p:cNvPr id="22550" name="Object 22">
                        <a:extLst>
                          <a:ext uri="{FF2B5EF4-FFF2-40B4-BE49-F238E27FC236}">
                            <a16:creationId xmlns:a16="http://schemas.microsoft.com/office/drawing/2014/main" id="{1C241C18-24C0-4B4F-9D25-094A864F3E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7" y="1081088"/>
                        <a:ext cx="403225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1" name="Object 23">
            <a:extLst>
              <a:ext uri="{FF2B5EF4-FFF2-40B4-BE49-F238E27FC236}">
                <a16:creationId xmlns:a16="http://schemas.microsoft.com/office/drawing/2014/main" id="{884CA559-DB0E-4628-BAC7-5B6C97E28512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187450" y="692150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4" name="Equation" r:id="rId5" imgW="203040" imgH="228600" progId="Equation.DSMT4">
                  <p:embed/>
                </p:oleObj>
              </mc:Choice>
              <mc:Fallback>
                <p:oleObj name="Equation" r:id="rId5" imgW="203040" imgH="228600" progId="Equation.DSMT4">
                  <p:embed/>
                  <p:pic>
                    <p:nvPicPr>
                      <p:cNvPr id="22551" name="Object 23">
                        <a:extLst>
                          <a:ext uri="{FF2B5EF4-FFF2-40B4-BE49-F238E27FC236}">
                            <a16:creationId xmlns:a16="http://schemas.microsoft.com/office/drawing/2014/main" id="{884CA559-DB0E-4628-BAC7-5B6C97E2851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692150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2" name="Object 24">
            <a:extLst>
              <a:ext uri="{FF2B5EF4-FFF2-40B4-BE49-F238E27FC236}">
                <a16:creationId xmlns:a16="http://schemas.microsoft.com/office/drawing/2014/main" id="{34A81EE6-512B-4FCF-AA15-78E549F969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692150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5" name="Equation" r:id="rId7" imgW="203040" imgH="228600" progId="Equation.DSMT4">
                  <p:embed/>
                </p:oleObj>
              </mc:Choice>
              <mc:Fallback>
                <p:oleObj name="Equation" r:id="rId7" imgW="203040" imgH="228600" progId="Equation.DSMT4">
                  <p:embed/>
                  <p:pic>
                    <p:nvPicPr>
                      <p:cNvPr id="22552" name="Object 24">
                        <a:extLst>
                          <a:ext uri="{FF2B5EF4-FFF2-40B4-BE49-F238E27FC236}">
                            <a16:creationId xmlns:a16="http://schemas.microsoft.com/office/drawing/2014/main" id="{34A81EE6-512B-4FCF-AA15-78E549F969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692150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3" name="Object 25">
            <a:extLst>
              <a:ext uri="{FF2B5EF4-FFF2-40B4-BE49-F238E27FC236}">
                <a16:creationId xmlns:a16="http://schemas.microsoft.com/office/drawing/2014/main" id="{8C2D3177-25C7-45CB-8CE5-A9A6490C74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1412875"/>
          <a:ext cx="403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6" name="Equation" r:id="rId8" imgW="215640" imgH="228600" progId="Equation.DSMT4">
                  <p:embed/>
                </p:oleObj>
              </mc:Choice>
              <mc:Fallback>
                <p:oleObj name="Equation" r:id="rId8" imgW="215640" imgH="228600" progId="Equation.DSMT4">
                  <p:embed/>
                  <p:pic>
                    <p:nvPicPr>
                      <p:cNvPr id="22553" name="Object 25">
                        <a:extLst>
                          <a:ext uri="{FF2B5EF4-FFF2-40B4-BE49-F238E27FC236}">
                            <a16:creationId xmlns:a16="http://schemas.microsoft.com/office/drawing/2014/main" id="{8C2D3177-25C7-45CB-8CE5-A9A6490C74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412875"/>
                        <a:ext cx="4032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>
            <a:extLst>
              <a:ext uri="{FF2B5EF4-FFF2-40B4-BE49-F238E27FC236}">
                <a16:creationId xmlns:a16="http://schemas.microsoft.com/office/drawing/2014/main" id="{D1DE9A59-2576-456A-971A-BB172862D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59563" y="2133600"/>
          <a:ext cx="403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7" name="Equation" r:id="rId9" imgW="215640" imgH="228600" progId="Equation.DSMT4">
                  <p:embed/>
                </p:oleObj>
              </mc:Choice>
              <mc:Fallback>
                <p:oleObj name="Equation" r:id="rId9" imgW="215640" imgH="228600" progId="Equation.DSMT4">
                  <p:embed/>
                  <p:pic>
                    <p:nvPicPr>
                      <p:cNvPr id="22554" name="Object 26">
                        <a:extLst>
                          <a:ext uri="{FF2B5EF4-FFF2-40B4-BE49-F238E27FC236}">
                            <a16:creationId xmlns:a16="http://schemas.microsoft.com/office/drawing/2014/main" id="{D1DE9A59-2576-456A-971A-BB172862DD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2133600"/>
                        <a:ext cx="4032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55" name="Group 27">
            <a:extLst>
              <a:ext uri="{FF2B5EF4-FFF2-40B4-BE49-F238E27FC236}">
                <a16:creationId xmlns:a16="http://schemas.microsoft.com/office/drawing/2014/main" id="{0A45585C-77DF-4B0E-92B7-E7C194A9CFBC}"/>
              </a:ext>
            </a:extLst>
          </p:cNvPr>
          <p:cNvGrpSpPr>
            <a:grpSpLocks/>
          </p:cNvGrpSpPr>
          <p:nvPr/>
        </p:nvGrpSpPr>
        <p:grpSpPr bwMode="auto">
          <a:xfrm>
            <a:off x="4284663" y="3500438"/>
            <a:ext cx="3084512" cy="792162"/>
            <a:chOff x="3568" y="3203"/>
            <a:chExt cx="1642" cy="383"/>
          </a:xfrm>
        </p:grpSpPr>
        <p:graphicFrame>
          <p:nvGraphicFramePr>
            <p:cNvPr id="22556" name="Object 28">
              <a:extLst>
                <a:ext uri="{FF2B5EF4-FFF2-40B4-BE49-F238E27FC236}">
                  <a16:creationId xmlns:a16="http://schemas.microsoft.com/office/drawing/2014/main" id="{75CC4D54-BB39-40A0-8530-31069863B1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998" y="3203"/>
            <a:ext cx="1212" cy="3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8" name="Equation" r:id="rId10" imgW="1396800" imgH="444240" progId="Equation.DSMT4">
                    <p:embed/>
                  </p:oleObj>
                </mc:Choice>
                <mc:Fallback>
                  <p:oleObj name="Equation" r:id="rId10" imgW="1396800" imgH="444240" progId="Equation.DSMT4">
                    <p:embed/>
                    <p:pic>
                      <p:nvPicPr>
                        <p:cNvPr id="22556" name="Object 28">
                          <a:extLst>
                            <a:ext uri="{FF2B5EF4-FFF2-40B4-BE49-F238E27FC236}">
                              <a16:creationId xmlns:a16="http://schemas.microsoft.com/office/drawing/2014/main" id="{75CC4D54-BB39-40A0-8530-31069863B13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8" y="3203"/>
                          <a:ext cx="1212" cy="38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7" name="Object 29">
              <a:extLst>
                <a:ext uri="{FF2B5EF4-FFF2-40B4-BE49-F238E27FC236}">
                  <a16:creationId xmlns:a16="http://schemas.microsoft.com/office/drawing/2014/main" id="{D5B9E432-C7C4-4A79-BDF7-51C2A64C66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68" y="3249"/>
            <a:ext cx="408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29" name="Equation" r:id="rId12" imgW="342720" imgH="228600" progId="Equation.DSMT4">
                    <p:embed/>
                  </p:oleObj>
                </mc:Choice>
                <mc:Fallback>
                  <p:oleObj name="Equation" r:id="rId12" imgW="342720" imgH="228600" progId="Equation.DSMT4">
                    <p:embed/>
                    <p:pic>
                      <p:nvPicPr>
                        <p:cNvPr id="22557" name="Object 29">
                          <a:extLst>
                            <a:ext uri="{FF2B5EF4-FFF2-40B4-BE49-F238E27FC236}">
                              <a16:creationId xmlns:a16="http://schemas.microsoft.com/office/drawing/2014/main" id="{D5B9E432-C7C4-4A79-BDF7-51C2A64C66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8" y="3249"/>
                          <a:ext cx="408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58" name="Object 30">
            <a:extLst>
              <a:ext uri="{FF2B5EF4-FFF2-40B4-BE49-F238E27FC236}">
                <a16:creationId xmlns:a16="http://schemas.microsoft.com/office/drawing/2014/main" id="{82550E8C-D5F0-4298-9F38-758D11E721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852738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0" name="Equation" r:id="rId14" imgW="203040" imgH="228600" progId="Equation.DSMT4">
                  <p:embed/>
                </p:oleObj>
              </mc:Choice>
              <mc:Fallback>
                <p:oleObj name="Equation" r:id="rId14" imgW="203040" imgH="228600" progId="Equation.DSMT4">
                  <p:embed/>
                  <p:pic>
                    <p:nvPicPr>
                      <p:cNvPr id="22558" name="Object 30">
                        <a:extLst>
                          <a:ext uri="{FF2B5EF4-FFF2-40B4-BE49-F238E27FC236}">
                            <a16:creationId xmlns:a16="http://schemas.microsoft.com/office/drawing/2014/main" id="{82550E8C-D5F0-4298-9F38-758D11E721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852738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9" name="Object 31">
            <a:extLst>
              <a:ext uri="{FF2B5EF4-FFF2-40B4-BE49-F238E27FC236}">
                <a16:creationId xmlns:a16="http://schemas.microsoft.com/office/drawing/2014/main" id="{28A35505-21CB-4DAA-B90A-E2BEC09D19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4797425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1" name="Equation" r:id="rId15" imgW="203040" imgH="228600" progId="Equation.DSMT4">
                  <p:embed/>
                </p:oleObj>
              </mc:Choice>
              <mc:Fallback>
                <p:oleObj name="Equation" r:id="rId15" imgW="203040" imgH="228600" progId="Equation.DSMT4">
                  <p:embed/>
                  <p:pic>
                    <p:nvPicPr>
                      <p:cNvPr id="22559" name="Object 31">
                        <a:extLst>
                          <a:ext uri="{FF2B5EF4-FFF2-40B4-BE49-F238E27FC236}">
                            <a16:creationId xmlns:a16="http://schemas.microsoft.com/office/drawing/2014/main" id="{28A35505-21CB-4DAA-B90A-E2BEC09D19D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4797425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0" name="Rectangle 32">
            <a:extLst>
              <a:ext uri="{FF2B5EF4-FFF2-40B4-BE49-F238E27FC236}">
                <a16:creationId xmlns:a16="http://schemas.microsoft.com/office/drawing/2014/main" id="{E4E658A4-30D9-4F28-9E77-CB53C1A4AB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797425"/>
            <a:ext cx="777716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5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）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   经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10k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电阻接地：则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=1.4V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（此时     也为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1.4V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，只是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10k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电阻上和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20k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电阻上各自的电流值不同）。</a:t>
            </a:r>
          </a:p>
        </p:txBody>
      </p:sp>
      <p:graphicFrame>
        <p:nvGraphicFramePr>
          <p:cNvPr id="22561" name="Object 33">
            <a:extLst>
              <a:ext uri="{FF2B5EF4-FFF2-40B4-BE49-F238E27FC236}">
                <a16:creationId xmlns:a16="http://schemas.microsoft.com/office/drawing/2014/main" id="{A66D9462-CECA-44A7-B730-C2B3E57F9F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2133600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2" name="Equation" r:id="rId16" imgW="203040" imgH="228600" progId="Equation.DSMT4">
                  <p:embed/>
                </p:oleObj>
              </mc:Choice>
              <mc:Fallback>
                <p:oleObj name="Equation" r:id="rId16" imgW="203040" imgH="228600" progId="Equation.DSMT4">
                  <p:embed/>
                  <p:pic>
                    <p:nvPicPr>
                      <p:cNvPr id="22561" name="Object 33">
                        <a:extLst>
                          <a:ext uri="{FF2B5EF4-FFF2-40B4-BE49-F238E27FC236}">
                            <a16:creationId xmlns:a16="http://schemas.microsoft.com/office/drawing/2014/main" id="{A66D9462-CECA-44A7-B730-C2B3E57F9F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133600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2" name="Object 34">
            <a:extLst>
              <a:ext uri="{FF2B5EF4-FFF2-40B4-BE49-F238E27FC236}">
                <a16:creationId xmlns:a16="http://schemas.microsoft.com/office/drawing/2014/main" id="{A8BE1FF4-798F-422A-80F3-240E275AC5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4292600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3" name="Equation" r:id="rId17" imgW="203040" imgH="228600" progId="Equation.DSMT4">
                  <p:embed/>
                </p:oleObj>
              </mc:Choice>
              <mc:Fallback>
                <p:oleObj name="Equation" r:id="rId17" imgW="203040" imgH="228600" progId="Equation.DSMT4">
                  <p:embed/>
                  <p:pic>
                    <p:nvPicPr>
                      <p:cNvPr id="22562" name="Object 34">
                        <a:extLst>
                          <a:ext uri="{FF2B5EF4-FFF2-40B4-BE49-F238E27FC236}">
                            <a16:creationId xmlns:a16="http://schemas.microsoft.com/office/drawing/2014/main" id="{A8BE1FF4-798F-422A-80F3-240E275AC5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4292600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3" name="Object 35">
            <a:extLst>
              <a:ext uri="{FF2B5EF4-FFF2-40B4-BE49-F238E27FC236}">
                <a16:creationId xmlns:a16="http://schemas.microsoft.com/office/drawing/2014/main" id="{DF150F48-E95B-40FE-B4BE-C9735282A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32138" y="4365625"/>
          <a:ext cx="403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4" name="Equation" r:id="rId18" imgW="215640" imgH="228600" progId="Equation.DSMT4">
                  <p:embed/>
                </p:oleObj>
              </mc:Choice>
              <mc:Fallback>
                <p:oleObj name="Equation" r:id="rId18" imgW="215640" imgH="228600" progId="Equation.DSMT4">
                  <p:embed/>
                  <p:pic>
                    <p:nvPicPr>
                      <p:cNvPr id="22563" name="Object 35">
                        <a:extLst>
                          <a:ext uri="{FF2B5EF4-FFF2-40B4-BE49-F238E27FC236}">
                            <a16:creationId xmlns:a16="http://schemas.microsoft.com/office/drawing/2014/main" id="{DF150F48-E95B-40FE-B4BE-C9735282AD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365625"/>
                        <a:ext cx="4032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4" name="Object 36">
            <a:extLst>
              <a:ext uri="{FF2B5EF4-FFF2-40B4-BE49-F238E27FC236}">
                <a16:creationId xmlns:a16="http://schemas.microsoft.com/office/drawing/2014/main" id="{CAE499A8-745C-41FD-A4C8-8F57D80CE6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6100" y="4797425"/>
          <a:ext cx="403225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5" name="Equation" r:id="rId19" imgW="215640" imgH="228600" progId="Equation.DSMT4">
                  <p:embed/>
                </p:oleObj>
              </mc:Choice>
              <mc:Fallback>
                <p:oleObj name="Equation" r:id="rId19" imgW="215640" imgH="228600" progId="Equation.DSMT4">
                  <p:embed/>
                  <p:pic>
                    <p:nvPicPr>
                      <p:cNvPr id="22564" name="Object 36">
                        <a:extLst>
                          <a:ext uri="{FF2B5EF4-FFF2-40B4-BE49-F238E27FC236}">
                            <a16:creationId xmlns:a16="http://schemas.microsoft.com/office/drawing/2014/main" id="{CAE499A8-745C-41FD-A4C8-8F57D80CE6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4797425"/>
                        <a:ext cx="403225" cy="433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5" name="Object 37">
            <a:extLst>
              <a:ext uri="{FF2B5EF4-FFF2-40B4-BE49-F238E27FC236}">
                <a16:creationId xmlns:a16="http://schemas.microsoft.com/office/drawing/2014/main" id="{FCA59056-5807-464E-9105-F3FE2F133D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6688" y="4797425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6" name="Equation" r:id="rId20" imgW="203040" imgH="228600" progId="Equation.DSMT4">
                  <p:embed/>
                </p:oleObj>
              </mc:Choice>
              <mc:Fallback>
                <p:oleObj name="Equation" r:id="rId20" imgW="203040" imgH="228600" progId="Equation.DSMT4">
                  <p:embed/>
                  <p:pic>
                    <p:nvPicPr>
                      <p:cNvPr id="22565" name="Object 37">
                        <a:extLst>
                          <a:ext uri="{FF2B5EF4-FFF2-40B4-BE49-F238E27FC236}">
                            <a16:creationId xmlns:a16="http://schemas.microsoft.com/office/drawing/2014/main" id="{FCA59056-5807-464E-9105-F3FE2F133D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4797425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6" name="Object 38">
            <a:extLst>
              <a:ext uri="{FF2B5EF4-FFF2-40B4-BE49-F238E27FC236}">
                <a16:creationId xmlns:a16="http://schemas.microsoft.com/office/drawing/2014/main" id="{67B811C8-7BF0-46BC-B4A6-5C798F21D6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927787"/>
              </p:ext>
            </p:extLst>
          </p:nvPr>
        </p:nvGraphicFramePr>
        <p:xfrm>
          <a:off x="2396192" y="3213100"/>
          <a:ext cx="3841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7" name="Equation" r:id="rId21" imgW="203040" imgH="228600" progId="Equation.DSMT4">
                  <p:embed/>
                </p:oleObj>
              </mc:Choice>
              <mc:Fallback>
                <p:oleObj name="Equation" r:id="rId21" imgW="203040" imgH="228600" progId="Equation.DSMT4">
                  <p:embed/>
                  <p:pic>
                    <p:nvPicPr>
                      <p:cNvPr id="22566" name="Object 38">
                        <a:extLst>
                          <a:ext uri="{FF2B5EF4-FFF2-40B4-BE49-F238E27FC236}">
                            <a16:creationId xmlns:a16="http://schemas.microsoft.com/office/drawing/2014/main" id="{67B811C8-7BF0-46BC-B4A6-5C798F21D6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6192" y="3213100"/>
                        <a:ext cx="3841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7" name="AutoShape 39">
            <a:extLst>
              <a:ext uri="{FF2B5EF4-FFF2-40B4-BE49-F238E27FC236}">
                <a16:creationId xmlns:a16="http://schemas.microsoft.com/office/drawing/2014/main" id="{97F0234C-2954-433C-98A5-38724D507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453188"/>
            <a:ext cx="215900" cy="260350"/>
          </a:xfrm>
          <a:prstGeom prst="downArrow">
            <a:avLst>
              <a:gd name="adj1" fmla="val 50000"/>
              <a:gd name="adj2" fmla="val 30147"/>
            </a:avLst>
          </a:prstGeom>
          <a:solidFill>
            <a:srgbClr val="FFFFCC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97C535-864B-4F5D-974A-BD28875E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25433-9B07-4A88-BDDA-F27DEB968C4A}" type="slidenum">
              <a:rPr lang="en-US" altLang="zh-CN" smtClean="0"/>
              <a:pPr/>
              <a:t>69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797032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2A79EA3D-B6FE-44E0-BABB-3D882E075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673966"/>
            <a:ext cx="799147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续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若将门电路改为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CMOS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与非门，试说明当为题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2-15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给出的五种状态时测得电压的各等于多少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0431D5A6-8483-4316-AC02-52FADC8F2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133600"/>
            <a:ext cx="71294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CC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中宋" panose="02010600040101010101" pitchFamily="2" charset="-122"/>
                <a:cs typeface="+mn-cs"/>
              </a:rPr>
              <a:t>解：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CMOS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门在输入工作电压（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0~VDD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）时，输入端电流为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，所以万用表的等效内阻（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20K  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）压降为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，则给出的五种状态时测得的      均为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0V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graphicFrame>
        <p:nvGraphicFramePr>
          <p:cNvPr id="23556" name="Object 4">
            <a:extLst>
              <a:ext uri="{FF2B5EF4-FFF2-40B4-BE49-F238E27FC236}">
                <a16:creationId xmlns:a16="http://schemas.microsoft.com/office/drawing/2014/main" id="{B852AE2C-DC6F-401B-8364-9DABEE5A9D24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6516688" y="2781300"/>
          <a:ext cx="4603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2" name="Equation" r:id="rId3" imgW="215640" imgH="228600" progId="Equation.DSMT4">
                  <p:embed/>
                </p:oleObj>
              </mc:Choice>
              <mc:Fallback>
                <p:oleObj name="Equation" r:id="rId3" imgW="215640" imgH="228600" progId="Equation.DSMT4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B852AE2C-DC6F-401B-8364-9DABEE5A9D24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2781300"/>
                        <a:ext cx="4603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AutoShape 5">
            <a:extLst>
              <a:ext uri="{FF2B5EF4-FFF2-40B4-BE49-F238E27FC236}">
                <a16:creationId xmlns:a16="http://schemas.microsoft.com/office/drawing/2014/main" id="{07C80DDF-974C-4048-B8CD-81BC028D8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6453188"/>
            <a:ext cx="215900" cy="260350"/>
          </a:xfrm>
          <a:prstGeom prst="downArrow">
            <a:avLst>
              <a:gd name="adj1" fmla="val 50000"/>
              <a:gd name="adj2" fmla="val 30147"/>
            </a:avLst>
          </a:prstGeom>
          <a:solidFill>
            <a:srgbClr val="FFFFCC"/>
          </a:solidFill>
          <a:ln w="12700" algn="ctr">
            <a:solidFill>
              <a:schemeClr val="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B9F94A0-7416-4349-BC74-2A652F70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CF805-CC8D-42B0-9DCA-736F29E67DD4}" type="slidenum">
              <a:rPr lang="en-US" altLang="zh-CN" smtClean="0"/>
              <a:pPr/>
              <a:t>70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2879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D59CE-3CD6-48C8-B8EF-0CFC3A404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3933" y="2508469"/>
            <a:ext cx="2268949" cy="695360"/>
          </a:xfrm>
        </p:spPr>
        <p:txBody>
          <a:bodyPr/>
          <a:lstStyle/>
          <a:p>
            <a:r>
              <a:rPr lang="en-US" altLang="zh-CN" dirty="0"/>
              <a:t>THE END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816808"/>
      </p:ext>
    </p:extLst>
  </p:cSld>
  <p:clrMapOvr>
    <a:masterClrMapping/>
  </p:clrMapOvr>
  <p:transition>
    <p:blinds dir="vert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9AEB712F-49A2-4F6E-AB4A-CE28FF318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0" y="209550"/>
            <a:ext cx="7772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chemeClr val="tx1"/>
                </a:solidFill>
              </a:rPr>
              <a:t>附</a:t>
            </a:r>
            <a:r>
              <a:rPr lang="en-US" altLang="zh-CN" sz="3200" b="1" dirty="0">
                <a:solidFill>
                  <a:schemeClr val="tx1"/>
                </a:solidFill>
              </a:rPr>
              <a:t>: </a:t>
            </a:r>
            <a:r>
              <a:rPr lang="zh-CN" altLang="en-US" sz="3200" b="1" dirty="0">
                <a:solidFill>
                  <a:schemeClr val="tx1"/>
                </a:solidFill>
              </a:rPr>
              <a:t>门电路的常见逻辑符号</a:t>
            </a:r>
          </a:p>
        </p:txBody>
      </p:sp>
      <p:grpSp>
        <p:nvGrpSpPr>
          <p:cNvPr id="100355" name="Group 3">
            <a:extLst>
              <a:ext uri="{FF2B5EF4-FFF2-40B4-BE49-F238E27FC236}">
                <a16:creationId xmlns:a16="http://schemas.microsoft.com/office/drawing/2014/main" id="{3BBE4762-46D1-4607-9D16-9FAE333B0275}"/>
              </a:ext>
            </a:extLst>
          </p:cNvPr>
          <p:cNvGrpSpPr>
            <a:grpSpLocks/>
          </p:cNvGrpSpPr>
          <p:nvPr/>
        </p:nvGrpSpPr>
        <p:grpSpPr bwMode="auto">
          <a:xfrm>
            <a:off x="679450" y="1104900"/>
            <a:ext cx="7816850" cy="5219700"/>
            <a:chOff x="428" y="696"/>
            <a:chExt cx="4924" cy="3288"/>
          </a:xfrm>
        </p:grpSpPr>
        <p:sp>
          <p:nvSpPr>
            <p:cNvPr id="100356" name="Text Box 4">
              <a:extLst>
                <a:ext uri="{FF2B5EF4-FFF2-40B4-BE49-F238E27FC236}">
                  <a16:creationId xmlns:a16="http://schemas.microsoft.com/office/drawing/2014/main" id="{3CE14F5A-D8A1-4E36-9387-3A929EB409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" y="754"/>
              <a:ext cx="4765" cy="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   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与门                        或门                      非门</a:t>
              </a:r>
            </a:p>
            <a:p>
              <a:pPr>
                <a:lnSpc>
                  <a:spcPct val="70000"/>
                </a:lnSpc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F=A•B                F=A+B</a:t>
              </a:r>
            </a:p>
          </p:txBody>
        </p:sp>
        <p:grpSp>
          <p:nvGrpSpPr>
            <p:cNvPr id="100357" name="Group 5">
              <a:extLst>
                <a:ext uri="{FF2B5EF4-FFF2-40B4-BE49-F238E27FC236}">
                  <a16:creationId xmlns:a16="http://schemas.microsoft.com/office/drawing/2014/main" id="{9D41EA72-B9FA-4187-90DA-A011A3F0BA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696"/>
              <a:ext cx="4792" cy="3288"/>
              <a:chOff x="224" y="876"/>
              <a:chExt cx="4096" cy="3000"/>
            </a:xfrm>
          </p:grpSpPr>
          <p:sp>
            <p:nvSpPr>
              <p:cNvPr id="100358" name="Line 6">
                <a:extLst>
                  <a:ext uri="{FF2B5EF4-FFF2-40B4-BE49-F238E27FC236}">
                    <a16:creationId xmlns:a16="http://schemas.microsoft.com/office/drawing/2014/main" id="{0B98E253-9105-4CC2-A3A9-1F5CF029E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" y="876"/>
                <a:ext cx="408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59" name="Line 7">
                <a:extLst>
                  <a:ext uri="{FF2B5EF4-FFF2-40B4-BE49-F238E27FC236}">
                    <a16:creationId xmlns:a16="http://schemas.microsoft.com/office/drawing/2014/main" id="{2EB32EA0-F8C2-40AF-B24F-01A9B0CC2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0" y="876"/>
                <a:ext cx="0" cy="3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60" name="Line 8">
                <a:extLst>
                  <a:ext uri="{FF2B5EF4-FFF2-40B4-BE49-F238E27FC236}">
                    <a16:creationId xmlns:a16="http://schemas.microsoft.com/office/drawing/2014/main" id="{65B26EFE-176E-4914-9441-B65EA26DC9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4" y="876"/>
                <a:ext cx="0" cy="3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61" name="Line 9">
                <a:extLst>
                  <a:ext uri="{FF2B5EF4-FFF2-40B4-BE49-F238E27FC236}">
                    <a16:creationId xmlns:a16="http://schemas.microsoft.com/office/drawing/2014/main" id="{5A5551A1-D31D-42B2-A798-A31BB8ADE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" y="1556"/>
                <a:ext cx="40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62" name="Line 10">
                <a:extLst>
                  <a:ext uri="{FF2B5EF4-FFF2-40B4-BE49-F238E27FC236}">
                    <a16:creationId xmlns:a16="http://schemas.microsoft.com/office/drawing/2014/main" id="{01F200B4-0826-438E-BC2D-7384CEF3A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" y="3859"/>
                <a:ext cx="40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aphicFrame>
          <p:nvGraphicFramePr>
            <p:cNvPr id="100363" name="Object 11">
              <a:extLst>
                <a:ext uri="{FF2B5EF4-FFF2-40B4-BE49-F238E27FC236}">
                  <a16:creationId xmlns:a16="http://schemas.microsoft.com/office/drawing/2014/main" id="{681C4417-6B31-4324-829A-72A8A520C71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88" y="1056"/>
            <a:ext cx="6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81" name="公式" r:id="rId3" imgW="952200" imgH="380880" progId="Equation.3">
                    <p:embed/>
                  </p:oleObj>
                </mc:Choice>
                <mc:Fallback>
                  <p:oleObj name="公式" r:id="rId3" imgW="952200" imgH="380880" progId="Equation.3">
                    <p:embed/>
                    <p:pic>
                      <p:nvPicPr>
                        <p:cNvPr id="100363" name="Object 11">
                          <a:extLst>
                            <a:ext uri="{FF2B5EF4-FFF2-40B4-BE49-F238E27FC236}">
                              <a16:creationId xmlns:a16="http://schemas.microsoft.com/office/drawing/2014/main" id="{681C4417-6B31-4324-829A-72A8A520C71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8" y="1056"/>
                          <a:ext cx="6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0364" name="Group 12">
            <a:extLst>
              <a:ext uri="{FF2B5EF4-FFF2-40B4-BE49-F238E27FC236}">
                <a16:creationId xmlns:a16="http://schemas.microsoft.com/office/drawing/2014/main" id="{4432C02B-4668-48B8-A174-DC685E54965D}"/>
              </a:ext>
            </a:extLst>
          </p:cNvPr>
          <p:cNvGrpSpPr>
            <a:grpSpLocks/>
          </p:cNvGrpSpPr>
          <p:nvPr/>
        </p:nvGrpSpPr>
        <p:grpSpPr bwMode="auto">
          <a:xfrm>
            <a:off x="644525" y="2444750"/>
            <a:ext cx="2162175" cy="3768725"/>
            <a:chOff x="202" y="1540"/>
            <a:chExt cx="1362" cy="2374"/>
          </a:xfrm>
        </p:grpSpPr>
        <p:grpSp>
          <p:nvGrpSpPr>
            <p:cNvPr id="100365" name="Group 13">
              <a:extLst>
                <a:ext uri="{FF2B5EF4-FFF2-40B4-BE49-F238E27FC236}">
                  <a16:creationId xmlns:a16="http://schemas.microsoft.com/office/drawing/2014/main" id="{FA67E9C8-4F87-4F66-BFBD-DA063F0641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2" y="1540"/>
              <a:ext cx="1354" cy="743"/>
              <a:chOff x="202" y="1596"/>
              <a:chExt cx="1354" cy="743"/>
            </a:xfrm>
          </p:grpSpPr>
          <p:sp>
            <p:nvSpPr>
              <p:cNvPr id="100366" name="Rectangle 14">
                <a:extLst>
                  <a:ext uri="{FF2B5EF4-FFF2-40B4-BE49-F238E27FC236}">
                    <a16:creationId xmlns:a16="http://schemas.microsoft.com/office/drawing/2014/main" id="{6C6E7D3B-8A48-4E47-A127-873674CE02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" y="1638"/>
                <a:ext cx="39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67" name="Text Box 15">
                <a:extLst>
                  <a:ext uri="{FF2B5EF4-FFF2-40B4-BE49-F238E27FC236}">
                    <a16:creationId xmlns:a16="http://schemas.microsoft.com/office/drawing/2014/main" id="{47FC0C68-07BC-4CA5-9BF8-F9A1BB44CF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" y="1596"/>
                <a:ext cx="28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&amp;</a:t>
                </a:r>
              </a:p>
            </p:txBody>
          </p:sp>
          <p:sp>
            <p:nvSpPr>
              <p:cNvPr id="100368" name="Line 16">
                <a:extLst>
                  <a:ext uri="{FF2B5EF4-FFF2-40B4-BE49-F238E27FC236}">
                    <a16:creationId xmlns:a16="http://schemas.microsoft.com/office/drawing/2014/main" id="{B882EC56-D862-435A-9864-38D1DBCD1E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" y="1826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69" name="Line 17">
                <a:extLst>
                  <a:ext uri="{FF2B5EF4-FFF2-40B4-BE49-F238E27FC236}">
                    <a16:creationId xmlns:a16="http://schemas.microsoft.com/office/drawing/2014/main" id="{AFF2EF5F-D800-4BA3-A06E-0B12AA020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" y="2181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0" name="Line 18">
                <a:extLst>
                  <a:ext uri="{FF2B5EF4-FFF2-40B4-BE49-F238E27FC236}">
                    <a16:creationId xmlns:a16="http://schemas.microsoft.com/office/drawing/2014/main" id="{9A9A5681-60FE-4412-AE81-D60640A39F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" y="1999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1" name="Text Box 19">
                <a:extLst>
                  <a:ext uri="{FF2B5EF4-FFF2-40B4-BE49-F238E27FC236}">
                    <a16:creationId xmlns:a16="http://schemas.microsoft.com/office/drawing/2014/main" id="{E8F89D87-FAA6-4EA1-A771-73EFAA571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" y="1613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372" name="Text Box 20">
                <a:extLst>
                  <a:ext uri="{FF2B5EF4-FFF2-40B4-BE49-F238E27FC236}">
                    <a16:creationId xmlns:a16="http://schemas.microsoft.com/office/drawing/2014/main" id="{8DC03508-FED3-4F0E-AB45-6D2CCEEDA3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9" y="1973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B</a:t>
                </a:r>
              </a:p>
            </p:txBody>
          </p:sp>
          <p:sp>
            <p:nvSpPr>
              <p:cNvPr id="100373" name="Text Box 21">
                <a:extLst>
                  <a:ext uri="{FF2B5EF4-FFF2-40B4-BE49-F238E27FC236}">
                    <a16:creationId xmlns:a16="http://schemas.microsoft.com/office/drawing/2014/main" id="{6CD958D1-E8C0-4A46-9A7F-4DAFF0226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84" y="1817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grpSp>
          <p:nvGrpSpPr>
            <p:cNvPr id="100374" name="Group 22">
              <a:extLst>
                <a:ext uri="{FF2B5EF4-FFF2-40B4-BE49-F238E27FC236}">
                  <a16:creationId xmlns:a16="http://schemas.microsoft.com/office/drawing/2014/main" id="{181A3366-6C8F-4B53-B177-57526F3090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" y="2421"/>
              <a:ext cx="1354" cy="726"/>
              <a:chOff x="210" y="2493"/>
              <a:chExt cx="1354" cy="726"/>
            </a:xfrm>
          </p:grpSpPr>
          <p:sp>
            <p:nvSpPr>
              <p:cNvPr id="100375" name="Rectangle 23">
                <a:extLst>
                  <a:ext uri="{FF2B5EF4-FFF2-40B4-BE49-F238E27FC236}">
                    <a16:creationId xmlns:a16="http://schemas.microsoft.com/office/drawing/2014/main" id="{904C025B-A069-4268-8C23-61A929D37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518"/>
                <a:ext cx="39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6" name="Line 24">
                <a:extLst>
                  <a:ext uri="{FF2B5EF4-FFF2-40B4-BE49-F238E27FC236}">
                    <a16:creationId xmlns:a16="http://schemas.microsoft.com/office/drawing/2014/main" id="{84FAE33B-900F-4B9B-85FF-3EFC5A16B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" y="2706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7" name="Line 25">
                <a:extLst>
                  <a:ext uri="{FF2B5EF4-FFF2-40B4-BE49-F238E27FC236}">
                    <a16:creationId xmlns:a16="http://schemas.microsoft.com/office/drawing/2014/main" id="{027B13AA-A4EA-43EA-8F55-D774C7FDC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" y="3061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8" name="Line 26">
                <a:extLst>
                  <a:ext uri="{FF2B5EF4-FFF2-40B4-BE49-F238E27FC236}">
                    <a16:creationId xmlns:a16="http://schemas.microsoft.com/office/drawing/2014/main" id="{36BDC9AD-656C-4849-863C-87B0577F1A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6" y="2879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79" name="Text Box 27">
                <a:extLst>
                  <a:ext uri="{FF2B5EF4-FFF2-40B4-BE49-F238E27FC236}">
                    <a16:creationId xmlns:a16="http://schemas.microsoft.com/office/drawing/2014/main" id="{BBEFA581-15FC-411E-B96B-94AF6A7DF3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" y="2493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380" name="Text Box 28">
                <a:extLst>
                  <a:ext uri="{FF2B5EF4-FFF2-40B4-BE49-F238E27FC236}">
                    <a16:creationId xmlns:a16="http://schemas.microsoft.com/office/drawing/2014/main" id="{DA900CAE-D316-42BD-ACB7-6C0E5819C6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" y="2853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B</a:t>
                </a:r>
              </a:p>
            </p:txBody>
          </p:sp>
          <p:sp>
            <p:nvSpPr>
              <p:cNvPr id="100381" name="Text Box 29">
                <a:extLst>
                  <a:ext uri="{FF2B5EF4-FFF2-40B4-BE49-F238E27FC236}">
                    <a16:creationId xmlns:a16="http://schemas.microsoft.com/office/drawing/2014/main" id="{D146B2EC-1823-45EB-840E-0FE400C2BC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2" y="2697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grpSp>
          <p:nvGrpSpPr>
            <p:cNvPr id="100382" name="Group 30">
              <a:extLst>
                <a:ext uri="{FF2B5EF4-FFF2-40B4-BE49-F238E27FC236}">
                  <a16:creationId xmlns:a16="http://schemas.microsoft.com/office/drawing/2014/main" id="{80359894-BD55-4943-B3F6-4D17B93600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0" y="3189"/>
              <a:ext cx="1354" cy="725"/>
              <a:chOff x="226" y="3245"/>
              <a:chExt cx="1354" cy="725"/>
            </a:xfrm>
          </p:grpSpPr>
          <p:sp>
            <p:nvSpPr>
              <p:cNvPr id="100383" name="AutoShape 31">
                <a:extLst>
                  <a:ext uri="{FF2B5EF4-FFF2-40B4-BE49-F238E27FC236}">
                    <a16:creationId xmlns:a16="http://schemas.microsoft.com/office/drawing/2014/main" id="{1B530B69-5F8C-4D36-A196-7277A748F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3400"/>
                <a:ext cx="456" cy="480"/>
              </a:xfrm>
              <a:prstGeom prst="flowChartDelay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84" name="Line 32">
                <a:extLst>
                  <a:ext uri="{FF2B5EF4-FFF2-40B4-BE49-F238E27FC236}">
                    <a16:creationId xmlns:a16="http://schemas.microsoft.com/office/drawing/2014/main" id="{0A3CB054-7139-4531-BF3A-9F6426C582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" y="3458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85" name="Line 33">
                <a:extLst>
                  <a:ext uri="{FF2B5EF4-FFF2-40B4-BE49-F238E27FC236}">
                    <a16:creationId xmlns:a16="http://schemas.microsoft.com/office/drawing/2014/main" id="{2D66BD73-456D-4385-8AE3-17581ECC1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" y="3813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86" name="Line 34">
                <a:extLst>
                  <a:ext uri="{FF2B5EF4-FFF2-40B4-BE49-F238E27FC236}">
                    <a16:creationId xmlns:a16="http://schemas.microsoft.com/office/drawing/2014/main" id="{8DC7DAEC-255F-47AA-AAED-24C42E37ED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0" y="3647"/>
                <a:ext cx="2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387" name="Text Box 35">
                <a:extLst>
                  <a:ext uri="{FF2B5EF4-FFF2-40B4-BE49-F238E27FC236}">
                    <a16:creationId xmlns:a16="http://schemas.microsoft.com/office/drawing/2014/main" id="{6175D58F-147A-48FC-8ADD-90FA65B76E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" y="3245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388" name="Text Box 36">
                <a:extLst>
                  <a:ext uri="{FF2B5EF4-FFF2-40B4-BE49-F238E27FC236}">
                    <a16:creationId xmlns:a16="http://schemas.microsoft.com/office/drawing/2014/main" id="{63200E5C-0FFC-4649-ABB5-14C6D725D1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" y="3605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B</a:t>
                </a:r>
              </a:p>
            </p:txBody>
          </p:sp>
          <p:sp>
            <p:nvSpPr>
              <p:cNvPr id="100389" name="Text Box 37">
                <a:extLst>
                  <a:ext uri="{FF2B5EF4-FFF2-40B4-BE49-F238E27FC236}">
                    <a16:creationId xmlns:a16="http://schemas.microsoft.com/office/drawing/2014/main" id="{AB39D6DD-DE07-4BC3-8D51-C7895E1875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3449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</p:grpSp>
      <p:grpSp>
        <p:nvGrpSpPr>
          <p:cNvPr id="100390" name="Group 38">
            <a:extLst>
              <a:ext uri="{FF2B5EF4-FFF2-40B4-BE49-F238E27FC236}">
                <a16:creationId xmlns:a16="http://schemas.microsoft.com/office/drawing/2014/main" id="{730C8C17-609D-4C7B-999F-F4BCA2039CBE}"/>
              </a:ext>
            </a:extLst>
          </p:cNvPr>
          <p:cNvGrpSpPr>
            <a:grpSpLocks/>
          </p:cNvGrpSpPr>
          <p:nvPr/>
        </p:nvGrpSpPr>
        <p:grpSpPr bwMode="auto">
          <a:xfrm>
            <a:off x="3387725" y="2386013"/>
            <a:ext cx="2257425" cy="3700462"/>
            <a:chOff x="1930" y="1503"/>
            <a:chExt cx="1422" cy="2331"/>
          </a:xfrm>
        </p:grpSpPr>
        <p:grpSp>
          <p:nvGrpSpPr>
            <p:cNvPr id="100391" name="Group 39">
              <a:extLst>
                <a:ext uri="{FF2B5EF4-FFF2-40B4-BE49-F238E27FC236}">
                  <a16:creationId xmlns:a16="http://schemas.microsoft.com/office/drawing/2014/main" id="{237D4615-03C9-47B6-BB2C-CFAFF217B0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6" y="3169"/>
              <a:ext cx="1386" cy="665"/>
              <a:chOff x="1998" y="3169"/>
              <a:chExt cx="1386" cy="665"/>
            </a:xfrm>
          </p:grpSpPr>
          <p:sp>
            <p:nvSpPr>
              <p:cNvPr id="100392" name="Text Box 40">
                <a:extLst>
                  <a:ext uri="{FF2B5EF4-FFF2-40B4-BE49-F238E27FC236}">
                    <a16:creationId xmlns:a16="http://schemas.microsoft.com/office/drawing/2014/main" id="{A5B8906E-1625-4756-9A5B-09ECBCBCE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98" y="3169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grpSp>
            <p:nvGrpSpPr>
              <p:cNvPr id="100393" name="Group 41">
                <a:extLst>
                  <a:ext uri="{FF2B5EF4-FFF2-40B4-BE49-F238E27FC236}">
                    <a16:creationId xmlns:a16="http://schemas.microsoft.com/office/drawing/2014/main" id="{226C5013-0558-41A8-BBE8-94D7C94DF5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05" y="3275"/>
                <a:ext cx="1379" cy="559"/>
                <a:chOff x="2041" y="3275"/>
                <a:chExt cx="1379" cy="559"/>
              </a:xfrm>
            </p:grpSpPr>
            <p:sp>
              <p:nvSpPr>
                <p:cNvPr id="100394" name="AutoShape 42">
                  <a:extLst>
                    <a:ext uri="{FF2B5EF4-FFF2-40B4-BE49-F238E27FC236}">
                      <a16:creationId xmlns:a16="http://schemas.microsoft.com/office/drawing/2014/main" id="{FE5A6126-374A-4865-9037-3AEA0B6CFD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2596" y="3275"/>
                  <a:ext cx="388" cy="504"/>
                </a:xfrm>
                <a:prstGeom prst="moon">
                  <a:avLst>
                    <a:gd name="adj" fmla="val 35097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95" name="Line 43">
                  <a:extLst>
                    <a:ext uri="{FF2B5EF4-FFF2-40B4-BE49-F238E27FC236}">
                      <a16:creationId xmlns:a16="http://schemas.microsoft.com/office/drawing/2014/main" id="{745B9038-509C-4657-9908-3EF59854650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5" y="3613"/>
                  <a:ext cx="46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96" name="Line 44">
                  <a:extLst>
                    <a:ext uri="{FF2B5EF4-FFF2-40B4-BE49-F238E27FC236}">
                      <a16:creationId xmlns:a16="http://schemas.microsoft.com/office/drawing/2014/main" id="{2F1C286F-879A-420D-B2D2-6B9FD62ADAA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96" y="3503"/>
                  <a:ext cx="184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397" name="Text Box 45">
                  <a:extLst>
                    <a:ext uri="{FF2B5EF4-FFF2-40B4-BE49-F238E27FC236}">
                      <a16:creationId xmlns:a16="http://schemas.microsoft.com/office/drawing/2014/main" id="{D228C03B-7337-4A5C-9794-010AB0A2112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41" y="3469"/>
                  <a:ext cx="287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长城楷体" pitchFamily="49" charset="-122"/>
                    </a:rPr>
                    <a:t>B</a:t>
                  </a:r>
                </a:p>
              </p:txBody>
            </p:sp>
            <p:sp>
              <p:nvSpPr>
                <p:cNvPr id="100398" name="Text Box 46">
                  <a:extLst>
                    <a:ext uri="{FF2B5EF4-FFF2-40B4-BE49-F238E27FC236}">
                      <a16:creationId xmlns:a16="http://schemas.microsoft.com/office/drawing/2014/main" id="{101F3F51-B781-464E-833F-CC35AD9090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8" y="3321"/>
                  <a:ext cx="27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kumimoji="1" lang="en-US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长城楷体" pitchFamily="49" charset="-122"/>
                    </a:rPr>
                    <a:t>F</a:t>
                  </a:r>
                </a:p>
              </p:txBody>
            </p:sp>
            <p:sp>
              <p:nvSpPr>
                <p:cNvPr id="100399" name="Line 47">
                  <a:extLst>
                    <a:ext uri="{FF2B5EF4-FFF2-40B4-BE49-F238E27FC236}">
                      <a16:creationId xmlns:a16="http://schemas.microsoft.com/office/drawing/2014/main" id="{4120ED91-EAB7-48A9-9C30-DD31C68FD22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5" y="3429"/>
                  <a:ext cx="46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00400" name="Group 48">
              <a:extLst>
                <a:ext uri="{FF2B5EF4-FFF2-40B4-BE49-F238E27FC236}">
                  <a16:creationId xmlns:a16="http://schemas.microsoft.com/office/drawing/2014/main" id="{E72FD9B1-FBD1-46A7-9FFF-632EF2B97A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0" y="1503"/>
              <a:ext cx="1362" cy="740"/>
              <a:chOff x="1930" y="1503"/>
              <a:chExt cx="1362" cy="740"/>
            </a:xfrm>
          </p:grpSpPr>
          <p:sp>
            <p:nvSpPr>
              <p:cNvPr id="100401" name="Text Box 49">
                <a:extLst>
                  <a:ext uri="{FF2B5EF4-FFF2-40B4-BE49-F238E27FC236}">
                    <a16:creationId xmlns:a16="http://schemas.microsoft.com/office/drawing/2014/main" id="{79909675-9691-4036-9D05-E3B893AD38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4" y="1503"/>
                <a:ext cx="418" cy="36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  <a:sym typeface="Symbol" panose="05050102010706020507" pitchFamily="18" charset="2"/>
                  </a:rPr>
                  <a:t>1</a:t>
                </a:r>
                <a:endParaRPr kumimoji="1" lang="en-US" altLang="zh-CN" sz="3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endParaRPr>
              </a:p>
            </p:txBody>
          </p:sp>
          <p:sp>
            <p:nvSpPr>
              <p:cNvPr id="100402" name="Rectangle 50">
                <a:extLst>
                  <a:ext uri="{FF2B5EF4-FFF2-40B4-BE49-F238E27FC236}">
                    <a16:creationId xmlns:a16="http://schemas.microsoft.com/office/drawing/2014/main" id="{1D08EBE4-110B-40B7-B96A-BCE833536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8" y="1542"/>
                <a:ext cx="39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03" name="Line 51">
                <a:extLst>
                  <a:ext uri="{FF2B5EF4-FFF2-40B4-BE49-F238E27FC236}">
                    <a16:creationId xmlns:a16="http://schemas.microsoft.com/office/drawing/2014/main" id="{8103F628-02BB-46BC-9B26-9C968BA4A6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1730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04" name="Line 52">
                <a:extLst>
                  <a:ext uri="{FF2B5EF4-FFF2-40B4-BE49-F238E27FC236}">
                    <a16:creationId xmlns:a16="http://schemas.microsoft.com/office/drawing/2014/main" id="{6B92944F-F9D7-4747-997C-087DDD828E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9" y="2085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05" name="Line 53">
                <a:extLst>
                  <a:ext uri="{FF2B5EF4-FFF2-40B4-BE49-F238E27FC236}">
                    <a16:creationId xmlns:a16="http://schemas.microsoft.com/office/drawing/2014/main" id="{109FAA7E-3CC1-4514-B35C-EDA83CA29B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24" y="1911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06" name="Text Box 54">
                <a:extLst>
                  <a:ext uri="{FF2B5EF4-FFF2-40B4-BE49-F238E27FC236}">
                    <a16:creationId xmlns:a16="http://schemas.microsoft.com/office/drawing/2014/main" id="{9050C134-2607-4070-835E-397DA7C0E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0" y="1517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407" name="Text Box 55">
                <a:extLst>
                  <a:ext uri="{FF2B5EF4-FFF2-40B4-BE49-F238E27FC236}">
                    <a16:creationId xmlns:a16="http://schemas.microsoft.com/office/drawing/2014/main" id="{AF17C0B9-0519-49A1-AA14-1F88EE9CEF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7" y="1877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B</a:t>
                </a:r>
              </a:p>
            </p:txBody>
          </p:sp>
          <p:sp>
            <p:nvSpPr>
              <p:cNvPr id="100408" name="Text Box 56">
                <a:extLst>
                  <a:ext uri="{FF2B5EF4-FFF2-40B4-BE49-F238E27FC236}">
                    <a16:creationId xmlns:a16="http://schemas.microsoft.com/office/drawing/2014/main" id="{E727EC93-58C0-4F31-935B-EB694FAEEA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20" y="1713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grpSp>
          <p:nvGrpSpPr>
            <p:cNvPr id="100409" name="Group 57">
              <a:extLst>
                <a:ext uri="{FF2B5EF4-FFF2-40B4-BE49-F238E27FC236}">
                  <a16:creationId xmlns:a16="http://schemas.microsoft.com/office/drawing/2014/main" id="{AABBE720-602C-4680-AFB9-B71D8E613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6" y="2373"/>
              <a:ext cx="1362" cy="726"/>
              <a:chOff x="1946" y="2373"/>
              <a:chExt cx="1362" cy="726"/>
            </a:xfrm>
          </p:grpSpPr>
          <p:sp>
            <p:nvSpPr>
              <p:cNvPr id="100410" name="Rectangle 58">
                <a:extLst>
                  <a:ext uri="{FF2B5EF4-FFF2-40B4-BE49-F238E27FC236}">
                    <a16:creationId xmlns:a16="http://schemas.microsoft.com/office/drawing/2014/main" id="{DEAF9964-5AE1-41AC-AEE8-8728B23A44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4" y="2398"/>
                <a:ext cx="39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11" name="Line 59">
                <a:extLst>
                  <a:ext uri="{FF2B5EF4-FFF2-40B4-BE49-F238E27FC236}">
                    <a16:creationId xmlns:a16="http://schemas.microsoft.com/office/drawing/2014/main" id="{B795E325-9D61-40AF-A35F-791E0602B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5" y="2586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12" name="Line 60">
                <a:extLst>
                  <a:ext uri="{FF2B5EF4-FFF2-40B4-BE49-F238E27FC236}">
                    <a16:creationId xmlns:a16="http://schemas.microsoft.com/office/drawing/2014/main" id="{C38DC96E-ED55-4E3E-9652-20A20720C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95" y="2941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13" name="Line 61">
                <a:extLst>
                  <a:ext uri="{FF2B5EF4-FFF2-40B4-BE49-F238E27FC236}">
                    <a16:creationId xmlns:a16="http://schemas.microsoft.com/office/drawing/2014/main" id="{9946FD81-69D6-4563-A79D-689392531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0" y="2759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14" name="Text Box 62">
                <a:extLst>
                  <a:ext uri="{FF2B5EF4-FFF2-40B4-BE49-F238E27FC236}">
                    <a16:creationId xmlns:a16="http://schemas.microsoft.com/office/drawing/2014/main" id="{ED1ADE5A-BD36-47D2-BAB8-3BB2DD1CFF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6" y="2373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415" name="Text Box 63">
                <a:extLst>
                  <a:ext uri="{FF2B5EF4-FFF2-40B4-BE49-F238E27FC236}">
                    <a16:creationId xmlns:a16="http://schemas.microsoft.com/office/drawing/2014/main" id="{E18B4C5E-CD30-47C8-9D34-C3151D1C11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53" y="2733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B</a:t>
                </a:r>
              </a:p>
            </p:txBody>
          </p:sp>
          <p:sp>
            <p:nvSpPr>
              <p:cNvPr id="100416" name="Text Box 64">
                <a:extLst>
                  <a:ext uri="{FF2B5EF4-FFF2-40B4-BE49-F238E27FC236}">
                    <a16:creationId xmlns:a16="http://schemas.microsoft.com/office/drawing/2014/main" id="{AD8FB794-7289-4D78-ABFA-AAFB491C71B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36" y="2577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  <p:sp>
            <p:nvSpPr>
              <p:cNvPr id="100417" name="Text Box 65">
                <a:extLst>
                  <a:ext uri="{FF2B5EF4-FFF2-40B4-BE49-F238E27FC236}">
                    <a16:creationId xmlns:a16="http://schemas.microsoft.com/office/drawing/2014/main" id="{85BB3C35-D7FC-40DF-AB85-FD2E8F1AD0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83" y="2479"/>
                <a:ext cx="292" cy="44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4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  <a:sym typeface="Symbol" panose="05050102010706020507" pitchFamily="18" charset="2"/>
                  </a:rPr>
                  <a:t></a:t>
                </a:r>
                <a:endParaRPr kumimoji="1" lang="en-US" altLang="zh-CN" sz="40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endParaRPr>
              </a:p>
            </p:txBody>
          </p:sp>
        </p:grpSp>
      </p:grpSp>
      <p:grpSp>
        <p:nvGrpSpPr>
          <p:cNvPr id="100418" name="Group 66">
            <a:extLst>
              <a:ext uri="{FF2B5EF4-FFF2-40B4-BE49-F238E27FC236}">
                <a16:creationId xmlns:a16="http://schemas.microsoft.com/office/drawing/2014/main" id="{6B8AE09B-C059-466F-B1B7-3B804B3C0F53}"/>
              </a:ext>
            </a:extLst>
          </p:cNvPr>
          <p:cNvGrpSpPr>
            <a:grpSpLocks/>
          </p:cNvGrpSpPr>
          <p:nvPr/>
        </p:nvGrpSpPr>
        <p:grpSpPr bwMode="auto">
          <a:xfrm>
            <a:off x="5978525" y="2303463"/>
            <a:ext cx="2581275" cy="3892550"/>
            <a:chOff x="3766" y="1451"/>
            <a:chExt cx="1626" cy="2452"/>
          </a:xfrm>
        </p:grpSpPr>
        <p:grpSp>
          <p:nvGrpSpPr>
            <p:cNvPr id="100419" name="Group 67">
              <a:extLst>
                <a:ext uri="{FF2B5EF4-FFF2-40B4-BE49-F238E27FC236}">
                  <a16:creationId xmlns:a16="http://schemas.microsoft.com/office/drawing/2014/main" id="{3858C357-D84C-4CCF-982C-4566A2539C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4" y="1451"/>
              <a:ext cx="1578" cy="629"/>
              <a:chOff x="3774" y="1451"/>
              <a:chExt cx="1578" cy="629"/>
            </a:xfrm>
          </p:grpSpPr>
          <p:sp>
            <p:nvSpPr>
              <p:cNvPr id="100420" name="Text Box 68">
                <a:extLst>
                  <a:ext uri="{FF2B5EF4-FFF2-40B4-BE49-F238E27FC236}">
                    <a16:creationId xmlns:a16="http://schemas.microsoft.com/office/drawing/2014/main" id="{66BCB0D4-F2DF-4303-9391-6CADEA28F2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4" y="1597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421" name="Rectangle 69">
                <a:extLst>
                  <a:ext uri="{FF2B5EF4-FFF2-40B4-BE49-F238E27FC236}">
                    <a16:creationId xmlns:a16="http://schemas.microsoft.com/office/drawing/2014/main" id="{50CFB084-D786-4AF6-BCB2-195C2421F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52" y="1492"/>
                <a:ext cx="424" cy="5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22" name="Text Box 70">
                <a:extLst>
                  <a:ext uri="{FF2B5EF4-FFF2-40B4-BE49-F238E27FC236}">
                    <a16:creationId xmlns:a16="http://schemas.microsoft.com/office/drawing/2014/main" id="{B65D67E0-450F-4777-8199-E7960D047F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7" y="1451"/>
                <a:ext cx="280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  <a:sym typeface="Symbol" panose="05050102010706020507" pitchFamily="18" charset="2"/>
                  </a:rPr>
                  <a:t>1</a:t>
                </a:r>
                <a:endPara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endParaRPr>
              </a:p>
            </p:txBody>
          </p:sp>
          <p:sp>
            <p:nvSpPr>
              <p:cNvPr id="100423" name="Line 71">
                <a:extLst>
                  <a:ext uri="{FF2B5EF4-FFF2-40B4-BE49-F238E27FC236}">
                    <a16:creationId xmlns:a16="http://schemas.microsoft.com/office/drawing/2014/main" id="{D44E22D1-F3F8-43DC-A146-BF36FAACC3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7" y="1783"/>
                <a:ext cx="2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24" name="Oval 72">
                <a:extLst>
                  <a:ext uri="{FF2B5EF4-FFF2-40B4-BE49-F238E27FC236}">
                    <a16:creationId xmlns:a16="http://schemas.microsoft.com/office/drawing/2014/main" id="{4FD5114B-F62E-4D64-8946-A178DA54DB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2" y="1728"/>
                <a:ext cx="104" cy="1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25" name="Line 73">
                <a:extLst>
                  <a:ext uri="{FF2B5EF4-FFF2-40B4-BE49-F238E27FC236}">
                    <a16:creationId xmlns:a16="http://schemas.microsoft.com/office/drawing/2014/main" id="{8E72C5F4-3B2E-423F-9113-7BE977A6B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6" y="1800"/>
                <a:ext cx="3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26" name="Text Box 74">
                <a:extLst>
                  <a:ext uri="{FF2B5EF4-FFF2-40B4-BE49-F238E27FC236}">
                    <a16:creationId xmlns:a16="http://schemas.microsoft.com/office/drawing/2014/main" id="{B086942A-483C-405B-9DE5-EBBCAEA253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0" y="1593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grpSp>
          <p:nvGrpSpPr>
            <p:cNvPr id="100427" name="Group 75">
              <a:extLst>
                <a:ext uri="{FF2B5EF4-FFF2-40B4-BE49-F238E27FC236}">
                  <a16:creationId xmlns:a16="http://schemas.microsoft.com/office/drawing/2014/main" id="{C75D23DC-E1AB-4824-BEF8-F61FAA0D9E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2" y="2864"/>
              <a:ext cx="1554" cy="480"/>
              <a:chOff x="3618" y="2376"/>
              <a:chExt cx="1554" cy="480"/>
            </a:xfrm>
          </p:grpSpPr>
          <p:sp>
            <p:nvSpPr>
              <p:cNvPr id="100428" name="AutoShape 76">
                <a:extLst>
                  <a:ext uri="{FF2B5EF4-FFF2-40B4-BE49-F238E27FC236}">
                    <a16:creationId xmlns:a16="http://schemas.microsoft.com/office/drawing/2014/main" id="{193C9030-DDFF-4EA8-9527-35C050E861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8" y="2376"/>
                <a:ext cx="456" cy="480"/>
              </a:xfrm>
              <a:prstGeom prst="flowChartDelay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29" name="Line 77">
                <a:extLst>
                  <a:ext uri="{FF2B5EF4-FFF2-40B4-BE49-F238E27FC236}">
                    <a16:creationId xmlns:a16="http://schemas.microsoft.com/office/drawing/2014/main" id="{01180294-16BD-43A8-B210-1A845704DA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85" y="2599"/>
                <a:ext cx="2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0" name="Oval 78">
                <a:extLst>
                  <a:ext uri="{FF2B5EF4-FFF2-40B4-BE49-F238E27FC236}">
                    <a16:creationId xmlns:a16="http://schemas.microsoft.com/office/drawing/2014/main" id="{56430395-217D-46D9-9180-4703D0095B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4" y="2544"/>
                <a:ext cx="104" cy="1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1" name="Line 79">
                <a:extLst>
                  <a:ext uri="{FF2B5EF4-FFF2-40B4-BE49-F238E27FC236}">
                    <a16:creationId xmlns:a16="http://schemas.microsoft.com/office/drawing/2014/main" id="{9E2B14E0-302A-4986-89DB-349EFEE17E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2" y="2624"/>
                <a:ext cx="3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2" name="Text Box 80">
                <a:extLst>
                  <a:ext uri="{FF2B5EF4-FFF2-40B4-BE49-F238E27FC236}">
                    <a16:creationId xmlns:a16="http://schemas.microsoft.com/office/drawing/2014/main" id="{8F338CBB-D593-4FCE-B21C-153A5E8207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18" y="2437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433" name="Text Box 81">
                <a:extLst>
                  <a:ext uri="{FF2B5EF4-FFF2-40B4-BE49-F238E27FC236}">
                    <a16:creationId xmlns:a16="http://schemas.microsoft.com/office/drawing/2014/main" id="{4520D936-70AE-4863-9966-601FC6002F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00" y="2409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sp>
          <p:nvSpPr>
            <p:cNvPr id="100434" name="Text Box 82">
              <a:extLst>
                <a:ext uri="{FF2B5EF4-FFF2-40B4-BE49-F238E27FC236}">
                  <a16:creationId xmlns:a16="http://schemas.microsoft.com/office/drawing/2014/main" id="{86D9B001-8373-4977-A391-0747F89A3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2293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长城楷体" pitchFamily="49" charset="-122"/>
                </a:rPr>
                <a:t>A</a:t>
              </a:r>
            </a:p>
          </p:txBody>
        </p:sp>
        <p:grpSp>
          <p:nvGrpSpPr>
            <p:cNvPr id="100435" name="Group 83">
              <a:extLst>
                <a:ext uri="{FF2B5EF4-FFF2-40B4-BE49-F238E27FC236}">
                  <a16:creationId xmlns:a16="http://schemas.microsoft.com/office/drawing/2014/main" id="{459DE7F5-1466-4ED0-BD03-EBD0B25ECB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2" y="2180"/>
              <a:ext cx="1356" cy="588"/>
              <a:chOff x="4012" y="2180"/>
              <a:chExt cx="1356" cy="588"/>
            </a:xfrm>
          </p:grpSpPr>
          <p:sp>
            <p:nvSpPr>
              <p:cNvPr id="100436" name="Rectangle 84">
                <a:extLst>
                  <a:ext uri="{FF2B5EF4-FFF2-40B4-BE49-F238E27FC236}">
                    <a16:creationId xmlns:a16="http://schemas.microsoft.com/office/drawing/2014/main" id="{2DF1DE3C-318F-4B38-8470-3D1A751F57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2180"/>
                <a:ext cx="424" cy="5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7" name="Line 85">
                <a:extLst>
                  <a:ext uri="{FF2B5EF4-FFF2-40B4-BE49-F238E27FC236}">
                    <a16:creationId xmlns:a16="http://schemas.microsoft.com/office/drawing/2014/main" id="{47D8D398-B09C-48FF-8FBB-3436AB8B5E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3" y="2471"/>
                <a:ext cx="2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8" name="Oval 86">
                <a:extLst>
                  <a:ext uri="{FF2B5EF4-FFF2-40B4-BE49-F238E27FC236}">
                    <a16:creationId xmlns:a16="http://schemas.microsoft.com/office/drawing/2014/main" id="{34D6BDB6-066E-4B5D-A0F3-83E4999495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8" y="2416"/>
                <a:ext cx="104" cy="104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39" name="Line 87">
                <a:extLst>
                  <a:ext uri="{FF2B5EF4-FFF2-40B4-BE49-F238E27FC236}">
                    <a16:creationId xmlns:a16="http://schemas.microsoft.com/office/drawing/2014/main" id="{8C18B35B-B373-40D4-8DA4-9AF544631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12" y="2488"/>
                <a:ext cx="36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40" name="Text Box 88">
                <a:extLst>
                  <a:ext uri="{FF2B5EF4-FFF2-40B4-BE49-F238E27FC236}">
                    <a16:creationId xmlns:a16="http://schemas.microsoft.com/office/drawing/2014/main" id="{F53F4694-D0E2-413E-98EC-D00EAF472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96" y="2273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  <p:grpSp>
          <p:nvGrpSpPr>
            <p:cNvPr id="100441" name="Group 89">
              <a:extLst>
                <a:ext uri="{FF2B5EF4-FFF2-40B4-BE49-F238E27FC236}">
                  <a16:creationId xmlns:a16="http://schemas.microsoft.com/office/drawing/2014/main" id="{440C8303-3DF0-4D5D-A1B9-BF028CCE22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8" y="3411"/>
              <a:ext cx="1554" cy="492"/>
              <a:chOff x="3642" y="3411"/>
              <a:chExt cx="1554" cy="492"/>
            </a:xfrm>
          </p:grpSpPr>
          <p:grpSp>
            <p:nvGrpSpPr>
              <p:cNvPr id="100442" name="Group 90">
                <a:extLst>
                  <a:ext uri="{FF2B5EF4-FFF2-40B4-BE49-F238E27FC236}">
                    <a16:creationId xmlns:a16="http://schemas.microsoft.com/office/drawing/2014/main" id="{304147D3-9288-47A9-A1B0-591DF6E936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95" y="3411"/>
                <a:ext cx="509" cy="492"/>
                <a:chOff x="4227" y="3267"/>
                <a:chExt cx="509" cy="492"/>
              </a:xfrm>
            </p:grpSpPr>
            <p:sp>
              <p:nvSpPr>
                <p:cNvPr id="100443" name="AutoShape 91">
                  <a:extLst>
                    <a:ext uri="{FF2B5EF4-FFF2-40B4-BE49-F238E27FC236}">
                      <a16:creationId xmlns:a16="http://schemas.microsoft.com/office/drawing/2014/main" id="{6407EEAB-0924-45DD-9EC5-DC21F343C9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 flipH="1">
                  <a:off x="4191" y="3303"/>
                  <a:ext cx="492" cy="420"/>
                </a:xfrm>
                <a:prstGeom prst="triangle">
                  <a:avLst>
                    <a:gd name="adj" fmla="val 52231"/>
                  </a:avLst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0444" name="Oval 92">
                  <a:extLst>
                    <a:ext uri="{FF2B5EF4-FFF2-40B4-BE49-F238E27FC236}">
                      <a16:creationId xmlns:a16="http://schemas.microsoft.com/office/drawing/2014/main" id="{D19EBEFC-ADB0-4B68-84D5-EB17750A3B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32" y="3456"/>
                  <a:ext cx="104" cy="10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0445" name="Line 93">
                <a:extLst>
                  <a:ext uri="{FF2B5EF4-FFF2-40B4-BE49-F238E27FC236}">
                    <a16:creationId xmlns:a16="http://schemas.microsoft.com/office/drawing/2014/main" id="{050FA60B-4ACB-4D11-BC79-16CE70D192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9" y="3647"/>
                <a:ext cx="27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46" name="Line 94">
                <a:extLst>
                  <a:ext uri="{FF2B5EF4-FFF2-40B4-BE49-F238E27FC236}">
                    <a16:creationId xmlns:a16="http://schemas.microsoft.com/office/drawing/2014/main" id="{72271B75-B15B-46D2-B217-BE053C0BB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3664"/>
                <a:ext cx="31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0447" name="Text Box 95">
                <a:extLst>
                  <a:ext uri="{FF2B5EF4-FFF2-40B4-BE49-F238E27FC236}">
                    <a16:creationId xmlns:a16="http://schemas.microsoft.com/office/drawing/2014/main" id="{07C5CB88-8498-4911-8244-3419728033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42" y="3477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A</a:t>
                </a:r>
              </a:p>
            </p:txBody>
          </p:sp>
          <p:sp>
            <p:nvSpPr>
              <p:cNvPr id="100448" name="Text Box 96">
                <a:extLst>
                  <a:ext uri="{FF2B5EF4-FFF2-40B4-BE49-F238E27FC236}">
                    <a16:creationId xmlns:a16="http://schemas.microsoft.com/office/drawing/2014/main" id="{4233581A-ABF3-4882-BA28-E0FA9E59E3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24" y="3449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长城楷体" pitchFamily="49" charset="-122"/>
                  </a:rPr>
                  <a:t>F</a:t>
                </a:r>
              </a:p>
            </p:txBody>
          </p:sp>
        </p:grp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D6E2D1F-0C32-4D29-A652-6DEE39FFE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B2AA-F18C-4131-93A4-696B523AF43F}" type="slidenum">
              <a:rPr lang="en-US" altLang="zh-CN" smtClean="0"/>
              <a:pPr/>
              <a:t>72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0647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0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78" name="Group 2">
            <a:extLst>
              <a:ext uri="{FF2B5EF4-FFF2-40B4-BE49-F238E27FC236}">
                <a16:creationId xmlns:a16="http://schemas.microsoft.com/office/drawing/2014/main" id="{4322B19B-F956-4D7E-8D68-EE206742EF52}"/>
              </a:ext>
            </a:extLst>
          </p:cNvPr>
          <p:cNvGrpSpPr>
            <a:grpSpLocks/>
          </p:cNvGrpSpPr>
          <p:nvPr/>
        </p:nvGrpSpPr>
        <p:grpSpPr bwMode="auto">
          <a:xfrm>
            <a:off x="721014" y="1066800"/>
            <a:ext cx="8218488" cy="5219700"/>
            <a:chOff x="428" y="528"/>
            <a:chExt cx="5177" cy="3288"/>
          </a:xfrm>
        </p:grpSpPr>
        <p:grpSp>
          <p:nvGrpSpPr>
            <p:cNvPr id="101379" name="Group 3">
              <a:extLst>
                <a:ext uri="{FF2B5EF4-FFF2-40B4-BE49-F238E27FC236}">
                  <a16:creationId xmlns:a16="http://schemas.microsoft.com/office/drawing/2014/main" id="{7C441171-351F-451B-9D0A-B1C1D40A4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8" y="528"/>
              <a:ext cx="4792" cy="3288"/>
              <a:chOff x="224" y="876"/>
              <a:chExt cx="4096" cy="3000"/>
            </a:xfrm>
          </p:grpSpPr>
          <p:sp>
            <p:nvSpPr>
              <p:cNvPr id="101380" name="Line 4">
                <a:extLst>
                  <a:ext uri="{FF2B5EF4-FFF2-40B4-BE49-F238E27FC236}">
                    <a16:creationId xmlns:a16="http://schemas.microsoft.com/office/drawing/2014/main" id="{F5E2038E-41FE-4C29-9229-615FACD0FD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" y="876"/>
                <a:ext cx="408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381" name="Line 5">
                <a:extLst>
                  <a:ext uri="{FF2B5EF4-FFF2-40B4-BE49-F238E27FC236}">
                    <a16:creationId xmlns:a16="http://schemas.microsoft.com/office/drawing/2014/main" id="{9AF69A95-FFC3-421F-BC2C-527DC5695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70" y="876"/>
                <a:ext cx="0" cy="3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382" name="Line 6">
                <a:extLst>
                  <a:ext uri="{FF2B5EF4-FFF2-40B4-BE49-F238E27FC236}">
                    <a16:creationId xmlns:a16="http://schemas.microsoft.com/office/drawing/2014/main" id="{3E24F0D1-8AB7-4A92-A595-CDA9762B9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84" y="876"/>
                <a:ext cx="0" cy="30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383" name="Line 7">
                <a:extLst>
                  <a:ext uri="{FF2B5EF4-FFF2-40B4-BE49-F238E27FC236}">
                    <a16:creationId xmlns:a16="http://schemas.microsoft.com/office/drawing/2014/main" id="{717DFEC8-57D0-4759-AE60-C94225CF6B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" y="1556"/>
                <a:ext cx="406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384" name="Line 8">
                <a:extLst>
                  <a:ext uri="{FF2B5EF4-FFF2-40B4-BE49-F238E27FC236}">
                    <a16:creationId xmlns:a16="http://schemas.microsoft.com/office/drawing/2014/main" id="{8108885B-35B0-4F42-98FC-CE5CA5A2A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4" y="3859"/>
                <a:ext cx="402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1385" name="Group 9">
              <a:extLst>
                <a:ext uri="{FF2B5EF4-FFF2-40B4-BE49-F238E27FC236}">
                  <a16:creationId xmlns:a16="http://schemas.microsoft.com/office/drawing/2014/main" id="{D7FE712D-FCEC-48F5-8E46-7D3299F31A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609"/>
              <a:ext cx="5173" cy="569"/>
              <a:chOff x="432" y="609"/>
              <a:chExt cx="5173" cy="569"/>
            </a:xfrm>
          </p:grpSpPr>
          <p:sp>
            <p:nvSpPr>
              <p:cNvPr id="101386" name="Text Box 10">
                <a:extLst>
                  <a:ext uri="{FF2B5EF4-FFF2-40B4-BE49-F238E27FC236}">
                    <a16:creationId xmlns:a16="http://schemas.microsoft.com/office/drawing/2014/main" id="{B34F06E6-C15E-4C45-B61D-1C3BBA0A55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" y="609"/>
                <a:ext cx="5173" cy="5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     </a:t>
                </a:r>
                <a:r>
                  <a:rPr kumimoji="1" lang="zh-CN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与非门               或非门                     </a:t>
                </a:r>
                <a:r>
                  <a:rPr kumimoji="1" lang="en-US" altLang="zh-CN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OC</a:t>
                </a:r>
                <a:r>
                  <a:rPr kumimoji="1" lang="zh-CN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门    </a:t>
                </a:r>
              </a:p>
              <a:p>
                <a:pPr>
                  <a:lnSpc>
                    <a:spcPct val="70000"/>
                  </a:lnSpc>
                  <a:spcBef>
                    <a:spcPct val="50000"/>
                  </a:spcBef>
                </a:pPr>
                <a:r>
                  <a:rPr kumimoji="1" lang="en-US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                                                              (</a:t>
                </a:r>
                <a:r>
                  <a:rPr kumimoji="1" lang="zh-CN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两输入与非</a:t>
                </a:r>
                <a:r>
                  <a:rPr kumimoji="1" lang="en-US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)</a:t>
                </a:r>
                <a:endPara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graphicFrame>
            <p:nvGraphicFramePr>
              <p:cNvPr id="101387" name="Object 11">
                <a:extLst>
                  <a:ext uri="{FF2B5EF4-FFF2-40B4-BE49-F238E27FC236}">
                    <a16:creationId xmlns:a16="http://schemas.microsoft.com/office/drawing/2014/main" id="{0E74A6E4-98BF-4D45-AA2A-0F9BF5E54F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208" y="924"/>
              <a:ext cx="98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80" name="公式" r:id="rId3" imgW="1562040" imgH="380880" progId="Equation.3">
                      <p:embed/>
                    </p:oleObj>
                  </mc:Choice>
                  <mc:Fallback>
                    <p:oleObj name="公式" r:id="rId3" imgW="1562040" imgH="380880" progId="Equation.3">
                      <p:embed/>
                      <p:pic>
                        <p:nvPicPr>
                          <p:cNvPr id="101387" name="Object 11">
                            <a:extLst>
                              <a:ext uri="{FF2B5EF4-FFF2-40B4-BE49-F238E27FC236}">
                                <a16:creationId xmlns:a16="http://schemas.microsoft.com/office/drawing/2014/main" id="{0E74A6E4-98BF-4D45-AA2A-0F9BF5E54F2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08" y="924"/>
                            <a:ext cx="98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388" name="Object 12">
                <a:extLst>
                  <a:ext uri="{FF2B5EF4-FFF2-40B4-BE49-F238E27FC236}">
                    <a16:creationId xmlns:a16="http://schemas.microsoft.com/office/drawing/2014/main" id="{05C6E2F3-59B6-4777-BEF7-0FC87B28B34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0" y="900"/>
              <a:ext cx="94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681" name="公式" r:id="rId5" imgW="1498320" imgH="380880" progId="Equation.3">
                      <p:embed/>
                    </p:oleObj>
                  </mc:Choice>
                  <mc:Fallback>
                    <p:oleObj name="公式" r:id="rId5" imgW="1498320" imgH="380880" progId="Equation.3">
                      <p:embed/>
                      <p:pic>
                        <p:nvPicPr>
                          <p:cNvPr id="101388" name="Object 12">
                            <a:extLst>
                              <a:ext uri="{FF2B5EF4-FFF2-40B4-BE49-F238E27FC236}">
                                <a16:creationId xmlns:a16="http://schemas.microsoft.com/office/drawing/2014/main" id="{05C6E2F3-59B6-4777-BEF7-0FC87B28B34E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" y="900"/>
                            <a:ext cx="94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1389" name="Group 13">
            <a:extLst>
              <a:ext uri="{FF2B5EF4-FFF2-40B4-BE49-F238E27FC236}">
                <a16:creationId xmlns:a16="http://schemas.microsoft.com/office/drawing/2014/main" id="{0CF2E93E-D852-4EB5-9FCA-4BED1A30F754}"/>
              </a:ext>
            </a:extLst>
          </p:cNvPr>
          <p:cNvGrpSpPr>
            <a:grpSpLocks/>
          </p:cNvGrpSpPr>
          <p:nvPr/>
        </p:nvGrpSpPr>
        <p:grpSpPr bwMode="auto">
          <a:xfrm>
            <a:off x="686089" y="2406650"/>
            <a:ext cx="2162175" cy="3768725"/>
            <a:chOff x="406" y="1372"/>
            <a:chExt cx="1362" cy="2374"/>
          </a:xfrm>
        </p:grpSpPr>
        <p:sp>
          <p:nvSpPr>
            <p:cNvPr id="101390" name="Rectangle 14">
              <a:extLst>
                <a:ext uri="{FF2B5EF4-FFF2-40B4-BE49-F238E27FC236}">
                  <a16:creationId xmlns:a16="http://schemas.microsoft.com/office/drawing/2014/main" id="{EC712A7D-A78A-42C1-872E-1F95463E3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" y="1414"/>
              <a:ext cx="393" cy="7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391" name="Text Box 15">
              <a:extLst>
                <a:ext uri="{FF2B5EF4-FFF2-40B4-BE49-F238E27FC236}">
                  <a16:creationId xmlns:a16="http://schemas.microsoft.com/office/drawing/2014/main" id="{E279C770-4B84-462B-BDEA-A1A563B140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9" y="1372"/>
              <a:ext cx="28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</a:p>
          </p:txBody>
        </p:sp>
        <p:sp>
          <p:nvSpPr>
            <p:cNvPr id="101392" name="Line 16">
              <a:extLst>
                <a:ext uri="{FF2B5EF4-FFF2-40B4-BE49-F238E27FC236}">
                  <a16:creationId xmlns:a16="http://schemas.microsoft.com/office/drawing/2014/main" id="{DFF0DB8F-D57A-4374-B5C8-86D6243695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" y="1602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393" name="Line 17">
              <a:extLst>
                <a:ext uri="{FF2B5EF4-FFF2-40B4-BE49-F238E27FC236}">
                  <a16:creationId xmlns:a16="http://schemas.microsoft.com/office/drawing/2014/main" id="{5DA9E831-1FA1-44A9-B8F2-284E73F7CB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" y="1957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394" name="Line 18">
              <a:extLst>
                <a:ext uri="{FF2B5EF4-FFF2-40B4-BE49-F238E27FC236}">
                  <a16:creationId xmlns:a16="http://schemas.microsoft.com/office/drawing/2014/main" id="{11A1126A-CFEE-430B-A7EE-79BDA9CC4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92" y="1775"/>
              <a:ext cx="3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395" name="Text Box 19">
              <a:extLst>
                <a:ext uri="{FF2B5EF4-FFF2-40B4-BE49-F238E27FC236}">
                  <a16:creationId xmlns:a16="http://schemas.microsoft.com/office/drawing/2014/main" id="{263DD948-4A17-4910-931D-F76845714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" y="1389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01396" name="Text Box 20">
              <a:extLst>
                <a:ext uri="{FF2B5EF4-FFF2-40B4-BE49-F238E27FC236}">
                  <a16:creationId xmlns:a16="http://schemas.microsoft.com/office/drawing/2014/main" id="{CFE92F65-DD3A-42F4-BFFF-7E40DD27D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3" y="1749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01397" name="Text Box 21">
              <a:extLst>
                <a:ext uri="{FF2B5EF4-FFF2-40B4-BE49-F238E27FC236}">
                  <a16:creationId xmlns:a16="http://schemas.microsoft.com/office/drawing/2014/main" id="{CCDFEE13-E345-46A5-8A1A-03AA3BEC0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593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grpSp>
          <p:nvGrpSpPr>
            <p:cNvPr id="101398" name="Group 22">
              <a:extLst>
                <a:ext uri="{FF2B5EF4-FFF2-40B4-BE49-F238E27FC236}">
                  <a16:creationId xmlns:a16="http://schemas.microsoft.com/office/drawing/2014/main" id="{CFEC071D-F6CB-416E-8C51-E2017C1E79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" y="2253"/>
              <a:ext cx="1354" cy="726"/>
              <a:chOff x="210" y="2493"/>
              <a:chExt cx="1354" cy="726"/>
            </a:xfrm>
          </p:grpSpPr>
          <p:sp>
            <p:nvSpPr>
              <p:cNvPr id="101399" name="Rectangle 23">
                <a:extLst>
                  <a:ext uri="{FF2B5EF4-FFF2-40B4-BE49-F238E27FC236}">
                    <a16:creationId xmlns:a16="http://schemas.microsoft.com/office/drawing/2014/main" id="{01199520-31A8-40DA-999B-C649636EDE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8" y="2518"/>
                <a:ext cx="393" cy="701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0" name="Line 24">
                <a:extLst>
                  <a:ext uri="{FF2B5EF4-FFF2-40B4-BE49-F238E27FC236}">
                    <a16:creationId xmlns:a16="http://schemas.microsoft.com/office/drawing/2014/main" id="{0AC1A2B1-7632-440C-B6DD-29F2AB0C4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" y="2706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1" name="Line 25">
                <a:extLst>
                  <a:ext uri="{FF2B5EF4-FFF2-40B4-BE49-F238E27FC236}">
                    <a16:creationId xmlns:a16="http://schemas.microsoft.com/office/drawing/2014/main" id="{11B7181C-D3C2-4F5A-9C75-F1CC3BBBB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" y="3061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2" name="Line 26">
                <a:extLst>
                  <a:ext uri="{FF2B5EF4-FFF2-40B4-BE49-F238E27FC236}">
                    <a16:creationId xmlns:a16="http://schemas.microsoft.com/office/drawing/2014/main" id="{665D0412-6654-4CA8-B230-26DF59A97B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6" y="2879"/>
                <a:ext cx="3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3" name="Text Box 27">
                <a:extLst>
                  <a:ext uri="{FF2B5EF4-FFF2-40B4-BE49-F238E27FC236}">
                    <a16:creationId xmlns:a16="http://schemas.microsoft.com/office/drawing/2014/main" id="{CE99A9BE-21AA-4619-BE4E-C59BCE6B80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0" y="2493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04" name="Text Box 28">
                <a:extLst>
                  <a:ext uri="{FF2B5EF4-FFF2-40B4-BE49-F238E27FC236}">
                    <a16:creationId xmlns:a16="http://schemas.microsoft.com/office/drawing/2014/main" id="{3E8883A3-1D85-4E78-9255-1279DB08DF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7" y="2853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05" name="Text Box 29">
                <a:extLst>
                  <a:ext uri="{FF2B5EF4-FFF2-40B4-BE49-F238E27FC236}">
                    <a16:creationId xmlns:a16="http://schemas.microsoft.com/office/drawing/2014/main" id="{44B1AFD5-C5C3-4A61-9D90-D7A9A4CD9A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2" y="2697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</p:grpSp>
        <p:grpSp>
          <p:nvGrpSpPr>
            <p:cNvPr id="101406" name="Group 30">
              <a:extLst>
                <a:ext uri="{FF2B5EF4-FFF2-40B4-BE49-F238E27FC236}">
                  <a16:creationId xmlns:a16="http://schemas.microsoft.com/office/drawing/2014/main" id="{55462EE8-FEC6-4AC2-BBA9-8BF0E0E8A9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" y="3021"/>
              <a:ext cx="1354" cy="725"/>
              <a:chOff x="226" y="3245"/>
              <a:chExt cx="1354" cy="725"/>
            </a:xfrm>
          </p:grpSpPr>
          <p:sp>
            <p:nvSpPr>
              <p:cNvPr id="101407" name="AutoShape 31">
                <a:extLst>
                  <a:ext uri="{FF2B5EF4-FFF2-40B4-BE49-F238E27FC236}">
                    <a16:creationId xmlns:a16="http://schemas.microsoft.com/office/drawing/2014/main" id="{3F1A0671-02A3-4D9C-9907-64A77AEC6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3400"/>
                <a:ext cx="456" cy="480"/>
              </a:xfrm>
              <a:prstGeom prst="flowChartDelay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8" name="Line 32">
                <a:extLst>
                  <a:ext uri="{FF2B5EF4-FFF2-40B4-BE49-F238E27FC236}">
                    <a16:creationId xmlns:a16="http://schemas.microsoft.com/office/drawing/2014/main" id="{473D2E0D-76F3-4509-B118-3D6B77F69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" y="3458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09" name="Line 33">
                <a:extLst>
                  <a:ext uri="{FF2B5EF4-FFF2-40B4-BE49-F238E27FC236}">
                    <a16:creationId xmlns:a16="http://schemas.microsoft.com/office/drawing/2014/main" id="{2A24A2F6-9820-4474-A893-7B549F998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" y="3813"/>
                <a:ext cx="14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10" name="Line 34">
                <a:extLst>
                  <a:ext uri="{FF2B5EF4-FFF2-40B4-BE49-F238E27FC236}">
                    <a16:creationId xmlns:a16="http://schemas.microsoft.com/office/drawing/2014/main" id="{DC12C400-59D1-49F5-85FA-410A1DE17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60" y="3647"/>
                <a:ext cx="2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11" name="Text Box 35">
                <a:extLst>
                  <a:ext uri="{FF2B5EF4-FFF2-40B4-BE49-F238E27FC236}">
                    <a16:creationId xmlns:a16="http://schemas.microsoft.com/office/drawing/2014/main" id="{7E53B56C-6394-40B4-8C96-69A69D9889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6" y="3245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12" name="Text Box 36">
                <a:extLst>
                  <a:ext uri="{FF2B5EF4-FFF2-40B4-BE49-F238E27FC236}">
                    <a16:creationId xmlns:a16="http://schemas.microsoft.com/office/drawing/2014/main" id="{5A84DB10-864C-4D22-AC07-BAB3680615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3" y="3605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13" name="Text Box 37">
                <a:extLst>
                  <a:ext uri="{FF2B5EF4-FFF2-40B4-BE49-F238E27FC236}">
                    <a16:creationId xmlns:a16="http://schemas.microsoft.com/office/drawing/2014/main" id="{5C8EAD74-F772-46BE-A981-838750BD5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8" y="3449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</p:grpSp>
        <p:sp>
          <p:nvSpPr>
            <p:cNvPr id="101414" name="Oval 38">
              <a:extLst>
                <a:ext uri="{FF2B5EF4-FFF2-40B4-BE49-F238E27FC236}">
                  <a16:creationId xmlns:a16="http://schemas.microsoft.com/office/drawing/2014/main" id="{0C6518E1-1D11-46A9-8B95-2002F390EC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8" y="1712"/>
              <a:ext cx="112" cy="11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15" name="Oval 39">
              <a:extLst>
                <a:ext uri="{FF2B5EF4-FFF2-40B4-BE49-F238E27FC236}">
                  <a16:creationId xmlns:a16="http://schemas.microsoft.com/office/drawing/2014/main" id="{26F9C29E-E4EE-4ECA-B93B-802A001B5C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576"/>
              <a:ext cx="112" cy="11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16" name="Oval 40">
              <a:extLst>
                <a:ext uri="{FF2B5EF4-FFF2-40B4-BE49-F238E27FC236}">
                  <a16:creationId xmlns:a16="http://schemas.microsoft.com/office/drawing/2014/main" id="{3B91C6A8-EE04-4E91-90E7-F306D8491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4" y="3368"/>
              <a:ext cx="112" cy="11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01417" name="Group 41">
            <a:extLst>
              <a:ext uri="{FF2B5EF4-FFF2-40B4-BE49-F238E27FC236}">
                <a16:creationId xmlns:a16="http://schemas.microsoft.com/office/drawing/2014/main" id="{86564D1A-23C5-4BCF-9C3F-F8B326AC8918}"/>
              </a:ext>
            </a:extLst>
          </p:cNvPr>
          <p:cNvGrpSpPr>
            <a:grpSpLocks/>
          </p:cNvGrpSpPr>
          <p:nvPr/>
        </p:nvGrpSpPr>
        <p:grpSpPr bwMode="auto">
          <a:xfrm>
            <a:off x="3429289" y="2347913"/>
            <a:ext cx="2263775" cy="3649662"/>
            <a:chOff x="2134" y="1335"/>
            <a:chExt cx="1426" cy="2299"/>
          </a:xfrm>
        </p:grpSpPr>
        <p:sp>
          <p:nvSpPr>
            <p:cNvPr id="101418" name="Oval 42">
              <a:extLst>
                <a:ext uri="{FF2B5EF4-FFF2-40B4-BE49-F238E27FC236}">
                  <a16:creationId xmlns:a16="http://schemas.microsoft.com/office/drawing/2014/main" id="{010CB520-2E18-4767-8F0A-1BE688B7B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44" y="1688"/>
              <a:ext cx="112" cy="11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19" name="Oval 43">
              <a:extLst>
                <a:ext uri="{FF2B5EF4-FFF2-40B4-BE49-F238E27FC236}">
                  <a16:creationId xmlns:a16="http://schemas.microsoft.com/office/drawing/2014/main" id="{D4059353-D123-4544-8AF0-94B420DA50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528"/>
              <a:ext cx="112" cy="112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0" name="Text Box 44">
              <a:extLst>
                <a:ext uri="{FF2B5EF4-FFF2-40B4-BE49-F238E27FC236}">
                  <a16:creationId xmlns:a16="http://schemas.microsoft.com/office/drawing/2014/main" id="{B671904B-59A3-4088-ADCE-51596B8DC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8" y="1335"/>
              <a:ext cx="454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 type="none" w="sm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32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1</a:t>
              </a:r>
              <a:endParaRPr kumimoji="1"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101421" name="Rectangle 45">
              <a:extLst>
                <a:ext uri="{FF2B5EF4-FFF2-40B4-BE49-F238E27FC236}">
                  <a16:creationId xmlns:a16="http://schemas.microsoft.com/office/drawing/2014/main" id="{6A741593-1FE5-4DE1-B0E6-4B82EFAA2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32" y="1374"/>
              <a:ext cx="393" cy="7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2" name="Line 46">
              <a:extLst>
                <a:ext uri="{FF2B5EF4-FFF2-40B4-BE49-F238E27FC236}">
                  <a16:creationId xmlns:a16="http://schemas.microsoft.com/office/drawing/2014/main" id="{D665161A-A85D-432C-97E8-2E8B43C35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1562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3" name="Line 47">
              <a:extLst>
                <a:ext uri="{FF2B5EF4-FFF2-40B4-BE49-F238E27FC236}">
                  <a16:creationId xmlns:a16="http://schemas.microsoft.com/office/drawing/2014/main" id="{75F72B8F-B039-4D1E-A5C2-1544D346C5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3" y="1917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4" name="Line 48">
              <a:extLst>
                <a:ext uri="{FF2B5EF4-FFF2-40B4-BE49-F238E27FC236}">
                  <a16:creationId xmlns:a16="http://schemas.microsoft.com/office/drawing/2014/main" id="{220BB1DB-26CC-42B3-A5E5-8E91662C4A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" y="1743"/>
              <a:ext cx="2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5" name="Text Box 49">
              <a:extLst>
                <a:ext uri="{FF2B5EF4-FFF2-40B4-BE49-F238E27FC236}">
                  <a16:creationId xmlns:a16="http://schemas.microsoft.com/office/drawing/2014/main" id="{E951EAAD-978C-4054-868A-7FE436026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1349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01426" name="Text Box 50">
              <a:extLst>
                <a:ext uri="{FF2B5EF4-FFF2-40B4-BE49-F238E27FC236}">
                  <a16:creationId xmlns:a16="http://schemas.microsoft.com/office/drawing/2014/main" id="{5D598F25-A090-4CC4-9F0B-987C3A9BC1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1" y="1709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01427" name="Text Box 51">
              <a:extLst>
                <a:ext uri="{FF2B5EF4-FFF2-40B4-BE49-F238E27FC236}">
                  <a16:creationId xmlns:a16="http://schemas.microsoft.com/office/drawing/2014/main" id="{F4F9760C-E58C-4A0C-9819-A9EBAEB7B4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4" y="1545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01428" name="Rectangle 52">
              <a:extLst>
                <a:ext uri="{FF2B5EF4-FFF2-40B4-BE49-F238E27FC236}">
                  <a16:creationId xmlns:a16="http://schemas.microsoft.com/office/drawing/2014/main" id="{BEB298E4-1878-4B58-9B25-B57A1E6C8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8" y="2230"/>
              <a:ext cx="393" cy="7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29" name="Line 53">
              <a:extLst>
                <a:ext uri="{FF2B5EF4-FFF2-40B4-BE49-F238E27FC236}">
                  <a16:creationId xmlns:a16="http://schemas.microsoft.com/office/drawing/2014/main" id="{B2564CFC-7290-47AB-8960-34A36D7946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2418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30" name="Line 54">
              <a:extLst>
                <a:ext uri="{FF2B5EF4-FFF2-40B4-BE49-F238E27FC236}">
                  <a16:creationId xmlns:a16="http://schemas.microsoft.com/office/drawing/2014/main" id="{49D154F4-713C-4DF2-83AF-4CEBAB273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99" y="2773"/>
              <a:ext cx="14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31" name="Line 55">
              <a:extLst>
                <a:ext uri="{FF2B5EF4-FFF2-40B4-BE49-F238E27FC236}">
                  <a16:creationId xmlns:a16="http://schemas.microsoft.com/office/drawing/2014/main" id="{437816D6-3D3E-478B-BF3A-5EE738FDF5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8" y="2591"/>
              <a:ext cx="28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432" name="Text Box 56">
              <a:extLst>
                <a:ext uri="{FF2B5EF4-FFF2-40B4-BE49-F238E27FC236}">
                  <a16:creationId xmlns:a16="http://schemas.microsoft.com/office/drawing/2014/main" id="{E009A348-9E3D-4D3F-9338-DA5AE2C98D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0" y="2205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</p:txBody>
        </p:sp>
        <p:sp>
          <p:nvSpPr>
            <p:cNvPr id="101433" name="Text Box 57">
              <a:extLst>
                <a:ext uri="{FF2B5EF4-FFF2-40B4-BE49-F238E27FC236}">
                  <a16:creationId xmlns:a16="http://schemas.microsoft.com/office/drawing/2014/main" id="{A3F9C730-7CD5-4E22-BCC6-B1DA2E0A70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57" y="2565"/>
              <a:ext cx="2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</p:txBody>
        </p:sp>
        <p:sp>
          <p:nvSpPr>
            <p:cNvPr id="101434" name="Text Box 58">
              <a:extLst>
                <a:ext uri="{FF2B5EF4-FFF2-40B4-BE49-F238E27FC236}">
                  <a16:creationId xmlns:a16="http://schemas.microsoft.com/office/drawing/2014/main" id="{A9A9650A-4752-4519-82A7-E9EDECAD2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2409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01435" name="Text Box 59">
              <a:extLst>
                <a:ext uri="{FF2B5EF4-FFF2-40B4-BE49-F238E27FC236}">
                  <a16:creationId xmlns:a16="http://schemas.microsoft.com/office/drawing/2014/main" id="{BB6EAEB0-C4B9-48BB-B9EC-76D289CFC0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7" y="2311"/>
              <a:ext cx="29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40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</a:t>
              </a:r>
              <a:endParaRPr kumimoji="1" lang="en-US" altLang="zh-CN" sz="40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pSp>
          <p:nvGrpSpPr>
            <p:cNvPr id="101436" name="Group 60">
              <a:extLst>
                <a:ext uri="{FF2B5EF4-FFF2-40B4-BE49-F238E27FC236}">
                  <a16:creationId xmlns:a16="http://schemas.microsoft.com/office/drawing/2014/main" id="{C90B95EA-059E-4FDD-A161-14017A424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2" y="3025"/>
              <a:ext cx="1314" cy="609"/>
              <a:chOff x="2274" y="3025"/>
              <a:chExt cx="1314" cy="609"/>
            </a:xfrm>
          </p:grpSpPr>
          <p:sp>
            <p:nvSpPr>
              <p:cNvPr id="101437" name="Text Box 61">
                <a:extLst>
                  <a:ext uri="{FF2B5EF4-FFF2-40B4-BE49-F238E27FC236}">
                    <a16:creationId xmlns:a16="http://schemas.microsoft.com/office/drawing/2014/main" id="{921A0ABD-EAF3-4748-9F42-3489E940D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4" y="3025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38" name="AutoShape 62">
                <a:extLst>
                  <a:ext uri="{FF2B5EF4-FFF2-40B4-BE49-F238E27FC236}">
                    <a16:creationId xmlns:a16="http://schemas.microsoft.com/office/drawing/2014/main" id="{128EE1D2-13DE-445C-9919-4BF9B786B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732" y="3107"/>
                <a:ext cx="388" cy="504"/>
              </a:xfrm>
              <a:prstGeom prst="moon">
                <a:avLst>
                  <a:gd name="adj" fmla="val 35097"/>
                </a:avLst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39" name="Line 63">
                <a:extLst>
                  <a:ext uri="{FF2B5EF4-FFF2-40B4-BE49-F238E27FC236}">
                    <a16:creationId xmlns:a16="http://schemas.microsoft.com/office/drawing/2014/main" id="{744208E1-833E-4952-A632-DEA1E5AD1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5" y="3445"/>
                <a:ext cx="35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40" name="Line 64">
                <a:extLst>
                  <a:ext uri="{FF2B5EF4-FFF2-40B4-BE49-F238E27FC236}">
                    <a16:creationId xmlns:a16="http://schemas.microsoft.com/office/drawing/2014/main" id="{05E3060C-E7AE-424A-9683-632037E6A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8" y="3335"/>
                <a:ext cx="1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41" name="Text Box 65">
                <a:extLst>
                  <a:ext uri="{FF2B5EF4-FFF2-40B4-BE49-F238E27FC236}">
                    <a16:creationId xmlns:a16="http://schemas.microsoft.com/office/drawing/2014/main" id="{B5A97FBB-92F9-40E6-9AB3-3718C4DB72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97" y="3269"/>
                <a:ext cx="287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42" name="Text Box 66">
                <a:extLst>
                  <a:ext uri="{FF2B5EF4-FFF2-40B4-BE49-F238E27FC236}">
                    <a16:creationId xmlns:a16="http://schemas.microsoft.com/office/drawing/2014/main" id="{0930070A-FD04-4274-908A-834BF67F82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16" y="3153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  <p:sp>
            <p:nvSpPr>
              <p:cNvPr id="101443" name="Line 67">
                <a:extLst>
                  <a:ext uri="{FF2B5EF4-FFF2-40B4-BE49-F238E27FC236}">
                    <a16:creationId xmlns:a16="http://schemas.microsoft.com/office/drawing/2014/main" id="{13A5C6A7-B81B-453C-8BD3-050B9A2A2A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9" y="3261"/>
                <a:ext cx="37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44" name="Oval 68">
                <a:extLst>
                  <a:ext uri="{FF2B5EF4-FFF2-40B4-BE49-F238E27FC236}">
                    <a16:creationId xmlns:a16="http://schemas.microsoft.com/office/drawing/2014/main" id="{E84A06CA-C033-4B77-A48C-BC3FCAC4B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2" y="3280"/>
                <a:ext cx="112" cy="112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1445" name="Group 69">
            <a:extLst>
              <a:ext uri="{FF2B5EF4-FFF2-40B4-BE49-F238E27FC236}">
                <a16:creationId xmlns:a16="http://schemas.microsoft.com/office/drawing/2014/main" id="{5BE0C41A-A82B-444A-AB57-D735B7011ECA}"/>
              </a:ext>
            </a:extLst>
          </p:cNvPr>
          <p:cNvGrpSpPr>
            <a:grpSpLocks/>
          </p:cNvGrpSpPr>
          <p:nvPr/>
        </p:nvGrpSpPr>
        <p:grpSpPr bwMode="auto">
          <a:xfrm>
            <a:off x="6131214" y="2362200"/>
            <a:ext cx="2741613" cy="3744913"/>
            <a:chOff x="3836" y="1344"/>
            <a:chExt cx="1727" cy="2359"/>
          </a:xfrm>
        </p:grpSpPr>
        <p:grpSp>
          <p:nvGrpSpPr>
            <p:cNvPr id="101446" name="Group 70">
              <a:extLst>
                <a:ext uri="{FF2B5EF4-FFF2-40B4-BE49-F238E27FC236}">
                  <a16:creationId xmlns:a16="http://schemas.microsoft.com/office/drawing/2014/main" id="{1C078FF6-509A-4491-A094-3B0BFCC24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6" y="1344"/>
              <a:ext cx="1573" cy="730"/>
              <a:chOff x="3881" y="1344"/>
              <a:chExt cx="1573" cy="730"/>
            </a:xfrm>
          </p:grpSpPr>
          <p:sp>
            <p:nvSpPr>
              <p:cNvPr id="101447" name="Rectangle 71">
                <a:extLst>
                  <a:ext uri="{FF2B5EF4-FFF2-40B4-BE49-F238E27FC236}">
                    <a16:creationId xmlns:a16="http://schemas.microsoft.com/office/drawing/2014/main" id="{BF11B012-7864-4C1E-B1A1-FC1528B1A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29" y="1363"/>
                <a:ext cx="464" cy="65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48" name="Oval 72">
                <a:extLst>
                  <a:ext uri="{FF2B5EF4-FFF2-40B4-BE49-F238E27FC236}">
                    <a16:creationId xmlns:a16="http://schemas.microsoft.com/office/drawing/2014/main" id="{7D266D31-69B1-41F2-AA42-A173160EE3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4" y="1646"/>
                <a:ext cx="89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49" name="Text Box 73">
                <a:extLst>
                  <a:ext uri="{FF2B5EF4-FFF2-40B4-BE49-F238E27FC236}">
                    <a16:creationId xmlns:a16="http://schemas.microsoft.com/office/drawing/2014/main" id="{E5E5F1A0-A646-4120-BE7A-D14444459C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9" y="1344"/>
                <a:ext cx="33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&amp;</a:t>
                </a:r>
              </a:p>
            </p:txBody>
          </p:sp>
          <p:sp>
            <p:nvSpPr>
              <p:cNvPr id="101450" name="Line 74">
                <a:extLst>
                  <a:ext uri="{FF2B5EF4-FFF2-40B4-BE49-F238E27FC236}">
                    <a16:creationId xmlns:a16="http://schemas.microsoft.com/office/drawing/2014/main" id="{10757015-0773-473C-BCB6-3631A7DB3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2" y="1536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51" name="Line 75">
                <a:extLst>
                  <a:ext uri="{FF2B5EF4-FFF2-40B4-BE49-F238E27FC236}">
                    <a16:creationId xmlns:a16="http://schemas.microsoft.com/office/drawing/2014/main" id="{5F2F2763-4123-458F-ADDB-3EE34803C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52" y="1863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52" name="Line 76">
                <a:extLst>
                  <a:ext uri="{FF2B5EF4-FFF2-40B4-BE49-F238E27FC236}">
                    <a16:creationId xmlns:a16="http://schemas.microsoft.com/office/drawing/2014/main" id="{53B185B8-D68C-4D6C-994A-D669B8011D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2" y="1684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53" name="Line 77">
                <a:extLst>
                  <a:ext uri="{FF2B5EF4-FFF2-40B4-BE49-F238E27FC236}">
                    <a16:creationId xmlns:a16="http://schemas.microsoft.com/office/drawing/2014/main" id="{01BECA6B-0CA0-4914-A60E-0FCD0E980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1" y="1366"/>
                <a:ext cx="210" cy="1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54" name="Text Box 78">
                <a:extLst>
                  <a:ext uri="{FF2B5EF4-FFF2-40B4-BE49-F238E27FC236}">
                    <a16:creationId xmlns:a16="http://schemas.microsoft.com/office/drawing/2014/main" id="{E85AD71E-B6F4-46B7-8B1A-947013648D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1" y="1346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55" name="Text Box 79">
                <a:extLst>
                  <a:ext uri="{FF2B5EF4-FFF2-40B4-BE49-F238E27FC236}">
                    <a16:creationId xmlns:a16="http://schemas.microsoft.com/office/drawing/2014/main" id="{B435E75B-B136-4CE9-AD35-4E8B82CD15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17" y="1709"/>
                <a:ext cx="309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56" name="Text Box 80">
                <a:extLst>
                  <a:ext uri="{FF2B5EF4-FFF2-40B4-BE49-F238E27FC236}">
                    <a16:creationId xmlns:a16="http://schemas.microsoft.com/office/drawing/2014/main" id="{70F4E7C2-5200-438F-A27D-6789A25F11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00" y="1482"/>
                <a:ext cx="35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</p:grpSp>
        <p:grpSp>
          <p:nvGrpSpPr>
            <p:cNvPr id="101457" name="Group 81">
              <a:extLst>
                <a:ext uri="{FF2B5EF4-FFF2-40B4-BE49-F238E27FC236}">
                  <a16:creationId xmlns:a16="http://schemas.microsoft.com/office/drawing/2014/main" id="{B456174D-03D7-47CB-91DA-7A73BCB59F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2" y="2152"/>
              <a:ext cx="1573" cy="728"/>
              <a:chOff x="3851" y="2152"/>
              <a:chExt cx="1573" cy="728"/>
            </a:xfrm>
          </p:grpSpPr>
          <p:sp>
            <p:nvSpPr>
              <p:cNvPr id="101458" name="Rectangle 82">
                <a:extLst>
                  <a:ext uri="{FF2B5EF4-FFF2-40B4-BE49-F238E27FC236}">
                    <a16:creationId xmlns:a16="http://schemas.microsoft.com/office/drawing/2014/main" id="{FE81396B-76FD-421E-8DD4-F485631BB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9" y="2169"/>
                <a:ext cx="464" cy="65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59" name="Oval 83">
                <a:extLst>
                  <a:ext uri="{FF2B5EF4-FFF2-40B4-BE49-F238E27FC236}">
                    <a16:creationId xmlns:a16="http://schemas.microsoft.com/office/drawing/2014/main" id="{DC052836-11F9-4446-A6D0-72F131171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4" y="2452"/>
                <a:ext cx="89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0" name="Line 84">
                <a:extLst>
                  <a:ext uri="{FF2B5EF4-FFF2-40B4-BE49-F238E27FC236}">
                    <a16:creationId xmlns:a16="http://schemas.microsoft.com/office/drawing/2014/main" id="{13304EEB-DA1A-4AB6-A29F-862CA64A9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2" y="2342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1" name="Line 85">
                <a:extLst>
                  <a:ext uri="{FF2B5EF4-FFF2-40B4-BE49-F238E27FC236}">
                    <a16:creationId xmlns:a16="http://schemas.microsoft.com/office/drawing/2014/main" id="{79A45CE0-DF00-4FE3-AE8A-5D3F0C8326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2" y="2669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2" name="Line 86">
                <a:extLst>
                  <a:ext uri="{FF2B5EF4-FFF2-40B4-BE49-F238E27FC236}">
                    <a16:creationId xmlns:a16="http://schemas.microsoft.com/office/drawing/2014/main" id="{5D733108-CED2-4F82-8081-0858C11F32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2" y="2490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3" name="Line 87">
                <a:extLst>
                  <a:ext uri="{FF2B5EF4-FFF2-40B4-BE49-F238E27FC236}">
                    <a16:creationId xmlns:a16="http://schemas.microsoft.com/office/drawing/2014/main" id="{3B8BC281-6031-44E3-8596-E885BD4D6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1" y="2172"/>
                <a:ext cx="210" cy="18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4" name="Text Box 88">
                <a:extLst>
                  <a:ext uri="{FF2B5EF4-FFF2-40B4-BE49-F238E27FC236}">
                    <a16:creationId xmlns:a16="http://schemas.microsoft.com/office/drawing/2014/main" id="{64DFFDF9-95E6-4C9B-9833-BDCEE24BEF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1" y="2152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65" name="Text Box 89">
                <a:extLst>
                  <a:ext uri="{FF2B5EF4-FFF2-40B4-BE49-F238E27FC236}">
                    <a16:creationId xmlns:a16="http://schemas.microsoft.com/office/drawing/2014/main" id="{F5631F6C-D41E-4C7E-A11D-8C12A9EF6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7" y="2515"/>
                <a:ext cx="309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66" name="Text Box 90">
                <a:extLst>
                  <a:ext uri="{FF2B5EF4-FFF2-40B4-BE49-F238E27FC236}">
                    <a16:creationId xmlns:a16="http://schemas.microsoft.com/office/drawing/2014/main" id="{03C419DC-07FD-4118-941D-899BD99F6E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0" y="2288"/>
                <a:ext cx="35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</p:grpSp>
        <p:grpSp>
          <p:nvGrpSpPr>
            <p:cNvPr id="101467" name="Group 91">
              <a:extLst>
                <a:ext uri="{FF2B5EF4-FFF2-40B4-BE49-F238E27FC236}">
                  <a16:creationId xmlns:a16="http://schemas.microsoft.com/office/drawing/2014/main" id="{9994A70B-1FB3-419D-80BF-28CF564C9F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7" y="2919"/>
              <a:ext cx="1573" cy="784"/>
              <a:chOff x="3857" y="2919"/>
              <a:chExt cx="1573" cy="784"/>
            </a:xfrm>
          </p:grpSpPr>
          <p:sp>
            <p:nvSpPr>
              <p:cNvPr id="101468" name="Rectangle 92">
                <a:extLst>
                  <a:ext uri="{FF2B5EF4-FFF2-40B4-BE49-F238E27FC236}">
                    <a16:creationId xmlns:a16="http://schemas.microsoft.com/office/drawing/2014/main" id="{3003354A-49F7-46E7-ACE2-3B6AF6BEB2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5" y="2992"/>
                <a:ext cx="464" cy="65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69" name="Oval 93">
                <a:extLst>
                  <a:ext uri="{FF2B5EF4-FFF2-40B4-BE49-F238E27FC236}">
                    <a16:creationId xmlns:a16="http://schemas.microsoft.com/office/drawing/2014/main" id="{643ADD6A-790D-4B2B-A1EE-F004D4584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80" y="3275"/>
                <a:ext cx="89" cy="8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70" name="Line 94">
                <a:extLst>
                  <a:ext uri="{FF2B5EF4-FFF2-40B4-BE49-F238E27FC236}">
                    <a16:creationId xmlns:a16="http://schemas.microsoft.com/office/drawing/2014/main" id="{0434320A-FA68-4874-B6BB-46D140C2F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165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71" name="Line 95">
                <a:extLst>
                  <a:ext uri="{FF2B5EF4-FFF2-40B4-BE49-F238E27FC236}">
                    <a16:creationId xmlns:a16="http://schemas.microsoft.com/office/drawing/2014/main" id="{14C5AE3D-D1EC-42E0-B683-EE9897EB7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3492"/>
                <a:ext cx="17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72" name="Line 96">
                <a:extLst>
                  <a:ext uri="{FF2B5EF4-FFF2-40B4-BE49-F238E27FC236}">
                    <a16:creationId xmlns:a16="http://schemas.microsoft.com/office/drawing/2014/main" id="{43932DD1-2EFD-49AA-8BCA-70D62C53F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58" y="3313"/>
                <a:ext cx="23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1473" name="Text Box 97">
                <a:extLst>
                  <a:ext uri="{FF2B5EF4-FFF2-40B4-BE49-F238E27FC236}">
                    <a16:creationId xmlns:a16="http://schemas.microsoft.com/office/drawing/2014/main" id="{AB747DE4-EE83-4A6A-A914-E4088B3124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57" y="2975"/>
                <a:ext cx="29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01474" name="Text Box 98">
                <a:extLst>
                  <a:ext uri="{FF2B5EF4-FFF2-40B4-BE49-F238E27FC236}">
                    <a16:creationId xmlns:a16="http://schemas.microsoft.com/office/drawing/2014/main" id="{C014A920-D7CA-4BC8-B0DD-CF2D2D8FB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3" y="3338"/>
                <a:ext cx="309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01475" name="Text Box 99">
                <a:extLst>
                  <a:ext uri="{FF2B5EF4-FFF2-40B4-BE49-F238E27FC236}">
                    <a16:creationId xmlns:a16="http://schemas.microsoft.com/office/drawing/2014/main" id="{A2540281-5980-4520-9349-0D1A121405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6" y="3111"/>
                <a:ext cx="35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  <p:grpSp>
            <p:nvGrpSpPr>
              <p:cNvPr id="101476" name="Group 100">
                <a:extLst>
                  <a:ext uri="{FF2B5EF4-FFF2-40B4-BE49-F238E27FC236}">
                    <a16:creationId xmlns:a16="http://schemas.microsoft.com/office/drawing/2014/main" id="{DB4355AD-08F9-4A9D-822B-DA20AE70E7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554" y="3190"/>
                <a:ext cx="191" cy="237"/>
                <a:chOff x="4554" y="3163"/>
                <a:chExt cx="191" cy="237"/>
              </a:xfrm>
            </p:grpSpPr>
            <p:sp>
              <p:nvSpPr>
                <p:cNvPr id="101477" name="AutoShape 101">
                  <a:extLst>
                    <a:ext uri="{FF2B5EF4-FFF2-40B4-BE49-F238E27FC236}">
                      <a16:creationId xmlns:a16="http://schemas.microsoft.com/office/drawing/2014/main" id="{DA72DA63-791E-48D4-AFF3-9EC95D0890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70" y="3163"/>
                  <a:ext cx="145" cy="224"/>
                </a:xfrm>
                <a:prstGeom prst="flowChartDecision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1478" name="Line 102">
                  <a:extLst>
                    <a:ext uri="{FF2B5EF4-FFF2-40B4-BE49-F238E27FC236}">
                      <a16:creationId xmlns:a16="http://schemas.microsoft.com/office/drawing/2014/main" id="{9D147AD1-D00F-47CA-9B08-5ACE5594272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54" y="3400"/>
                  <a:ext cx="191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1479" name="Text Box 103">
                <a:extLst>
                  <a:ext uri="{FF2B5EF4-FFF2-40B4-BE49-F238E27FC236}">
                    <a16:creationId xmlns:a16="http://schemas.microsoft.com/office/drawing/2014/main" id="{F65563D0-2D6D-4001-B2A7-C2D9193F90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27" y="2919"/>
                <a:ext cx="345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  <a:sym typeface="Symbol" panose="05050102010706020507" pitchFamily="18" charset="2"/>
                  </a:rPr>
                  <a:t></a:t>
                </a:r>
                <a:endPara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</p:grpSp>
        <p:sp>
          <p:nvSpPr>
            <p:cNvPr id="101480" name="Text Box 104">
              <a:extLst>
                <a:ext uri="{FF2B5EF4-FFF2-40B4-BE49-F238E27FC236}">
                  <a16:creationId xmlns:a16="http://schemas.microsoft.com/office/drawing/2014/main" id="{C6DDFAA6-C7A8-4874-A08C-D75A43909C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6" y="3373"/>
              <a:ext cx="62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国标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90E5DAD-17B4-4F41-910C-E2236B0B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B2AA-F18C-4131-93A4-696B523AF43F}" type="slidenum">
              <a:rPr lang="en-US" altLang="zh-CN" smtClean="0"/>
              <a:pPr/>
              <a:t>73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0624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1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1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02" name="Group 2">
            <a:extLst>
              <a:ext uri="{FF2B5EF4-FFF2-40B4-BE49-F238E27FC236}">
                <a16:creationId xmlns:a16="http://schemas.microsoft.com/office/drawing/2014/main" id="{959DD44A-B07E-4DD4-AD95-96A163B91691}"/>
              </a:ext>
            </a:extLst>
          </p:cNvPr>
          <p:cNvGrpSpPr>
            <a:grpSpLocks/>
          </p:cNvGrpSpPr>
          <p:nvPr/>
        </p:nvGrpSpPr>
        <p:grpSpPr bwMode="auto">
          <a:xfrm>
            <a:off x="2835275" y="1049338"/>
            <a:ext cx="6251575" cy="2208212"/>
            <a:chOff x="1786" y="661"/>
            <a:chExt cx="3938" cy="1391"/>
          </a:xfrm>
        </p:grpSpPr>
        <p:grpSp>
          <p:nvGrpSpPr>
            <p:cNvPr id="102403" name="Group 3">
              <a:extLst>
                <a:ext uri="{FF2B5EF4-FFF2-40B4-BE49-F238E27FC236}">
                  <a16:creationId xmlns:a16="http://schemas.microsoft.com/office/drawing/2014/main" id="{F9A640A5-CE9D-4E48-ADA8-F655211FF8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07" y="684"/>
              <a:ext cx="1276" cy="1358"/>
              <a:chOff x="2131" y="1437"/>
              <a:chExt cx="1276" cy="1358"/>
            </a:xfrm>
          </p:grpSpPr>
          <p:grpSp>
            <p:nvGrpSpPr>
              <p:cNvPr id="102404" name="Group 4">
                <a:extLst>
                  <a:ext uri="{FF2B5EF4-FFF2-40B4-BE49-F238E27FC236}">
                    <a16:creationId xmlns:a16="http://schemas.microsoft.com/office/drawing/2014/main" id="{B722D54E-722D-4564-A181-E93CFBFBAE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31" y="1437"/>
                <a:ext cx="1276" cy="726"/>
                <a:chOff x="570" y="2301"/>
                <a:chExt cx="1276" cy="726"/>
              </a:xfrm>
            </p:grpSpPr>
            <p:grpSp>
              <p:nvGrpSpPr>
                <p:cNvPr id="102405" name="Group 5">
                  <a:extLst>
                    <a:ext uri="{FF2B5EF4-FFF2-40B4-BE49-F238E27FC236}">
                      <a16:creationId xmlns:a16="http://schemas.microsoft.com/office/drawing/2014/main" id="{D3281584-5633-4240-A83B-94E6EDB3D0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70" y="2301"/>
                  <a:ext cx="1276" cy="726"/>
                  <a:chOff x="210" y="2493"/>
                  <a:chExt cx="1276" cy="726"/>
                </a:xfrm>
              </p:grpSpPr>
              <p:sp>
                <p:nvSpPr>
                  <p:cNvPr id="102406" name="Rectangle 6">
                    <a:extLst>
                      <a:ext uri="{FF2B5EF4-FFF2-40B4-BE49-F238E27FC236}">
                        <a16:creationId xmlns:a16="http://schemas.microsoft.com/office/drawing/2014/main" id="{D6709C2B-2503-4801-929D-AF7B04A853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8" y="2518"/>
                    <a:ext cx="393" cy="701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07" name="Line 7">
                    <a:extLst>
                      <a:ext uri="{FF2B5EF4-FFF2-40B4-BE49-F238E27FC236}">
                        <a16:creationId xmlns:a16="http://schemas.microsoft.com/office/drawing/2014/main" id="{AF4E40CE-D46E-42FB-80D2-81E2D906AB5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9" y="2706"/>
                    <a:ext cx="149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08" name="Line 8">
                    <a:extLst>
                      <a:ext uri="{FF2B5EF4-FFF2-40B4-BE49-F238E27FC236}">
                        <a16:creationId xmlns:a16="http://schemas.microsoft.com/office/drawing/2014/main" id="{71D748A3-323A-4DC2-A068-6BE6184DBED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59" y="3061"/>
                    <a:ext cx="149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09" name="Line 9">
                    <a:extLst>
                      <a:ext uri="{FF2B5EF4-FFF2-40B4-BE49-F238E27FC236}">
                        <a16:creationId xmlns:a16="http://schemas.microsoft.com/office/drawing/2014/main" id="{E690507C-8BC1-4404-B23C-91FD1816D1C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996" y="2879"/>
                    <a:ext cx="33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10" name="Text Box 10">
                    <a:extLst>
                      <a:ext uri="{FF2B5EF4-FFF2-40B4-BE49-F238E27FC236}">
                        <a16:creationId xmlns:a16="http://schemas.microsoft.com/office/drawing/2014/main" id="{981DC405-FBDA-4EE7-BD64-65ADDECF401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0" y="2493"/>
                    <a:ext cx="301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kumimoji="1" lang="en-US" altLang="zh-CN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A</a:t>
                    </a:r>
                  </a:p>
                </p:txBody>
              </p:sp>
              <p:sp>
                <p:nvSpPr>
                  <p:cNvPr id="102411" name="Text Box 11">
                    <a:extLst>
                      <a:ext uri="{FF2B5EF4-FFF2-40B4-BE49-F238E27FC236}">
                        <a16:creationId xmlns:a16="http://schemas.microsoft.com/office/drawing/2014/main" id="{A07BD18F-532C-4D3E-962C-9F041B91850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17" y="2853"/>
                    <a:ext cx="287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kumimoji="1" lang="en-US" altLang="zh-CN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B</a:t>
                    </a:r>
                  </a:p>
                </p:txBody>
              </p:sp>
              <p:sp>
                <p:nvSpPr>
                  <p:cNvPr id="102412" name="Text Box 12">
                    <a:extLst>
                      <a:ext uri="{FF2B5EF4-FFF2-40B4-BE49-F238E27FC236}">
                        <a16:creationId xmlns:a16="http://schemas.microsoft.com/office/drawing/2014/main" id="{1AACDDEF-A0C5-4206-8B17-851E698C15B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370" y="2697"/>
                    <a:ext cx="116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kumimoji="1" lang="zh-CN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</p:grpSp>
            <p:sp>
              <p:nvSpPr>
                <p:cNvPr id="102413" name="Oval 13">
                  <a:extLst>
                    <a:ext uri="{FF2B5EF4-FFF2-40B4-BE49-F238E27FC236}">
                      <a16:creationId xmlns:a16="http://schemas.microsoft.com/office/drawing/2014/main" id="{05B1662C-31A8-4C3A-A69A-306ABC2DD9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56" y="2624"/>
                  <a:ext cx="112" cy="112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2414" name="Group 14">
                <a:extLst>
                  <a:ext uri="{FF2B5EF4-FFF2-40B4-BE49-F238E27FC236}">
                    <a16:creationId xmlns:a16="http://schemas.microsoft.com/office/drawing/2014/main" id="{E2295998-8440-43EA-9216-7952C5DE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72" y="2160"/>
                <a:ext cx="104" cy="392"/>
                <a:chOff x="1104" y="2160"/>
                <a:chExt cx="104" cy="392"/>
              </a:xfrm>
            </p:grpSpPr>
            <p:sp>
              <p:nvSpPr>
                <p:cNvPr id="102415" name="Oval 15">
                  <a:extLst>
                    <a:ext uri="{FF2B5EF4-FFF2-40B4-BE49-F238E27FC236}">
                      <a16:creationId xmlns:a16="http://schemas.microsoft.com/office/drawing/2014/main" id="{99165057-E9AB-4507-AF27-805981199D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04" y="2160"/>
                  <a:ext cx="104" cy="10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16" name="Line 16">
                  <a:extLst>
                    <a:ext uri="{FF2B5EF4-FFF2-40B4-BE49-F238E27FC236}">
                      <a16:creationId xmlns:a16="http://schemas.microsoft.com/office/drawing/2014/main" id="{8E3EB75C-1ECD-40DA-9DC3-001DBBFD49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0" y="2272"/>
                  <a:ext cx="0" cy="28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</p:grpSp>
          <p:graphicFrame>
            <p:nvGraphicFramePr>
              <p:cNvPr id="102417" name="Object 17">
                <a:extLst>
                  <a:ext uri="{FF2B5EF4-FFF2-40B4-BE49-F238E27FC236}">
                    <a16:creationId xmlns:a16="http://schemas.microsoft.com/office/drawing/2014/main" id="{E2377146-D668-4365-A3E0-C84BDA07170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636" y="2548"/>
              <a:ext cx="183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4" name="公式" r:id="rId3" imgW="291960" imgH="393480" progId="Equation.3">
                      <p:embed/>
                    </p:oleObj>
                  </mc:Choice>
                  <mc:Fallback>
                    <p:oleObj name="公式" r:id="rId3" imgW="291960" imgH="393480" progId="Equation.3">
                      <p:embed/>
                      <p:pic>
                        <p:nvPicPr>
                          <p:cNvPr id="102417" name="Object 17">
                            <a:extLst>
                              <a:ext uri="{FF2B5EF4-FFF2-40B4-BE49-F238E27FC236}">
                                <a16:creationId xmlns:a16="http://schemas.microsoft.com/office/drawing/2014/main" id="{E2377146-D668-4365-A3E0-C84BDA07170F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6" y="2548"/>
                            <a:ext cx="183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418" name="Group 18">
              <a:extLst>
                <a:ext uri="{FF2B5EF4-FFF2-40B4-BE49-F238E27FC236}">
                  <a16:creationId xmlns:a16="http://schemas.microsoft.com/office/drawing/2014/main" id="{93DB5735-7243-4C67-B068-463467ADE7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6" y="661"/>
              <a:ext cx="3938" cy="1391"/>
              <a:chOff x="1786" y="661"/>
              <a:chExt cx="3938" cy="1391"/>
            </a:xfrm>
          </p:grpSpPr>
          <p:grpSp>
            <p:nvGrpSpPr>
              <p:cNvPr id="102419" name="Group 19">
                <a:extLst>
                  <a:ext uri="{FF2B5EF4-FFF2-40B4-BE49-F238E27FC236}">
                    <a16:creationId xmlns:a16="http://schemas.microsoft.com/office/drawing/2014/main" id="{131FF73C-1B01-405A-A8B3-63FC9AA58A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6" y="661"/>
                <a:ext cx="1276" cy="1391"/>
                <a:chOff x="562" y="1420"/>
                <a:chExt cx="1276" cy="1391"/>
              </a:xfrm>
            </p:grpSpPr>
            <p:grpSp>
              <p:nvGrpSpPr>
                <p:cNvPr id="102420" name="Group 20">
                  <a:extLst>
                    <a:ext uri="{FF2B5EF4-FFF2-40B4-BE49-F238E27FC236}">
                      <a16:creationId xmlns:a16="http://schemas.microsoft.com/office/drawing/2014/main" id="{2C5A049D-7791-4212-9B89-2C3E4CCF5A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62" y="1420"/>
                  <a:ext cx="1276" cy="743"/>
                  <a:chOff x="562" y="1420"/>
                  <a:chExt cx="1276" cy="743"/>
                </a:xfrm>
              </p:grpSpPr>
              <p:sp>
                <p:nvSpPr>
                  <p:cNvPr id="102421" name="Rectangle 21">
                    <a:extLst>
                      <a:ext uri="{FF2B5EF4-FFF2-40B4-BE49-F238E27FC236}">
                        <a16:creationId xmlns:a16="http://schemas.microsoft.com/office/drawing/2014/main" id="{9FAC46A7-6701-4F68-8926-B345663561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60" y="1462"/>
                    <a:ext cx="393" cy="701"/>
                  </a:xfrm>
                  <a:prstGeom prst="rect">
                    <a:avLst/>
                  </a:prstGeom>
                  <a:noFill/>
                  <a:ln w="38100">
                    <a:solidFill>
                      <a:schemeClr val="tx1"/>
                    </a:solidFill>
                    <a:miter lim="800000"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22" name="Text Box 22">
                    <a:extLst>
                      <a:ext uri="{FF2B5EF4-FFF2-40B4-BE49-F238E27FC236}">
                        <a16:creationId xmlns:a16="http://schemas.microsoft.com/office/drawing/2014/main" id="{829E144E-158A-4D60-ABE0-8CE33FDFC136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35" y="1420"/>
                    <a:ext cx="281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 type="none" w="sm" len="lg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kumimoji="1" lang="en-US" altLang="zh-CN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&amp;</a:t>
                    </a:r>
                  </a:p>
                </p:txBody>
              </p:sp>
              <p:sp>
                <p:nvSpPr>
                  <p:cNvPr id="102423" name="Line 23">
                    <a:extLst>
                      <a:ext uri="{FF2B5EF4-FFF2-40B4-BE49-F238E27FC236}">
                        <a16:creationId xmlns:a16="http://schemas.microsoft.com/office/drawing/2014/main" id="{13C4CB32-54AE-4E5F-939F-B73DDBECCF6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1" y="1650"/>
                    <a:ext cx="149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24" name="Line 24">
                    <a:extLst>
                      <a:ext uri="{FF2B5EF4-FFF2-40B4-BE49-F238E27FC236}">
                        <a16:creationId xmlns:a16="http://schemas.microsoft.com/office/drawing/2014/main" id="{1FC1B1F3-8DAE-4743-BABA-CC2E2B5E5FE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811" y="2005"/>
                    <a:ext cx="149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25" name="Line 25">
                    <a:extLst>
                      <a:ext uri="{FF2B5EF4-FFF2-40B4-BE49-F238E27FC236}">
                        <a16:creationId xmlns:a16="http://schemas.microsoft.com/office/drawing/2014/main" id="{4FAB4ECC-C78D-4601-A092-601C249B65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48" y="1823"/>
                    <a:ext cx="336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26" name="Text Box 26">
                    <a:extLst>
                      <a:ext uri="{FF2B5EF4-FFF2-40B4-BE49-F238E27FC236}">
                        <a16:creationId xmlns:a16="http://schemas.microsoft.com/office/drawing/2014/main" id="{EAA4E9CA-73E8-4590-B3C1-A48A6B4D862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62" y="1437"/>
                    <a:ext cx="301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kumimoji="1" lang="en-US" altLang="zh-CN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A</a:t>
                    </a:r>
                  </a:p>
                </p:txBody>
              </p:sp>
              <p:sp>
                <p:nvSpPr>
                  <p:cNvPr id="102427" name="Text Box 27">
                    <a:extLst>
                      <a:ext uri="{FF2B5EF4-FFF2-40B4-BE49-F238E27FC236}">
                        <a16:creationId xmlns:a16="http://schemas.microsoft.com/office/drawing/2014/main" id="{05CFE6F2-254F-4464-9D1A-42C62B71548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69" y="1797"/>
                    <a:ext cx="287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r>
                      <a:rPr kumimoji="1" lang="en-US" altLang="zh-CN" sz="32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pitchFamily="49" charset="-122"/>
                      </a:rPr>
                      <a:t>B</a:t>
                    </a:r>
                  </a:p>
                </p:txBody>
              </p:sp>
              <p:sp>
                <p:nvSpPr>
                  <p:cNvPr id="102428" name="Text Box 28">
                    <a:extLst>
                      <a:ext uri="{FF2B5EF4-FFF2-40B4-BE49-F238E27FC236}">
                        <a16:creationId xmlns:a16="http://schemas.microsoft.com/office/drawing/2014/main" id="{DD735F14-00A3-4A04-929C-80CFE4B74D7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22" y="1641"/>
                    <a:ext cx="116" cy="36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38100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/>
                  <a:p>
                    <a:pPr algn="ctr">
                      <a:spcBef>
                        <a:spcPct val="50000"/>
                      </a:spcBef>
                    </a:pPr>
                    <a:endParaRPr kumimoji="1" lang="zh-CN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endParaRPr>
                  </a:p>
                </p:txBody>
              </p:sp>
              <p:sp>
                <p:nvSpPr>
                  <p:cNvPr id="102429" name="Oval 29">
                    <a:extLst>
                      <a:ext uri="{FF2B5EF4-FFF2-40B4-BE49-F238E27FC236}">
                        <a16:creationId xmlns:a16="http://schemas.microsoft.com/office/drawing/2014/main" id="{D8CA8071-DB11-4CEF-8EBD-C5B356BDCF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364" y="1760"/>
                    <a:ext cx="112" cy="112"/>
                  </a:xfrm>
                  <a:prstGeom prst="ellipse">
                    <a:avLst/>
                  </a:prstGeom>
                  <a:solidFill>
                    <a:srgbClr val="FFFFFF"/>
                  </a:solidFill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2430" name="Group 30">
                  <a:extLst>
                    <a:ext uri="{FF2B5EF4-FFF2-40B4-BE49-F238E27FC236}">
                      <a16:creationId xmlns:a16="http://schemas.microsoft.com/office/drawing/2014/main" id="{71F70649-B2C7-4E31-8DFB-245FAE3C4EE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104" y="2160"/>
                  <a:ext cx="104" cy="392"/>
                  <a:chOff x="1104" y="2160"/>
                  <a:chExt cx="104" cy="392"/>
                </a:xfrm>
              </p:grpSpPr>
              <p:sp>
                <p:nvSpPr>
                  <p:cNvPr id="102431" name="Oval 31">
                    <a:extLst>
                      <a:ext uri="{FF2B5EF4-FFF2-40B4-BE49-F238E27FC236}">
                        <a16:creationId xmlns:a16="http://schemas.microsoft.com/office/drawing/2014/main" id="{BE9D4BF0-1FE8-42D2-BBDC-54A020C464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04" y="2160"/>
                    <a:ext cx="104" cy="104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32" name="Line 32">
                    <a:extLst>
                      <a:ext uri="{FF2B5EF4-FFF2-40B4-BE49-F238E27FC236}">
                        <a16:creationId xmlns:a16="http://schemas.microsoft.com/office/drawing/2014/main" id="{2BEC3896-2DE0-4C8D-BF12-9A5A2678E22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160" y="2272"/>
                    <a:ext cx="0" cy="28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aphicFrame>
              <p:nvGraphicFramePr>
                <p:cNvPr id="102433" name="Object 33">
                  <a:extLst>
                    <a:ext uri="{FF2B5EF4-FFF2-40B4-BE49-F238E27FC236}">
                      <a16:creationId xmlns:a16="http://schemas.microsoft.com/office/drawing/2014/main" id="{FBF4175D-E501-42D5-8396-36283A5544A9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1076" y="2564"/>
                <a:ext cx="183" cy="2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855" name="公式" r:id="rId5" imgW="291960" imgH="393480" progId="Equation.3">
                        <p:embed/>
                      </p:oleObj>
                    </mc:Choice>
                    <mc:Fallback>
                      <p:oleObj name="公式" r:id="rId5" imgW="291960" imgH="393480" progId="Equation.3">
                        <p:embed/>
                        <p:pic>
                          <p:nvPicPr>
                            <p:cNvPr id="102433" name="Object 33">
                              <a:extLst>
                                <a:ext uri="{FF2B5EF4-FFF2-40B4-BE49-F238E27FC236}">
                                  <a16:creationId xmlns:a16="http://schemas.microsoft.com/office/drawing/2014/main" id="{FBF4175D-E501-42D5-8396-36283A5544A9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076" y="2564"/>
                              <a:ext cx="183" cy="2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2434" name="Group 34">
                <a:extLst>
                  <a:ext uri="{FF2B5EF4-FFF2-40B4-BE49-F238E27FC236}">
                    <a16:creationId xmlns:a16="http://schemas.microsoft.com/office/drawing/2014/main" id="{06C86928-E555-473F-9A3D-678D8F764D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15" y="678"/>
                <a:ext cx="1609" cy="1347"/>
                <a:chOff x="3860" y="1290"/>
                <a:chExt cx="1609" cy="1347"/>
              </a:xfrm>
            </p:grpSpPr>
            <p:sp>
              <p:nvSpPr>
                <p:cNvPr id="102435" name="Rectangle 35">
                  <a:extLst>
                    <a:ext uri="{FF2B5EF4-FFF2-40B4-BE49-F238E27FC236}">
                      <a16:creationId xmlns:a16="http://schemas.microsoft.com/office/drawing/2014/main" id="{2ACEBDF8-ECF8-486C-86CC-289CA062E4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44" y="1364"/>
                  <a:ext cx="464" cy="704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36" name="Oval 36">
                  <a:extLst>
                    <a:ext uri="{FF2B5EF4-FFF2-40B4-BE49-F238E27FC236}">
                      <a16:creationId xmlns:a16="http://schemas.microsoft.com/office/drawing/2014/main" id="{E02258BD-F992-432C-9881-A434D539B2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19" y="1669"/>
                  <a:ext cx="89" cy="94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37" name="Text Box 37">
                  <a:extLst>
                    <a:ext uri="{FF2B5EF4-FFF2-40B4-BE49-F238E27FC236}">
                      <a16:creationId xmlns:a16="http://schemas.microsoft.com/office/drawing/2014/main" id="{7E52C9B7-7CFA-4AD6-B481-5E9230CC08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92" y="1304"/>
                  <a:ext cx="332" cy="36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 type="none" w="sm" len="lg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&amp;</a:t>
                  </a:r>
                </a:p>
              </p:txBody>
            </p:sp>
            <p:sp>
              <p:nvSpPr>
                <p:cNvPr id="102438" name="Line 38">
                  <a:extLst>
                    <a:ext uri="{FF2B5EF4-FFF2-40B4-BE49-F238E27FC236}">
                      <a16:creationId xmlns:a16="http://schemas.microsoft.com/office/drawing/2014/main" id="{73F634E5-EAE1-4184-952A-94BD0B7604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03" y="1727"/>
                  <a:ext cx="24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39" name="Line 39">
                  <a:extLst>
                    <a:ext uri="{FF2B5EF4-FFF2-40B4-BE49-F238E27FC236}">
                      <a16:creationId xmlns:a16="http://schemas.microsoft.com/office/drawing/2014/main" id="{7E9EFAB1-281E-40F7-84A5-9F592CE83A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7" y="1710"/>
                  <a:ext cx="235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40" name="Text Box 40">
                  <a:extLst>
                    <a:ext uri="{FF2B5EF4-FFF2-40B4-BE49-F238E27FC236}">
                      <a16:creationId xmlns:a16="http://schemas.microsoft.com/office/drawing/2014/main" id="{E6941090-11B2-4A93-B380-BC9CEC21D3C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64" y="1290"/>
                  <a:ext cx="291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A</a:t>
                  </a:r>
                </a:p>
              </p:txBody>
            </p:sp>
            <p:sp>
              <p:nvSpPr>
                <p:cNvPr id="102441" name="Text Box 41">
                  <a:extLst>
                    <a:ext uri="{FF2B5EF4-FFF2-40B4-BE49-F238E27FC236}">
                      <a16:creationId xmlns:a16="http://schemas.microsoft.com/office/drawing/2014/main" id="{9FFD8C62-CA69-4029-A088-1A404336636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860" y="1537"/>
                  <a:ext cx="309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en-US" altLang="zh-CN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B</a:t>
                  </a:r>
                </a:p>
              </p:txBody>
            </p:sp>
            <p:sp>
              <p:nvSpPr>
                <p:cNvPr id="102442" name="Text Box 42">
                  <a:extLst>
                    <a:ext uri="{FF2B5EF4-FFF2-40B4-BE49-F238E27FC236}">
                      <a16:creationId xmlns:a16="http://schemas.microsoft.com/office/drawing/2014/main" id="{772F91F3-96E4-4545-AD8A-01F6CFD6246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15" y="1493"/>
                  <a:ext cx="354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endParaRPr kumimoji="1" lang="zh-CN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endParaRPr>
                </a:p>
              </p:txBody>
            </p:sp>
            <p:graphicFrame>
              <p:nvGraphicFramePr>
                <p:cNvPr id="102443" name="Object 43">
                  <a:extLst>
                    <a:ext uri="{FF2B5EF4-FFF2-40B4-BE49-F238E27FC236}">
                      <a16:creationId xmlns:a16="http://schemas.microsoft.com/office/drawing/2014/main" id="{5EC2DD90-B25B-4BB4-8BBD-BCB807F8FEC3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388" y="1796"/>
                <a:ext cx="183" cy="24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3856" name="公式" r:id="rId6" imgW="291960" imgH="393480" progId="Equation.3">
                        <p:embed/>
                      </p:oleObj>
                    </mc:Choice>
                    <mc:Fallback>
                      <p:oleObj name="公式" r:id="rId6" imgW="291960" imgH="393480" progId="Equation.3">
                        <p:embed/>
                        <p:pic>
                          <p:nvPicPr>
                            <p:cNvPr id="102443" name="Object 43">
                              <a:extLst>
                                <a:ext uri="{FF2B5EF4-FFF2-40B4-BE49-F238E27FC236}">
                                  <a16:creationId xmlns:a16="http://schemas.microsoft.com/office/drawing/2014/main" id="{5EC2DD90-B25B-4BB4-8BBD-BCB807F8FEC3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388" y="1796"/>
                              <a:ext cx="183" cy="24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02444" name="AutoShape 44">
                  <a:extLst>
                    <a:ext uri="{FF2B5EF4-FFF2-40B4-BE49-F238E27FC236}">
                      <a16:creationId xmlns:a16="http://schemas.microsoft.com/office/drawing/2014/main" id="{86816C26-5FF4-41ED-9734-A89D10EAE0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16" y="1648"/>
                  <a:ext cx="160" cy="184"/>
                </a:xfrm>
                <a:prstGeom prst="flowChartMerge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02445" name="Group 45">
                  <a:extLst>
                    <a:ext uri="{FF2B5EF4-FFF2-40B4-BE49-F238E27FC236}">
                      <a16:creationId xmlns:a16="http://schemas.microsoft.com/office/drawing/2014/main" id="{CB2CDF89-CF5F-40F0-9A2F-8BB086349B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95" y="1904"/>
                  <a:ext cx="249" cy="88"/>
                  <a:chOff x="4095" y="1880"/>
                  <a:chExt cx="249" cy="88"/>
                </a:xfrm>
              </p:grpSpPr>
              <p:sp>
                <p:nvSpPr>
                  <p:cNvPr id="102446" name="Line 46">
                    <a:extLst>
                      <a:ext uri="{FF2B5EF4-FFF2-40B4-BE49-F238E27FC236}">
                        <a16:creationId xmlns:a16="http://schemas.microsoft.com/office/drawing/2014/main" id="{1561B9AA-112F-4385-842E-566F7A336D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4095" y="1927"/>
                    <a:ext cx="177" cy="0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 type="none" w="sm" len="lg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447" name="Oval 47">
                    <a:extLst>
                      <a:ext uri="{FF2B5EF4-FFF2-40B4-BE49-F238E27FC236}">
                        <a16:creationId xmlns:a16="http://schemas.microsoft.com/office/drawing/2014/main" id="{C6EC6E77-EB35-4F0D-9AF2-4AAD8F9004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56" y="1880"/>
                    <a:ext cx="88" cy="88"/>
                  </a:xfrm>
                  <a:prstGeom prst="ellipse">
                    <a:avLst/>
                  </a:prstGeom>
                  <a:noFill/>
                  <a:ln w="381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02448" name="Line 48">
                  <a:extLst>
                    <a:ext uri="{FF2B5EF4-FFF2-40B4-BE49-F238E27FC236}">
                      <a16:creationId xmlns:a16="http://schemas.microsoft.com/office/drawing/2014/main" id="{78AAA441-3D02-48FF-A746-D934AF9300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111" y="1487"/>
                  <a:ext cx="249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none" w="sm" len="lg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49" name="Text Box 49">
                  <a:extLst>
                    <a:ext uri="{FF2B5EF4-FFF2-40B4-BE49-F238E27FC236}">
                      <a16:creationId xmlns:a16="http://schemas.microsoft.com/office/drawing/2014/main" id="{BB29CED3-F8A6-4C14-975D-472E199C62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272"/>
                  <a:ext cx="1416" cy="3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381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kumimoji="1" lang="zh-CN" altLang="en-US" sz="32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楷体_GB2312" pitchFamily="49" charset="-122"/>
                    </a:rPr>
                    <a:t>国家标准</a:t>
                  </a:r>
                </a:p>
              </p:txBody>
            </p:sp>
          </p:grpSp>
        </p:grpSp>
      </p:grpSp>
      <p:grpSp>
        <p:nvGrpSpPr>
          <p:cNvPr id="102450" name="Group 50">
            <a:extLst>
              <a:ext uri="{FF2B5EF4-FFF2-40B4-BE49-F238E27FC236}">
                <a16:creationId xmlns:a16="http://schemas.microsoft.com/office/drawing/2014/main" id="{9D72E3F4-840F-4E01-89C0-8A4BC6586549}"/>
              </a:ext>
            </a:extLst>
          </p:cNvPr>
          <p:cNvGrpSpPr>
            <a:grpSpLocks/>
          </p:cNvGrpSpPr>
          <p:nvPr/>
        </p:nvGrpSpPr>
        <p:grpSpPr bwMode="auto">
          <a:xfrm>
            <a:off x="166687" y="936625"/>
            <a:ext cx="8513763" cy="5219700"/>
            <a:chOff x="52" y="518"/>
            <a:chExt cx="5363" cy="3288"/>
          </a:xfrm>
        </p:grpSpPr>
        <p:grpSp>
          <p:nvGrpSpPr>
            <p:cNvPr id="102451" name="Group 51">
              <a:extLst>
                <a:ext uri="{FF2B5EF4-FFF2-40B4-BE49-F238E27FC236}">
                  <a16:creationId xmlns:a16="http://schemas.microsoft.com/office/drawing/2014/main" id="{3B8E1CEC-01C0-4523-82E3-607C95D0B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" y="518"/>
              <a:ext cx="5307" cy="3288"/>
              <a:chOff x="446" y="518"/>
              <a:chExt cx="4861" cy="3288"/>
            </a:xfrm>
          </p:grpSpPr>
          <p:sp>
            <p:nvSpPr>
              <p:cNvPr id="102452" name="Line 52">
                <a:extLst>
                  <a:ext uri="{FF2B5EF4-FFF2-40B4-BE49-F238E27FC236}">
                    <a16:creationId xmlns:a16="http://schemas.microsoft.com/office/drawing/2014/main" id="{2134545A-BE68-44E1-880B-65618A05A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3" y="528"/>
                <a:ext cx="485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53" name="Line 53">
                <a:extLst>
                  <a:ext uri="{FF2B5EF4-FFF2-40B4-BE49-F238E27FC236}">
                    <a16:creationId xmlns:a16="http://schemas.microsoft.com/office/drawing/2014/main" id="{679A4CF9-07D0-4360-B215-BB0893DC0A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81" y="518"/>
                <a:ext cx="0" cy="328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54" name="Line 54">
                <a:extLst>
                  <a:ext uri="{FF2B5EF4-FFF2-40B4-BE49-F238E27FC236}">
                    <a16:creationId xmlns:a16="http://schemas.microsoft.com/office/drawing/2014/main" id="{8975BFEA-ECBE-4DD2-87DE-AE4D5F8BB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3" y="2137"/>
                <a:ext cx="483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55" name="Line 55">
                <a:extLst>
                  <a:ext uri="{FF2B5EF4-FFF2-40B4-BE49-F238E27FC236}">
                    <a16:creationId xmlns:a16="http://schemas.microsoft.com/office/drawing/2014/main" id="{4F3E74C3-18E2-4A8D-ABFE-EC27196A0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" y="3797"/>
                <a:ext cx="485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2456" name="Text Box 56">
              <a:extLst>
                <a:ext uri="{FF2B5EF4-FFF2-40B4-BE49-F238E27FC236}">
                  <a16:creationId xmlns:a16="http://schemas.microsoft.com/office/drawing/2014/main" id="{88786A15-BFB3-4D1E-A716-5890179F8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" y="853"/>
              <a:ext cx="1620" cy="7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三态门</a:t>
              </a:r>
            </a:p>
            <a:p>
              <a:pPr>
                <a:spcBef>
                  <a:spcPct val="50000"/>
                </a:spcBef>
              </a:pPr>
              <a:r>
                <a:rPr kumimoji="1" lang="en-US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(</a:t>
              </a:r>
              <a:r>
                <a:rPr kumimoji="1" lang="zh-CN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两输入与非</a:t>
              </a:r>
              <a:r>
                <a:rPr kumimoji="1" lang="en-US" altLang="en-US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) </a:t>
              </a:r>
              <a:r>
                <a:rPr kumimoji="1" lang="en-US" altLang="zh-CN" sz="28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</p:txBody>
        </p:sp>
        <p:grpSp>
          <p:nvGrpSpPr>
            <p:cNvPr id="102457" name="Group 57">
              <a:extLst>
                <a:ext uri="{FF2B5EF4-FFF2-40B4-BE49-F238E27FC236}">
                  <a16:creationId xmlns:a16="http://schemas.microsoft.com/office/drawing/2014/main" id="{667C881A-69D1-4042-9E7F-99CF40602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6" y="2491"/>
              <a:ext cx="1332" cy="728"/>
              <a:chOff x="300" y="2515"/>
              <a:chExt cx="1332" cy="728"/>
            </a:xfrm>
          </p:grpSpPr>
          <p:sp>
            <p:nvSpPr>
              <p:cNvPr id="102458" name="Text Box 58">
                <a:extLst>
                  <a:ext uri="{FF2B5EF4-FFF2-40B4-BE49-F238E27FC236}">
                    <a16:creationId xmlns:a16="http://schemas.microsoft.com/office/drawing/2014/main" id="{C4628CEA-2FD7-4220-96E4-416799F0C6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0" y="2515"/>
                <a:ext cx="133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与或非门</a:t>
                </a:r>
              </a:p>
            </p:txBody>
          </p:sp>
          <p:graphicFrame>
            <p:nvGraphicFramePr>
              <p:cNvPr id="102459" name="Object 59">
                <a:extLst>
                  <a:ext uri="{FF2B5EF4-FFF2-40B4-BE49-F238E27FC236}">
                    <a16:creationId xmlns:a16="http://schemas.microsoft.com/office/drawing/2014/main" id="{6D4E956C-2E2D-4BBB-88B1-FC022531FB1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96" y="2988"/>
              <a:ext cx="960" cy="25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857" name="公式" r:id="rId7" imgW="1523880" imgH="406080" progId="Equation.3">
                      <p:embed/>
                    </p:oleObj>
                  </mc:Choice>
                  <mc:Fallback>
                    <p:oleObj name="公式" r:id="rId7" imgW="1523880" imgH="406080" progId="Equation.3">
                      <p:embed/>
                      <p:pic>
                        <p:nvPicPr>
                          <p:cNvPr id="102459" name="Object 59">
                            <a:extLst>
                              <a:ext uri="{FF2B5EF4-FFF2-40B4-BE49-F238E27FC236}">
                                <a16:creationId xmlns:a16="http://schemas.microsoft.com/office/drawing/2014/main" id="{6D4E956C-2E2D-4BBB-88B1-FC022531FB11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" y="2988"/>
                            <a:ext cx="960" cy="25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02460" name="Group 60">
            <a:extLst>
              <a:ext uri="{FF2B5EF4-FFF2-40B4-BE49-F238E27FC236}">
                <a16:creationId xmlns:a16="http://schemas.microsoft.com/office/drawing/2014/main" id="{9EB9D399-B79A-46F8-8D58-07C1BDB37ED4}"/>
              </a:ext>
            </a:extLst>
          </p:cNvPr>
          <p:cNvGrpSpPr>
            <a:grpSpLocks/>
          </p:cNvGrpSpPr>
          <p:nvPr/>
        </p:nvGrpSpPr>
        <p:grpSpPr bwMode="auto">
          <a:xfrm>
            <a:off x="2979738" y="3770313"/>
            <a:ext cx="5689600" cy="1898650"/>
            <a:chOff x="1877" y="2375"/>
            <a:chExt cx="3584" cy="1196"/>
          </a:xfrm>
        </p:grpSpPr>
        <p:sp>
          <p:nvSpPr>
            <p:cNvPr id="102461" name="Line 61">
              <a:extLst>
                <a:ext uri="{FF2B5EF4-FFF2-40B4-BE49-F238E27FC236}">
                  <a16:creationId xmlns:a16="http://schemas.microsoft.com/office/drawing/2014/main" id="{D9FA9A32-8276-48CF-A9F3-2E81B5CE9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2510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62" name="Line 62">
              <a:extLst>
                <a:ext uri="{FF2B5EF4-FFF2-40B4-BE49-F238E27FC236}">
                  <a16:creationId xmlns:a16="http://schemas.microsoft.com/office/drawing/2014/main" id="{C156BA5C-9940-45B8-A4D1-0EC31DF65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2784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63" name="Line 63">
              <a:extLst>
                <a:ext uri="{FF2B5EF4-FFF2-40B4-BE49-F238E27FC236}">
                  <a16:creationId xmlns:a16="http://schemas.microsoft.com/office/drawing/2014/main" id="{7FB0D655-36F3-462D-9593-7046459590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2" y="3400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64" name="Line 64">
              <a:extLst>
                <a:ext uri="{FF2B5EF4-FFF2-40B4-BE49-F238E27FC236}">
                  <a16:creationId xmlns:a16="http://schemas.microsoft.com/office/drawing/2014/main" id="{1AED7329-51AB-495D-9626-C73E50A213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3092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grpSp>
          <p:nvGrpSpPr>
            <p:cNvPr id="102465" name="Group 65">
              <a:extLst>
                <a:ext uri="{FF2B5EF4-FFF2-40B4-BE49-F238E27FC236}">
                  <a16:creationId xmlns:a16="http://schemas.microsoft.com/office/drawing/2014/main" id="{98EA0676-AF15-400F-8247-E7D2143B5C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9" y="2382"/>
              <a:ext cx="1682" cy="1189"/>
              <a:chOff x="3899" y="2382"/>
              <a:chExt cx="1682" cy="1189"/>
            </a:xfrm>
          </p:grpSpPr>
          <p:sp>
            <p:nvSpPr>
              <p:cNvPr id="102466" name="Rectangle 66">
                <a:extLst>
                  <a:ext uri="{FF2B5EF4-FFF2-40B4-BE49-F238E27FC236}">
                    <a16:creationId xmlns:a16="http://schemas.microsoft.com/office/drawing/2014/main" id="{59C4726A-3C3C-4F8B-BC93-4BF34CC35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7" y="2382"/>
                <a:ext cx="690" cy="1189"/>
              </a:xfrm>
              <a:prstGeom prst="rect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67" name="Line 67">
                <a:extLst>
                  <a:ext uri="{FF2B5EF4-FFF2-40B4-BE49-F238E27FC236}">
                    <a16:creationId xmlns:a16="http://schemas.microsoft.com/office/drawing/2014/main" id="{4E9064A5-DA74-4D1D-A7B0-27C0EB4F0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5" y="2382"/>
                <a:ext cx="0" cy="118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68" name="Line 68">
                <a:extLst>
                  <a:ext uri="{FF2B5EF4-FFF2-40B4-BE49-F238E27FC236}">
                    <a16:creationId xmlns:a16="http://schemas.microsoft.com/office/drawing/2014/main" id="{3FBD36AF-96AB-4DB3-9AEB-B91C7133FF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0" y="2946"/>
                <a:ext cx="35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69" name="Text Box 69">
                <a:extLst>
                  <a:ext uri="{FF2B5EF4-FFF2-40B4-BE49-F238E27FC236}">
                    <a16:creationId xmlns:a16="http://schemas.microsoft.com/office/drawing/2014/main" id="{53210699-5ADA-44EB-8E75-C57351253B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2777"/>
                <a:ext cx="26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+</a:t>
                </a:r>
              </a:p>
            </p:txBody>
          </p:sp>
          <p:sp>
            <p:nvSpPr>
              <p:cNvPr id="102470" name="Oval 70">
                <a:extLst>
                  <a:ext uri="{FF2B5EF4-FFF2-40B4-BE49-F238E27FC236}">
                    <a16:creationId xmlns:a16="http://schemas.microsoft.com/office/drawing/2014/main" id="{73AF504E-1DF0-42C6-8545-4694F67A0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17" y="2895"/>
                <a:ext cx="103" cy="128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71" name="Line 71">
                <a:extLst>
                  <a:ext uri="{FF2B5EF4-FFF2-40B4-BE49-F238E27FC236}">
                    <a16:creationId xmlns:a16="http://schemas.microsoft.com/office/drawing/2014/main" id="{53366273-D1C9-45C2-88BE-88ED3C139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20" y="2964"/>
                <a:ext cx="159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72" name="Text Box 72">
                <a:extLst>
                  <a:ext uri="{FF2B5EF4-FFF2-40B4-BE49-F238E27FC236}">
                    <a16:creationId xmlns:a16="http://schemas.microsoft.com/office/drawing/2014/main" id="{E8FBCB6B-2E28-418F-A3AD-4113D3ADD0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99" y="2410"/>
                <a:ext cx="301" cy="11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A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B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C</a:t>
                </a:r>
              </a:p>
              <a:p>
                <a:pPr algn="ctr">
                  <a:lnSpc>
                    <a:spcPct val="50000"/>
                  </a:lnSpc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D</a:t>
                </a:r>
              </a:p>
            </p:txBody>
          </p:sp>
          <p:sp>
            <p:nvSpPr>
              <p:cNvPr id="102473" name="Text Box 73">
                <a:extLst>
                  <a:ext uri="{FF2B5EF4-FFF2-40B4-BE49-F238E27FC236}">
                    <a16:creationId xmlns:a16="http://schemas.microsoft.com/office/drawing/2014/main" id="{3DC21F99-1B99-48B7-BAAE-8228E77427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9" y="2773"/>
                <a:ext cx="2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kumimoji="1" lang="en-US" altLang="zh-CN" sz="32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F</a:t>
                </a:r>
              </a:p>
            </p:txBody>
          </p:sp>
        </p:grpSp>
        <p:sp>
          <p:nvSpPr>
            <p:cNvPr id="102474" name="Rectangle 74">
              <a:extLst>
                <a:ext uri="{FF2B5EF4-FFF2-40B4-BE49-F238E27FC236}">
                  <a16:creationId xmlns:a16="http://schemas.microsoft.com/office/drawing/2014/main" id="{573021A7-F6DA-4198-866F-F5F8A8101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3" y="2375"/>
              <a:ext cx="690" cy="1189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75" name="Line 75">
              <a:extLst>
                <a:ext uri="{FF2B5EF4-FFF2-40B4-BE49-F238E27FC236}">
                  <a16:creationId xmlns:a16="http://schemas.microsoft.com/office/drawing/2014/main" id="{5B47722C-6E0C-440B-B982-A932F7F92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1" y="2385"/>
              <a:ext cx="0" cy="117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76" name="Line 76">
              <a:extLst>
                <a:ext uri="{FF2B5EF4-FFF2-40B4-BE49-F238E27FC236}">
                  <a16:creationId xmlns:a16="http://schemas.microsoft.com/office/drawing/2014/main" id="{DF606D5C-5131-42AB-AA8B-A87963168F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6" y="2939"/>
              <a:ext cx="3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77" name="Oval 77">
              <a:extLst>
                <a:ext uri="{FF2B5EF4-FFF2-40B4-BE49-F238E27FC236}">
                  <a16:creationId xmlns:a16="http://schemas.microsoft.com/office/drawing/2014/main" id="{EC37B592-C108-4DCB-BB88-E218FE104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" y="2889"/>
              <a:ext cx="103" cy="128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78" name="Line 78">
              <a:extLst>
                <a:ext uri="{FF2B5EF4-FFF2-40B4-BE49-F238E27FC236}">
                  <a16:creationId xmlns:a16="http://schemas.microsoft.com/office/drawing/2014/main" id="{22C253A7-3EE9-416B-83CE-2C0571DAB2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86" y="2957"/>
              <a:ext cx="15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79" name="Line 79">
              <a:extLst>
                <a:ext uri="{FF2B5EF4-FFF2-40B4-BE49-F238E27FC236}">
                  <a16:creationId xmlns:a16="http://schemas.microsoft.com/office/drawing/2014/main" id="{8DF92BCE-45BE-4591-8832-86892BA7A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8" y="2503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80" name="Line 80">
              <a:extLst>
                <a:ext uri="{FF2B5EF4-FFF2-40B4-BE49-F238E27FC236}">
                  <a16:creationId xmlns:a16="http://schemas.microsoft.com/office/drawing/2014/main" id="{806A5925-203D-4E0D-B4E1-FD79AE4AB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8" y="2777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81" name="Line 81">
              <a:extLst>
                <a:ext uri="{FF2B5EF4-FFF2-40B4-BE49-F238E27FC236}">
                  <a16:creationId xmlns:a16="http://schemas.microsoft.com/office/drawing/2014/main" id="{45EF5326-49D1-4222-ACB1-1B0398396C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8" y="3394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82" name="Line 82">
              <a:extLst>
                <a:ext uri="{FF2B5EF4-FFF2-40B4-BE49-F238E27FC236}">
                  <a16:creationId xmlns:a16="http://schemas.microsoft.com/office/drawing/2014/main" id="{682E0F0C-696B-40ED-A3DC-80F00770C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5" y="3085"/>
              <a:ext cx="2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483" name="Text Box 83">
              <a:extLst>
                <a:ext uri="{FF2B5EF4-FFF2-40B4-BE49-F238E27FC236}">
                  <a16:creationId xmlns:a16="http://schemas.microsoft.com/office/drawing/2014/main" id="{7FABAF1B-BB3D-430A-B701-522A51EC0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7" y="2391"/>
              <a:ext cx="301" cy="11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B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C</a:t>
              </a:r>
            </a:p>
            <a:p>
              <a:pPr algn="ctr">
                <a:lnSpc>
                  <a:spcPct val="50000"/>
                </a:lnSpc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D</a:t>
              </a:r>
            </a:p>
          </p:txBody>
        </p:sp>
        <p:sp>
          <p:nvSpPr>
            <p:cNvPr id="102484" name="Text Box 84">
              <a:extLst>
                <a:ext uri="{FF2B5EF4-FFF2-40B4-BE49-F238E27FC236}">
                  <a16:creationId xmlns:a16="http://schemas.microsoft.com/office/drawing/2014/main" id="{16544390-31C0-4CD5-8C61-868A08CFC4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2766"/>
              <a:ext cx="2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F</a:t>
              </a:r>
            </a:p>
          </p:txBody>
        </p:sp>
        <p:sp>
          <p:nvSpPr>
            <p:cNvPr id="102485" name="Text Box 85">
              <a:extLst>
                <a:ext uri="{FF2B5EF4-FFF2-40B4-BE49-F238E27FC236}">
                  <a16:creationId xmlns:a16="http://schemas.microsoft.com/office/drawing/2014/main" id="{4AAB14AA-FD57-4E24-91C7-E54C269BB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6" y="3078"/>
              <a:ext cx="3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</a:p>
          </p:txBody>
        </p:sp>
        <p:sp>
          <p:nvSpPr>
            <p:cNvPr id="102486" name="Text Box 86">
              <a:extLst>
                <a:ext uri="{FF2B5EF4-FFF2-40B4-BE49-F238E27FC236}">
                  <a16:creationId xmlns:a16="http://schemas.microsoft.com/office/drawing/2014/main" id="{83C47E96-AF03-4515-87FD-2F833DCCAC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4" y="2431"/>
              <a:ext cx="25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  <a:sym typeface="Symbol" panose="05050102010706020507" pitchFamily="18" charset="2"/>
                </a:rPr>
                <a:t></a:t>
              </a:r>
            </a:p>
          </p:txBody>
        </p:sp>
        <p:sp>
          <p:nvSpPr>
            <p:cNvPr id="102487" name="Text Box 87">
              <a:extLst>
                <a:ext uri="{FF2B5EF4-FFF2-40B4-BE49-F238E27FC236}">
                  <a16:creationId xmlns:a16="http://schemas.microsoft.com/office/drawing/2014/main" id="{35C092B2-C87F-416E-A372-132954CAAF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9" y="2515"/>
              <a:ext cx="3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&amp;</a:t>
              </a:r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ACFC935-0BA0-4803-8258-CA2747C03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77B2AA-F18C-4131-93A4-696B523AF43F}" type="slidenum">
              <a:rPr lang="en-US" altLang="zh-CN" smtClean="0"/>
              <a:pPr/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52076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2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9170A841-516D-421B-B574-2C33E9F3172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188913"/>
            <a:ext cx="9144000" cy="63357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solidFill>
                  <a:srgbClr val="080808"/>
                </a:solidFill>
              </a:rPr>
              <a:t>1. </a:t>
            </a:r>
            <a:r>
              <a:rPr lang="zh-CN" altLang="en-US" sz="2400" dirty="0">
                <a:solidFill>
                  <a:srgbClr val="080808"/>
                </a:solidFill>
              </a:rPr>
              <a:t>用</a:t>
            </a:r>
            <a:r>
              <a:rPr lang="en-US" altLang="zh-CN" sz="2400" dirty="0">
                <a:solidFill>
                  <a:srgbClr val="080808"/>
                </a:solidFill>
              </a:rPr>
              <a:t>TTL74</a:t>
            </a:r>
            <a:r>
              <a:rPr lang="zh-CN" altLang="en-US" sz="2400" dirty="0">
                <a:solidFill>
                  <a:srgbClr val="080808"/>
                </a:solidFill>
              </a:rPr>
              <a:t>系列与非门驱动发光二极管，已知电源电压为</a:t>
            </a:r>
            <a:r>
              <a:rPr lang="en-US" altLang="zh-CN" sz="2400" dirty="0">
                <a:solidFill>
                  <a:srgbClr val="080808"/>
                </a:solidFill>
              </a:rPr>
              <a:t>5V</a:t>
            </a:r>
            <a:r>
              <a:rPr lang="zh-CN" altLang="en-US" sz="2400" dirty="0">
                <a:solidFill>
                  <a:srgbClr val="080808"/>
                </a:solidFill>
              </a:rPr>
              <a:t>，发</a:t>
            </a:r>
          </a:p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080808"/>
                </a:solidFill>
              </a:rPr>
              <a:t>   光二极管正向压降约为</a:t>
            </a:r>
            <a:r>
              <a:rPr lang="en-US" altLang="zh-CN" sz="2400" dirty="0">
                <a:solidFill>
                  <a:srgbClr val="080808"/>
                </a:solidFill>
              </a:rPr>
              <a:t>2V</a:t>
            </a:r>
            <a:r>
              <a:rPr lang="zh-CN" altLang="en-US" sz="2400" dirty="0">
                <a:solidFill>
                  <a:srgbClr val="080808"/>
                </a:solidFill>
              </a:rPr>
              <a:t>，驱动电流为</a:t>
            </a:r>
            <a:r>
              <a:rPr lang="en-US" altLang="zh-CN" sz="2400" dirty="0">
                <a:solidFill>
                  <a:srgbClr val="080808"/>
                </a:solidFill>
              </a:rPr>
              <a:t>10mA</a:t>
            </a:r>
            <a:r>
              <a:rPr lang="zh-CN" altLang="en-US" sz="2400" dirty="0">
                <a:solidFill>
                  <a:srgbClr val="080808"/>
                </a:solidFill>
              </a:rPr>
              <a:t>，与非门 </a:t>
            </a:r>
          </a:p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080808"/>
                </a:solidFill>
              </a:rPr>
              <a:t>   </a:t>
            </a:r>
            <a:r>
              <a:rPr lang="en-US" altLang="zh-CN" sz="2400" i="1" dirty="0">
                <a:solidFill>
                  <a:srgbClr val="080808"/>
                </a:solidFill>
              </a:rPr>
              <a:t>I</a:t>
            </a:r>
            <a:r>
              <a:rPr lang="en-US" altLang="zh-CN" sz="2400" baseline="-25000" dirty="0">
                <a:solidFill>
                  <a:srgbClr val="080808"/>
                </a:solidFill>
              </a:rPr>
              <a:t>OL</a:t>
            </a:r>
            <a:r>
              <a:rPr lang="en-US" altLang="zh-CN" sz="2400" dirty="0">
                <a:solidFill>
                  <a:srgbClr val="080808"/>
                </a:solidFill>
              </a:rPr>
              <a:t>=16mA</a:t>
            </a:r>
            <a:r>
              <a:rPr lang="zh-CN" altLang="en-US" sz="2400" dirty="0">
                <a:solidFill>
                  <a:srgbClr val="080808"/>
                </a:solidFill>
              </a:rPr>
              <a:t>、</a:t>
            </a:r>
            <a:r>
              <a:rPr lang="en-US" altLang="zh-CN" sz="2400" i="1" dirty="0">
                <a:solidFill>
                  <a:srgbClr val="080808"/>
                </a:solidFill>
              </a:rPr>
              <a:t>I</a:t>
            </a:r>
            <a:r>
              <a:rPr lang="en-US" altLang="zh-CN" sz="2400" baseline="-25000" dirty="0">
                <a:solidFill>
                  <a:srgbClr val="080808"/>
                </a:solidFill>
              </a:rPr>
              <a:t>OH</a:t>
            </a:r>
            <a:r>
              <a:rPr lang="en-US" altLang="zh-CN" sz="2400" dirty="0">
                <a:solidFill>
                  <a:srgbClr val="080808"/>
                </a:solidFill>
              </a:rPr>
              <a:t>= 400uA</a:t>
            </a:r>
            <a:r>
              <a:rPr lang="zh-CN" altLang="en-US" sz="2400" dirty="0">
                <a:solidFill>
                  <a:srgbClr val="080808"/>
                </a:solidFill>
              </a:rPr>
              <a:t>，</a:t>
            </a:r>
            <a:r>
              <a:rPr lang="en-US" altLang="zh-CN" sz="2400" dirty="0">
                <a:solidFill>
                  <a:srgbClr val="080808"/>
                </a:solidFill>
              </a:rPr>
              <a:t>1)</a:t>
            </a:r>
            <a:r>
              <a:rPr lang="zh-CN" altLang="en-US" sz="2400" dirty="0">
                <a:solidFill>
                  <a:srgbClr val="080808"/>
                </a:solidFill>
              </a:rPr>
              <a:t>要求与非门输入</a:t>
            </a:r>
            <a:r>
              <a:rPr lang="en-US" altLang="zh-CN" sz="2400" dirty="0">
                <a:solidFill>
                  <a:srgbClr val="080808"/>
                </a:solidFill>
              </a:rPr>
              <a:t>A</a:t>
            </a:r>
            <a:r>
              <a:rPr lang="zh-CN" altLang="en-US" sz="2400" dirty="0">
                <a:solidFill>
                  <a:srgbClr val="080808"/>
                </a:solidFill>
              </a:rPr>
              <a:t>、</a:t>
            </a:r>
            <a:r>
              <a:rPr lang="en-US" altLang="zh-CN" sz="2400" dirty="0">
                <a:solidFill>
                  <a:srgbClr val="080808"/>
                </a:solidFill>
              </a:rPr>
              <a:t>B</a:t>
            </a:r>
            <a:r>
              <a:rPr lang="zh-CN" altLang="en-US" sz="2400" dirty="0">
                <a:solidFill>
                  <a:srgbClr val="080808"/>
                </a:solidFill>
              </a:rPr>
              <a:t>均为高电平</a:t>
            </a:r>
          </a:p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080808"/>
                </a:solidFill>
              </a:rPr>
              <a:t>   时发光二极管亮；</a:t>
            </a:r>
            <a:r>
              <a:rPr lang="en-US" altLang="zh-CN" sz="2400" dirty="0">
                <a:solidFill>
                  <a:srgbClr val="080808"/>
                </a:solidFill>
              </a:rPr>
              <a:t>2) </a:t>
            </a:r>
            <a:r>
              <a:rPr lang="zh-CN" altLang="en-US" sz="2400" dirty="0">
                <a:solidFill>
                  <a:srgbClr val="080808"/>
                </a:solidFill>
              </a:rPr>
              <a:t>要求与非门输入</a:t>
            </a:r>
            <a:r>
              <a:rPr lang="en-US" altLang="zh-CN" sz="2400" dirty="0">
                <a:solidFill>
                  <a:srgbClr val="080808"/>
                </a:solidFill>
              </a:rPr>
              <a:t>A</a:t>
            </a:r>
            <a:r>
              <a:rPr lang="zh-CN" altLang="en-US" sz="2400" dirty="0">
                <a:solidFill>
                  <a:srgbClr val="080808"/>
                </a:solidFill>
              </a:rPr>
              <a:t>、</a:t>
            </a:r>
            <a:r>
              <a:rPr lang="en-US" altLang="zh-CN" sz="2400" dirty="0">
                <a:solidFill>
                  <a:srgbClr val="080808"/>
                </a:solidFill>
              </a:rPr>
              <a:t>B</a:t>
            </a:r>
            <a:r>
              <a:rPr lang="zh-CN" altLang="en-US" sz="2400" dirty="0">
                <a:solidFill>
                  <a:srgbClr val="080808"/>
                </a:solidFill>
              </a:rPr>
              <a:t>有低电平时发光二</a:t>
            </a:r>
          </a:p>
          <a:p>
            <a:pPr>
              <a:lnSpc>
                <a:spcPct val="80000"/>
              </a:lnSpc>
            </a:pPr>
            <a:r>
              <a:rPr lang="zh-CN" altLang="en-US" sz="2400" dirty="0">
                <a:solidFill>
                  <a:srgbClr val="080808"/>
                </a:solidFill>
              </a:rPr>
              <a:t>   极管亮。请分别画出两个电路图，并确定电路参数。</a:t>
            </a:r>
            <a:endParaRPr lang="zh-CN" altLang="en-US" sz="2800" dirty="0">
              <a:solidFill>
                <a:srgbClr val="080808"/>
              </a:solidFill>
            </a:endParaRPr>
          </a:p>
          <a:p>
            <a:pPr>
              <a:lnSpc>
                <a:spcPct val="80000"/>
              </a:lnSpc>
            </a:pPr>
            <a:r>
              <a:rPr lang="zh-CN" altLang="en-US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chemeClr val="accent1"/>
                </a:solidFill>
              </a:rPr>
              <a:t>1)R=</a:t>
            </a:r>
            <a:r>
              <a:rPr lang="zh-CN" altLang="en-US" sz="2000" dirty="0">
                <a:solidFill>
                  <a:schemeClr val="accent1"/>
                </a:solidFill>
              </a:rPr>
              <a:t>（</a:t>
            </a:r>
            <a:r>
              <a:rPr lang="en-US" altLang="zh-CN" sz="2000" dirty="0">
                <a:solidFill>
                  <a:schemeClr val="accent1"/>
                </a:solidFill>
              </a:rPr>
              <a:t>5-2-0.4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r>
              <a:rPr lang="en-US" altLang="zh-CN" sz="2000" dirty="0">
                <a:solidFill>
                  <a:schemeClr val="accent1"/>
                </a:solidFill>
              </a:rPr>
              <a:t>/0.01=260Ω         2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r>
              <a:rPr lang="en-US" altLang="zh-CN" sz="2000" dirty="0">
                <a:solidFill>
                  <a:schemeClr val="accent1"/>
                </a:solidFill>
              </a:rPr>
              <a:t>R=</a:t>
            </a:r>
            <a:r>
              <a:rPr lang="zh-CN" altLang="en-US" sz="2000" dirty="0">
                <a:solidFill>
                  <a:schemeClr val="accent1"/>
                </a:solidFill>
              </a:rPr>
              <a:t>（</a:t>
            </a:r>
            <a:r>
              <a:rPr lang="en-US" altLang="zh-CN" sz="2000" dirty="0">
                <a:solidFill>
                  <a:schemeClr val="accent1"/>
                </a:solidFill>
              </a:rPr>
              <a:t>5-2-0.3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r>
              <a:rPr lang="en-US" altLang="zh-CN" sz="2000" dirty="0">
                <a:solidFill>
                  <a:schemeClr val="accent1"/>
                </a:solidFill>
              </a:rPr>
              <a:t>/0.01=270Ω  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accent1"/>
                </a:solidFill>
              </a:rPr>
              <a:t>                                                         R</a:t>
            </a:r>
            <a:r>
              <a:rPr lang="en-US" altLang="zh-CN" sz="2000" baseline="-25000" dirty="0">
                <a:solidFill>
                  <a:schemeClr val="accent1"/>
                </a:solidFill>
              </a:rPr>
              <a:t>B</a:t>
            </a:r>
            <a:r>
              <a:rPr lang="en-US" altLang="zh-CN" sz="2000" dirty="0">
                <a:solidFill>
                  <a:schemeClr val="accent1"/>
                </a:solidFill>
              </a:rPr>
              <a:t>≤</a:t>
            </a:r>
            <a:r>
              <a:rPr lang="zh-CN" altLang="en-US" sz="2000" dirty="0">
                <a:solidFill>
                  <a:schemeClr val="accent1"/>
                </a:solidFill>
              </a:rPr>
              <a:t>（</a:t>
            </a:r>
            <a:r>
              <a:rPr lang="en-US" altLang="zh-CN" sz="2000" dirty="0">
                <a:solidFill>
                  <a:schemeClr val="accent1"/>
                </a:solidFill>
              </a:rPr>
              <a:t>2.4</a:t>
            </a:r>
            <a:r>
              <a:rPr lang="zh-CN" altLang="en-US" sz="2000" dirty="0">
                <a:solidFill>
                  <a:schemeClr val="accent1"/>
                </a:solidFill>
              </a:rPr>
              <a:t>－</a:t>
            </a:r>
            <a:r>
              <a:rPr lang="en-US" altLang="zh-CN" sz="2000" dirty="0">
                <a:solidFill>
                  <a:schemeClr val="accent1"/>
                </a:solidFill>
              </a:rPr>
              <a:t>0.7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  <a:r>
              <a:rPr lang="en-US" altLang="zh-CN" sz="2000" dirty="0">
                <a:solidFill>
                  <a:schemeClr val="accent1"/>
                </a:solidFill>
              </a:rPr>
              <a:t>100/0.01</a:t>
            </a:r>
          </a:p>
          <a:p>
            <a:pPr>
              <a:lnSpc>
                <a:spcPct val="80000"/>
              </a:lnSpc>
            </a:pPr>
            <a:r>
              <a:rPr lang="en-US" altLang="zh-CN" sz="2000" dirty="0">
                <a:solidFill>
                  <a:schemeClr val="accent1"/>
                </a:solidFill>
              </a:rPr>
              <a:t>                                                                 =17KΩ </a:t>
            </a:r>
            <a:r>
              <a:rPr lang="zh-CN" altLang="en-US" sz="2000" dirty="0">
                <a:solidFill>
                  <a:schemeClr val="accent1"/>
                </a:solidFill>
              </a:rPr>
              <a:t>（</a:t>
            </a:r>
            <a:r>
              <a:rPr lang="en-US" altLang="zh-CN" sz="2000" dirty="0">
                <a:solidFill>
                  <a:schemeClr val="accent1"/>
                </a:solidFill>
              </a:rPr>
              <a:t>β=100  U</a:t>
            </a:r>
            <a:r>
              <a:rPr lang="en-US" altLang="zh-CN" sz="2000" baseline="-25000" dirty="0">
                <a:solidFill>
                  <a:schemeClr val="accent1"/>
                </a:solidFill>
              </a:rPr>
              <a:t>CES</a:t>
            </a:r>
            <a:r>
              <a:rPr lang="en-US" altLang="zh-CN" sz="2000" dirty="0">
                <a:solidFill>
                  <a:schemeClr val="accent1"/>
                </a:solidFill>
              </a:rPr>
              <a:t>=0.3V </a:t>
            </a:r>
            <a:r>
              <a:rPr lang="zh-CN" altLang="en-US" sz="2000" dirty="0">
                <a:solidFill>
                  <a:schemeClr val="accent1"/>
                </a:solidFill>
              </a:rPr>
              <a:t>）</a:t>
            </a:r>
          </a:p>
          <a:p>
            <a:pPr>
              <a:lnSpc>
                <a:spcPct val="80000"/>
              </a:lnSpc>
            </a:pPr>
            <a:endParaRPr lang="zh-CN" altLang="en-US" sz="2000" dirty="0">
              <a:solidFill>
                <a:schemeClr val="accent1"/>
              </a:solidFill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solidFill>
                <a:schemeClr val="accent1"/>
              </a:solidFill>
            </a:endParaRPr>
          </a:p>
          <a:p>
            <a:pPr>
              <a:lnSpc>
                <a:spcPct val="80000"/>
              </a:lnSpc>
            </a:pPr>
            <a:endParaRPr lang="zh-CN" altLang="en-US" sz="2000" dirty="0">
              <a:solidFill>
                <a:srgbClr val="080808"/>
              </a:solidFill>
            </a:endParaRPr>
          </a:p>
          <a:p>
            <a:pPr>
              <a:lnSpc>
                <a:spcPct val="80000"/>
              </a:lnSpc>
            </a:pPr>
            <a:endParaRPr lang="zh-CN" altLang="en-US" sz="2000" dirty="0"/>
          </a:p>
          <a:p>
            <a:pPr>
              <a:lnSpc>
                <a:spcPct val="80000"/>
              </a:lnSpc>
            </a:pPr>
            <a:endParaRPr lang="zh-CN" altLang="en-US" sz="2000" dirty="0"/>
          </a:p>
          <a:p>
            <a:pPr>
              <a:lnSpc>
                <a:spcPct val="80000"/>
              </a:lnSpc>
            </a:pPr>
            <a:endParaRPr lang="zh-CN" altLang="en-US" sz="2000" dirty="0"/>
          </a:p>
          <a:p>
            <a:pPr>
              <a:lnSpc>
                <a:spcPct val="80000"/>
              </a:lnSpc>
            </a:pPr>
            <a:endParaRPr lang="zh-CN" altLang="en-US" sz="2000" dirty="0"/>
          </a:p>
          <a:p>
            <a:pPr>
              <a:lnSpc>
                <a:spcPct val="80000"/>
              </a:lnSpc>
            </a:pPr>
            <a:r>
              <a:rPr lang="zh-CN" altLang="en-US" sz="2000" dirty="0">
                <a:solidFill>
                  <a:srgbClr val="FFFF00"/>
                </a:solidFill>
              </a:rPr>
              <a:t>  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27DE1AFE-58E5-4DAC-A809-599CB0A6D4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84" y="3284538"/>
            <a:ext cx="1700213" cy="317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6326" name="Picture 6">
            <a:extLst>
              <a:ext uri="{FF2B5EF4-FFF2-40B4-BE49-F238E27FC236}">
                <a16:creationId xmlns:a16="http://schemas.microsoft.com/office/drawing/2014/main" id="{46AD8AD2-32E3-48B3-AAEF-BFF6CBC1E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754" y="3095625"/>
            <a:ext cx="2822575" cy="357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7764111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6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63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63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自定义 3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3333CC"/>
      </a:accent1>
      <a:accent2>
        <a:srgbClr val="3333CC"/>
      </a:accent2>
      <a:accent3>
        <a:srgbClr val="000000"/>
      </a:accent3>
      <a:accent4>
        <a:srgbClr val="000000"/>
      </a:accent4>
      <a:accent5>
        <a:srgbClr val="000000"/>
      </a:accent5>
      <a:accent6>
        <a:srgbClr val="2D2DB9"/>
      </a:accent6>
      <a:hlink>
        <a:srgbClr val="3333CC"/>
      </a:hlink>
      <a:folHlink>
        <a:srgbClr val="3333CC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FFFF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定义 1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l">
          <a:spcBef>
            <a:spcPct val="50000"/>
          </a:spcBef>
          <a:defRPr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0000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bg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  <a:tx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>
        <a:spAutoFit/>
      </a:bodyPr>
      <a:lstStyle>
        <a:defPPr algn="l" eaLnBrk="1" hangingPunct="1">
          <a:spcBef>
            <a:spcPct val="50000"/>
          </a:spcBef>
          <a:buClrTx/>
          <a:buSzTx/>
          <a:buFontTx/>
          <a:buNone/>
          <a:defRPr sz="2800">
            <a:latin typeface="Times New Roman" panose="02020603050405020304" pitchFamily="18" charset="0"/>
          </a:defRPr>
        </a:defPPr>
      </a:lstStyle>
    </a:tx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副本.pptx" id="{D1AE52D2-BE41-41D5-A49F-47AC97D25992}" vid="{BF6386B9-C2A8-4912-A98A-856397BB6C10}"/>
    </a:ext>
  </a:extLst>
</a:theme>
</file>

<file path=ppt/theme/theme4.xml><?xml version="1.0" encoding="utf-8"?>
<a:theme xmlns:a="http://schemas.openxmlformats.org/drawingml/2006/main" name="3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Slit">
  <a:themeElements>
    <a:clrScheme name="Slit 1">
      <a:dk1>
        <a:srgbClr val="8C0000"/>
      </a:dk1>
      <a:lt1>
        <a:srgbClr val="FFFFFF"/>
      </a:lt1>
      <a:dk2>
        <a:srgbClr val="720000"/>
      </a:dk2>
      <a:lt2>
        <a:srgbClr val="FFFFCC"/>
      </a:lt2>
      <a:accent1>
        <a:srgbClr val="FF3300"/>
      </a:accent1>
      <a:accent2>
        <a:srgbClr val="BE7960"/>
      </a:accent2>
      <a:accent3>
        <a:srgbClr val="BCAAAA"/>
      </a:accent3>
      <a:accent4>
        <a:srgbClr val="DADADA"/>
      </a:accent4>
      <a:accent5>
        <a:srgbClr val="FFADAA"/>
      </a:accent5>
      <a:accent6>
        <a:srgbClr val="AC6D56"/>
      </a:accent6>
      <a:hlink>
        <a:srgbClr val="FFCC66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80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80000"/>
          <a:buFont typeface="Wingdings" panose="05000000000000000000" pitchFamily="2" charset="2"/>
          <a:buNone/>
          <a:tabLst/>
          <a:defRPr kumimoji="0" lang="zh-CN" altLang="en-US" sz="2800" b="0" i="0" u="none" strike="noStrike" cap="none" normalizeH="0" baseline="0" smtClean="0">
            <a:ln>
              <a:noFill/>
            </a:ln>
            <a:solidFill>
              <a:srgbClr val="FFFF00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课件北航模板</Template>
  <TotalTime>3587</TotalTime>
  <Words>5301</Words>
  <Application>Microsoft Office PowerPoint</Application>
  <PresentationFormat>全屏显示(4:3)</PresentationFormat>
  <Paragraphs>1365</Paragraphs>
  <Slides>75</Slides>
  <Notes>20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75</vt:i4>
      </vt:variant>
    </vt:vector>
  </HeadingPairs>
  <TitlesOfParts>
    <vt:vector size="94" baseType="lpstr">
      <vt:lpstr>黑体</vt:lpstr>
      <vt:lpstr>华文中宋</vt:lpstr>
      <vt:lpstr>楷体_GB2312</vt:lpstr>
      <vt:lpstr>宋体</vt:lpstr>
      <vt:lpstr>Arial</vt:lpstr>
      <vt:lpstr>Calibri</vt:lpstr>
      <vt:lpstr>Courier New</vt:lpstr>
      <vt:lpstr>Tahoma</vt:lpstr>
      <vt:lpstr>Times New Roman</vt:lpstr>
      <vt:lpstr>Wingdings</vt:lpstr>
      <vt:lpstr>默认设计模板</vt:lpstr>
      <vt:lpstr>1_默认设计模板</vt:lpstr>
      <vt:lpstr>Blends</vt:lpstr>
      <vt:lpstr>3_默认设计模板</vt:lpstr>
      <vt:lpstr>4_默认设计模板</vt:lpstr>
      <vt:lpstr>Slit</vt:lpstr>
      <vt:lpstr>Visio</vt:lpstr>
      <vt:lpstr>Equation</vt:lpstr>
      <vt:lpstr>公式</vt:lpstr>
      <vt:lpstr>第四部分  逻辑门电路</vt:lpstr>
      <vt:lpstr>概述</vt:lpstr>
      <vt:lpstr>集成电路发展历史</vt:lpstr>
      <vt:lpstr>集成电路发展历史</vt:lpstr>
      <vt:lpstr>§4—1  分立元件</vt:lpstr>
      <vt:lpstr>PowerPoint 演示文稿</vt:lpstr>
      <vt:lpstr>2、三极管的开关等效电路</vt:lpstr>
      <vt:lpstr>PowerPoint 演示文稿</vt:lpstr>
      <vt:lpstr>PowerPoint 演示文稿</vt:lpstr>
      <vt:lpstr>3、三极管反相器</vt:lpstr>
      <vt:lpstr>§4—3     TTL集成门电路</vt:lpstr>
      <vt:lpstr>一、与非门工作原理</vt:lpstr>
      <vt:lpstr>2、当A、B、C        全为“1”时</vt:lpstr>
      <vt:lpstr>与非门结构</vt:lpstr>
      <vt:lpstr>1、电压传输特性</vt:lpstr>
      <vt:lpstr>PowerPoint 演示文稿</vt:lpstr>
      <vt:lpstr>PowerPoint 演示文稿</vt:lpstr>
      <vt:lpstr>3、 输入端负载特性</vt:lpstr>
      <vt:lpstr>4、输出特性</vt:lpstr>
      <vt:lpstr>灌电流负载</vt:lpstr>
      <vt:lpstr>门电路级联：</vt:lpstr>
      <vt:lpstr>负载能力的计算</vt:lpstr>
      <vt:lpstr>直流参数</vt:lpstr>
      <vt:lpstr>5、传输延迟时间</vt:lpstr>
      <vt:lpstr>TTL或非门 </vt:lpstr>
      <vt:lpstr>PowerPoint 演示文稿</vt:lpstr>
      <vt:lpstr>§4—4    其它类型TTL门</vt:lpstr>
      <vt:lpstr>OC门电路</vt:lpstr>
      <vt:lpstr> OC门可以实现“线与”</vt:lpstr>
      <vt:lpstr>RC的计算方法</vt:lpstr>
      <vt:lpstr>RC的计算方法</vt:lpstr>
      <vt:lpstr>二、三态门</vt:lpstr>
      <vt:lpstr>2、三态门符号</vt:lpstr>
      <vt:lpstr>3、参数</vt:lpstr>
      <vt:lpstr>F=Z时的状态</vt:lpstr>
      <vt:lpstr>直流参数</vt:lpstr>
      <vt:lpstr>4、三态门应用</vt:lpstr>
      <vt:lpstr>三态门应用</vt:lpstr>
      <vt:lpstr>三态门应用—总线</vt:lpstr>
      <vt:lpstr>三、   TTL系列</vt:lpstr>
      <vt:lpstr>实际的与非门器件</vt:lpstr>
      <vt:lpstr>CMOS 集成门电路</vt:lpstr>
      <vt:lpstr>PowerPoint 演示文稿</vt:lpstr>
      <vt:lpstr>PowerPoint 演示文稿</vt:lpstr>
      <vt:lpstr>PowerPoint 演示文稿</vt:lpstr>
      <vt:lpstr>    CMOS反相器的电路结构和工作原理   </vt:lpstr>
      <vt:lpstr>二、电压、电流传输特性曲线 </vt:lpstr>
      <vt:lpstr>二、电压、电流传输特性曲线 </vt:lpstr>
      <vt:lpstr>2、电流传输特性曲线 </vt:lpstr>
      <vt:lpstr>PowerPoint 演示文稿</vt:lpstr>
      <vt:lpstr>一、CMOS与非门和或非门</vt:lpstr>
      <vt:lpstr>PowerPoint 演示文稿</vt:lpstr>
      <vt:lpstr>PowerPoint 演示文稿</vt:lpstr>
      <vt:lpstr>二、带缓冲级的CMOS与非门和或非门</vt:lpstr>
      <vt:lpstr>CMOS逻辑门电路的系列</vt:lpstr>
      <vt:lpstr>各种集成门电路性能比较</vt:lpstr>
      <vt:lpstr>典型例题</vt:lpstr>
      <vt:lpstr>PowerPoint 演示文稿</vt:lpstr>
      <vt:lpstr>TTL、CMOS电路的输入、输出特性参数</vt:lpstr>
      <vt:lpstr>TTL与CMOS门电路的互连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THE END</vt:lpstr>
      <vt:lpstr>PowerPoint 演示文稿</vt:lpstr>
      <vt:lpstr>PowerPoint 演示文稿</vt:lpstr>
      <vt:lpstr>PowerPoint 演示文稿</vt:lpstr>
      <vt:lpstr>PowerPoint 演示文稿</vt:lpstr>
    </vt:vector>
  </TitlesOfParts>
  <Company>pc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 逻辑代数及逻辑函数的化简</dc:title>
  <dc:creator>thtf</dc:creator>
  <cp:lastModifiedBy>Dong Xu</cp:lastModifiedBy>
  <cp:revision>195</cp:revision>
  <dcterms:created xsi:type="dcterms:W3CDTF">2004-02-20T06:45:48Z</dcterms:created>
  <dcterms:modified xsi:type="dcterms:W3CDTF">2019-10-08T23:52:03Z</dcterms:modified>
</cp:coreProperties>
</file>