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notesMasterIdLst>
    <p:notesMasterId r:id="rId62"/>
  </p:notesMasterIdLst>
  <p:sldIdLst>
    <p:sldId id="381" r:id="rId2"/>
    <p:sldId id="530" r:id="rId3"/>
    <p:sldId id="531" r:id="rId4"/>
    <p:sldId id="532" r:id="rId5"/>
    <p:sldId id="533" r:id="rId6"/>
    <p:sldId id="535" r:id="rId7"/>
    <p:sldId id="536" r:id="rId8"/>
    <p:sldId id="538" r:id="rId9"/>
    <p:sldId id="540" r:id="rId10"/>
    <p:sldId id="596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6" r:id="rId25"/>
    <p:sldId id="555" r:id="rId26"/>
    <p:sldId id="558" r:id="rId27"/>
    <p:sldId id="557" r:id="rId28"/>
    <p:sldId id="559" r:id="rId29"/>
    <p:sldId id="560" r:id="rId30"/>
    <p:sldId id="561" r:id="rId31"/>
    <p:sldId id="562" r:id="rId32"/>
    <p:sldId id="565" r:id="rId33"/>
    <p:sldId id="564" r:id="rId34"/>
    <p:sldId id="571" r:id="rId35"/>
    <p:sldId id="566" r:id="rId36"/>
    <p:sldId id="567" r:id="rId37"/>
    <p:sldId id="569" r:id="rId38"/>
    <p:sldId id="594" r:id="rId39"/>
    <p:sldId id="597" r:id="rId40"/>
    <p:sldId id="568" r:id="rId41"/>
    <p:sldId id="570" r:id="rId42"/>
    <p:sldId id="572" r:id="rId43"/>
    <p:sldId id="598" r:id="rId44"/>
    <p:sldId id="573" r:id="rId45"/>
    <p:sldId id="575" r:id="rId46"/>
    <p:sldId id="576" r:id="rId47"/>
    <p:sldId id="579" r:id="rId48"/>
    <p:sldId id="580" r:id="rId49"/>
    <p:sldId id="578" r:id="rId50"/>
    <p:sldId id="582" r:id="rId51"/>
    <p:sldId id="581" r:id="rId52"/>
    <p:sldId id="583" r:id="rId53"/>
    <p:sldId id="584" r:id="rId54"/>
    <p:sldId id="585" r:id="rId55"/>
    <p:sldId id="587" r:id="rId56"/>
    <p:sldId id="593" r:id="rId57"/>
    <p:sldId id="589" r:id="rId58"/>
    <p:sldId id="591" r:id="rId59"/>
    <p:sldId id="592" r:id="rId60"/>
    <p:sldId id="461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F08F8"/>
    <a:srgbClr val="FFFF00"/>
    <a:srgbClr val="002060"/>
    <a:srgbClr val="FFFFFF"/>
    <a:srgbClr val="00FF00"/>
    <a:srgbClr val="FF33CC"/>
    <a:srgbClr val="9090F4"/>
    <a:srgbClr val="F6F0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99" autoAdjust="0"/>
  </p:normalViewPr>
  <p:slideViewPr>
    <p:cSldViewPr snapToGrid="0">
      <p:cViewPr varScale="1">
        <p:scale>
          <a:sx n="81" d="100"/>
          <a:sy n="81" d="100"/>
        </p:scale>
        <p:origin x="12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3D59459-3A90-4E50-935D-8A047B3B10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76579-CAA5-408C-8B0E-042381D41A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F0DD12-6D0B-434E-AEAE-27A0808CBFDE}" type="datetimeFigureOut">
              <a:rPr lang="zh-CN" altLang="en-US"/>
              <a:pPr>
                <a:defRPr/>
              </a:pPr>
              <a:t>2019/12/11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228F404-B07E-4F48-B153-584E72C0D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201B93C-7BC2-434C-968A-AAA6D646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6A6D66-E3AC-4DFF-9499-3E7591069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A8B5-1BE7-4E34-8BB4-5D8175BB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3CE97-CE35-493D-9476-D12D3F712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4160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70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移位寄存器实现脉冲发生器的思路：</a:t>
            </a:r>
            <a:r>
              <a:rPr lang="en-US" altLang="zh-CN" dirty="0"/>
              <a:t>Q0</a:t>
            </a:r>
            <a:r>
              <a:rPr lang="zh-CN" altLang="en-US" dirty="0"/>
              <a:t>输出序列，画表格，</a:t>
            </a:r>
            <a:r>
              <a:rPr lang="en-US" altLang="zh-CN" dirty="0"/>
              <a:t>Q0 Q1 Q2 =&gt;Q0(n+1)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191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zh-CN" altLang="en-US" dirty="0"/>
              <a:t>‘：计数脉冲到达时，只加在应该翻转的触发器的</a:t>
            </a:r>
            <a:r>
              <a:rPr lang="en-US" altLang="zh-CN" dirty="0"/>
              <a:t>CP</a:t>
            </a:r>
            <a:r>
              <a:rPr lang="zh-CN" altLang="en-US" dirty="0"/>
              <a:t>输入端上，不加载不应该翻转的触发器的</a:t>
            </a:r>
            <a:r>
              <a:rPr lang="en-US" altLang="zh-CN" dirty="0"/>
              <a:t>CP</a:t>
            </a:r>
            <a:r>
              <a:rPr lang="zh-CN" altLang="en-US" dirty="0"/>
              <a:t>输入端上。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17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Q</a:t>
            </a:r>
            <a:r>
              <a:rPr lang="zh-CN" altLang="en-US" dirty="0"/>
              <a:t>‘作为时钟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07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04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这几张表格可以放到课件最后，供学生参考。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29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811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39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2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E64B3B62-5DCE-4A42-A0FB-B7FAF05480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3045" y="3174576"/>
            <a:ext cx="8446717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58715" y="2466906"/>
            <a:ext cx="7426569" cy="695360"/>
          </a:xfrm>
        </p:spPr>
        <p:txBody>
          <a:bodyPr/>
          <a:lstStyle>
            <a:lvl1pPr>
              <a:defRPr sz="4000"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219994" y="3445937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D6750F8-FE5B-4AAF-AB86-B6AAAC40B4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640" y="937607"/>
            <a:ext cx="3571387" cy="45719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pic>
        <p:nvPicPr>
          <p:cNvPr id="2050" name="Picture 2" descr="https://timgsa.baidu.com/timg?image&amp;quality=80&amp;size=b9999_10000&amp;sec=1513061652214&amp;di=0dbe8ba562ebf8b0aac6fc468b7851b5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2DA67216-37D7-4C69-A2CE-B9CD4F7AB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92" b="35641"/>
          <a:stretch/>
        </p:blipFill>
        <p:spPr bwMode="auto">
          <a:xfrm>
            <a:off x="372005" y="275048"/>
            <a:ext cx="3389022" cy="6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723327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7161" y="309671"/>
            <a:ext cx="6954715" cy="588136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23" y="984738"/>
            <a:ext cx="8563708" cy="5375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ea typeface="黑体" panose="02010609060101010101" pitchFamily="49" charset="-122"/>
              </a:defRPr>
            </a:lvl1pPr>
            <a:lvl2pPr marL="457200" indent="0">
              <a:buNone/>
              <a:defRPr b="1">
                <a:ea typeface="黑体" panose="02010609060101010101" pitchFamily="49" charset="-122"/>
              </a:defRPr>
            </a:lvl2pPr>
            <a:lvl3pPr marL="914400" indent="0">
              <a:buNone/>
              <a:defRPr b="1">
                <a:ea typeface="黑体" panose="02010609060101010101" pitchFamily="49" charset="-122"/>
              </a:defRPr>
            </a:lvl3pPr>
            <a:lvl4pPr marL="1371600" indent="0">
              <a:buNone/>
              <a:defRPr b="1">
                <a:ea typeface="黑体" panose="02010609060101010101" pitchFamily="49" charset="-122"/>
              </a:defRPr>
            </a:lvl4pPr>
            <a:lvl5pPr marL="1828800" indent="0">
              <a:buNone/>
              <a:defRPr b="1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A5451ED6-BA9E-48B2-A8FD-2B49BF9E47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9767"/>
            <a:ext cx="813816" cy="3519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9219080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AFC2CF9D-AB67-4B63-9B45-B7CE43C6A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51ED6-BA9E-48B2-A8FD-2B49BF9E47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2896" y="6282119"/>
            <a:ext cx="903288" cy="338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‹#›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1CB09889-9CB0-4E05-876E-4ACDA6EFF6A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128564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12F6F2E6-03C8-4A9F-B35A-01BD986C35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 dirty="0"/>
          </a:p>
        </p:txBody>
      </p:sp>
      <p:pic>
        <p:nvPicPr>
          <p:cNvPr id="12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AFC2CF9D-AB67-4B63-9B45-B7CE43C6A68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74293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>
            <a:extLst>
              <a:ext uri="{FF2B5EF4-FFF2-40B4-BE49-F238E27FC236}">
                <a16:creationId xmlns:a16="http://schemas.microsoft.com/office/drawing/2014/main" id="{33707532-3883-41BD-9420-919E4556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4769" y="320113"/>
            <a:ext cx="7305992" cy="57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7F5FEE0-C94D-4C86-98BD-A08461FDF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818" y="6380642"/>
            <a:ext cx="8226425" cy="31750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pic>
        <p:nvPicPr>
          <p:cNvPr id="2050" name="Picture 2" descr="https://timgsa.baidu.com/timg?image&amp;quality=80&amp;size=b9999_10000&amp;sec=1513057428162&amp;di=37860fdf3c4871460953786bbfa26622&amp;imgtype=0&amp;src=http%3A%2F%2Fpic.baike.soso.com%2Fp%2F20111015%2F20111015115227-260268041.jpg">
            <a:extLst>
              <a:ext uri="{FF2B5EF4-FFF2-40B4-BE49-F238E27FC236}">
                <a16:creationId xmlns:a16="http://schemas.microsoft.com/office/drawing/2014/main" id="{2318C2BE-15EA-4A82-8C68-EB4236E68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4" t="12080" r="11532" b="12880"/>
          <a:stretch/>
        </p:blipFill>
        <p:spPr bwMode="auto">
          <a:xfrm>
            <a:off x="428827" y="248004"/>
            <a:ext cx="677490" cy="6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7A33D88C-FAA7-4E46-8DD1-45BB3E8CD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464668" y="6446811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A16393-7427-4CCB-805E-364FBB0B1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336" y="918967"/>
            <a:ext cx="8226425" cy="31750"/>
          </a:xfrm>
          <a:prstGeom prst="rect">
            <a:avLst/>
          </a:prstGeom>
          <a:gradFill rotWithShape="0">
            <a:gsLst>
              <a:gs pos="1600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E2F7D08-FD33-484E-9182-6B281FB7C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07784" y="248004"/>
            <a:ext cx="31750" cy="105251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A5451ED6-BA9E-48B2-A8FD-2B49BF9E4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6446711"/>
            <a:ext cx="903288" cy="3381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1A0B33E5-498C-48D3-9CB2-28689CC9EF23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‹#›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695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780" r:id="rId4"/>
  </p:sldLayoutIdLst>
  <p:transition>
    <p:blinds dir="vert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kern="1200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8.png"/><Relationship Id="rId4" Type="http://schemas.openxmlformats.org/officeDocument/2006/relationships/oleObject" Target="../embeddings/oleObject1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9A2F44-287A-4D16-B1EF-F79BB4E79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975" y="2411790"/>
            <a:ext cx="6636820" cy="69536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第八部分 集成时序逻辑电路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72E532A-91D6-4E0F-83FA-B4C2FAF57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9912" y="3445937"/>
            <a:ext cx="5560881" cy="2370401"/>
          </a:xfrm>
        </p:spPr>
        <p:txBody>
          <a:bodyPr/>
          <a:lstStyle/>
          <a:p>
            <a:pPr algn="just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8.1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寄存器和移位寄存器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 8.2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计数器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53375705"/>
      </p:ext>
    </p:extLst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69E48-F75F-4B9D-9BAD-E16DDDB46D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37818" y="6398424"/>
            <a:ext cx="813816" cy="351929"/>
          </a:xfrm>
        </p:spPr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z="2000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17FAF0-53FA-4DCE-9B6C-7314FAB1A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0800" y="377687"/>
            <a:ext cx="5675313" cy="496887"/>
          </a:xfrm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8.1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寄存器和移位寄存器</a:t>
            </a:r>
            <a:endParaRPr lang="en-US" altLang="zh-CN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467A9BD8-C9FA-44E9-8E9A-162367515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908187"/>
            <a:ext cx="4573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概述：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0FDDE9B-58F9-4028-A079-4FD7DA936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1356842"/>
            <a:ext cx="75120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在计算机中用于存储指令、数据、运算结果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6148369-BB26-4920-BB78-0120448E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926265"/>
            <a:ext cx="80327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寄存器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的数量多少，是计算机结构的重要区别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1A4F34A-7199-4229-B432-755B9AA55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505702"/>
            <a:ext cx="7799388" cy="104464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外存、内存、缓存、寄存四类中，寄存器速度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最快，但容量最小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279F76C-DF7B-4504-A5F2-42D0B02F0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553452"/>
            <a:ext cx="803116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寄存器的操作：读/写/清零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332B8F89-0F21-4750-88F3-6C0FE5725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31" y="4105088"/>
            <a:ext cx="260032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寄存器的分类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67972299-85A7-4A13-8DB4-275F7533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081" y="4998851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数码寄存器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C315929E-239D-4DC7-A4FC-356152FA5941}"/>
              </a:ext>
            </a:extLst>
          </p:cNvPr>
          <p:cNvSpPr>
            <a:spLocks/>
          </p:cNvSpPr>
          <p:nvPr/>
        </p:nvSpPr>
        <p:spPr bwMode="auto">
          <a:xfrm>
            <a:off x="3269956" y="4670238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75611F3-876E-46CA-8EE7-AE21D0E11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131" y="4389251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基本寄存器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0E1C7473-76B6-4A90-A20B-23295DBE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131" y="5532251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移位寄存器</a:t>
            </a: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E378F2D7-81AC-41AB-AB64-73C28F1D4655}"/>
              </a:ext>
            </a:extLst>
          </p:cNvPr>
          <p:cNvSpPr>
            <a:spLocks/>
          </p:cNvSpPr>
          <p:nvPr/>
        </p:nvSpPr>
        <p:spPr bwMode="auto">
          <a:xfrm>
            <a:off x="5291040" y="4136838"/>
            <a:ext cx="228600" cy="1066800"/>
          </a:xfrm>
          <a:prstGeom prst="leftBrace">
            <a:avLst>
              <a:gd name="adj1" fmla="val 38889"/>
              <a:gd name="adj2" fmla="val 50000"/>
            </a:avLst>
          </a:prstGeom>
          <a:noFill/>
          <a:ln w="38100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075C340D-CB15-42D3-8410-408A1E53A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331" y="3933638"/>
            <a:ext cx="2584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多位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型触发器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67E6EABA-8919-4B62-B80F-1BAC0FEF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331" y="4389251"/>
            <a:ext cx="1255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锁存器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E2B4BE80-8B3A-4A99-963B-D0F9EA67F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331" y="4846451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寄存器阵列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4032793A-CD97-4D30-B11E-B7D288185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669" y="5379851"/>
            <a:ext cx="26844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单向移位寄存器</a:t>
            </a:r>
          </a:p>
        </p:txBody>
      </p:sp>
      <p:sp>
        <p:nvSpPr>
          <p:cNvPr id="21" name="AutoShape 18">
            <a:extLst>
              <a:ext uri="{FF2B5EF4-FFF2-40B4-BE49-F238E27FC236}">
                <a16:creationId xmlns:a16="http://schemas.microsoft.com/office/drawing/2014/main" id="{79FCECC4-4224-430D-ABF4-C52768689888}"/>
              </a:ext>
            </a:extLst>
          </p:cNvPr>
          <p:cNvSpPr>
            <a:spLocks/>
          </p:cNvSpPr>
          <p:nvPr/>
        </p:nvSpPr>
        <p:spPr bwMode="auto">
          <a:xfrm>
            <a:off x="5338469" y="5584638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AA787606-3A4F-4325-A4EE-6E6733ADD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669" y="5837051"/>
            <a:ext cx="26844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双向移位寄存器</a:t>
            </a:r>
          </a:p>
        </p:txBody>
      </p:sp>
    </p:spTree>
    <p:extLst>
      <p:ext uri="{BB962C8B-B14F-4D97-AF65-F5344CB8AC3E}">
        <p14:creationId xmlns:p14="http://schemas.microsoft.com/office/powerpoint/2010/main" val="55984463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000"/>
                            </p:stCondLst>
                            <p:childTnLst>
                              <p:par>
                                <p:cTn id="8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500"/>
                            </p:stCondLst>
                            <p:childTnLst>
                              <p:par>
                                <p:cTn id="9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utoUpdateAnimBg="0"/>
      <p:bldP spid="13" grpId="0" animBg="1"/>
      <p:bldP spid="14" grpId="0" autoUpdateAnimBg="0"/>
      <p:bldP spid="15" grpId="0" autoUpdateAnimBg="0"/>
      <p:bldP spid="16" grpId="0" animBg="1"/>
      <p:bldP spid="17" grpId="0" autoUpdateAnimBg="0"/>
      <p:bldP spid="18" grpId="0" autoUpdateAnimBg="0"/>
      <p:bldP spid="19" grpId="0" autoUpdateAnimBg="0"/>
      <p:bldP spid="20" grpId="0" autoUpdateAnimBg="0"/>
      <p:bldP spid="21" grpId="0" animBg="1"/>
      <p:bldP spid="2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6DC69-DB98-4E70-BE17-109CE62F0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 </a:t>
            </a:r>
            <a:r>
              <a:rPr lang="en-US" altLang="zh-CN" dirty="0">
                <a:solidFill>
                  <a:srgbClr val="000000"/>
                </a:solidFill>
              </a:rPr>
              <a:t>8.1.1 </a:t>
            </a:r>
            <a:r>
              <a:rPr lang="zh-CN" altLang="en-US" dirty="0">
                <a:solidFill>
                  <a:srgbClr val="000000"/>
                </a:solidFill>
              </a:rPr>
              <a:t>四位寄存器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D4B809-2EA3-4731-AFB3-DAB40DFDCE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-41079" y="6359767"/>
            <a:ext cx="813816" cy="351929"/>
          </a:xfrm>
        </p:spPr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z="2000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14563C-C177-4AC9-A766-7097364D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0" y="1101610"/>
            <a:ext cx="5003957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838200" indent="-838200">
              <a:spcBef>
                <a:spcPct val="50000"/>
              </a:spcBef>
            </a:pPr>
            <a:r>
              <a:rPr kumimoji="0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一、4</a:t>
            </a:r>
            <a:r>
              <a:rPr kumimoji="0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触发器构成的寄存器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DDAC945-9A29-4D9F-9EA2-40BAE31A2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713" y="5787334"/>
            <a:ext cx="1933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2C4EE9A-DADC-495F-8A8C-50E4D3CA9197}"/>
              </a:ext>
            </a:extLst>
          </p:cNvPr>
          <p:cNvGrpSpPr>
            <a:grpSpLocks/>
          </p:cNvGrpSpPr>
          <p:nvPr/>
        </p:nvGrpSpPr>
        <p:grpSpPr bwMode="auto">
          <a:xfrm>
            <a:off x="658813" y="4779272"/>
            <a:ext cx="3371850" cy="1552575"/>
            <a:chOff x="3038" y="3015"/>
            <a:chExt cx="2124" cy="97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D86B519B-9105-45A1-BDFE-6DE043A5D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3667"/>
              <a:ext cx="1292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76BBE8B3-9CAC-48DA-8E07-8CD33D744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3667"/>
              <a:ext cx="832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64AD6419-DCD5-428C-9335-9A8584EAD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3341"/>
              <a:ext cx="1292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92C4FFED-CAB6-46FE-BF3F-30CF0C179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3341"/>
              <a:ext cx="832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51110A23-84D2-444B-A28D-F3BD0F7E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3015"/>
              <a:ext cx="1292" cy="3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5BDE5B95-7805-45AD-9FA2-493B69E77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3015"/>
              <a:ext cx="832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A009AF6D-3605-4DA9-869C-F9CDA7D42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3341"/>
              <a:ext cx="21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108D063B-C3FA-4E4C-93D3-9153B8480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3667"/>
              <a:ext cx="21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3154D48E-9CFF-4356-A10C-B9CB88636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" y="3015"/>
              <a:ext cx="0" cy="9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26C1D37E-4F9A-482C-B541-937F0F64D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3015"/>
              <a:ext cx="2124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2619A057-E98D-45E4-959B-BA5F3114E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3015"/>
              <a:ext cx="0" cy="97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54492BC5-BF19-4A09-81EB-7DD0947D5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2" y="3015"/>
              <a:ext cx="0" cy="97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3557F80C-BCEE-4869-BE83-65DF99AB6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3993"/>
              <a:ext cx="2124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B3703019-77BD-49BD-B170-E9F8F2F8F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" y="3027"/>
              <a:ext cx="892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CK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C6F51B9-ACBD-4696-B8C9-9B2E05759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8" y="3073"/>
              <a:ext cx="13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Text Box 20">
            <a:extLst>
              <a:ext uri="{FF2B5EF4-FFF2-40B4-BE49-F238E27FC236}">
                <a16:creationId xmlns:a16="http://schemas.microsoft.com/office/drawing/2014/main" id="{E751C502-E490-427D-AF32-DF8D699A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5299972"/>
            <a:ext cx="139858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53759B30-2A1E-47B2-9D99-4A599F96B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5317434"/>
            <a:ext cx="170338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0   0   0   0</a:t>
            </a: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8E3AD41D-6596-45EA-B136-AC3199DC0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5836547"/>
            <a:ext cx="121761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DB57894C-304B-4804-B4AA-B25164B6EDAF}"/>
              </a:ext>
            </a:extLst>
          </p:cNvPr>
          <p:cNvGrpSpPr>
            <a:grpSpLocks/>
          </p:cNvGrpSpPr>
          <p:nvPr/>
        </p:nvGrpSpPr>
        <p:grpSpPr bwMode="auto">
          <a:xfrm>
            <a:off x="4768850" y="4958659"/>
            <a:ext cx="4052888" cy="1030288"/>
            <a:chOff x="2812" y="3004"/>
            <a:chExt cx="2553" cy="649"/>
          </a:xfrm>
        </p:grpSpPr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154A53B7-044A-4E57-8739-F369D7BB4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2" y="3004"/>
              <a:ext cx="2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F357083A-75EE-4021-9607-0F76CBB03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4" y="3057"/>
              <a:ext cx="235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CK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加驱动器的目的是减少对外的负载</a:t>
              </a: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C45A972D-6976-4C7F-9DDA-8422D266F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1" y="3117"/>
              <a:ext cx="158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73E01522-69EF-4FB5-9605-7BD0EBEE372B}"/>
              </a:ext>
            </a:extLst>
          </p:cNvPr>
          <p:cNvGrpSpPr>
            <a:grpSpLocks/>
          </p:cNvGrpSpPr>
          <p:nvPr/>
        </p:nvGrpSpPr>
        <p:grpSpPr bwMode="auto">
          <a:xfrm>
            <a:off x="208454" y="1642948"/>
            <a:ext cx="8496300" cy="3022600"/>
            <a:chOff x="161" y="692"/>
            <a:chExt cx="5352" cy="1904"/>
          </a:xfrm>
        </p:grpSpPr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849B5ADC-002B-44AD-A5A2-D854EF309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" y="1114"/>
              <a:ext cx="771" cy="544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_        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       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2EB39355-6AB8-49F2-A92F-7FDFC6B4F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1114"/>
              <a:ext cx="771" cy="544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_         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       </a:t>
              </a: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66217D4F-EBF8-47D9-B62A-629FB008B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114"/>
              <a:ext cx="771" cy="544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_         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       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5929F4B8-DBE7-494A-A517-07AB818E0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14"/>
              <a:ext cx="771" cy="544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_         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       </a:t>
              </a:r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7E08727A-CE3D-415C-84C3-64517C7BB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" y="1386"/>
              <a:ext cx="18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6C7FA824-E5A6-497F-9D37-96ADA1EA0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" y="1658"/>
              <a:ext cx="0" cy="81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8BACD744-58C1-47EF-9EDE-7A3BEB2BE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" y="1658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511C3923-1A55-4526-8574-7B82F09E7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1658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AF0C94A2-E3A3-4E82-B7CD-EBDD60588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" y="1658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FC3F14AE-6D70-4CD0-B9C8-2C13A93C7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1658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143ACF43-9622-4183-ADAD-7EE8EA2BB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" y="1885"/>
              <a:ext cx="3629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214B4511-9694-48EA-BAE5-E29E97246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" y="1386"/>
              <a:ext cx="0" cy="68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8CC48FF3-7253-4A69-B74C-FF563EEE0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386"/>
              <a:ext cx="18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BB2A2611-D9E2-4B7D-A7D2-777C5AA17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386"/>
              <a:ext cx="0" cy="68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F0CC94C0-E995-4393-A942-E72CEF7D4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1386"/>
              <a:ext cx="18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9CEA9AC5-8C3A-4506-A52C-FE137E15B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1386"/>
              <a:ext cx="0" cy="68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8918CD6F-1466-4B4A-BFA9-1544DBB44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1386"/>
              <a:ext cx="18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027E4103-BB9B-475C-9DF3-2DB103A9F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1386"/>
              <a:ext cx="0" cy="68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E48BB198-FFA8-433A-946B-6F377CA97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" y="2067"/>
              <a:ext cx="3947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C367003E-B113-4619-8954-280A0E1AF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7" y="1658"/>
              <a:ext cx="0" cy="81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9EB01CD6-7993-4F1A-8B66-469BD4338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1" y="1658"/>
              <a:ext cx="0" cy="81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94928D47-E97B-4E37-9E4B-24FD2ACA2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" y="1658"/>
              <a:ext cx="0" cy="81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E899287D-7EA3-4B25-AA70-F4A411801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" y="1885"/>
              <a:ext cx="27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D0B88151-53A6-4F37-919D-DD9FD3FDE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" y="2271"/>
              <a:ext cx="27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E4C8C430-AC4D-4C53-9021-A386C1CC7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8" y="2279"/>
              <a:ext cx="45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A2119DDC-B759-4BE3-A7B2-41AA21E8E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8" y="2067"/>
              <a:ext cx="0" cy="226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7940FDD0-CCF9-493A-B307-91407A60D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" y="1645"/>
              <a:ext cx="332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DC7C3ABB-4D8B-45A6-907B-29D3E2FDC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" y="1781"/>
              <a:ext cx="311" cy="4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_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56">
              <a:extLst>
                <a:ext uri="{FF2B5EF4-FFF2-40B4-BE49-F238E27FC236}">
                  <a16:creationId xmlns:a16="http://schemas.microsoft.com/office/drawing/2014/main" id="{144EC1E8-01AD-4EBD-8875-6A3D7B5F3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" y="2292"/>
              <a:ext cx="287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C1589B90-FA3A-4CE9-9541-A6BCBEFB7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5" y="2325"/>
              <a:ext cx="287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58">
              <a:extLst>
                <a:ext uri="{FF2B5EF4-FFF2-40B4-BE49-F238E27FC236}">
                  <a16:creationId xmlns:a16="http://schemas.microsoft.com/office/drawing/2014/main" id="{A6E93348-D870-4CC7-BCCC-200411DD7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2344"/>
              <a:ext cx="287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59">
              <a:extLst>
                <a:ext uri="{FF2B5EF4-FFF2-40B4-BE49-F238E27FC236}">
                  <a16:creationId xmlns:a16="http://schemas.microsoft.com/office/drawing/2014/main" id="{EFF86A98-1CB4-49FF-838B-F8D0A2236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9" y="2344"/>
              <a:ext cx="287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B9847630-4135-452B-9141-356CE1E70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2" y="887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61">
              <a:extLst>
                <a:ext uri="{FF2B5EF4-FFF2-40B4-BE49-F238E27FC236}">
                  <a16:creationId xmlns:a16="http://schemas.microsoft.com/office/drawing/2014/main" id="{4A099E7D-FCE7-422B-A9CB-9AB255865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" y="704"/>
              <a:ext cx="295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DFC025FF-31E4-43B1-BCBB-9AFD6703B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8" y="875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Text Box 63">
              <a:extLst>
                <a:ext uri="{FF2B5EF4-FFF2-40B4-BE49-F238E27FC236}">
                  <a16:creationId xmlns:a16="http://schemas.microsoft.com/office/drawing/2014/main" id="{AA2C9159-DDAC-486B-B047-CC941D567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" y="692"/>
              <a:ext cx="295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1E3F8CAD-30CD-4730-BE9F-9FBD19E8AD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2" y="875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Text Box 65">
              <a:extLst>
                <a:ext uri="{FF2B5EF4-FFF2-40B4-BE49-F238E27FC236}">
                  <a16:creationId xmlns:a16="http://schemas.microsoft.com/office/drawing/2014/main" id="{E4F271FE-CB47-4BF6-99B0-7AD4473CA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692"/>
              <a:ext cx="295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8D4A7942-6913-4B73-BF57-A99FB2698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6" y="875"/>
              <a:ext cx="0" cy="22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67">
              <a:extLst>
                <a:ext uri="{FF2B5EF4-FFF2-40B4-BE49-F238E27FC236}">
                  <a16:creationId xmlns:a16="http://schemas.microsoft.com/office/drawing/2014/main" id="{74D1F48A-4A00-46B1-8ECB-5F0EAAFA2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1" y="692"/>
              <a:ext cx="295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1" name="Group 68">
              <a:extLst>
                <a:ext uri="{FF2B5EF4-FFF2-40B4-BE49-F238E27FC236}">
                  <a16:creationId xmlns:a16="http://schemas.microsoft.com/office/drawing/2014/main" id="{951A4F77-B134-4430-B01A-AC73CC34F1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3" y="2146"/>
              <a:ext cx="621" cy="282"/>
              <a:chOff x="2102" y="3298"/>
              <a:chExt cx="621" cy="282"/>
            </a:xfrm>
          </p:grpSpPr>
          <p:grpSp>
            <p:nvGrpSpPr>
              <p:cNvPr id="98" name="Group 69">
                <a:extLst>
                  <a:ext uri="{FF2B5EF4-FFF2-40B4-BE49-F238E27FC236}">
                    <a16:creationId xmlns:a16="http://schemas.microsoft.com/office/drawing/2014/main" id="{0157339F-1B40-4A81-A536-988CB2CCAA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2" y="3298"/>
                <a:ext cx="258" cy="282"/>
                <a:chOff x="2102" y="3298"/>
                <a:chExt cx="258" cy="282"/>
              </a:xfrm>
            </p:grpSpPr>
            <p:sp>
              <p:nvSpPr>
                <p:cNvPr id="103" name="Rectangle 70">
                  <a:extLst>
                    <a:ext uri="{FF2B5EF4-FFF2-40B4-BE49-F238E27FC236}">
                      <a16:creationId xmlns:a16="http://schemas.microsoft.com/office/drawing/2014/main" id="{6886B73B-7735-4B37-8782-395CAF057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3298"/>
                  <a:ext cx="169" cy="282"/>
                </a:xfrm>
                <a:prstGeom prst="rect">
                  <a:avLst/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Oval 71">
                  <a:extLst>
                    <a:ext uri="{FF2B5EF4-FFF2-40B4-BE49-F238E27FC236}">
                      <a16:creationId xmlns:a16="http://schemas.microsoft.com/office/drawing/2014/main" id="{81477D73-EA7C-41F0-88E3-D3D737851B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2" y="337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9" name="Group 72">
                <a:extLst>
                  <a:ext uri="{FF2B5EF4-FFF2-40B4-BE49-F238E27FC236}">
                    <a16:creationId xmlns:a16="http://schemas.microsoft.com/office/drawing/2014/main" id="{FCD46249-C272-4283-A2CF-851177D6B7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5" y="3298"/>
                <a:ext cx="258" cy="282"/>
                <a:chOff x="2102" y="3298"/>
                <a:chExt cx="258" cy="282"/>
              </a:xfrm>
            </p:grpSpPr>
            <p:sp>
              <p:nvSpPr>
                <p:cNvPr id="101" name="Rectangle 73">
                  <a:extLst>
                    <a:ext uri="{FF2B5EF4-FFF2-40B4-BE49-F238E27FC236}">
                      <a16:creationId xmlns:a16="http://schemas.microsoft.com/office/drawing/2014/main" id="{CD744898-A566-46E0-9A1A-6544BAE49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3298"/>
                  <a:ext cx="169" cy="282"/>
                </a:xfrm>
                <a:prstGeom prst="rect">
                  <a:avLst/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Oval 74">
                  <a:extLst>
                    <a:ext uri="{FF2B5EF4-FFF2-40B4-BE49-F238E27FC236}">
                      <a16:creationId xmlns:a16="http://schemas.microsoft.com/office/drawing/2014/main" id="{51D3CFC7-33DB-4EF0-96CA-88C5C66082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2" y="337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0" name="Line 75">
                <a:extLst>
                  <a:ext uri="{FF2B5EF4-FFF2-40B4-BE49-F238E27FC236}">
                    <a16:creationId xmlns:a16="http://schemas.microsoft.com/office/drawing/2014/main" id="{71649DB3-0059-4EEA-9DA7-2AFD7D911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60" y="3422"/>
                <a:ext cx="102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76">
              <a:extLst>
                <a:ext uri="{FF2B5EF4-FFF2-40B4-BE49-F238E27FC236}">
                  <a16:creationId xmlns:a16="http://schemas.microsoft.com/office/drawing/2014/main" id="{BB51A7EC-A54C-4308-892A-2C238C63E5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3" y="1751"/>
              <a:ext cx="621" cy="282"/>
              <a:chOff x="2102" y="3298"/>
              <a:chExt cx="621" cy="282"/>
            </a:xfrm>
          </p:grpSpPr>
          <p:grpSp>
            <p:nvGrpSpPr>
              <p:cNvPr id="91" name="Group 77">
                <a:extLst>
                  <a:ext uri="{FF2B5EF4-FFF2-40B4-BE49-F238E27FC236}">
                    <a16:creationId xmlns:a16="http://schemas.microsoft.com/office/drawing/2014/main" id="{C69B385F-6D6C-407F-A3C9-533A47F125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2" y="3298"/>
                <a:ext cx="258" cy="282"/>
                <a:chOff x="2102" y="3298"/>
                <a:chExt cx="258" cy="282"/>
              </a:xfrm>
            </p:grpSpPr>
            <p:sp>
              <p:nvSpPr>
                <p:cNvPr id="96" name="Rectangle 78">
                  <a:extLst>
                    <a:ext uri="{FF2B5EF4-FFF2-40B4-BE49-F238E27FC236}">
                      <a16:creationId xmlns:a16="http://schemas.microsoft.com/office/drawing/2014/main" id="{94CD9E51-1CE1-467A-B0E7-280842C04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3298"/>
                  <a:ext cx="169" cy="282"/>
                </a:xfrm>
                <a:prstGeom prst="rect">
                  <a:avLst/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Oval 79">
                  <a:extLst>
                    <a:ext uri="{FF2B5EF4-FFF2-40B4-BE49-F238E27FC236}">
                      <a16:creationId xmlns:a16="http://schemas.microsoft.com/office/drawing/2014/main" id="{4D485D05-51F7-4DEE-9140-2A15113C90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2" y="337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2" name="Group 80">
                <a:extLst>
                  <a:ext uri="{FF2B5EF4-FFF2-40B4-BE49-F238E27FC236}">
                    <a16:creationId xmlns:a16="http://schemas.microsoft.com/office/drawing/2014/main" id="{4410758E-6B44-49C3-B580-3956156BDA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5" y="3298"/>
                <a:ext cx="258" cy="282"/>
                <a:chOff x="2102" y="3298"/>
                <a:chExt cx="258" cy="282"/>
              </a:xfrm>
            </p:grpSpPr>
            <p:sp>
              <p:nvSpPr>
                <p:cNvPr id="94" name="Rectangle 81">
                  <a:extLst>
                    <a:ext uri="{FF2B5EF4-FFF2-40B4-BE49-F238E27FC236}">
                      <a16:creationId xmlns:a16="http://schemas.microsoft.com/office/drawing/2014/main" id="{A70B7621-D6C5-415B-B216-77F4C9EB1A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3298"/>
                  <a:ext cx="169" cy="282"/>
                </a:xfrm>
                <a:prstGeom prst="rect">
                  <a:avLst/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Oval 82">
                  <a:extLst>
                    <a:ext uri="{FF2B5EF4-FFF2-40B4-BE49-F238E27FC236}">
                      <a16:creationId xmlns:a16="http://schemas.microsoft.com/office/drawing/2014/main" id="{2388228C-7856-4879-9A34-90642813AF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2" y="337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Line 83">
                <a:extLst>
                  <a:ext uri="{FF2B5EF4-FFF2-40B4-BE49-F238E27FC236}">
                    <a16:creationId xmlns:a16="http://schemas.microsoft.com/office/drawing/2014/main" id="{6D3F794A-402B-49AE-85FF-1EFA5E7A0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60" y="3422"/>
                <a:ext cx="102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Text Box 84">
              <a:extLst>
                <a:ext uri="{FF2B5EF4-FFF2-40B4-BE49-F238E27FC236}">
                  <a16:creationId xmlns:a16="http://schemas.microsoft.com/office/drawing/2014/main" id="{767BFCEB-4396-4F4A-8A75-64F7B22BB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" y="1639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4" name="Text Box 85">
              <a:extLst>
                <a:ext uri="{FF2B5EF4-FFF2-40B4-BE49-F238E27FC236}">
                  <a16:creationId xmlns:a16="http://schemas.microsoft.com/office/drawing/2014/main" id="{1ED3684C-EDD5-4545-B31E-968217C2C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" y="1641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5" name="Text Box 86">
              <a:extLst>
                <a:ext uri="{FF2B5EF4-FFF2-40B4-BE49-F238E27FC236}">
                  <a16:creationId xmlns:a16="http://schemas.microsoft.com/office/drawing/2014/main" id="{85AE859D-B051-4287-96CB-6C85ED8AC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1641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6" name="Text Box 87">
              <a:extLst>
                <a:ext uri="{FF2B5EF4-FFF2-40B4-BE49-F238E27FC236}">
                  <a16:creationId xmlns:a16="http://schemas.microsoft.com/office/drawing/2014/main" id="{94E29CE8-56FF-4B73-84A6-BC61D35C5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3" y="1461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7" name="Text Box 88">
              <a:extLst>
                <a:ext uri="{FF2B5EF4-FFF2-40B4-BE49-F238E27FC236}">
                  <a16:creationId xmlns:a16="http://schemas.microsoft.com/office/drawing/2014/main" id="{0451D0B7-4F12-49E4-86B4-62451B7E5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1461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8" name="Text Box 89">
              <a:extLst>
                <a:ext uri="{FF2B5EF4-FFF2-40B4-BE49-F238E27FC236}">
                  <a16:creationId xmlns:a16="http://schemas.microsoft.com/office/drawing/2014/main" id="{FA2583A9-EFEB-49AF-8445-57EF7228B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9" y="1462"/>
              <a:ext cx="338" cy="57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9" name="Text Box 90">
              <a:extLst>
                <a:ext uri="{FF2B5EF4-FFF2-40B4-BE49-F238E27FC236}">
                  <a16:creationId xmlns:a16="http://schemas.microsoft.com/office/drawing/2014/main" id="{BDE52EB5-3070-4D01-9CC6-4000E9A24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1717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0" name="Text Box 91">
              <a:extLst>
                <a:ext uri="{FF2B5EF4-FFF2-40B4-BE49-F238E27FC236}">
                  <a16:creationId xmlns:a16="http://schemas.microsoft.com/office/drawing/2014/main" id="{58E00445-55B4-45AF-B1AF-3B343516E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" y="1706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1" name="Text Box 92">
              <a:extLst>
                <a:ext uri="{FF2B5EF4-FFF2-40B4-BE49-F238E27FC236}">
                  <a16:creationId xmlns:a16="http://schemas.microsoft.com/office/drawing/2014/main" id="{4C0A3803-830A-4E8E-BC00-3FEA442B5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" y="2120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2" name="Text Box 93">
              <a:extLst>
                <a:ext uri="{FF2B5EF4-FFF2-40B4-BE49-F238E27FC236}">
                  <a16:creationId xmlns:a16="http://schemas.microsoft.com/office/drawing/2014/main" id="{EEAD55C6-4ACF-4387-968D-09729C710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2131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3" name="AutoShape 94">
              <a:extLst>
                <a:ext uri="{FF2B5EF4-FFF2-40B4-BE49-F238E27FC236}">
                  <a16:creationId xmlns:a16="http://schemas.microsoft.com/office/drawing/2014/main" id="{3180827D-8B87-423A-8E02-07F1845C8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" y="1543"/>
              <a:ext cx="98" cy="1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Text Box 95">
              <a:extLst>
                <a:ext uri="{FF2B5EF4-FFF2-40B4-BE49-F238E27FC236}">
                  <a16:creationId xmlns:a16="http://schemas.microsoft.com/office/drawing/2014/main" id="{62C3B8C4-7DAD-456D-99EB-5E5F53EBE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1326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AutoShape 96">
              <a:extLst>
                <a:ext uri="{FF2B5EF4-FFF2-40B4-BE49-F238E27FC236}">
                  <a16:creationId xmlns:a16="http://schemas.microsoft.com/office/drawing/2014/main" id="{2799CC2E-B8F4-482C-AD80-934419C48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1543"/>
              <a:ext cx="98" cy="1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97">
              <a:extLst>
                <a:ext uri="{FF2B5EF4-FFF2-40B4-BE49-F238E27FC236}">
                  <a16:creationId xmlns:a16="http://schemas.microsoft.com/office/drawing/2014/main" id="{35BD6679-C87D-4212-BE51-B2B50FDC9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348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AutoShape 98">
              <a:extLst>
                <a:ext uri="{FF2B5EF4-FFF2-40B4-BE49-F238E27FC236}">
                  <a16:creationId xmlns:a16="http://schemas.microsoft.com/office/drawing/2014/main" id="{861B16D0-48A4-4D14-940E-686682C63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1543"/>
              <a:ext cx="98" cy="1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Text Box 99">
              <a:extLst>
                <a:ext uri="{FF2B5EF4-FFF2-40B4-BE49-F238E27FC236}">
                  <a16:creationId xmlns:a16="http://schemas.microsoft.com/office/drawing/2014/main" id="{EAC1797E-28FE-4166-8C2C-BB8EF213A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1337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dirty="0">
                  <a:solidFill>
                    <a:srgbClr val="000000"/>
                  </a:solidFill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0" lang="zh-CN" altLang="en-US" sz="2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AutoShape 100">
              <a:extLst>
                <a:ext uri="{FF2B5EF4-FFF2-40B4-BE49-F238E27FC236}">
                  <a16:creationId xmlns:a16="http://schemas.microsoft.com/office/drawing/2014/main" id="{EA86556F-8C29-4F4D-A530-B1984DB0C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1532"/>
              <a:ext cx="98" cy="12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101">
              <a:extLst>
                <a:ext uri="{FF2B5EF4-FFF2-40B4-BE49-F238E27FC236}">
                  <a16:creationId xmlns:a16="http://schemas.microsoft.com/office/drawing/2014/main" id="{08F916FF-1FA5-4C09-99BA-B5C1E9356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1" y="1337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dirty="0">
                  <a:solidFill>
                    <a:srgbClr val="000000"/>
                  </a:solidFill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0" lang="zh-CN" altLang="en-US" sz="2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913120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23" grpId="0" autoUpdateAnimBg="0"/>
      <p:bldP spid="24" grpId="0" autoUpdateAnimBg="0"/>
      <p:bldP spid="2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2D0D1-BDDA-49CC-8A42-40839885FB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z="2000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4B6FB5-A885-4FC5-9CC3-33B456952D32}"/>
              </a:ext>
            </a:extLst>
          </p:cNvPr>
          <p:cNvSpPr txBox="1">
            <a:spLocks noChangeArrowheads="1"/>
          </p:cNvSpPr>
          <p:nvPr/>
        </p:nvSpPr>
        <p:spPr>
          <a:xfrm>
            <a:off x="238125" y="111125"/>
            <a:ext cx="6149973" cy="5683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838200" indent="-838200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二、具有锁定(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功能的4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A22E075C-8A93-4DDA-B2D5-DFD3C6C41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1497013"/>
            <a:ext cx="178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功能表：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2EB831F-99F9-487C-A29B-6A4E1587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140493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异步置零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52C05AA-E89B-4916-BB57-C8D129CB2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8" y="1395413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        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C581156-3E55-4485-B48E-AB68DBE84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1449388"/>
            <a:ext cx="665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706A9318-5FF9-42F7-B021-1DBC55AC3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1984375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    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E9CE299C-BCE8-4B57-9C7E-6C691C1CA3C8}"/>
              </a:ext>
            </a:extLst>
          </p:cNvPr>
          <p:cNvGrpSpPr>
            <a:grpSpLocks/>
          </p:cNvGrpSpPr>
          <p:nvPr/>
        </p:nvGrpSpPr>
        <p:grpSpPr bwMode="auto">
          <a:xfrm>
            <a:off x="2097088" y="892175"/>
            <a:ext cx="5289550" cy="2070100"/>
            <a:chOff x="712" y="1219"/>
            <a:chExt cx="3332" cy="1304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E36553C3-4EE8-4A0D-9F9E-DBFE881EA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197"/>
              <a:ext cx="1111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222E009D-AA11-48C5-9D3D-0150DA09E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2197"/>
              <a:ext cx="798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BF633B40-A773-4CDD-A7D8-B21B4F555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2197"/>
              <a:ext cx="1423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F0BD7A0D-BC12-442C-8915-C5D7BC3A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1871"/>
              <a:ext cx="1111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0F5D120E-480F-41F1-9EBE-9FD61E3EB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871"/>
              <a:ext cx="798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49D0ECD5-52BC-43A0-885E-BA5D3F21B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1871"/>
              <a:ext cx="1423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6A4ACCE9-A450-46D7-AFFC-933615DBB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1545"/>
              <a:ext cx="1111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9CA81144-1716-4CA4-8C82-371556585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545"/>
              <a:ext cx="798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EFA5B116-B92C-4D07-AE86-9B6E1DB5A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1545"/>
              <a:ext cx="1423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41C10241-65F7-4CF6-ABEB-2EAFF2B2E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1219"/>
              <a:ext cx="1111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    能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B00E66F8-76E3-415B-A0FB-8DD137022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219"/>
              <a:ext cx="798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n+1</a:t>
              </a: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DF2171FE-CA90-44F6-B47F-A2341FAE6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1219"/>
              <a:ext cx="1423" cy="326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E  CK  D</a:t>
              </a: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C9F79C50-037A-429D-9FDF-AD0BDD4D7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545"/>
              <a:ext cx="33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4A315CA-9390-4395-956D-4195F1CED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871"/>
              <a:ext cx="33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59F19765-E11B-4CAB-A5B1-A192A4C99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197"/>
              <a:ext cx="33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58DD183-703D-4000-81F1-8CF46B4E6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219"/>
              <a:ext cx="0" cy="1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AB3F8992-F573-460A-BCD0-0EC987D22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3" y="1219"/>
              <a:ext cx="0" cy="1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B4F70EA8-26B9-4DCD-A936-23262E0BF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219"/>
              <a:ext cx="3332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13CBD34C-691A-4A17-B11B-B6C5D7E61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1219"/>
              <a:ext cx="0" cy="1304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0939D074-1D85-486D-B98E-E69D49142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4" y="1219"/>
              <a:ext cx="0" cy="1304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94D4B990-83EA-460D-8F1D-F74011DA6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523"/>
              <a:ext cx="3332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F71A27D0-CD4B-4428-A078-A74D264DE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1276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D0CC62D4-C342-444C-81AF-68007602C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" y="1276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 Box 32">
            <a:extLst>
              <a:ext uri="{FF2B5EF4-FFF2-40B4-BE49-F238E27FC236}">
                <a16:creationId xmlns:a16="http://schemas.microsoft.com/office/drawing/2014/main" id="{2AA48A7C-D35C-42A1-AB14-63E72FBD8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1985963"/>
            <a:ext cx="665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4E6E6358-AD5C-40A1-A407-DE160030B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513" y="1951038"/>
            <a:ext cx="134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寄    存</a:t>
            </a:r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C269C9D2-315F-4A02-963A-89E49B93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063" y="2468563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    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5F3AB975-F963-4590-BEDF-6093C9B6E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2487613"/>
            <a:ext cx="665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5CA0EF6E-E1B8-41F7-B13A-047FB7536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075" y="2470150"/>
            <a:ext cx="14144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锁    定</a:t>
            </a:r>
          </a:p>
        </p:txBody>
      </p:sp>
      <p:grpSp>
        <p:nvGrpSpPr>
          <p:cNvPr id="40" name="Group 37">
            <a:extLst>
              <a:ext uri="{FF2B5EF4-FFF2-40B4-BE49-F238E27FC236}">
                <a16:creationId xmlns:a16="http://schemas.microsoft.com/office/drawing/2014/main" id="{2CBB4546-4072-41D2-93EE-FEC96DA282A5}"/>
              </a:ext>
            </a:extLst>
          </p:cNvPr>
          <p:cNvGrpSpPr>
            <a:grpSpLocks/>
          </p:cNvGrpSpPr>
          <p:nvPr/>
        </p:nvGrpSpPr>
        <p:grpSpPr bwMode="auto">
          <a:xfrm>
            <a:off x="506413" y="2970213"/>
            <a:ext cx="8410575" cy="3840163"/>
            <a:chOff x="319" y="1871"/>
            <a:chExt cx="5298" cy="2419"/>
          </a:xfrm>
        </p:grpSpPr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CE694E6E-FCC9-41D8-8D0A-8430F66AB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" y="2686"/>
              <a:ext cx="0" cy="5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37E5C05A-E590-4B2A-A9E8-DCBCC337A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268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2727BD80-EA8F-4394-8E3E-8445DDFD1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5" y="268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020AF428-E71A-4860-BBA5-2FB80E1B9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268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D8ABE2E0-E54A-4EDD-A616-26D34E38C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68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972FA60A-FA55-4277-B52F-4B7F566A8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2848"/>
              <a:ext cx="32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4BAC5929-1401-4316-AACF-F36E24D99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1" y="2491"/>
              <a:ext cx="1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37DEEA6A-222B-4DF7-AF0D-60317084E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1" y="2491"/>
              <a:ext cx="0" cy="6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97BB4E68-0162-4D60-B6B4-B04E65B5C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686"/>
              <a:ext cx="0" cy="5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D776E1CA-ECFB-490B-B79B-66B993646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2686"/>
              <a:ext cx="0" cy="5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DCB024C9-9A6D-4574-9E74-7AF2F4D32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" y="2686"/>
              <a:ext cx="0" cy="5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5AF1675A-7921-4936-A7CB-96878BD1B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2848"/>
              <a:ext cx="2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811B8812-3A08-46F2-8EF7-8600D64C3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3124"/>
              <a:ext cx="2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26FB7194-6B61-40EF-8C2D-EEAB4EB42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9" y="3130"/>
              <a:ext cx="39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16FFFAC5-B67C-4F25-B8CC-122926478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1" y="2665"/>
              <a:ext cx="37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2F9DD18D-BE89-457F-A3D0-BC43A1589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3948"/>
              <a:ext cx="32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1950D725-3352-4B3E-8C92-E11A563C0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" y="3962"/>
              <a:ext cx="32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E210B22B-819B-4675-8857-5B5D7AED6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0" y="3965"/>
              <a:ext cx="32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56">
              <a:extLst>
                <a:ext uri="{FF2B5EF4-FFF2-40B4-BE49-F238E27FC236}">
                  <a16:creationId xmlns:a16="http://schemas.microsoft.com/office/drawing/2014/main" id="{0268687F-8E3E-4FCB-85E3-BB40EFBB7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1" y="3999"/>
              <a:ext cx="32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A2B85B93-6AA2-428C-B21E-9145DB015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1936"/>
              <a:ext cx="33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B9E43378-1FB6-446D-93C0-DCF11BAD4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8" y="212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59">
              <a:extLst>
                <a:ext uri="{FF2B5EF4-FFF2-40B4-BE49-F238E27FC236}">
                  <a16:creationId xmlns:a16="http://schemas.microsoft.com/office/drawing/2014/main" id="{EBDB182B-5D04-4AA1-AF51-346764445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6" y="1973"/>
              <a:ext cx="33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6D7B76C2-0674-416E-8E28-2646486EA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5" y="212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61">
              <a:extLst>
                <a:ext uri="{FF2B5EF4-FFF2-40B4-BE49-F238E27FC236}">
                  <a16:creationId xmlns:a16="http://schemas.microsoft.com/office/drawing/2014/main" id="{03AA4307-A9F4-46DC-85A5-F0768D0F7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1973"/>
              <a:ext cx="33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8B32742D-3E3D-4DAC-8E38-2A963CAB3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2" y="2126"/>
              <a:ext cx="0" cy="1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Text Box 63">
              <a:extLst>
                <a:ext uri="{FF2B5EF4-FFF2-40B4-BE49-F238E27FC236}">
                  <a16:creationId xmlns:a16="http://schemas.microsoft.com/office/drawing/2014/main" id="{1EF2DC9D-2AE9-4B99-8D9E-C85A08156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973"/>
              <a:ext cx="331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5DC94CB1-2DA8-48FF-8256-963386401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2490"/>
              <a:ext cx="1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522E7763-3077-445B-8E16-2EA13F18C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2490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4909BEE4-F4C9-4930-BCA2-FDF77B8CD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490"/>
              <a:ext cx="1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607184A5-813F-4346-B9C2-14157A87B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490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64B044A1-80FB-4E86-920F-3E9F95E1C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" y="2490"/>
              <a:ext cx="1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5A5422F5-7647-427C-8D21-AA622BFCF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" y="2490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DFC25F50-D2B9-4D16-B55E-2DCB99248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" y="3481"/>
              <a:ext cx="0" cy="5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41B38402-8841-4826-B784-FE3DAEF40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5" y="3464"/>
              <a:ext cx="0" cy="5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9582E656-372D-4D3D-9317-70FC1061C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3475"/>
              <a:ext cx="0" cy="5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3726A0FD-3314-4888-801A-1B56BD97D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0" y="3497"/>
              <a:ext cx="0" cy="5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AF1C1DC4-90E3-408E-BB93-75074864B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1" y="2239"/>
              <a:ext cx="8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CA3699DE-94BE-4AE9-B100-6F55E832C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1" y="2227"/>
              <a:ext cx="0" cy="14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205CC82F-E948-42F7-888B-4ED5261D9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9" y="3631"/>
              <a:ext cx="12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AB9DAB6C-2085-45D7-83DD-99BD30A10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6" y="3492"/>
              <a:ext cx="0" cy="1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CC594C69-EB55-4080-B49B-29F2C07DC1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" y="2239"/>
              <a:ext cx="8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A4A1B0E5-B9C3-4AEF-800E-3A49BBCE8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" y="2231"/>
              <a:ext cx="0" cy="14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39253867-1896-46B7-A340-281C07AA0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3635"/>
              <a:ext cx="1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225BE938-03B0-4EC8-ABF5-D98FD47FD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" y="3473"/>
              <a:ext cx="0" cy="1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1F5D4FDF-DF9F-41D9-9D43-B92C8EDEC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8" y="2239"/>
              <a:ext cx="8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C6C2E781-A25B-4691-8A95-B31141393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8" y="2239"/>
              <a:ext cx="0" cy="14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CA1D27C8-9882-44DC-B806-A4D0D65C4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3639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FCAA5450-1F79-43B9-9B58-435BCB927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9" y="3488"/>
              <a:ext cx="0" cy="1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DF9FC51F-A8BB-4377-801E-F0DA74350B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5" y="2250"/>
              <a:ext cx="8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6484B2C1-B91A-4827-B112-F732B35F6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5" y="2250"/>
              <a:ext cx="0" cy="14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BAF3B3A6-4F99-4D14-92A9-9837FDBE1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3653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3A193542-DD29-4906-9B41-DD44FFA73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6" y="3495"/>
              <a:ext cx="0" cy="1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3" name="Line 90">
              <a:extLst>
                <a:ext uri="{FF2B5EF4-FFF2-40B4-BE49-F238E27FC236}">
                  <a16:creationId xmlns:a16="http://schemas.microsoft.com/office/drawing/2014/main" id="{216C9859-E69C-4931-854A-2BBF56546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3707"/>
              <a:ext cx="2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4" name="Line 91">
              <a:extLst>
                <a:ext uri="{FF2B5EF4-FFF2-40B4-BE49-F238E27FC236}">
                  <a16:creationId xmlns:a16="http://schemas.microsoft.com/office/drawing/2014/main" id="{E00E7072-5F62-4ADC-B35C-84F3A004A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3707"/>
              <a:ext cx="0" cy="2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Line 92">
              <a:extLst>
                <a:ext uri="{FF2B5EF4-FFF2-40B4-BE49-F238E27FC236}">
                  <a16:creationId xmlns:a16="http://schemas.microsoft.com/office/drawing/2014/main" id="{02E695A0-C7FB-4954-8695-705B8B82E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2" y="3919"/>
              <a:ext cx="37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Line 93">
              <a:extLst>
                <a:ext uri="{FF2B5EF4-FFF2-40B4-BE49-F238E27FC236}">
                  <a16:creationId xmlns:a16="http://schemas.microsoft.com/office/drawing/2014/main" id="{93B36174-66C0-4175-8E0F-DAC39A518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2" y="3480"/>
              <a:ext cx="0" cy="4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Line 94">
              <a:extLst>
                <a:ext uri="{FF2B5EF4-FFF2-40B4-BE49-F238E27FC236}">
                  <a16:creationId xmlns:a16="http://schemas.microsoft.com/office/drawing/2014/main" id="{D3455FD7-0A5B-4A1A-ABE1-9C0D85F25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3479"/>
              <a:ext cx="0" cy="4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8" name="Line 95">
              <a:extLst>
                <a:ext uri="{FF2B5EF4-FFF2-40B4-BE49-F238E27FC236}">
                  <a16:creationId xmlns:a16="http://schemas.microsoft.com/office/drawing/2014/main" id="{C4576D5B-5987-4DA1-A9D4-5C361AA44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" y="3479"/>
              <a:ext cx="0" cy="4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Line 96">
              <a:extLst>
                <a:ext uri="{FF2B5EF4-FFF2-40B4-BE49-F238E27FC236}">
                  <a16:creationId xmlns:a16="http://schemas.microsoft.com/office/drawing/2014/main" id="{3B33E7F9-739F-496B-81A1-4EF951ADD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3" y="3490"/>
              <a:ext cx="0" cy="4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29DE7574-88EE-4060-9D1F-70B6571B38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" y="3708"/>
              <a:ext cx="386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Line 98">
              <a:extLst>
                <a:ext uri="{FF2B5EF4-FFF2-40B4-BE49-F238E27FC236}">
                  <a16:creationId xmlns:a16="http://schemas.microsoft.com/office/drawing/2014/main" id="{99027178-C766-46EF-AD4D-7CCE92094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" y="3479"/>
              <a:ext cx="0" cy="22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Line 99">
              <a:extLst>
                <a:ext uri="{FF2B5EF4-FFF2-40B4-BE49-F238E27FC236}">
                  <a16:creationId xmlns:a16="http://schemas.microsoft.com/office/drawing/2014/main" id="{84873C50-EF2E-4E71-90A7-746E38923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0" y="3486"/>
              <a:ext cx="0" cy="2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Line 100">
              <a:extLst>
                <a:ext uri="{FF2B5EF4-FFF2-40B4-BE49-F238E27FC236}">
                  <a16:creationId xmlns:a16="http://schemas.microsoft.com/office/drawing/2014/main" id="{4C5E9A8B-D5B5-4F93-B3D8-2E3F33C40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7" y="3485"/>
              <a:ext cx="0" cy="2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Line 101">
              <a:extLst>
                <a:ext uri="{FF2B5EF4-FFF2-40B4-BE49-F238E27FC236}">
                  <a16:creationId xmlns:a16="http://schemas.microsoft.com/office/drawing/2014/main" id="{A727ECBA-9985-4DA3-89B6-598C77D73A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3490"/>
              <a:ext cx="0" cy="2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5" name="Group 102">
              <a:extLst>
                <a:ext uri="{FF2B5EF4-FFF2-40B4-BE49-F238E27FC236}">
                  <a16:creationId xmlns:a16="http://schemas.microsoft.com/office/drawing/2014/main" id="{E342C075-424E-48CC-993C-2DAC4C69B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2134"/>
              <a:ext cx="748" cy="597"/>
              <a:chOff x="563" y="2134"/>
              <a:chExt cx="748" cy="597"/>
            </a:xfrm>
          </p:grpSpPr>
          <p:sp>
            <p:nvSpPr>
              <p:cNvPr id="215" name="Line 103">
                <a:extLst>
                  <a:ext uri="{FF2B5EF4-FFF2-40B4-BE49-F238E27FC236}">
                    <a16:creationId xmlns:a16="http://schemas.microsoft.com/office/drawing/2014/main" id="{DE40F4DE-9AF5-4B68-8869-C5A1B5CB7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2134"/>
                <a:ext cx="0" cy="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6" name="Rectangle 104">
                <a:extLst>
                  <a:ext uri="{FF2B5EF4-FFF2-40B4-BE49-F238E27FC236}">
                    <a16:creationId xmlns:a16="http://schemas.microsoft.com/office/drawing/2014/main" id="{B090FEBE-7D33-4474-B898-D4D366B96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" y="2300"/>
                <a:ext cx="678" cy="39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Text Box 105">
                <a:extLst>
                  <a:ext uri="{FF2B5EF4-FFF2-40B4-BE49-F238E27FC236}">
                    <a16:creationId xmlns:a16="http://schemas.microsoft.com/office/drawing/2014/main" id="{ADE3BA6A-48F0-49B9-AA8F-9C97CE5D8D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" y="2481"/>
                <a:ext cx="27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218" name="Text Box 106">
                <a:extLst>
                  <a:ext uri="{FF2B5EF4-FFF2-40B4-BE49-F238E27FC236}">
                    <a16:creationId xmlns:a16="http://schemas.microsoft.com/office/drawing/2014/main" id="{2C3C6EEE-A3C6-41BB-9F54-BC6EF49B92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" y="2393"/>
                <a:ext cx="36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grpSp>
            <p:nvGrpSpPr>
              <p:cNvPr id="219" name="Group 107">
                <a:extLst>
                  <a:ext uri="{FF2B5EF4-FFF2-40B4-BE49-F238E27FC236}">
                    <a16:creationId xmlns:a16="http://schemas.microsoft.com/office/drawing/2014/main" id="{248E055B-AA3D-420F-9EBE-8B0D287B21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3" y="2322"/>
                <a:ext cx="373" cy="250"/>
                <a:chOff x="474" y="1591"/>
                <a:chExt cx="373" cy="250"/>
              </a:xfrm>
            </p:grpSpPr>
            <p:sp>
              <p:nvSpPr>
                <p:cNvPr id="220" name="Text Box 108">
                  <a:extLst>
                    <a:ext uri="{FF2B5EF4-FFF2-40B4-BE49-F238E27FC236}">
                      <a16:creationId xmlns:a16="http://schemas.microsoft.com/office/drawing/2014/main" id="{98B26D81-9D54-4641-9E1F-55D759D6A5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" y="1591"/>
                  <a:ext cx="373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21" name="Line 109">
                  <a:extLst>
                    <a:ext uri="{FF2B5EF4-FFF2-40B4-BE49-F238E27FC236}">
                      <a16:creationId xmlns:a16="http://schemas.microsoft.com/office/drawing/2014/main" id="{A39D0DF8-DBE0-4913-886C-463F791B67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626"/>
                  <a:ext cx="1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06" name="Group 110">
              <a:extLst>
                <a:ext uri="{FF2B5EF4-FFF2-40B4-BE49-F238E27FC236}">
                  <a16:creationId xmlns:a16="http://schemas.microsoft.com/office/drawing/2014/main" id="{9454AE50-B065-48D9-9C7F-9E396EEB2E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9" y="2988"/>
              <a:ext cx="448" cy="288"/>
              <a:chOff x="4923" y="1750"/>
              <a:chExt cx="448" cy="288"/>
            </a:xfrm>
          </p:grpSpPr>
          <p:sp>
            <p:nvSpPr>
              <p:cNvPr id="213" name="Text Box 111">
                <a:extLst>
                  <a:ext uri="{FF2B5EF4-FFF2-40B4-BE49-F238E27FC236}">
                    <a16:creationId xmlns:a16="http://schemas.microsoft.com/office/drawing/2014/main" id="{D4A6F2D5-BEBB-46A4-AAD7-6575CC9E65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3" y="1750"/>
                <a:ext cx="44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4" name="Line 112">
                <a:extLst>
                  <a:ext uri="{FF2B5EF4-FFF2-40B4-BE49-F238E27FC236}">
                    <a16:creationId xmlns:a16="http://schemas.microsoft.com/office/drawing/2014/main" id="{C26B64D1-8EB7-4125-B00B-6336ADA8F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9" y="1807"/>
                <a:ext cx="13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7" name="Group 113">
              <a:extLst>
                <a:ext uri="{FF2B5EF4-FFF2-40B4-BE49-F238E27FC236}">
                  <a16:creationId xmlns:a16="http://schemas.microsoft.com/office/drawing/2014/main" id="{8CACF822-5A4C-4125-8F73-B4512843C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2730"/>
              <a:ext cx="437" cy="214"/>
              <a:chOff x="4921" y="1446"/>
              <a:chExt cx="437" cy="214"/>
            </a:xfrm>
          </p:grpSpPr>
          <p:grpSp>
            <p:nvGrpSpPr>
              <p:cNvPr id="206" name="Group 114">
                <a:extLst>
                  <a:ext uri="{FF2B5EF4-FFF2-40B4-BE49-F238E27FC236}">
                    <a16:creationId xmlns:a16="http://schemas.microsoft.com/office/drawing/2014/main" id="{70ACD1C0-F64A-4533-B550-4497BFE867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1" y="1446"/>
                <a:ext cx="184" cy="214"/>
                <a:chOff x="4921" y="1446"/>
                <a:chExt cx="184" cy="214"/>
              </a:xfrm>
            </p:grpSpPr>
            <p:sp>
              <p:nvSpPr>
                <p:cNvPr id="211" name="Rectangle 115">
                  <a:extLst>
                    <a:ext uri="{FF2B5EF4-FFF2-40B4-BE49-F238E27FC236}">
                      <a16:creationId xmlns:a16="http://schemas.microsoft.com/office/drawing/2014/main" id="{AA7241BD-6179-4E86-A956-F0FF7288C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2" y="1446"/>
                  <a:ext cx="113" cy="21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Oval 116">
                  <a:extLst>
                    <a:ext uri="{FF2B5EF4-FFF2-40B4-BE49-F238E27FC236}">
                      <a16:creationId xmlns:a16="http://schemas.microsoft.com/office/drawing/2014/main" id="{E3C969A0-52BB-4094-AFA5-ADC9A80C4B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21" y="152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7" name="Group 117">
                <a:extLst>
                  <a:ext uri="{FF2B5EF4-FFF2-40B4-BE49-F238E27FC236}">
                    <a16:creationId xmlns:a16="http://schemas.microsoft.com/office/drawing/2014/main" id="{9DC30A3F-5C0A-43C5-85E2-159A60D41E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74" y="1446"/>
                <a:ext cx="184" cy="214"/>
                <a:chOff x="4921" y="1446"/>
                <a:chExt cx="184" cy="214"/>
              </a:xfrm>
            </p:grpSpPr>
            <p:sp>
              <p:nvSpPr>
                <p:cNvPr id="209" name="Rectangle 118">
                  <a:extLst>
                    <a:ext uri="{FF2B5EF4-FFF2-40B4-BE49-F238E27FC236}">
                      <a16:creationId xmlns:a16="http://schemas.microsoft.com/office/drawing/2014/main" id="{E667E9D5-9C76-42C3-B583-9801D8924C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2" y="1446"/>
                  <a:ext cx="113" cy="21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0" name="Oval 119">
                  <a:extLst>
                    <a:ext uri="{FF2B5EF4-FFF2-40B4-BE49-F238E27FC236}">
                      <a16:creationId xmlns:a16="http://schemas.microsoft.com/office/drawing/2014/main" id="{94B64AF4-9B4C-4493-BC1D-F5389A2E4A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21" y="152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8" name="Line 120">
                <a:extLst>
                  <a:ext uri="{FF2B5EF4-FFF2-40B4-BE49-F238E27FC236}">
                    <a16:creationId xmlns:a16="http://schemas.microsoft.com/office/drawing/2014/main" id="{1D288951-8970-47E6-8EE8-4194697D7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05" y="1558"/>
                <a:ext cx="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8" name="Group 121">
              <a:extLst>
                <a:ext uri="{FF2B5EF4-FFF2-40B4-BE49-F238E27FC236}">
                  <a16:creationId xmlns:a16="http://schemas.microsoft.com/office/drawing/2014/main" id="{5E3393AC-F634-41B5-87FB-5C7B8ACA18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3012"/>
              <a:ext cx="437" cy="214"/>
              <a:chOff x="4921" y="1446"/>
              <a:chExt cx="437" cy="214"/>
            </a:xfrm>
          </p:grpSpPr>
          <p:grpSp>
            <p:nvGrpSpPr>
              <p:cNvPr id="199" name="Group 122">
                <a:extLst>
                  <a:ext uri="{FF2B5EF4-FFF2-40B4-BE49-F238E27FC236}">
                    <a16:creationId xmlns:a16="http://schemas.microsoft.com/office/drawing/2014/main" id="{DE3CFC81-DF84-4DDE-A6FE-120F248148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1" y="1446"/>
                <a:ext cx="184" cy="214"/>
                <a:chOff x="4921" y="1446"/>
                <a:chExt cx="184" cy="214"/>
              </a:xfrm>
            </p:grpSpPr>
            <p:sp>
              <p:nvSpPr>
                <p:cNvPr id="204" name="Rectangle 123">
                  <a:extLst>
                    <a:ext uri="{FF2B5EF4-FFF2-40B4-BE49-F238E27FC236}">
                      <a16:creationId xmlns:a16="http://schemas.microsoft.com/office/drawing/2014/main" id="{2365E06A-567C-445B-9E8B-77AE7B7310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2" y="1446"/>
                  <a:ext cx="113" cy="21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5" name="Oval 124">
                  <a:extLst>
                    <a:ext uri="{FF2B5EF4-FFF2-40B4-BE49-F238E27FC236}">
                      <a16:creationId xmlns:a16="http://schemas.microsoft.com/office/drawing/2014/main" id="{3262EA70-3375-467E-95DA-78ECBD912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21" y="152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0" name="Group 125">
                <a:extLst>
                  <a:ext uri="{FF2B5EF4-FFF2-40B4-BE49-F238E27FC236}">
                    <a16:creationId xmlns:a16="http://schemas.microsoft.com/office/drawing/2014/main" id="{A09300F8-CBCB-4D40-B69D-E245E6FFC9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74" y="1446"/>
                <a:ext cx="184" cy="214"/>
                <a:chOff x="4921" y="1446"/>
                <a:chExt cx="184" cy="214"/>
              </a:xfrm>
            </p:grpSpPr>
            <p:sp>
              <p:nvSpPr>
                <p:cNvPr id="202" name="Rectangle 126">
                  <a:extLst>
                    <a:ext uri="{FF2B5EF4-FFF2-40B4-BE49-F238E27FC236}">
                      <a16:creationId xmlns:a16="http://schemas.microsoft.com/office/drawing/2014/main" id="{CD13A08B-95F3-4310-B3D8-ABC5B8598A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2" y="1446"/>
                  <a:ext cx="113" cy="21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Oval 127">
                  <a:extLst>
                    <a:ext uri="{FF2B5EF4-FFF2-40B4-BE49-F238E27FC236}">
                      <a16:creationId xmlns:a16="http://schemas.microsoft.com/office/drawing/2014/main" id="{5C6FB55F-79D7-4BFC-9344-3874762BBA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21" y="152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1" name="Line 128">
                <a:extLst>
                  <a:ext uri="{FF2B5EF4-FFF2-40B4-BE49-F238E27FC236}">
                    <a16:creationId xmlns:a16="http://schemas.microsoft.com/office/drawing/2014/main" id="{0B4B43A7-8ED8-4D91-9A31-A42EF7BE6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05" y="1558"/>
                <a:ext cx="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" name="Group 129">
              <a:extLst>
                <a:ext uri="{FF2B5EF4-FFF2-40B4-BE49-F238E27FC236}">
                  <a16:creationId xmlns:a16="http://schemas.microsoft.com/office/drawing/2014/main" id="{BEF34F84-228F-4625-AD89-F575DF637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9" y="3564"/>
              <a:ext cx="448" cy="288"/>
              <a:chOff x="4923" y="1750"/>
              <a:chExt cx="448" cy="288"/>
            </a:xfrm>
          </p:grpSpPr>
          <p:sp>
            <p:nvSpPr>
              <p:cNvPr id="197" name="Text Box 130">
                <a:extLst>
                  <a:ext uri="{FF2B5EF4-FFF2-40B4-BE49-F238E27FC236}">
                    <a16:creationId xmlns:a16="http://schemas.microsoft.com/office/drawing/2014/main" id="{1813D8F8-4D40-4675-B153-A5C29ACE91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3" y="1750"/>
                <a:ext cx="44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98" name="Line 131">
                <a:extLst>
                  <a:ext uri="{FF2B5EF4-FFF2-40B4-BE49-F238E27FC236}">
                    <a16:creationId xmlns:a16="http://schemas.microsoft.com/office/drawing/2014/main" id="{ED908364-7F5C-4BC2-886D-3862DFADF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9" y="1807"/>
                <a:ext cx="13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Group 132">
              <a:extLst>
                <a:ext uri="{FF2B5EF4-FFF2-40B4-BE49-F238E27FC236}">
                  <a16:creationId xmlns:a16="http://schemas.microsoft.com/office/drawing/2014/main" id="{B40D583D-1940-4A6E-83AD-6357CB9B0A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6" y="3611"/>
              <a:ext cx="184" cy="214"/>
              <a:chOff x="4921" y="1446"/>
              <a:chExt cx="184" cy="214"/>
            </a:xfrm>
          </p:grpSpPr>
          <p:sp>
            <p:nvSpPr>
              <p:cNvPr id="195" name="Rectangle 133">
                <a:extLst>
                  <a:ext uri="{FF2B5EF4-FFF2-40B4-BE49-F238E27FC236}">
                    <a16:creationId xmlns:a16="http://schemas.microsoft.com/office/drawing/2014/main" id="{4957A1DA-2C60-403F-9346-D399D92D1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1446"/>
                <a:ext cx="113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Oval 134">
                <a:extLst>
                  <a:ext uri="{FF2B5EF4-FFF2-40B4-BE49-F238E27FC236}">
                    <a16:creationId xmlns:a16="http://schemas.microsoft.com/office/drawing/2014/main" id="{8CE69F7B-6305-4539-AF2D-98799F311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525"/>
                <a:ext cx="56" cy="5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1" name="Group 135">
              <a:extLst>
                <a:ext uri="{FF2B5EF4-FFF2-40B4-BE49-F238E27FC236}">
                  <a16:creationId xmlns:a16="http://schemas.microsoft.com/office/drawing/2014/main" id="{684E81EB-07C0-40FC-86A0-FF9B711D6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" y="3611"/>
              <a:ext cx="184" cy="214"/>
              <a:chOff x="4921" y="1446"/>
              <a:chExt cx="184" cy="214"/>
            </a:xfrm>
          </p:grpSpPr>
          <p:sp>
            <p:nvSpPr>
              <p:cNvPr id="193" name="Rectangle 136">
                <a:extLst>
                  <a:ext uri="{FF2B5EF4-FFF2-40B4-BE49-F238E27FC236}">
                    <a16:creationId xmlns:a16="http://schemas.microsoft.com/office/drawing/2014/main" id="{BDFA4054-AC56-450B-A781-EAD0D8537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1446"/>
                <a:ext cx="113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" name="Oval 137">
                <a:extLst>
                  <a:ext uri="{FF2B5EF4-FFF2-40B4-BE49-F238E27FC236}">
                    <a16:creationId xmlns:a16="http://schemas.microsoft.com/office/drawing/2014/main" id="{B476548D-5F10-48A9-A622-0A98F9144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1525"/>
                <a:ext cx="56" cy="5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" name="Line 138">
              <a:extLst>
                <a:ext uri="{FF2B5EF4-FFF2-40B4-BE49-F238E27FC236}">
                  <a16:creationId xmlns:a16="http://schemas.microsoft.com/office/drawing/2014/main" id="{0B578E4B-F962-4ECF-B4BA-7910550DF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0" y="3723"/>
              <a:ext cx="7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Line 139">
              <a:extLst>
                <a:ext uri="{FF2B5EF4-FFF2-40B4-BE49-F238E27FC236}">
                  <a16:creationId xmlns:a16="http://schemas.microsoft.com/office/drawing/2014/main" id="{11E47861-9F33-409B-B279-0BCBC1DF8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1" y="3724"/>
              <a:ext cx="1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" name="Text Box 140">
              <a:extLst>
                <a:ext uri="{FF2B5EF4-FFF2-40B4-BE49-F238E27FC236}">
                  <a16:creationId xmlns:a16="http://schemas.microsoft.com/office/drawing/2014/main" id="{F16D4955-9D4F-4A4B-AFEB-95FB22A87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" y="1872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5" name="Text Box 141">
              <a:extLst>
                <a:ext uri="{FF2B5EF4-FFF2-40B4-BE49-F238E27FC236}">
                  <a16:creationId xmlns:a16="http://schemas.microsoft.com/office/drawing/2014/main" id="{FA5B8163-F33B-4E84-9971-2C83FF1A4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872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6" name="Text Box 142">
              <a:extLst>
                <a:ext uri="{FF2B5EF4-FFF2-40B4-BE49-F238E27FC236}">
                  <a16:creationId xmlns:a16="http://schemas.microsoft.com/office/drawing/2014/main" id="{3CD1483C-369C-4B53-B97C-F758DCA15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6" y="1871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7" name="Text Box 143">
              <a:extLst>
                <a:ext uri="{FF2B5EF4-FFF2-40B4-BE49-F238E27FC236}">
                  <a16:creationId xmlns:a16="http://schemas.microsoft.com/office/drawing/2014/main" id="{E3F6DA77-8EB0-48D9-BFA5-C9A13299A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3" y="1882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8" name="Text Box 144">
              <a:extLst>
                <a:ext uri="{FF2B5EF4-FFF2-40B4-BE49-F238E27FC236}">
                  <a16:creationId xmlns:a16="http://schemas.microsoft.com/office/drawing/2014/main" id="{9AAD6026-5905-4537-82E0-FD4A6941B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9" y="2470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9" name="Text Box 145">
              <a:extLst>
                <a:ext uri="{FF2B5EF4-FFF2-40B4-BE49-F238E27FC236}">
                  <a16:creationId xmlns:a16="http://schemas.microsoft.com/office/drawing/2014/main" id="{F1A8F48B-0EBF-460E-971B-762C3F42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5" y="2470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0" name="Text Box 146">
              <a:extLst>
                <a:ext uri="{FF2B5EF4-FFF2-40B4-BE49-F238E27FC236}">
                  <a16:creationId xmlns:a16="http://schemas.microsoft.com/office/drawing/2014/main" id="{234682F3-DC7C-4B44-8431-27C977866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" y="2471"/>
              <a:ext cx="362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1" name="Text Box 147">
              <a:extLst>
                <a:ext uri="{FF2B5EF4-FFF2-40B4-BE49-F238E27FC236}">
                  <a16:creationId xmlns:a16="http://schemas.microsoft.com/office/drawing/2014/main" id="{2E55F99E-9704-4D40-87C7-4060B0223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6" y="2742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2" name="Text Box 148">
              <a:extLst>
                <a:ext uri="{FF2B5EF4-FFF2-40B4-BE49-F238E27FC236}">
                  <a16:creationId xmlns:a16="http://schemas.microsoft.com/office/drawing/2014/main" id="{CF78345E-ED80-4254-A82E-02880E028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3" y="2753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3" name="Text Box 149">
              <a:extLst>
                <a:ext uri="{FF2B5EF4-FFF2-40B4-BE49-F238E27FC236}">
                  <a16:creationId xmlns:a16="http://schemas.microsoft.com/office/drawing/2014/main" id="{37EC926A-3E37-49CF-844E-08B15DD86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2743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4" name="Text Box 150">
              <a:extLst>
                <a:ext uri="{FF2B5EF4-FFF2-40B4-BE49-F238E27FC236}">
                  <a16:creationId xmlns:a16="http://schemas.microsoft.com/office/drawing/2014/main" id="{CD108691-37A7-411C-840F-523685582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9" y="3331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5" name="Text Box 151">
              <a:extLst>
                <a:ext uri="{FF2B5EF4-FFF2-40B4-BE49-F238E27FC236}">
                  <a16:creationId xmlns:a16="http://schemas.microsoft.com/office/drawing/2014/main" id="{3E29B5C5-47FE-4BFC-9CEB-F4D648249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3332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6" name="Text Box 152">
              <a:extLst>
                <a:ext uri="{FF2B5EF4-FFF2-40B4-BE49-F238E27FC236}">
                  <a16:creationId xmlns:a16="http://schemas.microsoft.com/office/drawing/2014/main" id="{F3B749DD-3D58-4433-B69C-C929E8B9C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3332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7" name="Text Box 153">
              <a:extLst>
                <a:ext uri="{FF2B5EF4-FFF2-40B4-BE49-F238E27FC236}">
                  <a16:creationId xmlns:a16="http://schemas.microsoft.com/office/drawing/2014/main" id="{F85A1684-F139-448A-A4CF-5FE252782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3354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8" name="Text Box 154">
              <a:extLst>
                <a:ext uri="{FF2B5EF4-FFF2-40B4-BE49-F238E27FC236}">
                  <a16:creationId xmlns:a16="http://schemas.microsoft.com/office/drawing/2014/main" id="{E3B1C7D7-A939-47B9-825A-2EB052B46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3" y="3536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9" name="Text Box 155">
              <a:extLst>
                <a:ext uri="{FF2B5EF4-FFF2-40B4-BE49-F238E27FC236}">
                  <a16:creationId xmlns:a16="http://schemas.microsoft.com/office/drawing/2014/main" id="{33A74EE6-50C7-4DB2-B49D-5A0191C69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1" y="3537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30" name="Text Box 156">
              <a:extLst>
                <a:ext uri="{FF2B5EF4-FFF2-40B4-BE49-F238E27FC236}">
                  <a16:creationId xmlns:a16="http://schemas.microsoft.com/office/drawing/2014/main" id="{75AECDA8-950A-4E08-A1FD-28D32FBFE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537"/>
              <a:ext cx="362" cy="52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131" name="Group 157">
              <a:extLst>
                <a:ext uri="{FF2B5EF4-FFF2-40B4-BE49-F238E27FC236}">
                  <a16:creationId xmlns:a16="http://schemas.microsoft.com/office/drawing/2014/main" id="{48A2C9FE-96B8-4C77-8239-3D754A3F36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" y="3203"/>
              <a:ext cx="669" cy="307"/>
              <a:chOff x="380" y="3203"/>
              <a:chExt cx="669" cy="307"/>
            </a:xfrm>
          </p:grpSpPr>
          <p:sp>
            <p:nvSpPr>
              <p:cNvPr id="187" name="Rectangle 158">
                <a:extLst>
                  <a:ext uri="{FF2B5EF4-FFF2-40B4-BE49-F238E27FC236}">
                    <a16:creationId xmlns:a16="http://schemas.microsoft.com/office/drawing/2014/main" id="{37D1D7D5-EACB-40CB-AFB3-950D2B899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" y="3261"/>
                <a:ext cx="632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8" name="Line 159">
                <a:extLst>
                  <a:ext uri="{FF2B5EF4-FFF2-40B4-BE49-F238E27FC236}">
                    <a16:creationId xmlns:a16="http://schemas.microsoft.com/office/drawing/2014/main" id="{42A57CDD-32D8-405D-A56D-7874C7C9B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" y="3373"/>
                <a:ext cx="6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Line 160">
                <a:extLst>
                  <a:ext uri="{FF2B5EF4-FFF2-40B4-BE49-F238E27FC236}">
                    <a16:creationId xmlns:a16="http://schemas.microsoft.com/office/drawing/2014/main" id="{BBEE4012-107F-49C8-8171-8BAAC9995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3373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Text Box 161">
                <a:extLst>
                  <a:ext uri="{FF2B5EF4-FFF2-40B4-BE49-F238E27FC236}">
                    <a16:creationId xmlns:a16="http://schemas.microsoft.com/office/drawing/2014/main" id="{E4F9F72D-6425-434C-8D29-FBF21C51D7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3203"/>
                <a:ext cx="406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sp>
            <p:nvSpPr>
              <p:cNvPr id="191" name="Line 162">
                <a:extLst>
                  <a:ext uri="{FF2B5EF4-FFF2-40B4-BE49-F238E27FC236}">
                    <a16:creationId xmlns:a16="http://schemas.microsoft.com/office/drawing/2014/main" id="{86A98EC5-E5AF-46B2-B560-4BE010C7A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3325"/>
                <a:ext cx="33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Text Box 163">
                <a:extLst>
                  <a:ext uri="{FF2B5EF4-FFF2-40B4-BE49-F238E27FC236}">
                    <a16:creationId xmlns:a16="http://schemas.microsoft.com/office/drawing/2014/main" id="{F3745031-F099-40D8-B58B-9FE8D46120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3337"/>
                <a:ext cx="283" cy="17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</p:grpSp>
        <p:grpSp>
          <p:nvGrpSpPr>
            <p:cNvPr id="132" name="Group 164">
              <a:extLst>
                <a:ext uri="{FF2B5EF4-FFF2-40B4-BE49-F238E27FC236}">
                  <a16:creationId xmlns:a16="http://schemas.microsoft.com/office/drawing/2014/main" id="{8C9C0BC9-FE45-40BF-B4C6-20E185D7C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3203"/>
              <a:ext cx="669" cy="307"/>
              <a:chOff x="380" y="3203"/>
              <a:chExt cx="669" cy="307"/>
            </a:xfrm>
          </p:grpSpPr>
          <p:sp>
            <p:nvSpPr>
              <p:cNvPr id="181" name="Rectangle 165">
                <a:extLst>
                  <a:ext uri="{FF2B5EF4-FFF2-40B4-BE49-F238E27FC236}">
                    <a16:creationId xmlns:a16="http://schemas.microsoft.com/office/drawing/2014/main" id="{83A4D01F-69E2-4F87-A251-80A73924B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" y="3261"/>
                <a:ext cx="632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2" name="Line 166">
                <a:extLst>
                  <a:ext uri="{FF2B5EF4-FFF2-40B4-BE49-F238E27FC236}">
                    <a16:creationId xmlns:a16="http://schemas.microsoft.com/office/drawing/2014/main" id="{7E426DB0-96E0-46BB-8DB9-5692A2C4F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" y="3373"/>
                <a:ext cx="6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3" name="Line 167">
                <a:extLst>
                  <a:ext uri="{FF2B5EF4-FFF2-40B4-BE49-F238E27FC236}">
                    <a16:creationId xmlns:a16="http://schemas.microsoft.com/office/drawing/2014/main" id="{96ABBD50-32A5-4CA8-B5D0-08D7CC66A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3373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" name="Text Box 168">
                <a:extLst>
                  <a:ext uri="{FF2B5EF4-FFF2-40B4-BE49-F238E27FC236}">
                    <a16:creationId xmlns:a16="http://schemas.microsoft.com/office/drawing/2014/main" id="{1B224B66-97DD-467D-8C5D-8149502C0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3203"/>
                <a:ext cx="406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sp>
            <p:nvSpPr>
              <p:cNvPr id="185" name="Line 169">
                <a:extLst>
                  <a:ext uri="{FF2B5EF4-FFF2-40B4-BE49-F238E27FC236}">
                    <a16:creationId xmlns:a16="http://schemas.microsoft.com/office/drawing/2014/main" id="{E857BE23-2E24-4628-840C-9B60F3C33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3325"/>
                <a:ext cx="33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Text Box 170">
                <a:extLst>
                  <a:ext uri="{FF2B5EF4-FFF2-40B4-BE49-F238E27FC236}">
                    <a16:creationId xmlns:a16="http://schemas.microsoft.com/office/drawing/2014/main" id="{D0E4FB96-5FEB-4B19-BA69-E526F29F7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3337"/>
                <a:ext cx="283" cy="17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</p:grpSp>
        <p:grpSp>
          <p:nvGrpSpPr>
            <p:cNvPr id="133" name="Group 171">
              <a:extLst>
                <a:ext uri="{FF2B5EF4-FFF2-40B4-BE49-F238E27FC236}">
                  <a16:creationId xmlns:a16="http://schemas.microsoft.com/office/drawing/2014/main" id="{F92B20CB-E4FC-4B2A-BEB7-7A5EF92538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2" y="3214"/>
              <a:ext cx="669" cy="307"/>
              <a:chOff x="380" y="3203"/>
              <a:chExt cx="669" cy="307"/>
            </a:xfrm>
          </p:grpSpPr>
          <p:sp>
            <p:nvSpPr>
              <p:cNvPr id="175" name="Rectangle 172">
                <a:extLst>
                  <a:ext uri="{FF2B5EF4-FFF2-40B4-BE49-F238E27FC236}">
                    <a16:creationId xmlns:a16="http://schemas.microsoft.com/office/drawing/2014/main" id="{9A051F47-89A7-41F1-8205-21A1D9CBC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" y="3261"/>
                <a:ext cx="632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" name="Line 173">
                <a:extLst>
                  <a:ext uri="{FF2B5EF4-FFF2-40B4-BE49-F238E27FC236}">
                    <a16:creationId xmlns:a16="http://schemas.microsoft.com/office/drawing/2014/main" id="{333D0837-48C1-4B3A-950D-AF0BD1280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" y="3373"/>
                <a:ext cx="6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Line 174">
                <a:extLst>
                  <a:ext uri="{FF2B5EF4-FFF2-40B4-BE49-F238E27FC236}">
                    <a16:creationId xmlns:a16="http://schemas.microsoft.com/office/drawing/2014/main" id="{6DCCCA33-AE56-4319-9BED-585B98955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3373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Text Box 175">
                <a:extLst>
                  <a:ext uri="{FF2B5EF4-FFF2-40B4-BE49-F238E27FC236}">
                    <a16:creationId xmlns:a16="http://schemas.microsoft.com/office/drawing/2014/main" id="{8F27CFFC-6D7A-4F8E-B341-E377ED0A5E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3203"/>
                <a:ext cx="406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sp>
            <p:nvSpPr>
              <p:cNvPr id="179" name="Line 176">
                <a:extLst>
                  <a:ext uri="{FF2B5EF4-FFF2-40B4-BE49-F238E27FC236}">
                    <a16:creationId xmlns:a16="http://schemas.microsoft.com/office/drawing/2014/main" id="{5E4B32A6-08C0-423D-A88B-042C263AF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3325"/>
                <a:ext cx="33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0" name="Text Box 177">
                <a:extLst>
                  <a:ext uri="{FF2B5EF4-FFF2-40B4-BE49-F238E27FC236}">
                    <a16:creationId xmlns:a16="http://schemas.microsoft.com/office/drawing/2014/main" id="{FDD187CC-15FA-4089-A3E9-0C61D7F21B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3337"/>
                <a:ext cx="283" cy="17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</p:grpSp>
        <p:grpSp>
          <p:nvGrpSpPr>
            <p:cNvPr id="134" name="Group 178">
              <a:extLst>
                <a:ext uri="{FF2B5EF4-FFF2-40B4-BE49-F238E27FC236}">
                  <a16:creationId xmlns:a16="http://schemas.microsoft.com/office/drawing/2014/main" id="{C17D27BB-B912-4BE8-9376-4CDA5A051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2" y="3214"/>
              <a:ext cx="669" cy="307"/>
              <a:chOff x="380" y="3203"/>
              <a:chExt cx="669" cy="307"/>
            </a:xfrm>
          </p:grpSpPr>
          <p:sp>
            <p:nvSpPr>
              <p:cNvPr id="169" name="Rectangle 179">
                <a:extLst>
                  <a:ext uri="{FF2B5EF4-FFF2-40B4-BE49-F238E27FC236}">
                    <a16:creationId xmlns:a16="http://schemas.microsoft.com/office/drawing/2014/main" id="{48C8BCA4-81EA-4BF9-9324-371B2C4A9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" y="3261"/>
                <a:ext cx="632" cy="2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Line 180">
                <a:extLst>
                  <a:ext uri="{FF2B5EF4-FFF2-40B4-BE49-F238E27FC236}">
                    <a16:creationId xmlns:a16="http://schemas.microsoft.com/office/drawing/2014/main" id="{8AAC164A-1B8D-44A1-9DE6-B6BBBB301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" y="3373"/>
                <a:ext cx="6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Line 181">
                <a:extLst>
                  <a:ext uri="{FF2B5EF4-FFF2-40B4-BE49-F238E27FC236}">
                    <a16:creationId xmlns:a16="http://schemas.microsoft.com/office/drawing/2014/main" id="{95A1B874-FF1F-42E6-8E61-F19CCE602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3373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Text Box 182">
                <a:extLst>
                  <a:ext uri="{FF2B5EF4-FFF2-40B4-BE49-F238E27FC236}">
                    <a16:creationId xmlns:a16="http://schemas.microsoft.com/office/drawing/2014/main" id="{19C1C790-03C8-408D-8763-EE2F987948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3203"/>
                <a:ext cx="406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sp>
            <p:nvSpPr>
              <p:cNvPr id="173" name="Line 183">
                <a:extLst>
                  <a:ext uri="{FF2B5EF4-FFF2-40B4-BE49-F238E27FC236}">
                    <a16:creationId xmlns:a16="http://schemas.microsoft.com/office/drawing/2014/main" id="{3107AEE2-B8B7-49E6-9129-8BDC2A450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3325"/>
                <a:ext cx="33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Text Box 184">
                <a:extLst>
                  <a:ext uri="{FF2B5EF4-FFF2-40B4-BE49-F238E27FC236}">
                    <a16:creationId xmlns:a16="http://schemas.microsoft.com/office/drawing/2014/main" id="{FE0B26DD-F6AB-41EA-9C2C-D5CBD5678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3337"/>
                <a:ext cx="283" cy="17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</p:grpSp>
        <p:sp>
          <p:nvSpPr>
            <p:cNvPr id="135" name="Text Box 185">
              <a:extLst>
                <a:ext uri="{FF2B5EF4-FFF2-40B4-BE49-F238E27FC236}">
                  <a16:creationId xmlns:a16="http://schemas.microsoft.com/office/drawing/2014/main" id="{1B487329-5BD7-4D18-A4E4-9E6ECA71B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2707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6" name="Text Box 186">
              <a:extLst>
                <a:ext uri="{FF2B5EF4-FFF2-40B4-BE49-F238E27FC236}">
                  <a16:creationId xmlns:a16="http://schemas.microsoft.com/office/drawing/2014/main" id="{6B52030F-881D-478E-B6E3-59ABB9127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6" y="2707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7" name="Text Box 187">
              <a:extLst>
                <a:ext uri="{FF2B5EF4-FFF2-40B4-BE49-F238E27FC236}">
                  <a16:creationId xmlns:a16="http://schemas.microsoft.com/office/drawing/2014/main" id="{6D7975E3-11A4-4626-A4C2-271631D1D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3000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8" name="Text Box 188">
              <a:extLst>
                <a:ext uri="{FF2B5EF4-FFF2-40B4-BE49-F238E27FC236}">
                  <a16:creationId xmlns:a16="http://schemas.microsoft.com/office/drawing/2014/main" id="{5C56A9F9-A92D-4333-9E23-0EC092AD3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2989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9" name="Text Box 189">
              <a:extLst>
                <a:ext uri="{FF2B5EF4-FFF2-40B4-BE49-F238E27FC236}">
                  <a16:creationId xmlns:a16="http://schemas.microsoft.com/office/drawing/2014/main" id="{B5C22B14-9CCE-49A8-93F9-D66DFAFF3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" y="3576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0" name="Text Box 190">
              <a:extLst>
                <a:ext uri="{FF2B5EF4-FFF2-40B4-BE49-F238E27FC236}">
                  <a16:creationId xmlns:a16="http://schemas.microsoft.com/office/drawing/2014/main" id="{09B56F0E-384B-4C1D-86F7-160D9F41D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3576"/>
              <a:ext cx="18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1" name="AutoShape 191">
              <a:extLst>
                <a:ext uri="{FF2B5EF4-FFF2-40B4-BE49-F238E27FC236}">
                  <a16:creationId xmlns:a16="http://schemas.microsoft.com/office/drawing/2014/main" id="{AF1E99E1-23AE-4D4A-858A-411DE582E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619"/>
              <a:ext cx="98" cy="6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" name="Group 192">
              <a:extLst>
                <a:ext uri="{FF2B5EF4-FFF2-40B4-BE49-F238E27FC236}">
                  <a16:creationId xmlns:a16="http://schemas.microsoft.com/office/drawing/2014/main" id="{8174610E-330D-4939-B2EB-5D53D4663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" y="2144"/>
              <a:ext cx="748" cy="597"/>
              <a:chOff x="563" y="2134"/>
              <a:chExt cx="748" cy="597"/>
            </a:xfrm>
          </p:grpSpPr>
          <p:sp>
            <p:nvSpPr>
              <p:cNvPr id="162" name="Line 193">
                <a:extLst>
                  <a:ext uri="{FF2B5EF4-FFF2-40B4-BE49-F238E27FC236}">
                    <a16:creationId xmlns:a16="http://schemas.microsoft.com/office/drawing/2014/main" id="{46C9219D-0D0D-40BE-BDAA-9B7AC6D43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2134"/>
                <a:ext cx="0" cy="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Rectangle 194">
                <a:extLst>
                  <a:ext uri="{FF2B5EF4-FFF2-40B4-BE49-F238E27FC236}">
                    <a16:creationId xmlns:a16="http://schemas.microsoft.com/office/drawing/2014/main" id="{FA4D5248-0755-4B12-A1CA-73567DA4C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" y="2300"/>
                <a:ext cx="678" cy="39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Text Box 195">
                <a:extLst>
                  <a:ext uri="{FF2B5EF4-FFF2-40B4-BE49-F238E27FC236}">
                    <a16:creationId xmlns:a16="http://schemas.microsoft.com/office/drawing/2014/main" id="{684F585B-B277-41C9-BF1B-91A94E0E5E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" y="2481"/>
                <a:ext cx="27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5" name="Text Box 196">
                <a:extLst>
                  <a:ext uri="{FF2B5EF4-FFF2-40B4-BE49-F238E27FC236}">
                    <a16:creationId xmlns:a16="http://schemas.microsoft.com/office/drawing/2014/main" id="{1332379B-09EA-4C6C-B75F-0CE09D4D9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" y="2393"/>
                <a:ext cx="36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grpSp>
            <p:nvGrpSpPr>
              <p:cNvPr id="166" name="Group 197">
                <a:extLst>
                  <a:ext uri="{FF2B5EF4-FFF2-40B4-BE49-F238E27FC236}">
                    <a16:creationId xmlns:a16="http://schemas.microsoft.com/office/drawing/2014/main" id="{1055E271-3E53-493F-A6D4-0C99FF1695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3" y="2322"/>
                <a:ext cx="373" cy="250"/>
                <a:chOff x="474" y="1591"/>
                <a:chExt cx="373" cy="250"/>
              </a:xfrm>
            </p:grpSpPr>
            <p:sp>
              <p:nvSpPr>
                <p:cNvPr id="167" name="Text Box 198">
                  <a:extLst>
                    <a:ext uri="{FF2B5EF4-FFF2-40B4-BE49-F238E27FC236}">
                      <a16:creationId xmlns:a16="http://schemas.microsoft.com/office/drawing/2014/main" id="{D7776EF5-CCD8-48B5-8E3D-9FA6B04CDB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" y="1591"/>
                  <a:ext cx="373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68" name="Line 199">
                  <a:extLst>
                    <a:ext uri="{FF2B5EF4-FFF2-40B4-BE49-F238E27FC236}">
                      <a16:creationId xmlns:a16="http://schemas.microsoft.com/office/drawing/2014/main" id="{AB949811-3AC5-4A59-B684-3F3182A07D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626"/>
                  <a:ext cx="1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3" name="AutoShape 200">
              <a:extLst>
                <a:ext uri="{FF2B5EF4-FFF2-40B4-BE49-F238E27FC236}">
                  <a16:creationId xmlns:a16="http://schemas.microsoft.com/office/drawing/2014/main" id="{1ED48875-0E80-4375-8EC4-3075FA57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630"/>
              <a:ext cx="98" cy="6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4" name="Group 201">
              <a:extLst>
                <a:ext uri="{FF2B5EF4-FFF2-40B4-BE49-F238E27FC236}">
                  <a16:creationId xmlns:a16="http://schemas.microsoft.com/office/drawing/2014/main" id="{56B84CF3-EBA1-406A-AB21-63BA1CF233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6" y="2134"/>
              <a:ext cx="748" cy="597"/>
              <a:chOff x="563" y="2134"/>
              <a:chExt cx="748" cy="597"/>
            </a:xfrm>
          </p:grpSpPr>
          <p:sp>
            <p:nvSpPr>
              <p:cNvPr id="155" name="Line 202">
                <a:extLst>
                  <a:ext uri="{FF2B5EF4-FFF2-40B4-BE49-F238E27FC236}">
                    <a16:creationId xmlns:a16="http://schemas.microsoft.com/office/drawing/2014/main" id="{42D5B9D0-7C08-4666-891E-12672CA01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2134"/>
                <a:ext cx="0" cy="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Rectangle 203">
                <a:extLst>
                  <a:ext uri="{FF2B5EF4-FFF2-40B4-BE49-F238E27FC236}">
                    <a16:creationId xmlns:a16="http://schemas.microsoft.com/office/drawing/2014/main" id="{763CB62A-0D2E-48F5-B7B9-63F99653E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" y="2300"/>
                <a:ext cx="678" cy="39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Text Box 204">
                <a:extLst>
                  <a:ext uri="{FF2B5EF4-FFF2-40B4-BE49-F238E27FC236}">
                    <a16:creationId xmlns:a16="http://schemas.microsoft.com/office/drawing/2014/main" id="{D0757F47-5F07-493E-9AA5-49C5A0260D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" y="2481"/>
                <a:ext cx="27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8" name="Text Box 205">
                <a:extLst>
                  <a:ext uri="{FF2B5EF4-FFF2-40B4-BE49-F238E27FC236}">
                    <a16:creationId xmlns:a16="http://schemas.microsoft.com/office/drawing/2014/main" id="{56B003CA-A3BA-4588-8EA2-E4562C97B2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" y="2393"/>
                <a:ext cx="36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grpSp>
            <p:nvGrpSpPr>
              <p:cNvPr id="159" name="Group 206">
                <a:extLst>
                  <a:ext uri="{FF2B5EF4-FFF2-40B4-BE49-F238E27FC236}">
                    <a16:creationId xmlns:a16="http://schemas.microsoft.com/office/drawing/2014/main" id="{4F2A9F2A-63FF-4B2C-A3CC-4E3008D5BC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3" y="2322"/>
                <a:ext cx="373" cy="250"/>
                <a:chOff x="474" y="1591"/>
                <a:chExt cx="373" cy="250"/>
              </a:xfrm>
            </p:grpSpPr>
            <p:sp>
              <p:nvSpPr>
                <p:cNvPr id="160" name="Text Box 207">
                  <a:extLst>
                    <a:ext uri="{FF2B5EF4-FFF2-40B4-BE49-F238E27FC236}">
                      <a16:creationId xmlns:a16="http://schemas.microsoft.com/office/drawing/2014/main" id="{B6F529BC-B24A-4249-9C46-9CC9FF2CD8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" y="1591"/>
                  <a:ext cx="373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61" name="Line 208">
                  <a:extLst>
                    <a:ext uri="{FF2B5EF4-FFF2-40B4-BE49-F238E27FC236}">
                      <a16:creationId xmlns:a16="http://schemas.microsoft.com/office/drawing/2014/main" id="{7DDE8863-FB30-4937-8BE6-E1463723C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626"/>
                  <a:ext cx="1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5" name="AutoShape 209">
              <a:extLst>
                <a:ext uri="{FF2B5EF4-FFF2-40B4-BE49-F238E27FC236}">
                  <a16:creationId xmlns:a16="http://schemas.microsoft.com/office/drawing/2014/main" id="{C76F9D35-505F-48EA-89C4-40616C1A3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619"/>
              <a:ext cx="98" cy="6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6" name="Group 210">
              <a:extLst>
                <a:ext uri="{FF2B5EF4-FFF2-40B4-BE49-F238E27FC236}">
                  <a16:creationId xmlns:a16="http://schemas.microsoft.com/office/drawing/2014/main" id="{1C57EDF0-7C64-47FF-A9DB-89C79A9C48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8" y="2134"/>
              <a:ext cx="748" cy="597"/>
              <a:chOff x="563" y="2134"/>
              <a:chExt cx="748" cy="597"/>
            </a:xfrm>
          </p:grpSpPr>
          <p:sp>
            <p:nvSpPr>
              <p:cNvPr id="148" name="Line 211">
                <a:extLst>
                  <a:ext uri="{FF2B5EF4-FFF2-40B4-BE49-F238E27FC236}">
                    <a16:creationId xmlns:a16="http://schemas.microsoft.com/office/drawing/2014/main" id="{5A6CC7FE-1E1A-4D92-A552-94D2064698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2134"/>
                <a:ext cx="0" cy="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Rectangle 212">
                <a:extLst>
                  <a:ext uri="{FF2B5EF4-FFF2-40B4-BE49-F238E27FC236}">
                    <a16:creationId xmlns:a16="http://schemas.microsoft.com/office/drawing/2014/main" id="{22C092AC-0E14-4629-A2A4-9932514F3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" y="2300"/>
                <a:ext cx="678" cy="39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Text Box 213">
                <a:extLst>
                  <a:ext uri="{FF2B5EF4-FFF2-40B4-BE49-F238E27FC236}">
                    <a16:creationId xmlns:a16="http://schemas.microsoft.com/office/drawing/2014/main" id="{B04F76BA-AF6D-423C-A099-3AFC64601B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" y="2481"/>
                <a:ext cx="27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1" name="Text Box 214">
                <a:extLst>
                  <a:ext uri="{FF2B5EF4-FFF2-40B4-BE49-F238E27FC236}">
                    <a16:creationId xmlns:a16="http://schemas.microsoft.com/office/drawing/2014/main" id="{D65F80F8-48BC-40B2-A83F-6C831DDF20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" y="2393"/>
                <a:ext cx="36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grpSp>
            <p:nvGrpSpPr>
              <p:cNvPr id="152" name="Group 215">
                <a:extLst>
                  <a:ext uri="{FF2B5EF4-FFF2-40B4-BE49-F238E27FC236}">
                    <a16:creationId xmlns:a16="http://schemas.microsoft.com/office/drawing/2014/main" id="{FC4F0602-F520-406A-9980-DA406896B2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3" y="2322"/>
                <a:ext cx="373" cy="250"/>
                <a:chOff x="474" y="1591"/>
                <a:chExt cx="373" cy="250"/>
              </a:xfrm>
            </p:grpSpPr>
            <p:sp>
              <p:nvSpPr>
                <p:cNvPr id="153" name="Text Box 216">
                  <a:extLst>
                    <a:ext uri="{FF2B5EF4-FFF2-40B4-BE49-F238E27FC236}">
                      <a16:creationId xmlns:a16="http://schemas.microsoft.com/office/drawing/2014/main" id="{6B134BFD-8138-4D65-823A-60ADDC6FFD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" y="1591"/>
                  <a:ext cx="373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54" name="Line 217">
                  <a:extLst>
                    <a:ext uri="{FF2B5EF4-FFF2-40B4-BE49-F238E27FC236}">
                      <a16:creationId xmlns:a16="http://schemas.microsoft.com/office/drawing/2014/main" id="{D1A4735F-5059-46DA-A622-95009FBD41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626"/>
                  <a:ext cx="11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7" name="AutoShape 218">
              <a:extLst>
                <a:ext uri="{FF2B5EF4-FFF2-40B4-BE49-F238E27FC236}">
                  <a16:creationId xmlns:a16="http://schemas.microsoft.com/office/drawing/2014/main" id="{7BA194FD-FC3C-45B2-822D-068E004CE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3" y="2619"/>
              <a:ext cx="98" cy="6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678778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54673E-4D0A-4B33-96C6-AE32CE97F7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20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</a:t>
            </a:fld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93E2DC-DEBE-4AA3-BED5-EC9A88F96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0313" y="168275"/>
            <a:ext cx="4343400" cy="693738"/>
          </a:xfrm>
          <a:noFill/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8.1.2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移位寄存器</a:t>
            </a:r>
            <a:r>
              <a:rPr lang="zh-CN" altLang="en-US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8EE5FE2-64CC-4CD1-91B6-99013EF10954}"/>
              </a:ext>
            </a:extLst>
          </p:cNvPr>
          <p:cNvGrpSpPr>
            <a:grpSpLocks/>
          </p:cNvGrpSpPr>
          <p:nvPr/>
        </p:nvGrpSpPr>
        <p:grpSpPr bwMode="auto">
          <a:xfrm>
            <a:off x="1466850" y="4419600"/>
            <a:ext cx="1168400" cy="2057400"/>
            <a:chOff x="912" y="2112"/>
            <a:chExt cx="736" cy="1296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2711BC88-F615-4B5D-A5B0-99C14C4D9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2112"/>
              <a:ext cx="736" cy="1002"/>
              <a:chOff x="912" y="2304"/>
              <a:chExt cx="736" cy="1145"/>
            </a:xfrm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D334812F-CA93-481A-801C-557C80FA6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304"/>
                <a:ext cx="709" cy="11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7588BCD4-4F69-4A42-935F-488E06D395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2887"/>
                <a:ext cx="73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寄存器</a:t>
                </a:r>
              </a:p>
            </p:txBody>
          </p:sp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CA09AA5E-450A-448F-8B76-D78B73788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2597"/>
                <a:ext cx="600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左移</a:t>
                </a:r>
              </a:p>
            </p:txBody>
          </p:sp>
        </p:grp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93176EE3-F838-4025-95B0-FA9CF1FE3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" y="312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8BD6A5CA-A059-4133-8438-0087434EB40F}"/>
              </a:ext>
            </a:extLst>
          </p:cNvPr>
          <p:cNvGrpSpPr>
            <a:grpSpLocks/>
          </p:cNvGrpSpPr>
          <p:nvPr/>
        </p:nvGrpSpPr>
        <p:grpSpPr bwMode="auto">
          <a:xfrm>
            <a:off x="4076700" y="4419600"/>
            <a:ext cx="1168400" cy="2047875"/>
            <a:chOff x="2546" y="2118"/>
            <a:chExt cx="736" cy="1290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C3ED47C1-1862-4E94-B07D-3E7289D13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6" y="2118"/>
              <a:ext cx="736" cy="1002"/>
              <a:chOff x="2514" y="2289"/>
              <a:chExt cx="736" cy="1145"/>
            </a:xfrm>
          </p:grpSpPr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DDC49829-099D-475E-B409-E58BB9F00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4" y="2289"/>
                <a:ext cx="709" cy="11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 Box 12">
                <a:extLst>
                  <a:ext uri="{FF2B5EF4-FFF2-40B4-BE49-F238E27FC236}">
                    <a16:creationId xmlns:a16="http://schemas.microsoft.com/office/drawing/2014/main" id="{FA4311AE-C4A3-40DB-A277-E102FABC9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4" y="2872"/>
                <a:ext cx="73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寄存器</a:t>
                </a: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C09A8DE5-C531-4E66-99AF-E1E373ED8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2" y="2582"/>
                <a:ext cx="600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右移</a:t>
                </a:r>
              </a:p>
            </p:txBody>
          </p:sp>
        </p:grp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60DC890C-68B3-445D-8E8F-62ED01C57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" y="312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543706B5-0E96-4032-9AF6-9A29B5F944B3}"/>
              </a:ext>
            </a:extLst>
          </p:cNvPr>
          <p:cNvGrpSpPr>
            <a:grpSpLocks/>
          </p:cNvGrpSpPr>
          <p:nvPr/>
        </p:nvGrpSpPr>
        <p:grpSpPr bwMode="auto">
          <a:xfrm>
            <a:off x="6642100" y="4419600"/>
            <a:ext cx="1168400" cy="2047875"/>
            <a:chOff x="4158" y="2118"/>
            <a:chExt cx="736" cy="1290"/>
          </a:xfrm>
        </p:grpSpPr>
        <p:grpSp>
          <p:nvGrpSpPr>
            <p:cNvPr id="19" name="Group 16">
              <a:extLst>
                <a:ext uri="{FF2B5EF4-FFF2-40B4-BE49-F238E27FC236}">
                  <a16:creationId xmlns:a16="http://schemas.microsoft.com/office/drawing/2014/main" id="{2550FC85-5AD5-42DC-A4D0-743C12D386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8" y="2118"/>
              <a:ext cx="736" cy="1002"/>
              <a:chOff x="4158" y="2295"/>
              <a:chExt cx="736" cy="1145"/>
            </a:xfrm>
          </p:grpSpPr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FB17A933-52E7-46FA-8D22-1D2A49A06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8" y="2295"/>
                <a:ext cx="709" cy="11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 Box 18">
                <a:extLst>
                  <a:ext uri="{FF2B5EF4-FFF2-40B4-BE49-F238E27FC236}">
                    <a16:creationId xmlns:a16="http://schemas.microsoft.com/office/drawing/2014/main" id="{2CCF90D4-1A53-4E3C-8E5E-5E7F97DF3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8" y="2959"/>
                <a:ext cx="73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寄存器</a:t>
                </a:r>
              </a:p>
            </p:txBody>
          </p:sp>
          <p:sp>
            <p:nvSpPr>
              <p:cNvPr id="23" name="Text Box 19">
                <a:extLst>
                  <a:ext uri="{FF2B5EF4-FFF2-40B4-BE49-F238E27FC236}">
                    <a16:creationId xmlns:a16="http://schemas.microsoft.com/office/drawing/2014/main" id="{84E29D4D-DD75-4389-84AF-5376E1F72C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6" y="2489"/>
                <a:ext cx="600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双向</a:t>
                </a:r>
              </a:p>
            </p:txBody>
          </p:sp>
          <p:sp>
            <p:nvSpPr>
              <p:cNvPr id="24" name="Text Box 20">
                <a:extLst>
                  <a:ext uri="{FF2B5EF4-FFF2-40B4-BE49-F238E27FC236}">
                    <a16:creationId xmlns:a16="http://schemas.microsoft.com/office/drawing/2014/main" id="{C0A658B9-B38F-43E6-9838-DC72753E03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5" y="2720"/>
                <a:ext cx="564" cy="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移位</a:t>
                </a:r>
              </a:p>
            </p:txBody>
          </p:sp>
        </p:grp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3BC2BC0C-556B-43C2-A77B-A6D1A0A7C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" y="312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25" name="AutoShape 22">
            <a:extLst>
              <a:ext uri="{FF2B5EF4-FFF2-40B4-BE49-F238E27FC236}">
                <a16:creationId xmlns:a16="http://schemas.microsoft.com/office/drawing/2014/main" id="{FA565D4D-36C1-4765-AEB8-9726BC1FF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229225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B92A24B7-EE51-45D5-AEC6-00F48CA9F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5229225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AutoShape 24">
            <a:extLst>
              <a:ext uri="{FF2B5EF4-FFF2-40B4-BE49-F238E27FC236}">
                <a16:creationId xmlns:a16="http://schemas.microsoft.com/office/drawing/2014/main" id="{74FFEB8B-F217-47A4-B07C-3FF9001A6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229225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AutoShape 25">
            <a:extLst>
              <a:ext uri="{FF2B5EF4-FFF2-40B4-BE49-F238E27FC236}">
                <a16:creationId xmlns:a16="http://schemas.microsoft.com/office/drawing/2014/main" id="{9B514703-C917-48CB-9CC5-2E6D7774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5229225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6630C987-4F41-476A-9C4B-0007E214D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229225"/>
            <a:ext cx="604838" cy="381000"/>
          </a:xfrm>
          <a:prstGeom prst="leftArrow">
            <a:avLst>
              <a:gd name="adj1" fmla="val 50000"/>
              <a:gd name="adj2" fmla="val 396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CA24D99F-C2EC-4BD3-A0B6-F2327FA5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157788"/>
            <a:ext cx="604837" cy="381000"/>
          </a:xfrm>
          <a:prstGeom prst="leftArrow">
            <a:avLst>
              <a:gd name="adj1" fmla="val 50000"/>
              <a:gd name="adj2" fmla="val 396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2A5BFD90-22C7-484A-BB93-1172E5E9A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1669068"/>
            <a:ext cx="743108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移位寄存器不仅具有存储功能，且还有移位功能。可实现串、并行数据转换，数值运算以及数据处理。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EF4E7C7B-AE7E-4395-8700-5F27BA157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565400"/>
            <a:ext cx="8229600" cy="101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所谓“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移位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”，就是将寄存器所存各位数据，在每个移位脉冲的作用下，向左或向右移动一位。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7AE68552-7F30-4CA7-8324-8C5F4A862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6975"/>
            <a:ext cx="2519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定义：</a:t>
            </a: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DD5A64C2-0647-46FE-8193-AB31B1B0E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16338"/>
            <a:ext cx="187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类型：</a:t>
            </a:r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12ED8929-0901-42FD-B9CB-C447A95FE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020" y="3743404"/>
            <a:ext cx="4141787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根据移位方向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，分成三种：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4341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1" grpId="0"/>
      <p:bldP spid="32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79969C-0A58-4427-A513-D05BF30AD9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6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E3DFC6-E877-4F93-9517-B8B7A6AA019F}"/>
              </a:ext>
            </a:extLst>
          </p:cNvPr>
          <p:cNvSpPr txBox="1">
            <a:spLocks noChangeArrowheads="1"/>
          </p:cNvSpPr>
          <p:nvPr/>
        </p:nvSpPr>
        <p:spPr>
          <a:xfrm>
            <a:off x="307975" y="128588"/>
            <a:ext cx="5370513" cy="460375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一、由触发器构成的移位寄存器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3A5BC7-9B02-47B7-9DF0-AF4E8D3655B9}"/>
              </a:ext>
            </a:extLst>
          </p:cNvPr>
          <p:cNvGrpSpPr>
            <a:grpSpLocks/>
          </p:cNvGrpSpPr>
          <p:nvPr/>
        </p:nvGrpSpPr>
        <p:grpSpPr bwMode="auto">
          <a:xfrm>
            <a:off x="752475" y="1098550"/>
            <a:ext cx="7532688" cy="2636838"/>
            <a:chOff x="474" y="692"/>
            <a:chExt cx="4745" cy="166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9DF0D0-CFBA-4A08-A221-FDA170BBF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7" y="1142"/>
              <a:ext cx="633" cy="819"/>
              <a:chOff x="1265" y="1557"/>
              <a:chExt cx="633" cy="819"/>
            </a:xfrm>
          </p:grpSpPr>
          <p:sp>
            <p:nvSpPr>
              <p:cNvPr id="59" name="Rectangle 5">
                <a:extLst>
                  <a:ext uri="{FF2B5EF4-FFF2-40B4-BE49-F238E27FC236}">
                    <a16:creationId xmlns:a16="http://schemas.microsoft.com/office/drawing/2014/main" id="{3D8E9354-0BC3-46F5-9C11-510FC3D3E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592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AutoShape 6">
                <a:extLst>
                  <a:ext uri="{FF2B5EF4-FFF2-40B4-BE49-F238E27FC236}">
                    <a16:creationId xmlns:a16="http://schemas.microsoft.com/office/drawing/2014/main" id="{A61CF885-E829-4A72-AE4E-6CE577167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276" y="1886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 Box 7">
                <a:extLst>
                  <a:ext uri="{FF2B5EF4-FFF2-40B4-BE49-F238E27FC236}">
                    <a16:creationId xmlns:a16="http://schemas.microsoft.com/office/drawing/2014/main" id="{C381F9F0-8E38-4C19-80EC-D2CC818A4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5" y="155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 Box 8">
                <a:extLst>
                  <a:ext uri="{FF2B5EF4-FFF2-40B4-BE49-F238E27FC236}">
                    <a16:creationId xmlns:a16="http://schemas.microsoft.com/office/drawing/2014/main" id="{7FB34D41-B189-4F14-98E6-C3730B9A87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5" y="155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Oval 9">
                <a:extLst>
                  <a:ext uri="{FF2B5EF4-FFF2-40B4-BE49-F238E27FC236}">
                    <a16:creationId xmlns:a16="http://schemas.microsoft.com/office/drawing/2014/main" id="{7901C612-394B-40E2-8B5C-2F18F27A0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229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6F7996C0-0D76-44D8-982B-5771E5618A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8" y="1142"/>
              <a:ext cx="633" cy="819"/>
              <a:chOff x="1265" y="1557"/>
              <a:chExt cx="633" cy="819"/>
            </a:xfrm>
          </p:grpSpPr>
          <p:sp>
            <p:nvSpPr>
              <p:cNvPr id="54" name="Rectangle 11">
                <a:extLst>
                  <a:ext uri="{FF2B5EF4-FFF2-40B4-BE49-F238E27FC236}">
                    <a16:creationId xmlns:a16="http://schemas.microsoft.com/office/drawing/2014/main" id="{26CEBDB8-5413-4F8C-8810-AEA0B2A99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592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AutoShape 12">
                <a:extLst>
                  <a:ext uri="{FF2B5EF4-FFF2-40B4-BE49-F238E27FC236}">
                    <a16:creationId xmlns:a16="http://schemas.microsoft.com/office/drawing/2014/main" id="{734F32DE-43F1-4F4C-B516-30677740A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276" y="1886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 Box 13">
                <a:extLst>
                  <a:ext uri="{FF2B5EF4-FFF2-40B4-BE49-F238E27FC236}">
                    <a16:creationId xmlns:a16="http://schemas.microsoft.com/office/drawing/2014/main" id="{B9225D9B-5A85-43EC-9590-5DFFFBEAE1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5" y="155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 Box 14">
                <a:extLst>
                  <a:ext uri="{FF2B5EF4-FFF2-40B4-BE49-F238E27FC236}">
                    <a16:creationId xmlns:a16="http://schemas.microsoft.com/office/drawing/2014/main" id="{6A1D1CDA-7C0F-4FB4-A389-465F18FC5B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5" y="155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99FE31F3-A52C-47FD-86CC-ACA3FC536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229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BC15D365-1BA5-4CFB-A84E-57E86F40DD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7" y="1143"/>
              <a:ext cx="633" cy="819"/>
              <a:chOff x="1265" y="1557"/>
              <a:chExt cx="633" cy="819"/>
            </a:xfrm>
          </p:grpSpPr>
          <p:sp>
            <p:nvSpPr>
              <p:cNvPr id="49" name="Rectangle 17">
                <a:extLst>
                  <a:ext uri="{FF2B5EF4-FFF2-40B4-BE49-F238E27FC236}">
                    <a16:creationId xmlns:a16="http://schemas.microsoft.com/office/drawing/2014/main" id="{4FEEE523-8F3E-4B74-A597-C76429EA3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592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64C7B05D-2AFF-4DC2-AB30-5D6C5A862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276" y="1886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 Box 19">
                <a:extLst>
                  <a:ext uri="{FF2B5EF4-FFF2-40B4-BE49-F238E27FC236}">
                    <a16:creationId xmlns:a16="http://schemas.microsoft.com/office/drawing/2014/main" id="{E0B1E1F3-4B6A-4D7F-A181-F8CFC4021C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5" y="155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 Box 20">
                <a:extLst>
                  <a:ext uri="{FF2B5EF4-FFF2-40B4-BE49-F238E27FC236}">
                    <a16:creationId xmlns:a16="http://schemas.microsoft.com/office/drawing/2014/main" id="{793DD9F7-B2B1-4037-B51F-7EE51A7C27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5" y="155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Oval 21">
                <a:extLst>
                  <a:ext uri="{FF2B5EF4-FFF2-40B4-BE49-F238E27FC236}">
                    <a16:creationId xmlns:a16="http://schemas.microsoft.com/office/drawing/2014/main" id="{F1FB58EB-C78E-4061-A817-1BC55360C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229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22">
              <a:extLst>
                <a:ext uri="{FF2B5EF4-FFF2-40B4-BE49-F238E27FC236}">
                  <a16:creationId xmlns:a16="http://schemas.microsoft.com/office/drawing/2014/main" id="{A855FDD3-6B44-4AC6-894A-8C37E6051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7" y="1143"/>
              <a:ext cx="633" cy="819"/>
              <a:chOff x="1265" y="1557"/>
              <a:chExt cx="633" cy="819"/>
            </a:xfrm>
          </p:grpSpPr>
          <p:sp>
            <p:nvSpPr>
              <p:cNvPr id="44" name="Rectangle 23">
                <a:extLst>
                  <a:ext uri="{FF2B5EF4-FFF2-40B4-BE49-F238E27FC236}">
                    <a16:creationId xmlns:a16="http://schemas.microsoft.com/office/drawing/2014/main" id="{AB5B192D-2080-42E9-8E61-C259E4D2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592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AutoShape 24">
                <a:extLst>
                  <a:ext uri="{FF2B5EF4-FFF2-40B4-BE49-F238E27FC236}">
                    <a16:creationId xmlns:a16="http://schemas.microsoft.com/office/drawing/2014/main" id="{45CCC247-BA44-4DA2-9A03-AB4AD7314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276" y="1886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 Box 25">
                <a:extLst>
                  <a:ext uri="{FF2B5EF4-FFF2-40B4-BE49-F238E27FC236}">
                    <a16:creationId xmlns:a16="http://schemas.microsoft.com/office/drawing/2014/main" id="{502461D8-C744-44F0-8079-299429812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5" y="155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Text Box 26">
                <a:extLst>
                  <a:ext uri="{FF2B5EF4-FFF2-40B4-BE49-F238E27FC236}">
                    <a16:creationId xmlns:a16="http://schemas.microsoft.com/office/drawing/2014/main" id="{DEBC7889-962B-4B77-BCED-44718126F3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5" y="155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27">
                <a:extLst>
                  <a:ext uri="{FF2B5EF4-FFF2-40B4-BE49-F238E27FC236}">
                    <a16:creationId xmlns:a16="http://schemas.microsoft.com/office/drawing/2014/main" id="{949F141B-2EF9-4864-8F2F-A59126FB2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229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D0CADDD5-C881-45B2-9DC5-F54BED2E3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957"/>
              <a:ext cx="3535" cy="147"/>
            </a:xfrm>
            <a:custGeom>
              <a:avLst/>
              <a:gdLst>
                <a:gd name="T0" fmla="*/ 3535 w 3535"/>
                <a:gd name="T1" fmla="*/ 0 h 147"/>
                <a:gd name="T2" fmla="*/ 3535 w 3535"/>
                <a:gd name="T3" fmla="*/ 147 h 147"/>
                <a:gd name="T4" fmla="*/ 0 w 3535"/>
                <a:gd name="T5" fmla="*/ 147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35" h="147">
                  <a:moveTo>
                    <a:pt x="3535" y="0"/>
                  </a:moveTo>
                  <a:lnTo>
                    <a:pt x="3535" y="147"/>
                  </a:lnTo>
                  <a:lnTo>
                    <a:pt x="0" y="1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49B6B56D-ED56-4845-AB5E-5229D8769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950"/>
              <a:ext cx="1" cy="170"/>
            </a:xfrm>
            <a:custGeom>
              <a:avLst/>
              <a:gdLst>
                <a:gd name="T0" fmla="*/ 0 w 1"/>
                <a:gd name="T1" fmla="*/ 0 h 170"/>
                <a:gd name="T2" fmla="*/ 0 w 1"/>
                <a:gd name="T3" fmla="*/ 170 h 1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70">
                  <a:moveTo>
                    <a:pt x="0" y="0"/>
                  </a:moveTo>
                  <a:cubicBezTo>
                    <a:pt x="0" y="57"/>
                    <a:pt x="0" y="113"/>
                    <a:pt x="0" y="17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30">
              <a:extLst>
                <a:ext uri="{FF2B5EF4-FFF2-40B4-BE49-F238E27FC236}">
                  <a16:creationId xmlns:a16="http://schemas.microsoft.com/office/drawing/2014/main" id="{894B39D8-5160-4BF6-8F81-FB884F42D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" y="1957"/>
              <a:ext cx="0" cy="1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31">
              <a:extLst>
                <a:ext uri="{FF2B5EF4-FFF2-40B4-BE49-F238E27FC236}">
                  <a16:creationId xmlns:a16="http://schemas.microsoft.com/office/drawing/2014/main" id="{63490E2A-8C97-43F2-BC5A-2AE664DB0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" y="195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CB0E08B6-2FE7-4B73-8ECF-2023581C9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" y="1517"/>
              <a:ext cx="3320" cy="689"/>
            </a:xfrm>
            <a:custGeom>
              <a:avLst/>
              <a:gdLst>
                <a:gd name="T0" fmla="*/ 3320 w 3320"/>
                <a:gd name="T1" fmla="*/ 0 h 689"/>
                <a:gd name="T2" fmla="*/ 3219 w 3320"/>
                <a:gd name="T3" fmla="*/ 0 h 689"/>
                <a:gd name="T4" fmla="*/ 3219 w 3320"/>
                <a:gd name="T5" fmla="*/ 689 h 689"/>
                <a:gd name="T6" fmla="*/ 0 w 3320"/>
                <a:gd name="T7" fmla="*/ 689 h 6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20" h="689">
                  <a:moveTo>
                    <a:pt x="3320" y="0"/>
                  </a:moveTo>
                  <a:lnTo>
                    <a:pt x="3219" y="0"/>
                  </a:lnTo>
                  <a:lnTo>
                    <a:pt x="3219" y="689"/>
                  </a:lnTo>
                  <a:lnTo>
                    <a:pt x="0" y="6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A62A16C3-59F3-4161-9B05-2E86669A9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528"/>
              <a:ext cx="113" cy="666"/>
            </a:xfrm>
            <a:custGeom>
              <a:avLst/>
              <a:gdLst>
                <a:gd name="T0" fmla="*/ 113 w 113"/>
                <a:gd name="T1" fmla="*/ 0 h 666"/>
                <a:gd name="T2" fmla="*/ 0 w 113"/>
                <a:gd name="T3" fmla="*/ 0 h 666"/>
                <a:gd name="T4" fmla="*/ 0 w 113"/>
                <a:gd name="T5" fmla="*/ 666 h 6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666">
                  <a:moveTo>
                    <a:pt x="113" y="0"/>
                  </a:moveTo>
                  <a:lnTo>
                    <a:pt x="0" y="0"/>
                  </a:lnTo>
                  <a:lnTo>
                    <a:pt x="0" y="6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34">
              <a:extLst>
                <a:ext uri="{FF2B5EF4-FFF2-40B4-BE49-F238E27FC236}">
                  <a16:creationId xmlns:a16="http://schemas.microsoft.com/office/drawing/2014/main" id="{3C9E8177-9B41-44EB-8816-0583FD69D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1528"/>
              <a:ext cx="113" cy="678"/>
            </a:xfrm>
            <a:custGeom>
              <a:avLst/>
              <a:gdLst>
                <a:gd name="T0" fmla="*/ 113 w 113"/>
                <a:gd name="T1" fmla="*/ 0 h 678"/>
                <a:gd name="T2" fmla="*/ 0 w 113"/>
                <a:gd name="T3" fmla="*/ 0 h 678"/>
                <a:gd name="T4" fmla="*/ 0 w 113"/>
                <a:gd name="T5" fmla="*/ 678 h 6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678">
                  <a:moveTo>
                    <a:pt x="113" y="0"/>
                  </a:moveTo>
                  <a:lnTo>
                    <a:pt x="0" y="0"/>
                  </a:lnTo>
                  <a:lnTo>
                    <a:pt x="0" y="67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AA57451D-93CC-40CA-AAD5-609C3F643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528"/>
              <a:ext cx="113" cy="678"/>
            </a:xfrm>
            <a:custGeom>
              <a:avLst/>
              <a:gdLst>
                <a:gd name="T0" fmla="*/ 113 w 113"/>
                <a:gd name="T1" fmla="*/ 0 h 678"/>
                <a:gd name="T2" fmla="*/ 0 w 113"/>
                <a:gd name="T3" fmla="*/ 0 h 678"/>
                <a:gd name="T4" fmla="*/ 0 w 113"/>
                <a:gd name="T5" fmla="*/ 678 h 6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678">
                  <a:moveTo>
                    <a:pt x="113" y="0"/>
                  </a:moveTo>
                  <a:lnTo>
                    <a:pt x="0" y="0"/>
                  </a:lnTo>
                  <a:lnTo>
                    <a:pt x="0" y="67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36">
              <a:extLst>
                <a:ext uri="{FF2B5EF4-FFF2-40B4-BE49-F238E27FC236}">
                  <a16:creationId xmlns:a16="http://schemas.microsoft.com/office/drawing/2014/main" id="{F1EBD569-A109-4F79-B17E-8E85F152B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" y="1268"/>
              <a:ext cx="4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37">
              <a:extLst>
                <a:ext uri="{FF2B5EF4-FFF2-40B4-BE49-F238E27FC236}">
                  <a16:creationId xmlns:a16="http://schemas.microsoft.com/office/drawing/2014/main" id="{19578288-A7D7-4FAB-BF9D-57EE53B95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1" y="1302"/>
              <a:ext cx="4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38">
              <a:extLst>
                <a:ext uri="{FF2B5EF4-FFF2-40B4-BE49-F238E27FC236}">
                  <a16:creationId xmlns:a16="http://schemas.microsoft.com/office/drawing/2014/main" id="{6D7F5585-5EA3-4DDC-9394-8CA2ACBBC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3" y="1291"/>
              <a:ext cx="4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39">
              <a:extLst>
                <a:ext uri="{FF2B5EF4-FFF2-40B4-BE49-F238E27FC236}">
                  <a16:creationId xmlns:a16="http://schemas.microsoft.com/office/drawing/2014/main" id="{524803DE-DC26-4F24-8D6D-23E9723E2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1280"/>
              <a:ext cx="4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B5FBB171-BFFB-402E-867F-ACCAC125F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5" y="1291"/>
              <a:ext cx="4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41">
              <a:extLst>
                <a:ext uri="{FF2B5EF4-FFF2-40B4-BE49-F238E27FC236}">
                  <a16:creationId xmlns:a16="http://schemas.microsoft.com/office/drawing/2014/main" id="{D1A4BAEA-8F1A-449B-95A7-3F411E60CA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6" y="918"/>
              <a:ext cx="1" cy="3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42">
              <a:extLst>
                <a:ext uri="{FF2B5EF4-FFF2-40B4-BE49-F238E27FC236}">
                  <a16:creationId xmlns:a16="http://schemas.microsoft.com/office/drawing/2014/main" id="{482BE914-B2BF-4C88-895F-522F218FC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24" y="911"/>
              <a:ext cx="3" cy="3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43">
              <a:extLst>
                <a:ext uri="{FF2B5EF4-FFF2-40B4-BE49-F238E27FC236}">
                  <a16:creationId xmlns:a16="http://schemas.microsoft.com/office/drawing/2014/main" id="{988936DD-B14E-4FB0-A6B1-4A2D01A61E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9" y="895"/>
              <a:ext cx="3" cy="3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44">
              <a:extLst>
                <a:ext uri="{FF2B5EF4-FFF2-40B4-BE49-F238E27FC236}">
                  <a16:creationId xmlns:a16="http://schemas.microsoft.com/office/drawing/2014/main" id="{AA3266A8-EADF-4E85-8E9D-543514FDB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906"/>
              <a:ext cx="1" cy="3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45">
              <a:extLst>
                <a:ext uri="{FF2B5EF4-FFF2-40B4-BE49-F238E27FC236}">
                  <a16:creationId xmlns:a16="http://schemas.microsoft.com/office/drawing/2014/main" id="{4AE9FCE8-2E68-4EAF-BFFD-5B3ACE1D9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" y="2058"/>
              <a:ext cx="44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27" name="Text Box 46">
              <a:extLst>
                <a:ext uri="{FF2B5EF4-FFF2-40B4-BE49-F238E27FC236}">
                  <a16:creationId xmlns:a16="http://schemas.microsoft.com/office/drawing/2014/main" id="{6242CC69-6185-411F-818A-3AC082442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703"/>
              <a:ext cx="44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" name="Text Box 47">
              <a:extLst>
                <a:ext uri="{FF2B5EF4-FFF2-40B4-BE49-F238E27FC236}">
                  <a16:creationId xmlns:a16="http://schemas.microsoft.com/office/drawing/2014/main" id="{3DCF8C7E-F4AD-4E39-AB77-03A5D6DFB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692"/>
              <a:ext cx="44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" name="Text Box 48">
              <a:extLst>
                <a:ext uri="{FF2B5EF4-FFF2-40B4-BE49-F238E27FC236}">
                  <a16:creationId xmlns:a16="http://schemas.microsoft.com/office/drawing/2014/main" id="{C5B1F116-6489-4ACE-8470-4E0026708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" y="692"/>
              <a:ext cx="44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" name="Text Box 49">
              <a:extLst>
                <a:ext uri="{FF2B5EF4-FFF2-40B4-BE49-F238E27FC236}">
                  <a16:creationId xmlns:a16="http://schemas.microsoft.com/office/drawing/2014/main" id="{57DB1111-9440-4A22-8408-5227D3AFC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8" y="714"/>
              <a:ext cx="44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31" name="Group 50">
              <a:extLst>
                <a:ext uri="{FF2B5EF4-FFF2-40B4-BE49-F238E27FC236}">
                  <a16:creationId xmlns:a16="http://schemas.microsoft.com/office/drawing/2014/main" id="{278FC340-2ABE-404A-A6C9-C1D94E0E4A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" y="1844"/>
              <a:ext cx="441" cy="288"/>
              <a:chOff x="926" y="3072"/>
              <a:chExt cx="441" cy="288"/>
            </a:xfrm>
          </p:grpSpPr>
          <p:sp>
            <p:nvSpPr>
              <p:cNvPr id="42" name="Text Box 51">
                <a:extLst>
                  <a:ext uri="{FF2B5EF4-FFF2-40B4-BE49-F238E27FC236}">
                    <a16:creationId xmlns:a16="http://schemas.microsoft.com/office/drawing/2014/main" id="{31B39710-FB63-48D6-AFE0-E3EB3C4490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6" y="3072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" name="Line 52">
                <a:extLst>
                  <a:ext uri="{FF2B5EF4-FFF2-40B4-BE49-F238E27FC236}">
                    <a16:creationId xmlns:a16="http://schemas.microsoft.com/office/drawing/2014/main" id="{28598BCE-F517-452B-AA7C-AC15F42A7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2" y="3128"/>
                <a:ext cx="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Text Box 53">
              <a:extLst>
                <a:ext uri="{FF2B5EF4-FFF2-40B4-BE49-F238E27FC236}">
                  <a16:creationId xmlns:a16="http://schemas.microsoft.com/office/drawing/2014/main" id="{74C70083-B601-4991-94D1-D2A0F3BD3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930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3" name="Text Box 54">
              <a:extLst>
                <a:ext uri="{FF2B5EF4-FFF2-40B4-BE49-F238E27FC236}">
                  <a16:creationId xmlns:a16="http://schemas.microsoft.com/office/drawing/2014/main" id="{FDACB074-E87D-409A-87E7-D72324336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923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4" name="Text Box 55">
              <a:extLst>
                <a:ext uri="{FF2B5EF4-FFF2-40B4-BE49-F238E27FC236}">
                  <a16:creationId xmlns:a16="http://schemas.microsoft.com/office/drawing/2014/main" id="{EE9B8F24-4A3A-4225-9C7A-B0BA9125E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907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5" name="Text Box 56">
              <a:extLst>
                <a:ext uri="{FF2B5EF4-FFF2-40B4-BE49-F238E27FC236}">
                  <a16:creationId xmlns:a16="http://schemas.microsoft.com/office/drawing/2014/main" id="{DF2D026A-2DFB-4AEC-A91E-C796282CE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2" y="918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6" name="Text Box 57">
              <a:extLst>
                <a:ext uri="{FF2B5EF4-FFF2-40B4-BE49-F238E27FC236}">
                  <a16:creationId xmlns:a16="http://schemas.microsoft.com/office/drawing/2014/main" id="{04695400-2DB3-4C27-8D40-259AB3BA2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833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7" name="Text Box 58">
              <a:extLst>
                <a:ext uri="{FF2B5EF4-FFF2-40B4-BE49-F238E27FC236}">
                  <a16:creationId xmlns:a16="http://schemas.microsoft.com/office/drawing/2014/main" id="{CCE95716-93C4-4107-9744-AD2A939EB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" y="1834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8" name="Text Box 59">
              <a:extLst>
                <a:ext uri="{FF2B5EF4-FFF2-40B4-BE49-F238E27FC236}">
                  <a16:creationId xmlns:a16="http://schemas.microsoft.com/office/drawing/2014/main" id="{CF9D81F9-4608-41AC-809F-FB64C6DCD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" y="1825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9" name="Text Box 60">
              <a:extLst>
                <a:ext uri="{FF2B5EF4-FFF2-40B4-BE49-F238E27FC236}">
                  <a16:creationId xmlns:a16="http://schemas.microsoft.com/office/drawing/2014/main" id="{299A537C-5E42-4A56-B67E-49C3B3F53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" y="1723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0" name="Text Box 61">
              <a:extLst>
                <a:ext uri="{FF2B5EF4-FFF2-40B4-BE49-F238E27FC236}">
                  <a16:creationId xmlns:a16="http://schemas.microsoft.com/office/drawing/2014/main" id="{2821500C-8CB7-4875-8949-4BEF7F367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8" y="1722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1" name="Text Box 62">
              <a:extLst>
                <a:ext uri="{FF2B5EF4-FFF2-40B4-BE49-F238E27FC236}">
                  <a16:creationId xmlns:a16="http://schemas.microsoft.com/office/drawing/2014/main" id="{6C37CF39-5B7A-494F-A005-563154426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734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</p:grpSp>
      <p:graphicFrame>
        <p:nvGraphicFramePr>
          <p:cNvPr id="64" name="Group 63">
            <a:extLst>
              <a:ext uri="{FF2B5EF4-FFF2-40B4-BE49-F238E27FC236}">
                <a16:creationId xmlns:a16="http://schemas.microsoft.com/office/drawing/2014/main" id="{FEA334A7-5091-4BAF-B1CA-3DA7029B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984835"/>
              </p:ext>
            </p:extLst>
          </p:nvPr>
        </p:nvGraphicFramePr>
        <p:xfrm>
          <a:off x="841375" y="3784600"/>
          <a:ext cx="3030538" cy="2743200"/>
        </p:xfrm>
        <a:graphic>
          <a:graphicData uri="http://schemas.openxmlformats.org/drawingml/2006/table">
            <a:tbl>
              <a:tblPr/>
              <a:tblGrid>
                <a:gridCol w="86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0   0   0   0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" name="Text Box 86">
            <a:extLst>
              <a:ext uri="{FF2B5EF4-FFF2-40B4-BE49-F238E27FC236}">
                <a16:creationId xmlns:a16="http://schemas.microsoft.com/office/drawing/2014/main" id="{4B4E4167-9E8D-4B79-B188-BD24AB141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1785938"/>
            <a:ext cx="4826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6" name="Text Box 87">
            <a:extLst>
              <a:ext uri="{FF2B5EF4-FFF2-40B4-BE49-F238E27FC236}">
                <a16:creationId xmlns:a16="http://schemas.microsoft.com/office/drawing/2014/main" id="{AA921E81-5762-40E1-951C-89B079CB1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4714875"/>
            <a:ext cx="4841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7" name="Text Box 88">
            <a:extLst>
              <a:ext uri="{FF2B5EF4-FFF2-40B4-BE49-F238E27FC236}">
                <a16:creationId xmlns:a16="http://schemas.microsoft.com/office/drawing/2014/main" id="{F9BFFCC0-4E70-48DC-89E9-1FE7682E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4714875"/>
            <a:ext cx="15970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1   0   0   0</a:t>
            </a:r>
          </a:p>
        </p:txBody>
      </p:sp>
      <p:sp>
        <p:nvSpPr>
          <p:cNvPr id="68" name="Text Box 89">
            <a:extLst>
              <a:ext uri="{FF2B5EF4-FFF2-40B4-BE49-F238E27FC236}">
                <a16:creationId xmlns:a16="http://schemas.microsoft.com/office/drawing/2014/main" id="{B09BB2C4-08F4-4E89-BD6A-E2599DD24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1785938"/>
            <a:ext cx="4826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9" name="Text Box 90">
            <a:extLst>
              <a:ext uri="{FF2B5EF4-FFF2-40B4-BE49-F238E27FC236}">
                <a16:creationId xmlns:a16="http://schemas.microsoft.com/office/drawing/2014/main" id="{B5B79AAC-06F5-4833-B23A-44632BB7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5162550"/>
            <a:ext cx="4841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0" name="Text Box 91">
            <a:extLst>
              <a:ext uri="{FF2B5EF4-FFF2-40B4-BE49-F238E27FC236}">
                <a16:creationId xmlns:a16="http://schemas.microsoft.com/office/drawing/2014/main" id="{10713B06-32A5-4DCD-9D61-075BADF81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5145088"/>
            <a:ext cx="15970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1   1   0   0</a:t>
            </a:r>
          </a:p>
        </p:txBody>
      </p:sp>
      <p:sp>
        <p:nvSpPr>
          <p:cNvPr id="71" name="Text Box 92">
            <a:extLst>
              <a:ext uri="{FF2B5EF4-FFF2-40B4-BE49-F238E27FC236}">
                <a16:creationId xmlns:a16="http://schemas.microsoft.com/office/drawing/2014/main" id="{FC4716BB-4775-4DB4-A409-9890159EE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803400"/>
            <a:ext cx="4826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72" name="Group 93">
            <a:extLst>
              <a:ext uri="{FF2B5EF4-FFF2-40B4-BE49-F238E27FC236}">
                <a16:creationId xmlns:a16="http://schemas.microsoft.com/office/drawing/2014/main" id="{DE567B91-7800-44EE-9E10-A82B2D73389F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5592763"/>
            <a:ext cx="2581275" cy="493712"/>
            <a:chOff x="656" y="3523"/>
            <a:chExt cx="1626" cy="311"/>
          </a:xfrm>
        </p:grpSpPr>
        <p:sp>
          <p:nvSpPr>
            <p:cNvPr id="73" name="Text Box 94">
              <a:extLst>
                <a:ext uri="{FF2B5EF4-FFF2-40B4-BE49-F238E27FC236}">
                  <a16:creationId xmlns:a16="http://schemas.microsoft.com/office/drawing/2014/main" id="{9B7366C6-BDDB-4DEC-8D60-040B29024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" y="3546"/>
              <a:ext cx="30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4" name="Text Box 95">
              <a:extLst>
                <a:ext uri="{FF2B5EF4-FFF2-40B4-BE49-F238E27FC236}">
                  <a16:creationId xmlns:a16="http://schemas.microsoft.com/office/drawing/2014/main" id="{3F519410-798B-4EDE-B26E-EDCBFCC33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" y="3523"/>
              <a:ext cx="100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0   1   1   0</a:t>
              </a:r>
            </a:p>
          </p:txBody>
        </p:sp>
      </p:grpSp>
      <p:sp>
        <p:nvSpPr>
          <p:cNvPr id="75" name="Text Box 96">
            <a:extLst>
              <a:ext uri="{FF2B5EF4-FFF2-40B4-BE49-F238E27FC236}">
                <a16:creationId xmlns:a16="http://schemas.microsoft.com/office/drawing/2014/main" id="{72E8434E-7ED8-487F-B588-DDB51C3C0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803400"/>
            <a:ext cx="482600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76" name="Group 97">
            <a:extLst>
              <a:ext uri="{FF2B5EF4-FFF2-40B4-BE49-F238E27FC236}">
                <a16:creationId xmlns:a16="http://schemas.microsoft.com/office/drawing/2014/main" id="{6728A2B4-0DCA-434A-9F78-96C78348D167}"/>
              </a:ext>
            </a:extLst>
          </p:cNvPr>
          <p:cNvGrpSpPr>
            <a:grpSpLocks/>
          </p:cNvGrpSpPr>
          <p:nvPr/>
        </p:nvGrpSpPr>
        <p:grpSpPr bwMode="auto">
          <a:xfrm>
            <a:off x="1057275" y="6040438"/>
            <a:ext cx="2581275" cy="493712"/>
            <a:chOff x="656" y="3523"/>
            <a:chExt cx="1626" cy="311"/>
          </a:xfrm>
        </p:grpSpPr>
        <p:sp>
          <p:nvSpPr>
            <p:cNvPr id="77" name="Text Box 98">
              <a:extLst>
                <a:ext uri="{FF2B5EF4-FFF2-40B4-BE49-F238E27FC236}">
                  <a16:creationId xmlns:a16="http://schemas.microsoft.com/office/drawing/2014/main" id="{683DCBC7-3A15-406D-B731-2DF4EDAE3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" y="3546"/>
              <a:ext cx="30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8" name="Text Box 99">
              <a:extLst>
                <a:ext uri="{FF2B5EF4-FFF2-40B4-BE49-F238E27FC236}">
                  <a16:creationId xmlns:a16="http://schemas.microsoft.com/office/drawing/2014/main" id="{C776EB0E-94DD-44CB-8BC8-5B61DC8B3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6" y="3523"/>
              <a:ext cx="100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1   0   1   1</a:t>
              </a:r>
            </a:p>
          </p:txBody>
        </p:sp>
      </p:grpSp>
      <p:sp>
        <p:nvSpPr>
          <p:cNvPr id="79" name="Text Box 100">
            <a:extLst>
              <a:ext uri="{FF2B5EF4-FFF2-40B4-BE49-F238E27FC236}">
                <a16:creationId xmlns:a16="http://schemas.microsoft.com/office/drawing/2014/main" id="{17F366B8-6E4A-40B5-A308-AD7FBE31C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462088"/>
            <a:ext cx="1846262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串行输入</a:t>
            </a:r>
          </a:p>
        </p:txBody>
      </p:sp>
      <p:sp>
        <p:nvSpPr>
          <p:cNvPr id="80" name="Text Box 101">
            <a:extLst>
              <a:ext uri="{FF2B5EF4-FFF2-40B4-BE49-F238E27FC236}">
                <a16:creationId xmlns:a16="http://schemas.microsoft.com/office/drawing/2014/main" id="{7DF1A2D0-4AE4-4E8B-BEA4-698A79489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88" y="2162175"/>
            <a:ext cx="1649412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串行输出</a:t>
            </a:r>
          </a:p>
        </p:txBody>
      </p:sp>
      <p:sp>
        <p:nvSpPr>
          <p:cNvPr id="81" name="Text Box 102">
            <a:extLst>
              <a:ext uri="{FF2B5EF4-FFF2-40B4-BE49-F238E27FC236}">
                <a16:creationId xmlns:a16="http://schemas.microsoft.com/office/drawing/2014/main" id="{F10B820B-70D3-4EA1-9806-C1C79358B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457200"/>
            <a:ext cx="1649412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并行输出</a:t>
            </a:r>
          </a:p>
        </p:txBody>
      </p:sp>
      <p:sp>
        <p:nvSpPr>
          <p:cNvPr id="82" name="AutoShape 103">
            <a:extLst>
              <a:ext uri="{FF2B5EF4-FFF2-40B4-BE49-F238E27FC236}">
                <a16:creationId xmlns:a16="http://schemas.microsoft.com/office/drawing/2014/main" id="{4F8A82CE-7039-4F4B-A484-452CA7525C6D}"/>
              </a:ext>
            </a:extLst>
          </p:cNvPr>
          <p:cNvSpPr>
            <a:spLocks/>
          </p:cNvSpPr>
          <p:nvPr/>
        </p:nvSpPr>
        <p:spPr bwMode="auto">
          <a:xfrm rot="5400000">
            <a:off x="5368926" y="-977900"/>
            <a:ext cx="303212" cy="4052887"/>
          </a:xfrm>
          <a:prstGeom prst="leftBrace">
            <a:avLst>
              <a:gd name="adj1" fmla="val 1113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" name="Text Box 104">
            <a:extLst>
              <a:ext uri="{FF2B5EF4-FFF2-40B4-BE49-F238E27FC236}">
                <a16:creationId xmlns:a16="http://schemas.microsoft.com/office/drawing/2014/main" id="{22377652-B869-4340-BDB8-B970099F7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357688"/>
            <a:ext cx="3838575" cy="94615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四位串行输入、串/并行输出右移移位寄存器</a:t>
            </a:r>
          </a:p>
        </p:txBody>
      </p:sp>
    </p:spTree>
    <p:extLst>
      <p:ext uri="{BB962C8B-B14F-4D97-AF65-F5344CB8AC3E}">
        <p14:creationId xmlns:p14="http://schemas.microsoft.com/office/powerpoint/2010/main" val="369308132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5" grpId="0" autoUpdateAnimBg="0"/>
      <p:bldP spid="66" grpId="0" autoUpdateAnimBg="0"/>
      <p:bldP spid="67" grpId="0" autoUpdateAnimBg="0"/>
      <p:bldP spid="68" grpId="0" animBg="1" autoUpdateAnimBg="0"/>
      <p:bldP spid="69" grpId="0" autoUpdateAnimBg="0"/>
      <p:bldP spid="70" grpId="0" autoUpdateAnimBg="0"/>
      <p:bldP spid="71" grpId="0" animBg="1" autoUpdateAnimBg="0"/>
      <p:bldP spid="75" grpId="0" animBg="1" autoUpdateAnimBg="0"/>
      <p:bldP spid="79" grpId="0" animBg="1" autoUpdateAnimBg="0"/>
      <p:bldP spid="80" grpId="0" animBg="1" autoUpdateAnimBg="0"/>
      <p:bldP spid="81" grpId="0" autoUpdateAnimBg="0"/>
      <p:bldP spid="82" grpId="0" animBg="1"/>
      <p:bldP spid="83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025A3-38ED-48DC-83D7-BAA3E152E2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7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9C803-433B-4766-BE00-3F8684E82F4B}"/>
              </a:ext>
            </a:extLst>
          </p:cNvPr>
          <p:cNvSpPr txBox="1">
            <a:spLocks noChangeArrowheads="1"/>
          </p:cNvSpPr>
          <p:nvPr/>
        </p:nvSpPr>
        <p:spPr>
          <a:xfrm>
            <a:off x="273050" y="3287713"/>
            <a:ext cx="1477963" cy="569912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时序图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A7D3CE-3616-4902-A292-F87F99FDF656}"/>
              </a:ext>
            </a:extLst>
          </p:cNvPr>
          <p:cNvGrpSpPr>
            <a:grpSpLocks/>
          </p:cNvGrpSpPr>
          <p:nvPr/>
        </p:nvGrpSpPr>
        <p:grpSpPr bwMode="auto">
          <a:xfrm>
            <a:off x="1687513" y="3217863"/>
            <a:ext cx="6561137" cy="3200400"/>
            <a:chOff x="769" y="1029"/>
            <a:chExt cx="4133" cy="201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99432CE-30AB-4315-854F-7DE66C3BD5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9" y="1039"/>
              <a:ext cx="3740" cy="226"/>
              <a:chOff x="1139" y="1039"/>
              <a:chExt cx="3740" cy="226"/>
            </a:xfrm>
          </p:grpSpPr>
          <p:grpSp>
            <p:nvGrpSpPr>
              <p:cNvPr id="22" name="Group 5">
                <a:extLst>
                  <a:ext uri="{FF2B5EF4-FFF2-40B4-BE49-F238E27FC236}">
                    <a16:creationId xmlns:a16="http://schemas.microsoft.com/office/drawing/2014/main" id="{56ED694A-E243-433B-92CD-20EB201ACF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9" y="1039"/>
                <a:ext cx="847" cy="226"/>
                <a:chOff x="1073" y="1039"/>
                <a:chExt cx="847" cy="226"/>
              </a:xfrm>
            </p:grpSpPr>
            <p:sp>
              <p:nvSpPr>
                <p:cNvPr id="33" name="Freeform 6">
                  <a:extLst>
                    <a:ext uri="{FF2B5EF4-FFF2-40B4-BE49-F238E27FC236}">
                      <a16:creationId xmlns:a16="http://schemas.microsoft.com/office/drawing/2014/main" id="{B0558041-3367-4F49-AA63-A938AD5B0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" y="1039"/>
                  <a:ext cx="779" cy="226"/>
                </a:xfrm>
                <a:custGeom>
                  <a:avLst/>
                  <a:gdLst>
                    <a:gd name="T0" fmla="*/ 0 w 779"/>
                    <a:gd name="T1" fmla="*/ 226 h 226"/>
                    <a:gd name="T2" fmla="*/ 361 w 779"/>
                    <a:gd name="T3" fmla="*/ 226 h 226"/>
                    <a:gd name="T4" fmla="*/ 361 w 779"/>
                    <a:gd name="T5" fmla="*/ 0 h 226"/>
                    <a:gd name="T6" fmla="*/ 779 w 779"/>
                    <a:gd name="T7" fmla="*/ 0 h 226"/>
                    <a:gd name="T8" fmla="*/ 779 w 779"/>
                    <a:gd name="T9" fmla="*/ 226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79" h="226">
                      <a:moveTo>
                        <a:pt x="0" y="226"/>
                      </a:moveTo>
                      <a:lnTo>
                        <a:pt x="361" y="226"/>
                      </a:lnTo>
                      <a:lnTo>
                        <a:pt x="361" y="0"/>
                      </a:lnTo>
                      <a:lnTo>
                        <a:pt x="779" y="0"/>
                      </a:lnTo>
                      <a:lnTo>
                        <a:pt x="779" y="22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Line 7">
                  <a:extLst>
                    <a:ext uri="{FF2B5EF4-FFF2-40B4-BE49-F238E27FC236}">
                      <a16:creationId xmlns:a16="http://schemas.microsoft.com/office/drawing/2014/main" id="{A01AAB23-2BC3-4466-BB71-27AB98768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73" y="1265"/>
                  <a:ext cx="1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" name="Group 8">
                <a:extLst>
                  <a:ext uri="{FF2B5EF4-FFF2-40B4-BE49-F238E27FC236}">
                    <a16:creationId xmlns:a16="http://schemas.microsoft.com/office/drawing/2014/main" id="{52975D24-0C8D-4F99-AD2D-EB6E4C163F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7" y="1039"/>
                <a:ext cx="847" cy="226"/>
                <a:chOff x="1073" y="1039"/>
                <a:chExt cx="847" cy="226"/>
              </a:xfrm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5BBA0454-5C57-466D-88F1-2C923C5EA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" y="1039"/>
                  <a:ext cx="779" cy="226"/>
                </a:xfrm>
                <a:custGeom>
                  <a:avLst/>
                  <a:gdLst>
                    <a:gd name="T0" fmla="*/ 0 w 779"/>
                    <a:gd name="T1" fmla="*/ 226 h 226"/>
                    <a:gd name="T2" fmla="*/ 361 w 779"/>
                    <a:gd name="T3" fmla="*/ 226 h 226"/>
                    <a:gd name="T4" fmla="*/ 361 w 779"/>
                    <a:gd name="T5" fmla="*/ 0 h 226"/>
                    <a:gd name="T6" fmla="*/ 779 w 779"/>
                    <a:gd name="T7" fmla="*/ 0 h 226"/>
                    <a:gd name="T8" fmla="*/ 779 w 779"/>
                    <a:gd name="T9" fmla="*/ 226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79" h="226">
                      <a:moveTo>
                        <a:pt x="0" y="226"/>
                      </a:moveTo>
                      <a:lnTo>
                        <a:pt x="361" y="226"/>
                      </a:lnTo>
                      <a:lnTo>
                        <a:pt x="361" y="0"/>
                      </a:lnTo>
                      <a:lnTo>
                        <a:pt x="779" y="0"/>
                      </a:lnTo>
                      <a:lnTo>
                        <a:pt x="779" y="22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Line 10">
                  <a:extLst>
                    <a:ext uri="{FF2B5EF4-FFF2-40B4-BE49-F238E27FC236}">
                      <a16:creationId xmlns:a16="http://schemas.microsoft.com/office/drawing/2014/main" id="{24013331-84BB-455B-8E8F-B12FB4E873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73" y="1265"/>
                  <a:ext cx="1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4" name="Group 11">
                <a:extLst>
                  <a:ext uri="{FF2B5EF4-FFF2-40B4-BE49-F238E27FC236}">
                    <a16:creationId xmlns:a16="http://schemas.microsoft.com/office/drawing/2014/main" id="{E49B234C-46B5-4B3D-82A6-C07E6EF5F3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4" y="1039"/>
                <a:ext cx="847" cy="226"/>
                <a:chOff x="1073" y="1039"/>
                <a:chExt cx="847" cy="226"/>
              </a:xfrm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88B7745C-0BB4-4A3B-9782-4E04B5D32C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" y="1039"/>
                  <a:ext cx="779" cy="226"/>
                </a:xfrm>
                <a:custGeom>
                  <a:avLst/>
                  <a:gdLst>
                    <a:gd name="T0" fmla="*/ 0 w 779"/>
                    <a:gd name="T1" fmla="*/ 226 h 226"/>
                    <a:gd name="T2" fmla="*/ 361 w 779"/>
                    <a:gd name="T3" fmla="*/ 226 h 226"/>
                    <a:gd name="T4" fmla="*/ 361 w 779"/>
                    <a:gd name="T5" fmla="*/ 0 h 226"/>
                    <a:gd name="T6" fmla="*/ 779 w 779"/>
                    <a:gd name="T7" fmla="*/ 0 h 226"/>
                    <a:gd name="T8" fmla="*/ 779 w 779"/>
                    <a:gd name="T9" fmla="*/ 226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79" h="226">
                      <a:moveTo>
                        <a:pt x="0" y="226"/>
                      </a:moveTo>
                      <a:lnTo>
                        <a:pt x="361" y="226"/>
                      </a:lnTo>
                      <a:lnTo>
                        <a:pt x="361" y="0"/>
                      </a:lnTo>
                      <a:lnTo>
                        <a:pt x="779" y="0"/>
                      </a:lnTo>
                      <a:lnTo>
                        <a:pt x="779" y="22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Line 13">
                  <a:extLst>
                    <a:ext uri="{FF2B5EF4-FFF2-40B4-BE49-F238E27FC236}">
                      <a16:creationId xmlns:a16="http://schemas.microsoft.com/office/drawing/2014/main" id="{DA8A5B8D-05E9-4898-8323-9C59C8F2E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73" y="1265"/>
                  <a:ext cx="1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" name="Group 14">
                <a:extLst>
                  <a:ext uri="{FF2B5EF4-FFF2-40B4-BE49-F238E27FC236}">
                    <a16:creationId xmlns:a16="http://schemas.microsoft.com/office/drawing/2014/main" id="{41C2D456-1E5A-4A1D-9815-F74DFC7A2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1" y="1039"/>
                <a:ext cx="847" cy="226"/>
                <a:chOff x="1073" y="1039"/>
                <a:chExt cx="847" cy="226"/>
              </a:xfrm>
            </p:grpSpPr>
            <p:sp>
              <p:nvSpPr>
                <p:cNvPr id="27" name="Freeform 15">
                  <a:extLst>
                    <a:ext uri="{FF2B5EF4-FFF2-40B4-BE49-F238E27FC236}">
                      <a16:creationId xmlns:a16="http://schemas.microsoft.com/office/drawing/2014/main" id="{E366791E-EC56-4210-97FF-8FC5A4A88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" y="1039"/>
                  <a:ext cx="779" cy="226"/>
                </a:xfrm>
                <a:custGeom>
                  <a:avLst/>
                  <a:gdLst>
                    <a:gd name="T0" fmla="*/ 0 w 779"/>
                    <a:gd name="T1" fmla="*/ 226 h 226"/>
                    <a:gd name="T2" fmla="*/ 361 w 779"/>
                    <a:gd name="T3" fmla="*/ 226 h 226"/>
                    <a:gd name="T4" fmla="*/ 361 w 779"/>
                    <a:gd name="T5" fmla="*/ 0 h 226"/>
                    <a:gd name="T6" fmla="*/ 779 w 779"/>
                    <a:gd name="T7" fmla="*/ 0 h 226"/>
                    <a:gd name="T8" fmla="*/ 779 w 779"/>
                    <a:gd name="T9" fmla="*/ 226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79" h="226">
                      <a:moveTo>
                        <a:pt x="0" y="226"/>
                      </a:moveTo>
                      <a:lnTo>
                        <a:pt x="361" y="226"/>
                      </a:lnTo>
                      <a:lnTo>
                        <a:pt x="361" y="0"/>
                      </a:lnTo>
                      <a:lnTo>
                        <a:pt x="779" y="0"/>
                      </a:lnTo>
                      <a:lnTo>
                        <a:pt x="779" y="22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Line 16">
                  <a:extLst>
                    <a:ext uri="{FF2B5EF4-FFF2-40B4-BE49-F238E27FC236}">
                      <a16:creationId xmlns:a16="http://schemas.microsoft.com/office/drawing/2014/main" id="{CFB24DF6-EEEB-4597-AF58-044D62C9FC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73" y="1265"/>
                  <a:ext cx="1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285DED74-8FFB-429D-91DE-7C9571D36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9" y="1265"/>
                <a:ext cx="3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A38D0136-8ECE-4EBE-8EFD-EFC0DA3F59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0" y="1073"/>
              <a:ext cx="2541" cy="1965"/>
              <a:chOff x="1570" y="1073"/>
              <a:chExt cx="2541" cy="2281"/>
            </a:xfrm>
          </p:grpSpPr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D5BABBD8-AA75-4E9E-B1D9-B8D64B6E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0" y="1073"/>
                <a:ext cx="0" cy="2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244A121D-A414-4A9B-A21A-D821F2E2F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7" y="1084"/>
                <a:ext cx="0" cy="2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700DEB5C-4FC0-499C-8BA9-EC3422FC2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073"/>
                <a:ext cx="0" cy="2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0AE3A7E1-8A0B-470D-9321-EC7C35E5D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1" y="1084"/>
                <a:ext cx="0" cy="2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" name="Freeform 23">
              <a:extLst>
                <a:ext uri="{FF2B5EF4-FFF2-40B4-BE49-F238E27FC236}">
                  <a16:creationId xmlns:a16="http://schemas.microsoft.com/office/drawing/2014/main" id="{A0D17978-B0C7-4986-B21D-837C11AC7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367"/>
              <a:ext cx="3749" cy="225"/>
            </a:xfrm>
            <a:custGeom>
              <a:avLst/>
              <a:gdLst>
                <a:gd name="T0" fmla="*/ 0 w 3749"/>
                <a:gd name="T1" fmla="*/ 0 h 225"/>
                <a:gd name="T2" fmla="*/ 1705 w 3749"/>
                <a:gd name="T3" fmla="*/ 0 h 225"/>
                <a:gd name="T4" fmla="*/ 1705 w 3749"/>
                <a:gd name="T5" fmla="*/ 225 h 225"/>
                <a:gd name="T6" fmla="*/ 2609 w 3749"/>
                <a:gd name="T7" fmla="*/ 225 h 225"/>
                <a:gd name="T8" fmla="*/ 2609 w 3749"/>
                <a:gd name="T9" fmla="*/ 0 h 225"/>
                <a:gd name="T10" fmla="*/ 3749 w 3749"/>
                <a:gd name="T11" fmla="*/ 0 h 2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49" h="225">
                  <a:moveTo>
                    <a:pt x="0" y="0"/>
                  </a:moveTo>
                  <a:lnTo>
                    <a:pt x="1705" y="0"/>
                  </a:lnTo>
                  <a:lnTo>
                    <a:pt x="1705" y="225"/>
                  </a:lnTo>
                  <a:lnTo>
                    <a:pt x="2609" y="225"/>
                  </a:lnTo>
                  <a:lnTo>
                    <a:pt x="2609" y="0"/>
                  </a:lnTo>
                  <a:lnTo>
                    <a:pt x="374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6276F873-0FD8-45DF-BDAB-5595FCAF8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694"/>
              <a:ext cx="3749" cy="226"/>
            </a:xfrm>
            <a:custGeom>
              <a:avLst/>
              <a:gdLst>
                <a:gd name="T0" fmla="*/ 0 w 3749"/>
                <a:gd name="T1" fmla="*/ 226 h 226"/>
                <a:gd name="T2" fmla="*/ 429 w 3749"/>
                <a:gd name="T3" fmla="*/ 226 h 226"/>
                <a:gd name="T4" fmla="*/ 429 w 3749"/>
                <a:gd name="T5" fmla="*/ 0 h 226"/>
                <a:gd name="T6" fmla="*/ 2123 w 3749"/>
                <a:gd name="T7" fmla="*/ 0 h 226"/>
                <a:gd name="T8" fmla="*/ 2123 w 3749"/>
                <a:gd name="T9" fmla="*/ 226 h 226"/>
                <a:gd name="T10" fmla="*/ 2970 w 3749"/>
                <a:gd name="T11" fmla="*/ 226 h 226"/>
                <a:gd name="T12" fmla="*/ 2970 w 3749"/>
                <a:gd name="T13" fmla="*/ 0 h 226"/>
                <a:gd name="T14" fmla="*/ 3749 w 3749"/>
                <a:gd name="T15" fmla="*/ 0 h 2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49" h="226">
                  <a:moveTo>
                    <a:pt x="0" y="226"/>
                  </a:moveTo>
                  <a:lnTo>
                    <a:pt x="429" y="226"/>
                  </a:lnTo>
                  <a:lnTo>
                    <a:pt x="429" y="0"/>
                  </a:lnTo>
                  <a:lnTo>
                    <a:pt x="2123" y="0"/>
                  </a:lnTo>
                  <a:lnTo>
                    <a:pt x="2123" y="226"/>
                  </a:lnTo>
                  <a:lnTo>
                    <a:pt x="2970" y="226"/>
                  </a:lnTo>
                  <a:lnTo>
                    <a:pt x="2970" y="0"/>
                  </a:lnTo>
                  <a:lnTo>
                    <a:pt x="374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D78EB243-C04B-4679-8FD8-2D071C64A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044"/>
              <a:ext cx="3761" cy="226"/>
            </a:xfrm>
            <a:custGeom>
              <a:avLst/>
              <a:gdLst>
                <a:gd name="T0" fmla="*/ 0 w 3761"/>
                <a:gd name="T1" fmla="*/ 226 h 226"/>
                <a:gd name="T2" fmla="*/ 1288 w 3761"/>
                <a:gd name="T3" fmla="*/ 226 h 226"/>
                <a:gd name="T4" fmla="*/ 1288 w 3761"/>
                <a:gd name="T5" fmla="*/ 0 h 226"/>
                <a:gd name="T6" fmla="*/ 2982 w 3761"/>
                <a:gd name="T7" fmla="*/ 0 h 226"/>
                <a:gd name="T8" fmla="*/ 2982 w 3761"/>
                <a:gd name="T9" fmla="*/ 226 h 226"/>
                <a:gd name="T10" fmla="*/ 3761 w 3761"/>
                <a:gd name="T11" fmla="*/ 226 h 2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61" h="226">
                  <a:moveTo>
                    <a:pt x="0" y="226"/>
                  </a:moveTo>
                  <a:lnTo>
                    <a:pt x="1288" y="226"/>
                  </a:lnTo>
                  <a:lnTo>
                    <a:pt x="1288" y="0"/>
                  </a:lnTo>
                  <a:lnTo>
                    <a:pt x="2982" y="0"/>
                  </a:lnTo>
                  <a:lnTo>
                    <a:pt x="2982" y="226"/>
                  </a:lnTo>
                  <a:lnTo>
                    <a:pt x="3761" y="22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26">
              <a:extLst>
                <a:ext uri="{FF2B5EF4-FFF2-40B4-BE49-F238E27FC236}">
                  <a16:creationId xmlns:a16="http://schemas.microsoft.com/office/drawing/2014/main" id="{983650E6-2547-4DD1-9390-A2552F058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2394"/>
              <a:ext cx="3761" cy="226"/>
            </a:xfrm>
            <a:custGeom>
              <a:avLst/>
              <a:gdLst>
                <a:gd name="T0" fmla="*/ 0 w 3761"/>
                <a:gd name="T1" fmla="*/ 226 h 226"/>
                <a:gd name="T2" fmla="*/ 2123 w 3761"/>
                <a:gd name="T3" fmla="*/ 226 h 226"/>
                <a:gd name="T4" fmla="*/ 2123 w 3761"/>
                <a:gd name="T5" fmla="*/ 0 h 226"/>
                <a:gd name="T6" fmla="*/ 3761 w 3761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61" h="226">
                  <a:moveTo>
                    <a:pt x="0" y="226"/>
                  </a:moveTo>
                  <a:lnTo>
                    <a:pt x="2123" y="226"/>
                  </a:lnTo>
                  <a:lnTo>
                    <a:pt x="2123" y="0"/>
                  </a:lnTo>
                  <a:lnTo>
                    <a:pt x="376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C5A833B7-50BD-4DCE-8D60-1170C3E34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2756"/>
              <a:ext cx="3761" cy="226"/>
            </a:xfrm>
            <a:custGeom>
              <a:avLst/>
              <a:gdLst>
                <a:gd name="T0" fmla="*/ 0 w 3761"/>
                <a:gd name="T1" fmla="*/ 226 h 226"/>
                <a:gd name="T2" fmla="*/ 2981 w 3761"/>
                <a:gd name="T3" fmla="*/ 226 h 226"/>
                <a:gd name="T4" fmla="*/ 2981 w 3761"/>
                <a:gd name="T5" fmla="*/ 0 h 226"/>
                <a:gd name="T6" fmla="*/ 3761 w 3761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61" h="226">
                  <a:moveTo>
                    <a:pt x="0" y="226"/>
                  </a:moveTo>
                  <a:lnTo>
                    <a:pt x="2981" y="226"/>
                  </a:lnTo>
                  <a:lnTo>
                    <a:pt x="2981" y="0"/>
                  </a:lnTo>
                  <a:lnTo>
                    <a:pt x="376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F9B044FE-01E6-4F99-BCDD-04E95CE27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" y="1029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13" name="Text Box 29">
              <a:extLst>
                <a:ext uri="{FF2B5EF4-FFF2-40B4-BE49-F238E27FC236}">
                  <a16:creationId xmlns:a16="http://schemas.microsoft.com/office/drawing/2014/main" id="{EE07AC0B-9C27-4274-8009-E38CFF818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" y="1231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4" name="Text Box 30">
              <a:extLst>
                <a:ext uri="{FF2B5EF4-FFF2-40B4-BE49-F238E27FC236}">
                  <a16:creationId xmlns:a16="http://schemas.microsoft.com/office/drawing/2014/main" id="{F3B65780-B229-4B8E-BFFB-C366B90C8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" y="1683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" name="Text Box 31">
              <a:extLst>
                <a:ext uri="{FF2B5EF4-FFF2-40B4-BE49-F238E27FC236}">
                  <a16:creationId xmlns:a16="http://schemas.microsoft.com/office/drawing/2014/main" id="{8EC8D4FF-D5C4-4247-B7D2-C2B449D3E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2101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" name="Text Box 32">
              <a:extLst>
                <a:ext uri="{FF2B5EF4-FFF2-40B4-BE49-F238E27FC236}">
                  <a16:creationId xmlns:a16="http://schemas.microsoft.com/office/drawing/2014/main" id="{B300FDD7-30C4-48FB-B074-20446F848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2463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 Box 33">
              <a:extLst>
                <a:ext uri="{FF2B5EF4-FFF2-40B4-BE49-F238E27FC236}">
                  <a16:creationId xmlns:a16="http://schemas.microsoft.com/office/drawing/2014/main" id="{4C847F11-2081-4A25-BC4A-F601E833C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" y="2757"/>
              <a:ext cx="47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7C4789-567E-4CB0-AA77-92F309A1E42D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277813"/>
            <a:ext cx="7642225" cy="2636837"/>
            <a:chOff x="439" y="296"/>
            <a:chExt cx="4814" cy="166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0A137D1-ADFB-48E4-91DF-651DC3DCB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96"/>
              <a:ext cx="4745" cy="1661"/>
              <a:chOff x="474" y="692"/>
              <a:chExt cx="4745" cy="1661"/>
            </a:xfrm>
          </p:grpSpPr>
          <p:grpSp>
            <p:nvGrpSpPr>
              <p:cNvPr id="41" name="Group 36">
                <a:extLst>
                  <a:ext uri="{FF2B5EF4-FFF2-40B4-BE49-F238E27FC236}">
                    <a16:creationId xmlns:a16="http://schemas.microsoft.com/office/drawing/2014/main" id="{5393E181-23D5-4897-8EDE-2CCAB0F4EB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" y="1142"/>
                <a:ext cx="633" cy="819"/>
                <a:chOff x="1265" y="1557"/>
                <a:chExt cx="633" cy="819"/>
              </a:xfrm>
            </p:grpSpPr>
            <p:sp>
              <p:nvSpPr>
                <p:cNvPr id="95" name="Rectangle 37">
                  <a:extLst>
                    <a:ext uri="{FF2B5EF4-FFF2-40B4-BE49-F238E27FC236}">
                      <a16:creationId xmlns:a16="http://schemas.microsoft.com/office/drawing/2014/main" id="{1C55235F-87B4-49D2-A779-7C6D0B08E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8" y="1592"/>
                  <a:ext cx="463" cy="70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AutoShape 38">
                  <a:extLst>
                    <a:ext uri="{FF2B5EF4-FFF2-40B4-BE49-F238E27FC236}">
                      <a16:creationId xmlns:a16="http://schemas.microsoft.com/office/drawing/2014/main" id="{F74564CF-F550-49F1-8BCE-DCE2F2D40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276" y="1886"/>
                  <a:ext cx="145" cy="12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Text Box 39">
                  <a:extLst>
                    <a:ext uri="{FF2B5EF4-FFF2-40B4-BE49-F238E27FC236}">
                      <a16:creationId xmlns:a16="http://schemas.microsoft.com/office/drawing/2014/main" id="{8FC1D3BE-CAC3-4C4F-923F-EE5F55AC8B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1558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Text Box 40">
                  <a:extLst>
                    <a:ext uri="{FF2B5EF4-FFF2-40B4-BE49-F238E27FC236}">
                      <a16:creationId xmlns:a16="http://schemas.microsoft.com/office/drawing/2014/main" id="{7B5E191A-4BF3-4171-A282-90F6723A7B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1557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Oval 41">
                  <a:extLst>
                    <a:ext uri="{FF2B5EF4-FFF2-40B4-BE49-F238E27FC236}">
                      <a16:creationId xmlns:a16="http://schemas.microsoft.com/office/drawing/2014/main" id="{ACFABAD1-602F-4C5D-8630-D0AEF1434B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6" y="229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" name="Group 42">
                <a:extLst>
                  <a:ext uri="{FF2B5EF4-FFF2-40B4-BE49-F238E27FC236}">
                    <a16:creationId xmlns:a16="http://schemas.microsoft.com/office/drawing/2014/main" id="{B7D4452E-089D-45BA-8D31-55FD2B208E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8" y="1142"/>
                <a:ext cx="633" cy="819"/>
                <a:chOff x="1265" y="1557"/>
                <a:chExt cx="633" cy="819"/>
              </a:xfrm>
            </p:grpSpPr>
            <p:sp>
              <p:nvSpPr>
                <p:cNvPr id="90" name="Rectangle 43">
                  <a:extLst>
                    <a:ext uri="{FF2B5EF4-FFF2-40B4-BE49-F238E27FC236}">
                      <a16:creationId xmlns:a16="http://schemas.microsoft.com/office/drawing/2014/main" id="{2D15B62A-E16A-453A-9F55-B856736E02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8" y="1592"/>
                  <a:ext cx="463" cy="70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AutoShape 44">
                  <a:extLst>
                    <a:ext uri="{FF2B5EF4-FFF2-40B4-BE49-F238E27FC236}">
                      <a16:creationId xmlns:a16="http://schemas.microsoft.com/office/drawing/2014/main" id="{E59AB8D1-FEDE-479D-A953-E43AD8C27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276" y="1886"/>
                  <a:ext cx="145" cy="12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Text Box 45">
                  <a:extLst>
                    <a:ext uri="{FF2B5EF4-FFF2-40B4-BE49-F238E27FC236}">
                      <a16:creationId xmlns:a16="http://schemas.microsoft.com/office/drawing/2014/main" id="{B0FF731D-041E-4277-A9B1-504A5AFDBA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1558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Text Box 46">
                  <a:extLst>
                    <a:ext uri="{FF2B5EF4-FFF2-40B4-BE49-F238E27FC236}">
                      <a16:creationId xmlns:a16="http://schemas.microsoft.com/office/drawing/2014/main" id="{372FB9C5-EFA2-4240-AB71-F56BDDC317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1557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Oval 47">
                  <a:extLst>
                    <a:ext uri="{FF2B5EF4-FFF2-40B4-BE49-F238E27FC236}">
                      <a16:creationId xmlns:a16="http://schemas.microsoft.com/office/drawing/2014/main" id="{00F167FD-C353-4F5B-B6EE-2CDC378EA1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6" y="229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" name="Group 48">
                <a:extLst>
                  <a:ext uri="{FF2B5EF4-FFF2-40B4-BE49-F238E27FC236}">
                    <a16:creationId xmlns:a16="http://schemas.microsoft.com/office/drawing/2014/main" id="{A06B8FDF-3094-414D-A222-8106E45DDA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7" y="1143"/>
                <a:ext cx="633" cy="819"/>
                <a:chOff x="1265" y="1557"/>
                <a:chExt cx="633" cy="819"/>
              </a:xfrm>
            </p:grpSpPr>
            <p:sp>
              <p:nvSpPr>
                <p:cNvPr id="85" name="Rectangle 49">
                  <a:extLst>
                    <a:ext uri="{FF2B5EF4-FFF2-40B4-BE49-F238E27FC236}">
                      <a16:creationId xmlns:a16="http://schemas.microsoft.com/office/drawing/2014/main" id="{617C867C-01B5-418D-B1E7-9C911E180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8" y="1592"/>
                  <a:ext cx="463" cy="70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AutoShape 50">
                  <a:extLst>
                    <a:ext uri="{FF2B5EF4-FFF2-40B4-BE49-F238E27FC236}">
                      <a16:creationId xmlns:a16="http://schemas.microsoft.com/office/drawing/2014/main" id="{FF20913E-64C9-440C-9D13-D3456BB9E8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276" y="1886"/>
                  <a:ext cx="145" cy="12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Text Box 51">
                  <a:extLst>
                    <a:ext uri="{FF2B5EF4-FFF2-40B4-BE49-F238E27FC236}">
                      <a16:creationId xmlns:a16="http://schemas.microsoft.com/office/drawing/2014/main" id="{DF9C53FC-B197-42F0-B473-5D7F057279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1558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Text Box 52">
                  <a:extLst>
                    <a:ext uri="{FF2B5EF4-FFF2-40B4-BE49-F238E27FC236}">
                      <a16:creationId xmlns:a16="http://schemas.microsoft.com/office/drawing/2014/main" id="{5ED4B9D4-946C-42AD-B627-CD2E797D7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1557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Oval 53">
                  <a:extLst>
                    <a:ext uri="{FF2B5EF4-FFF2-40B4-BE49-F238E27FC236}">
                      <a16:creationId xmlns:a16="http://schemas.microsoft.com/office/drawing/2014/main" id="{E9E4F84D-3FDC-4EBF-8633-7C56AE6F3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6" y="229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4" name="Group 54">
                <a:extLst>
                  <a:ext uri="{FF2B5EF4-FFF2-40B4-BE49-F238E27FC236}">
                    <a16:creationId xmlns:a16="http://schemas.microsoft.com/office/drawing/2014/main" id="{5E974B1D-63E7-494E-AE66-819FBE2330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7" y="1143"/>
                <a:ext cx="633" cy="819"/>
                <a:chOff x="1265" y="1557"/>
                <a:chExt cx="633" cy="819"/>
              </a:xfrm>
            </p:grpSpPr>
            <p:sp>
              <p:nvSpPr>
                <p:cNvPr id="80" name="Rectangle 55">
                  <a:extLst>
                    <a:ext uri="{FF2B5EF4-FFF2-40B4-BE49-F238E27FC236}">
                      <a16:creationId xmlns:a16="http://schemas.microsoft.com/office/drawing/2014/main" id="{E8BEE394-CDD4-42F4-B632-C1BE62A5F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8" y="1592"/>
                  <a:ext cx="463" cy="70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AutoShape 56">
                  <a:extLst>
                    <a:ext uri="{FF2B5EF4-FFF2-40B4-BE49-F238E27FC236}">
                      <a16:creationId xmlns:a16="http://schemas.microsoft.com/office/drawing/2014/main" id="{A5085493-A894-490F-8C62-8F69E475A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276" y="1886"/>
                  <a:ext cx="145" cy="12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Text Box 57">
                  <a:extLst>
                    <a:ext uri="{FF2B5EF4-FFF2-40B4-BE49-F238E27FC236}">
                      <a16:creationId xmlns:a16="http://schemas.microsoft.com/office/drawing/2014/main" id="{4B400CD6-CEE6-424D-B858-8C71A0C9FB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5" y="1558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Text Box 58">
                  <a:extLst>
                    <a:ext uri="{FF2B5EF4-FFF2-40B4-BE49-F238E27FC236}">
                      <a16:creationId xmlns:a16="http://schemas.microsoft.com/office/drawing/2014/main" id="{CE920264-6AF9-4FB3-8A64-E079F3D876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5" y="1557"/>
                  <a:ext cx="37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Oval 59">
                  <a:extLst>
                    <a:ext uri="{FF2B5EF4-FFF2-40B4-BE49-F238E27FC236}">
                      <a16:creationId xmlns:a16="http://schemas.microsoft.com/office/drawing/2014/main" id="{BD6FD720-3610-466C-95A1-0427B67BCA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6" y="2297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" name="Freeform 60">
                <a:extLst>
                  <a:ext uri="{FF2B5EF4-FFF2-40B4-BE49-F238E27FC236}">
                    <a16:creationId xmlns:a16="http://schemas.microsoft.com/office/drawing/2014/main" id="{0A394AF3-904D-4D03-BBBF-E97C86909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1957"/>
                <a:ext cx="3535" cy="147"/>
              </a:xfrm>
              <a:custGeom>
                <a:avLst/>
                <a:gdLst>
                  <a:gd name="T0" fmla="*/ 3535 w 3535"/>
                  <a:gd name="T1" fmla="*/ 0 h 147"/>
                  <a:gd name="T2" fmla="*/ 3535 w 3535"/>
                  <a:gd name="T3" fmla="*/ 147 h 147"/>
                  <a:gd name="T4" fmla="*/ 0 w 3535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35" h="147">
                    <a:moveTo>
                      <a:pt x="3535" y="0"/>
                    </a:moveTo>
                    <a:lnTo>
                      <a:pt x="3535" y="147"/>
                    </a:lnTo>
                    <a:lnTo>
                      <a:pt x="0" y="1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Freeform 61">
                <a:extLst>
                  <a:ext uri="{FF2B5EF4-FFF2-40B4-BE49-F238E27FC236}">
                    <a16:creationId xmlns:a16="http://schemas.microsoft.com/office/drawing/2014/main" id="{9C8D5C0D-0531-4A00-805E-B180C027D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950"/>
                <a:ext cx="1" cy="170"/>
              </a:xfrm>
              <a:custGeom>
                <a:avLst/>
                <a:gdLst>
                  <a:gd name="T0" fmla="*/ 0 w 1"/>
                  <a:gd name="T1" fmla="*/ 0 h 170"/>
                  <a:gd name="T2" fmla="*/ 0 w 1"/>
                  <a:gd name="T3" fmla="*/ 170 h 17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70">
                    <a:moveTo>
                      <a:pt x="0" y="0"/>
                    </a:moveTo>
                    <a:cubicBezTo>
                      <a:pt x="0" y="57"/>
                      <a:pt x="0" y="113"/>
                      <a:pt x="0" y="17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Line 62">
                <a:extLst>
                  <a:ext uri="{FF2B5EF4-FFF2-40B4-BE49-F238E27FC236}">
                    <a16:creationId xmlns:a16="http://schemas.microsoft.com/office/drawing/2014/main" id="{18E94B4B-A43C-4057-B49F-E7E5FC339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6" y="1957"/>
                <a:ext cx="0" cy="1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Line 63">
                <a:extLst>
                  <a:ext uri="{FF2B5EF4-FFF2-40B4-BE49-F238E27FC236}">
                    <a16:creationId xmlns:a16="http://schemas.microsoft.com/office/drawing/2014/main" id="{7073B83C-CC30-402A-860A-78A8A73BA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4" y="1957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Freeform 64">
                <a:extLst>
                  <a:ext uri="{FF2B5EF4-FFF2-40B4-BE49-F238E27FC236}">
                    <a16:creationId xmlns:a16="http://schemas.microsoft.com/office/drawing/2014/main" id="{CD70CA4D-6055-4B68-B1AB-AF2584368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" y="1517"/>
                <a:ext cx="3320" cy="689"/>
              </a:xfrm>
              <a:custGeom>
                <a:avLst/>
                <a:gdLst>
                  <a:gd name="T0" fmla="*/ 3320 w 3320"/>
                  <a:gd name="T1" fmla="*/ 0 h 689"/>
                  <a:gd name="T2" fmla="*/ 3219 w 3320"/>
                  <a:gd name="T3" fmla="*/ 0 h 689"/>
                  <a:gd name="T4" fmla="*/ 3219 w 3320"/>
                  <a:gd name="T5" fmla="*/ 689 h 689"/>
                  <a:gd name="T6" fmla="*/ 0 w 3320"/>
                  <a:gd name="T7" fmla="*/ 689 h 6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20" h="689">
                    <a:moveTo>
                      <a:pt x="3320" y="0"/>
                    </a:moveTo>
                    <a:lnTo>
                      <a:pt x="3219" y="0"/>
                    </a:lnTo>
                    <a:lnTo>
                      <a:pt x="3219" y="689"/>
                    </a:lnTo>
                    <a:lnTo>
                      <a:pt x="0" y="68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Freeform 65">
                <a:extLst>
                  <a:ext uri="{FF2B5EF4-FFF2-40B4-BE49-F238E27FC236}">
                    <a16:creationId xmlns:a16="http://schemas.microsoft.com/office/drawing/2014/main" id="{1BC8000A-0B94-4ADA-AAB6-6540C67B4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7" y="1528"/>
                <a:ext cx="113" cy="666"/>
              </a:xfrm>
              <a:custGeom>
                <a:avLst/>
                <a:gdLst>
                  <a:gd name="T0" fmla="*/ 113 w 113"/>
                  <a:gd name="T1" fmla="*/ 0 h 666"/>
                  <a:gd name="T2" fmla="*/ 0 w 113"/>
                  <a:gd name="T3" fmla="*/ 0 h 666"/>
                  <a:gd name="T4" fmla="*/ 0 w 113"/>
                  <a:gd name="T5" fmla="*/ 666 h 6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66">
                    <a:moveTo>
                      <a:pt x="113" y="0"/>
                    </a:moveTo>
                    <a:lnTo>
                      <a:pt x="0" y="0"/>
                    </a:lnTo>
                    <a:lnTo>
                      <a:pt x="0" y="6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 66">
                <a:extLst>
                  <a:ext uri="{FF2B5EF4-FFF2-40B4-BE49-F238E27FC236}">
                    <a16:creationId xmlns:a16="http://schemas.microsoft.com/office/drawing/2014/main" id="{D4E0A4DE-EF79-43E5-9B66-7A4851A38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7" y="1528"/>
                <a:ext cx="113" cy="678"/>
              </a:xfrm>
              <a:custGeom>
                <a:avLst/>
                <a:gdLst>
                  <a:gd name="T0" fmla="*/ 113 w 113"/>
                  <a:gd name="T1" fmla="*/ 0 h 678"/>
                  <a:gd name="T2" fmla="*/ 0 w 113"/>
                  <a:gd name="T3" fmla="*/ 0 h 678"/>
                  <a:gd name="T4" fmla="*/ 0 w 113"/>
                  <a:gd name="T5" fmla="*/ 678 h 6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78">
                    <a:moveTo>
                      <a:pt x="113" y="0"/>
                    </a:moveTo>
                    <a:lnTo>
                      <a:pt x="0" y="0"/>
                    </a:lnTo>
                    <a:lnTo>
                      <a:pt x="0" y="67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Freeform 67">
                <a:extLst>
                  <a:ext uri="{FF2B5EF4-FFF2-40B4-BE49-F238E27FC236}">
                    <a16:creationId xmlns:a16="http://schemas.microsoft.com/office/drawing/2014/main" id="{C5271411-B9C4-4CEF-9F07-EEEB6FC71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1528"/>
                <a:ext cx="113" cy="678"/>
              </a:xfrm>
              <a:custGeom>
                <a:avLst/>
                <a:gdLst>
                  <a:gd name="T0" fmla="*/ 113 w 113"/>
                  <a:gd name="T1" fmla="*/ 0 h 678"/>
                  <a:gd name="T2" fmla="*/ 0 w 113"/>
                  <a:gd name="T3" fmla="*/ 0 h 678"/>
                  <a:gd name="T4" fmla="*/ 0 w 113"/>
                  <a:gd name="T5" fmla="*/ 678 h 6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78">
                    <a:moveTo>
                      <a:pt x="113" y="0"/>
                    </a:moveTo>
                    <a:lnTo>
                      <a:pt x="0" y="0"/>
                    </a:lnTo>
                    <a:lnTo>
                      <a:pt x="0" y="67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Line 68">
                <a:extLst>
                  <a:ext uri="{FF2B5EF4-FFF2-40B4-BE49-F238E27FC236}">
                    <a16:creationId xmlns:a16="http://schemas.microsoft.com/office/drawing/2014/main" id="{031B55AD-8CE4-4E1C-ADA1-1CF820EF2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94" y="1268"/>
                <a:ext cx="47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Line 69">
                <a:extLst>
                  <a:ext uri="{FF2B5EF4-FFF2-40B4-BE49-F238E27FC236}">
                    <a16:creationId xmlns:a16="http://schemas.microsoft.com/office/drawing/2014/main" id="{26E4E205-FC2D-444E-92BB-4E2042784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1302"/>
                <a:ext cx="4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Line 70">
                <a:extLst>
                  <a:ext uri="{FF2B5EF4-FFF2-40B4-BE49-F238E27FC236}">
                    <a16:creationId xmlns:a16="http://schemas.microsoft.com/office/drawing/2014/main" id="{B90A6716-B55B-45FE-809C-0EFD65BA4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3" y="1291"/>
                <a:ext cx="4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Line 71">
                <a:extLst>
                  <a:ext uri="{FF2B5EF4-FFF2-40B4-BE49-F238E27FC236}">
                    <a16:creationId xmlns:a16="http://schemas.microsoft.com/office/drawing/2014/main" id="{BC0A39F8-A3F5-478B-A3B0-E5DF65FFF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6" y="1280"/>
                <a:ext cx="4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Line 72">
                <a:extLst>
                  <a:ext uri="{FF2B5EF4-FFF2-40B4-BE49-F238E27FC236}">
                    <a16:creationId xmlns:a16="http://schemas.microsoft.com/office/drawing/2014/main" id="{77E1D076-EC1E-453F-94E1-26EEBEA5E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5" y="1291"/>
                <a:ext cx="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Line 73">
                <a:extLst>
                  <a:ext uri="{FF2B5EF4-FFF2-40B4-BE49-F238E27FC236}">
                    <a16:creationId xmlns:a16="http://schemas.microsoft.com/office/drawing/2014/main" id="{4D6334CC-4A09-422A-9961-19219DB79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6" y="918"/>
                <a:ext cx="1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Line 74">
                <a:extLst>
                  <a:ext uri="{FF2B5EF4-FFF2-40B4-BE49-F238E27FC236}">
                    <a16:creationId xmlns:a16="http://schemas.microsoft.com/office/drawing/2014/main" id="{6CA8D60B-9B7D-4DD5-A4E0-657831467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24" y="911"/>
                <a:ext cx="3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Line 75">
                <a:extLst>
                  <a:ext uri="{FF2B5EF4-FFF2-40B4-BE49-F238E27FC236}">
                    <a16:creationId xmlns:a16="http://schemas.microsoft.com/office/drawing/2014/main" id="{1FA5FC10-A862-4F12-9FCA-DCAF4A861C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39" y="895"/>
                <a:ext cx="3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Line 76">
                <a:extLst>
                  <a:ext uri="{FF2B5EF4-FFF2-40B4-BE49-F238E27FC236}">
                    <a16:creationId xmlns:a16="http://schemas.microsoft.com/office/drawing/2014/main" id="{90BDA307-CFD0-4601-92E7-E532156DA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906"/>
                <a:ext cx="1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 Box 77">
                <a:extLst>
                  <a:ext uri="{FF2B5EF4-FFF2-40B4-BE49-F238E27FC236}">
                    <a16:creationId xmlns:a16="http://schemas.microsoft.com/office/drawing/2014/main" id="{54E82DDB-5943-4E62-81DF-4BFBE94009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" y="2058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63" name="Text Box 78">
                <a:extLst>
                  <a:ext uri="{FF2B5EF4-FFF2-40B4-BE49-F238E27FC236}">
                    <a16:creationId xmlns:a16="http://schemas.microsoft.com/office/drawing/2014/main" id="{BFC8E3C8-19E8-41F5-B9B8-034A11D7E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703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4" name="Text Box 79">
                <a:extLst>
                  <a:ext uri="{FF2B5EF4-FFF2-40B4-BE49-F238E27FC236}">
                    <a16:creationId xmlns:a16="http://schemas.microsoft.com/office/drawing/2014/main" id="{A4A484C0-B8F8-4377-B70B-298F65A456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3" y="692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5" name="Text Box 80">
                <a:extLst>
                  <a:ext uri="{FF2B5EF4-FFF2-40B4-BE49-F238E27FC236}">
                    <a16:creationId xmlns:a16="http://schemas.microsoft.com/office/drawing/2014/main" id="{88BABAE9-B813-4F53-9E30-6D0187E0EE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8" y="692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6" name="Text Box 81">
                <a:extLst>
                  <a:ext uri="{FF2B5EF4-FFF2-40B4-BE49-F238E27FC236}">
                    <a16:creationId xmlns:a16="http://schemas.microsoft.com/office/drawing/2014/main" id="{CBF339CB-21E8-4F79-8E19-C4E02FB6B3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8" y="714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67" name="Group 82">
                <a:extLst>
                  <a:ext uri="{FF2B5EF4-FFF2-40B4-BE49-F238E27FC236}">
                    <a16:creationId xmlns:a16="http://schemas.microsoft.com/office/drawing/2014/main" id="{2CC6DFE6-0092-400A-8035-40D1D681BF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9" y="1844"/>
                <a:ext cx="441" cy="288"/>
                <a:chOff x="926" y="3072"/>
                <a:chExt cx="441" cy="288"/>
              </a:xfrm>
            </p:grpSpPr>
            <p:sp>
              <p:nvSpPr>
                <p:cNvPr id="78" name="Text Box 83">
                  <a:extLst>
                    <a:ext uri="{FF2B5EF4-FFF2-40B4-BE49-F238E27FC236}">
                      <a16:creationId xmlns:a16="http://schemas.microsoft.com/office/drawing/2014/main" id="{1AA32AA1-878F-4A7A-8893-8DB0FCCC01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6" y="3072"/>
                  <a:ext cx="441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79" name="Line 84">
                  <a:extLst>
                    <a:ext uri="{FF2B5EF4-FFF2-40B4-BE49-F238E27FC236}">
                      <a16:creationId xmlns:a16="http://schemas.microsoft.com/office/drawing/2014/main" id="{40B96F17-62D7-415A-B44B-64BAAE4E9E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2" y="3128"/>
                  <a:ext cx="9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8" name="Text Box 85">
                <a:extLst>
                  <a:ext uri="{FF2B5EF4-FFF2-40B4-BE49-F238E27FC236}">
                    <a16:creationId xmlns:a16="http://schemas.microsoft.com/office/drawing/2014/main" id="{B169D4DE-C209-4FB1-BF0B-7F803A0A4C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3" y="930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69" name="Text Box 86">
                <a:extLst>
                  <a:ext uri="{FF2B5EF4-FFF2-40B4-BE49-F238E27FC236}">
                    <a16:creationId xmlns:a16="http://schemas.microsoft.com/office/drawing/2014/main" id="{13B14B8B-4497-4159-9EFF-13B5E7CC48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923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0" name="Text Box 87">
                <a:extLst>
                  <a:ext uri="{FF2B5EF4-FFF2-40B4-BE49-F238E27FC236}">
                    <a16:creationId xmlns:a16="http://schemas.microsoft.com/office/drawing/2014/main" id="{0D55FC1D-9920-4793-8F3E-A2E5F25116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7" y="907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1" name="Text Box 88">
                <a:extLst>
                  <a:ext uri="{FF2B5EF4-FFF2-40B4-BE49-F238E27FC236}">
                    <a16:creationId xmlns:a16="http://schemas.microsoft.com/office/drawing/2014/main" id="{8E1A9860-065A-49B2-BB8C-C287B6BF3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2" y="918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2" name="Text Box 89">
                <a:extLst>
                  <a:ext uri="{FF2B5EF4-FFF2-40B4-BE49-F238E27FC236}">
                    <a16:creationId xmlns:a16="http://schemas.microsoft.com/office/drawing/2014/main" id="{41E32F6D-95FB-4DF4-94FF-3AC2391C7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6" y="1833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3" name="Text Box 90">
                <a:extLst>
                  <a:ext uri="{FF2B5EF4-FFF2-40B4-BE49-F238E27FC236}">
                    <a16:creationId xmlns:a16="http://schemas.microsoft.com/office/drawing/2014/main" id="{0999A40D-242F-475F-AADF-3C643298C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3" y="1834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4" name="Text Box 91">
                <a:extLst>
                  <a:ext uri="{FF2B5EF4-FFF2-40B4-BE49-F238E27FC236}">
                    <a16:creationId xmlns:a16="http://schemas.microsoft.com/office/drawing/2014/main" id="{20085C38-BADB-4BBF-B185-0131CCA616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9" y="1825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5" name="Text Box 92">
                <a:extLst>
                  <a:ext uri="{FF2B5EF4-FFF2-40B4-BE49-F238E27FC236}">
                    <a16:creationId xmlns:a16="http://schemas.microsoft.com/office/drawing/2014/main" id="{E3A2C795-576D-4E5D-8092-0796A1399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6" y="1723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6" name="Text Box 93">
                <a:extLst>
                  <a:ext uri="{FF2B5EF4-FFF2-40B4-BE49-F238E27FC236}">
                    <a16:creationId xmlns:a16="http://schemas.microsoft.com/office/drawing/2014/main" id="{F998CD14-74FA-4B08-BD61-3B9112785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8" y="1722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7" name="Text Box 94">
                <a:extLst>
                  <a:ext uri="{FF2B5EF4-FFF2-40B4-BE49-F238E27FC236}">
                    <a16:creationId xmlns:a16="http://schemas.microsoft.com/office/drawing/2014/main" id="{F0B17927-B913-42F5-9839-4E15A757F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734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p:grpSp>
        <p:sp>
          <p:nvSpPr>
            <p:cNvPr id="37" name="Text Box 95">
              <a:extLst>
                <a:ext uri="{FF2B5EF4-FFF2-40B4-BE49-F238E27FC236}">
                  <a16:creationId xmlns:a16="http://schemas.microsoft.com/office/drawing/2014/main" id="{223A3384-4E0C-41C2-A629-00D034516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" y="708"/>
              <a:ext cx="3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" name="Text Box 96">
              <a:extLst>
                <a:ext uri="{FF2B5EF4-FFF2-40B4-BE49-F238E27FC236}">
                  <a16:creationId xmlns:a16="http://schemas.microsoft.com/office/drawing/2014/main" id="{6D682591-9C56-41BD-841D-3A36F0F2F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708"/>
              <a:ext cx="3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" name="Text Box 97">
              <a:extLst>
                <a:ext uri="{FF2B5EF4-FFF2-40B4-BE49-F238E27FC236}">
                  <a16:creationId xmlns:a16="http://schemas.microsoft.com/office/drawing/2014/main" id="{CCE7B8B1-2258-46C2-BB3B-8B69F8535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" y="719"/>
              <a:ext cx="3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" name="Text Box 98">
              <a:extLst>
                <a:ext uri="{FF2B5EF4-FFF2-40B4-BE49-F238E27FC236}">
                  <a16:creationId xmlns:a16="http://schemas.microsoft.com/office/drawing/2014/main" id="{92868C48-CBB6-4F78-988F-7472B54BC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" y="719"/>
              <a:ext cx="3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294757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45A0C3-9EB9-4E8E-8B43-FFCB078AA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8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690E3-BA34-4211-A3C0-7A5AB567FD2C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646113"/>
            <a:ext cx="6715125" cy="6223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四位串行输入、串/并行输出左移寄存器</a:t>
            </a:r>
            <a:endParaRPr kumimoji="0"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F82FC9-4E1D-4D91-B001-14223BCA39D2}"/>
              </a:ext>
            </a:extLst>
          </p:cNvPr>
          <p:cNvGrpSpPr>
            <a:grpSpLocks/>
          </p:cNvGrpSpPr>
          <p:nvPr/>
        </p:nvGrpSpPr>
        <p:grpSpPr bwMode="auto">
          <a:xfrm>
            <a:off x="268288" y="1946275"/>
            <a:ext cx="8532812" cy="3302000"/>
            <a:chOff x="169" y="1226"/>
            <a:chExt cx="5375" cy="2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A7059E-C122-42C0-949A-6A61867BF7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" y="1226"/>
              <a:ext cx="5375" cy="2080"/>
              <a:chOff x="102" y="808"/>
              <a:chExt cx="5375" cy="2080"/>
            </a:xfrm>
          </p:grpSpPr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324B45E8-6227-486C-A1F1-691BE2859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681" y="1710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utoShape 6">
                <a:extLst>
                  <a:ext uri="{FF2B5EF4-FFF2-40B4-BE49-F238E27FC236}">
                    <a16:creationId xmlns:a16="http://schemas.microsoft.com/office/drawing/2014/main" id="{E01299B4-202D-4913-8B3E-C5A3933A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4011" y="1982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65E9641A-6ACF-42EE-BC33-596607D549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948" y="1676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C2EBA73C-045B-4920-9A7A-23A87D805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655" y="1675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9">
                <a:extLst>
                  <a:ext uri="{FF2B5EF4-FFF2-40B4-BE49-F238E27FC236}">
                    <a16:creationId xmlns:a16="http://schemas.microsoft.com/office/drawing/2014/main" id="{163750B9-2705-4C00-8633-96A0EBEF42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887" y="2415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CA7E3FA-1FD0-41C2-9B2D-D4C8A44CD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800" y="1710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AutoShape 11">
                <a:extLst>
                  <a:ext uri="{FF2B5EF4-FFF2-40B4-BE49-F238E27FC236}">
                    <a16:creationId xmlns:a16="http://schemas.microsoft.com/office/drawing/2014/main" id="{C4DFF583-DA16-45EF-B7F8-8630CB2E7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3130" y="1982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A0B94B11-C450-481E-AC07-F9FE308E9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067" y="1676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35A84C08-5CA7-4295-A5FB-96FA4991A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774" y="1675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4">
                <a:extLst>
                  <a:ext uri="{FF2B5EF4-FFF2-40B4-BE49-F238E27FC236}">
                    <a16:creationId xmlns:a16="http://schemas.microsoft.com/office/drawing/2014/main" id="{9A653C4D-D18C-45D6-9DBB-0B6DD964C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06" y="2415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CA9C7331-D141-4C34-933E-AEB734BB1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921" y="1711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utoShape 16">
                <a:extLst>
                  <a:ext uri="{FF2B5EF4-FFF2-40B4-BE49-F238E27FC236}">
                    <a16:creationId xmlns:a16="http://schemas.microsoft.com/office/drawing/2014/main" id="{74628547-3AB7-4801-9CCF-BC1AA5CBB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2251" y="1983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 Box 17">
                <a:extLst>
                  <a:ext uri="{FF2B5EF4-FFF2-40B4-BE49-F238E27FC236}">
                    <a16:creationId xmlns:a16="http://schemas.microsoft.com/office/drawing/2014/main" id="{05987F90-A39E-484A-8E04-760C177A2B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199" y="167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 Box 18">
                <a:extLst>
                  <a:ext uri="{FF2B5EF4-FFF2-40B4-BE49-F238E27FC236}">
                    <a16:creationId xmlns:a16="http://schemas.microsoft.com/office/drawing/2014/main" id="{D0F88DC4-162D-4C67-860D-00051F0B30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884" y="1676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Oval 19">
                <a:extLst>
                  <a:ext uri="{FF2B5EF4-FFF2-40B4-BE49-F238E27FC236}">
                    <a16:creationId xmlns:a16="http://schemas.microsoft.com/office/drawing/2014/main" id="{6CA386AD-B727-43F3-A6CF-0CC922B59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127" y="2416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 20">
                <a:extLst>
                  <a:ext uri="{FF2B5EF4-FFF2-40B4-BE49-F238E27FC236}">
                    <a16:creationId xmlns:a16="http://schemas.microsoft.com/office/drawing/2014/main" id="{91148348-7A43-482A-9B10-C8C55C075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41" y="1711"/>
                <a:ext cx="46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AutoShape 21">
                <a:extLst>
                  <a:ext uri="{FF2B5EF4-FFF2-40B4-BE49-F238E27FC236}">
                    <a16:creationId xmlns:a16="http://schemas.microsoft.com/office/drawing/2014/main" id="{831FD6B2-003F-4CF5-AACA-750D3CD95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1371" y="1994"/>
                <a:ext cx="145" cy="125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 Box 22">
                <a:extLst>
                  <a:ext uri="{FF2B5EF4-FFF2-40B4-BE49-F238E27FC236}">
                    <a16:creationId xmlns:a16="http://schemas.microsoft.com/office/drawing/2014/main" id="{6B3E9389-D13F-44CD-8B5F-3FBC1C0A5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312" y="1666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 Box 23">
                <a:extLst>
                  <a:ext uri="{FF2B5EF4-FFF2-40B4-BE49-F238E27FC236}">
                    <a16:creationId xmlns:a16="http://schemas.microsoft.com/office/drawing/2014/main" id="{467E5A3B-9015-43A5-A3F2-92C57249F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019" y="168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Oval 24">
                <a:extLst>
                  <a:ext uri="{FF2B5EF4-FFF2-40B4-BE49-F238E27FC236}">
                    <a16:creationId xmlns:a16="http://schemas.microsoft.com/office/drawing/2014/main" id="{D5146D49-9CA6-4F94-B41F-A7A22EEA8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247" y="2416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F32FB451-CD37-4BFA-9C0E-375B656302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76" y="2490"/>
                <a:ext cx="3535" cy="147"/>
              </a:xfrm>
              <a:custGeom>
                <a:avLst/>
                <a:gdLst>
                  <a:gd name="T0" fmla="*/ 3535 w 3535"/>
                  <a:gd name="T1" fmla="*/ 0 h 147"/>
                  <a:gd name="T2" fmla="*/ 3535 w 3535"/>
                  <a:gd name="T3" fmla="*/ 147 h 147"/>
                  <a:gd name="T4" fmla="*/ 0 w 3535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35" h="147">
                    <a:moveTo>
                      <a:pt x="3535" y="0"/>
                    </a:moveTo>
                    <a:lnTo>
                      <a:pt x="3535" y="147"/>
                    </a:lnTo>
                    <a:lnTo>
                      <a:pt x="0" y="1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197A75A2-FF71-4A3B-BEDF-8B22D35A14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60" y="2483"/>
                <a:ext cx="1" cy="170"/>
              </a:xfrm>
              <a:custGeom>
                <a:avLst/>
                <a:gdLst>
                  <a:gd name="T0" fmla="*/ 0 w 1"/>
                  <a:gd name="T1" fmla="*/ 0 h 170"/>
                  <a:gd name="T2" fmla="*/ 0 w 1"/>
                  <a:gd name="T3" fmla="*/ 170 h 17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70">
                    <a:moveTo>
                      <a:pt x="0" y="0"/>
                    </a:moveTo>
                    <a:cubicBezTo>
                      <a:pt x="0" y="57"/>
                      <a:pt x="0" y="113"/>
                      <a:pt x="0" y="17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id="{FA305785-C69B-483E-8870-237EDFBC3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8" y="2490"/>
                <a:ext cx="0" cy="1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E6995A21-7F3B-4D93-B3E0-830EA71FE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0" y="2490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Freeform 29">
                <a:extLst>
                  <a:ext uri="{FF2B5EF4-FFF2-40B4-BE49-F238E27FC236}">
                    <a16:creationId xmlns:a16="http://schemas.microsoft.com/office/drawing/2014/main" id="{D9B89F3A-1AF3-49B7-B813-83F121A92A5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57" y="2050"/>
                <a:ext cx="3320" cy="689"/>
              </a:xfrm>
              <a:custGeom>
                <a:avLst/>
                <a:gdLst>
                  <a:gd name="T0" fmla="*/ 3320 w 3320"/>
                  <a:gd name="T1" fmla="*/ 0 h 689"/>
                  <a:gd name="T2" fmla="*/ 3219 w 3320"/>
                  <a:gd name="T3" fmla="*/ 0 h 689"/>
                  <a:gd name="T4" fmla="*/ 3219 w 3320"/>
                  <a:gd name="T5" fmla="*/ 689 h 689"/>
                  <a:gd name="T6" fmla="*/ 0 w 3320"/>
                  <a:gd name="T7" fmla="*/ 689 h 6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20" h="689">
                    <a:moveTo>
                      <a:pt x="3320" y="0"/>
                    </a:moveTo>
                    <a:lnTo>
                      <a:pt x="3219" y="0"/>
                    </a:lnTo>
                    <a:lnTo>
                      <a:pt x="3219" y="689"/>
                    </a:lnTo>
                    <a:lnTo>
                      <a:pt x="0" y="68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reeform 30">
                <a:extLst>
                  <a:ext uri="{FF2B5EF4-FFF2-40B4-BE49-F238E27FC236}">
                    <a16:creationId xmlns:a16="http://schemas.microsoft.com/office/drawing/2014/main" id="{2052F76E-18F3-4E1F-B25A-3E986A1B277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49" y="2061"/>
                <a:ext cx="113" cy="666"/>
              </a:xfrm>
              <a:custGeom>
                <a:avLst/>
                <a:gdLst>
                  <a:gd name="T0" fmla="*/ 113 w 113"/>
                  <a:gd name="T1" fmla="*/ 0 h 666"/>
                  <a:gd name="T2" fmla="*/ 0 w 113"/>
                  <a:gd name="T3" fmla="*/ 0 h 666"/>
                  <a:gd name="T4" fmla="*/ 0 w 113"/>
                  <a:gd name="T5" fmla="*/ 666 h 6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66">
                    <a:moveTo>
                      <a:pt x="113" y="0"/>
                    </a:moveTo>
                    <a:lnTo>
                      <a:pt x="0" y="0"/>
                    </a:lnTo>
                    <a:lnTo>
                      <a:pt x="0" y="6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Freeform 31">
                <a:extLst>
                  <a:ext uri="{FF2B5EF4-FFF2-40B4-BE49-F238E27FC236}">
                    <a16:creationId xmlns:a16="http://schemas.microsoft.com/office/drawing/2014/main" id="{DCCD2BD8-D882-4D03-BE77-68DDA8B4A8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19" y="2061"/>
                <a:ext cx="113" cy="678"/>
              </a:xfrm>
              <a:custGeom>
                <a:avLst/>
                <a:gdLst>
                  <a:gd name="T0" fmla="*/ 113 w 113"/>
                  <a:gd name="T1" fmla="*/ 0 h 678"/>
                  <a:gd name="T2" fmla="*/ 0 w 113"/>
                  <a:gd name="T3" fmla="*/ 0 h 678"/>
                  <a:gd name="T4" fmla="*/ 0 w 113"/>
                  <a:gd name="T5" fmla="*/ 678 h 6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78">
                    <a:moveTo>
                      <a:pt x="113" y="0"/>
                    </a:moveTo>
                    <a:lnTo>
                      <a:pt x="0" y="0"/>
                    </a:lnTo>
                    <a:lnTo>
                      <a:pt x="0" y="67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Freeform 32">
                <a:extLst>
                  <a:ext uri="{FF2B5EF4-FFF2-40B4-BE49-F238E27FC236}">
                    <a16:creationId xmlns:a16="http://schemas.microsoft.com/office/drawing/2014/main" id="{41FE85A8-8E91-4F32-8833-DA3D683754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200" y="2061"/>
                <a:ext cx="113" cy="678"/>
              </a:xfrm>
              <a:custGeom>
                <a:avLst/>
                <a:gdLst>
                  <a:gd name="T0" fmla="*/ 113 w 113"/>
                  <a:gd name="T1" fmla="*/ 0 h 678"/>
                  <a:gd name="T2" fmla="*/ 0 w 113"/>
                  <a:gd name="T3" fmla="*/ 0 h 678"/>
                  <a:gd name="T4" fmla="*/ 0 w 113"/>
                  <a:gd name="T5" fmla="*/ 678 h 6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78">
                    <a:moveTo>
                      <a:pt x="113" y="0"/>
                    </a:moveTo>
                    <a:lnTo>
                      <a:pt x="0" y="0"/>
                    </a:lnTo>
                    <a:lnTo>
                      <a:pt x="0" y="67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33">
                <a:extLst>
                  <a:ext uri="{FF2B5EF4-FFF2-40B4-BE49-F238E27FC236}">
                    <a16:creationId xmlns:a16="http://schemas.microsoft.com/office/drawing/2014/main" id="{B25C5641-9C06-48C5-A333-7852C947D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6" y="1801"/>
                <a:ext cx="7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id="{4AF7FB91-0B7E-483A-93E5-02F6926A9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1835"/>
                <a:ext cx="4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35">
                <a:extLst>
                  <a:ext uri="{FF2B5EF4-FFF2-40B4-BE49-F238E27FC236}">
                    <a16:creationId xmlns:a16="http://schemas.microsoft.com/office/drawing/2014/main" id="{746883D7-271B-45F9-A3DC-A6D2BB878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3" y="1824"/>
                <a:ext cx="4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Line 36">
                <a:extLst>
                  <a:ext uri="{FF2B5EF4-FFF2-40B4-BE49-F238E27FC236}">
                    <a16:creationId xmlns:a16="http://schemas.microsoft.com/office/drawing/2014/main" id="{CEB0F3BF-7C7F-4ED1-B681-3ED91DA30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90" y="1813"/>
                <a:ext cx="4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37">
                <a:extLst>
                  <a:ext uri="{FF2B5EF4-FFF2-40B4-BE49-F238E27FC236}">
                    <a16:creationId xmlns:a16="http://schemas.microsoft.com/office/drawing/2014/main" id="{A78D44D3-AEE9-413F-A0B0-DD60E7BD9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7" y="1824"/>
                <a:ext cx="4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Line 38">
                <a:extLst>
                  <a:ext uri="{FF2B5EF4-FFF2-40B4-BE49-F238E27FC236}">
                    <a16:creationId xmlns:a16="http://schemas.microsoft.com/office/drawing/2014/main" id="{8D37BE73-743B-47A4-91CB-DCE858743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7" y="1451"/>
                <a:ext cx="1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39">
                <a:extLst>
                  <a:ext uri="{FF2B5EF4-FFF2-40B4-BE49-F238E27FC236}">
                    <a16:creationId xmlns:a16="http://schemas.microsoft.com/office/drawing/2014/main" id="{67D046F1-3260-42AD-8347-247B55633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7" y="1444"/>
                <a:ext cx="3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Line 40">
                <a:extLst>
                  <a:ext uri="{FF2B5EF4-FFF2-40B4-BE49-F238E27FC236}">
                    <a16:creationId xmlns:a16="http://schemas.microsoft.com/office/drawing/2014/main" id="{67294B84-7E65-4D6B-A9F6-7E0A917B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2" y="1428"/>
                <a:ext cx="3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1">
                <a:extLst>
                  <a:ext uri="{FF2B5EF4-FFF2-40B4-BE49-F238E27FC236}">
                    <a16:creationId xmlns:a16="http://schemas.microsoft.com/office/drawing/2014/main" id="{73956479-076B-4E05-AE03-11D4D1612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3" y="1439"/>
                <a:ext cx="1" cy="3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Text Box 42">
                <a:extLst>
                  <a:ext uri="{FF2B5EF4-FFF2-40B4-BE49-F238E27FC236}">
                    <a16:creationId xmlns:a16="http://schemas.microsoft.com/office/drawing/2014/main" id="{B7A91352-2A6A-4140-B77F-2CAB9345E1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797" y="2591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5" name="Text Box 43">
                <a:extLst>
                  <a:ext uri="{FF2B5EF4-FFF2-40B4-BE49-F238E27FC236}">
                    <a16:creationId xmlns:a16="http://schemas.microsoft.com/office/drawing/2014/main" id="{847E5667-F5A8-4951-9051-5B0170CA93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455" y="1258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6" name="Text Box 44">
                <a:extLst>
                  <a:ext uri="{FF2B5EF4-FFF2-40B4-BE49-F238E27FC236}">
                    <a16:creationId xmlns:a16="http://schemas.microsoft.com/office/drawing/2014/main" id="{D4411020-3C58-4230-B44A-B794532097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574" y="1237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" name="Text Box 45">
                <a:extLst>
                  <a:ext uri="{FF2B5EF4-FFF2-40B4-BE49-F238E27FC236}">
                    <a16:creationId xmlns:a16="http://schemas.microsoft.com/office/drawing/2014/main" id="{24983CB9-C4DD-468D-9B40-639B3034C2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660" y="1225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8" name="Text Box 46">
                <a:extLst>
                  <a:ext uri="{FF2B5EF4-FFF2-40B4-BE49-F238E27FC236}">
                    <a16:creationId xmlns:a16="http://schemas.microsoft.com/office/drawing/2014/main" id="{A8B5A30B-6650-4591-AB09-90E8F52D0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800" y="1236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9" name="Group 47">
                <a:extLst>
                  <a:ext uri="{FF2B5EF4-FFF2-40B4-BE49-F238E27FC236}">
                    <a16:creationId xmlns:a16="http://schemas.microsoft.com/office/drawing/2014/main" id="{083893EF-ACB6-4AD9-9F59-C66FC2795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2" y="2366"/>
                <a:ext cx="441" cy="288"/>
                <a:chOff x="4894" y="2377"/>
                <a:chExt cx="441" cy="288"/>
              </a:xfrm>
            </p:grpSpPr>
            <p:sp>
              <p:nvSpPr>
                <p:cNvPr id="86" name="Text Box 48">
                  <a:extLst>
                    <a:ext uri="{FF2B5EF4-FFF2-40B4-BE49-F238E27FC236}">
                      <a16:creationId xmlns:a16="http://schemas.microsoft.com/office/drawing/2014/main" id="{8499FC43-9C97-4B0F-8D2A-2DB009FF64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4894" y="2377"/>
                  <a:ext cx="441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87" name="Line 49">
                  <a:extLst>
                    <a:ext uri="{FF2B5EF4-FFF2-40B4-BE49-F238E27FC236}">
                      <a16:creationId xmlns:a16="http://schemas.microsoft.com/office/drawing/2014/main" id="{3A5E7A5C-BC79-4A95-805B-4EE2D89BF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68" y="2433"/>
                  <a:ext cx="9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" name="Text Box 50">
                <a:extLst>
                  <a:ext uri="{FF2B5EF4-FFF2-40B4-BE49-F238E27FC236}">
                    <a16:creationId xmlns:a16="http://schemas.microsoft.com/office/drawing/2014/main" id="{B488F203-FC8B-4217-82FA-7964018820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381" y="1452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1" name="Text Box 51">
                <a:extLst>
                  <a:ext uri="{FF2B5EF4-FFF2-40B4-BE49-F238E27FC236}">
                    <a16:creationId xmlns:a16="http://schemas.microsoft.com/office/drawing/2014/main" id="{FBC14D5B-645D-450B-97E8-6D480C13B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510" y="1445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2" name="Text Box 52">
                <a:extLst>
                  <a:ext uri="{FF2B5EF4-FFF2-40B4-BE49-F238E27FC236}">
                    <a16:creationId xmlns:a16="http://schemas.microsoft.com/office/drawing/2014/main" id="{8D45827E-8553-4A11-BEA8-408F6E7EF1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587" y="1440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3" name="Text Box 53">
                <a:extLst>
                  <a:ext uri="{FF2B5EF4-FFF2-40B4-BE49-F238E27FC236}">
                    <a16:creationId xmlns:a16="http://schemas.microsoft.com/office/drawing/2014/main" id="{C7E847F7-3664-4572-9931-855EFAA95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723" y="1440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4" name="Text Box 54">
                <a:extLst>
                  <a:ext uri="{FF2B5EF4-FFF2-40B4-BE49-F238E27FC236}">
                    <a16:creationId xmlns:a16="http://schemas.microsoft.com/office/drawing/2014/main" id="{FEEBC67F-2906-485C-B66C-1C42A48E2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463" y="2366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5" name="Text Box 55">
                <a:extLst>
                  <a:ext uri="{FF2B5EF4-FFF2-40B4-BE49-F238E27FC236}">
                    <a16:creationId xmlns:a16="http://schemas.microsoft.com/office/drawing/2014/main" id="{34216910-8511-464C-8571-2A28C0FA1E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336" y="2367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6" name="Text Box 56">
                <a:extLst>
                  <a:ext uri="{FF2B5EF4-FFF2-40B4-BE49-F238E27FC236}">
                    <a16:creationId xmlns:a16="http://schemas.microsoft.com/office/drawing/2014/main" id="{84347F7F-5240-4870-B0DC-066D9CCDB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208" y="2369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7" name="Text Box 57">
                <a:extLst>
                  <a:ext uri="{FF2B5EF4-FFF2-40B4-BE49-F238E27FC236}">
                    <a16:creationId xmlns:a16="http://schemas.microsoft.com/office/drawing/2014/main" id="{55C8A4E1-2526-42C3-8D16-73D7DFCBF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824" y="2255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8" name="Text Box 58">
                <a:extLst>
                  <a:ext uri="{FF2B5EF4-FFF2-40B4-BE49-F238E27FC236}">
                    <a16:creationId xmlns:a16="http://schemas.microsoft.com/office/drawing/2014/main" id="{0521232B-0DA5-4D72-BE5A-84E457E67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36" y="2255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59" name="Text Box 59">
                <a:extLst>
                  <a:ext uri="{FF2B5EF4-FFF2-40B4-BE49-F238E27FC236}">
                    <a16:creationId xmlns:a16="http://schemas.microsoft.com/office/drawing/2014/main" id="{524E21A6-3015-430B-B547-C363D859D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064" y="2267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60" name="Oval 60">
                <a:extLst>
                  <a:ext uri="{FF2B5EF4-FFF2-40B4-BE49-F238E27FC236}">
                    <a16:creationId xmlns:a16="http://schemas.microsoft.com/office/drawing/2014/main" id="{66447A9B-5477-43BE-918F-D20D59D0A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507" y="2021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Oval 61">
                <a:extLst>
                  <a:ext uri="{FF2B5EF4-FFF2-40B4-BE49-F238E27FC236}">
                    <a16:creationId xmlns:a16="http://schemas.microsoft.com/office/drawing/2014/main" id="{7F32AB14-D67F-4D79-847F-39CC2550B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365" y="2010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Oval 62">
                <a:extLst>
                  <a:ext uri="{FF2B5EF4-FFF2-40B4-BE49-F238E27FC236}">
                    <a16:creationId xmlns:a16="http://schemas.microsoft.com/office/drawing/2014/main" id="{070D5E86-5C78-4692-BFC6-300A14C50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246" y="2010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Oval 63">
                <a:extLst>
                  <a:ext uri="{FF2B5EF4-FFF2-40B4-BE49-F238E27FC236}">
                    <a16:creationId xmlns:a16="http://schemas.microsoft.com/office/drawing/2014/main" id="{55B13A63-5409-4C85-A590-539339388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139" y="2010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Text Box 64">
                <a:extLst>
                  <a:ext uri="{FF2B5EF4-FFF2-40B4-BE49-F238E27FC236}">
                    <a16:creationId xmlns:a16="http://schemas.microsoft.com/office/drawing/2014/main" id="{67E44996-3DD9-4296-89D6-9A2F7367B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926" y="2117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 Box 65">
                <a:extLst>
                  <a:ext uri="{FF2B5EF4-FFF2-40B4-BE49-F238E27FC236}">
                    <a16:creationId xmlns:a16="http://schemas.microsoft.com/office/drawing/2014/main" id="{57CD8164-8A41-4766-809A-713BB9582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056" y="2140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 Box 66">
                <a:extLst>
                  <a:ext uri="{FF2B5EF4-FFF2-40B4-BE49-F238E27FC236}">
                    <a16:creationId xmlns:a16="http://schemas.microsoft.com/office/drawing/2014/main" id="{8DC07BD7-FDB3-42F7-960E-297502404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164" y="2140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 Box 67">
                <a:extLst>
                  <a:ext uri="{FF2B5EF4-FFF2-40B4-BE49-F238E27FC236}">
                    <a16:creationId xmlns:a16="http://schemas.microsoft.com/office/drawing/2014/main" id="{C939890D-54B3-4A07-9907-408F827E9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271" y="2128"/>
                <a:ext cx="37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Oval 68">
                <a:extLst>
                  <a:ext uri="{FF2B5EF4-FFF2-40B4-BE49-F238E27FC236}">
                    <a16:creationId xmlns:a16="http://schemas.microsoft.com/office/drawing/2014/main" id="{D7E8BC5C-6A3B-4E8A-AC88-495B64F84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597" y="224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Oval 69">
                <a:extLst>
                  <a:ext uri="{FF2B5EF4-FFF2-40B4-BE49-F238E27FC236}">
                    <a16:creationId xmlns:a16="http://schemas.microsoft.com/office/drawing/2014/main" id="{12F80B1C-E36A-4B0F-BA0A-35363D477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705" y="224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Oval 70">
                <a:extLst>
                  <a:ext uri="{FF2B5EF4-FFF2-40B4-BE49-F238E27FC236}">
                    <a16:creationId xmlns:a16="http://schemas.microsoft.com/office/drawing/2014/main" id="{167E2201-04AD-4E74-A67E-BCA37F707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3" y="2247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Oval 71">
                <a:extLst>
                  <a:ext uri="{FF2B5EF4-FFF2-40B4-BE49-F238E27FC236}">
                    <a16:creationId xmlns:a16="http://schemas.microsoft.com/office/drawing/2014/main" id="{0E27290A-DC95-44A9-8BED-B5B2E2333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943" y="2236"/>
                <a:ext cx="79" cy="7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Line 72">
                <a:extLst>
                  <a:ext uri="{FF2B5EF4-FFF2-40B4-BE49-F238E27FC236}">
                    <a16:creationId xmlns:a16="http://schemas.microsoft.com/office/drawing/2014/main" id="{B19F1521-7E95-4A7E-A2E3-2CF525819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" y="2281"/>
                <a:ext cx="3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Line 73">
                <a:extLst>
                  <a:ext uri="{FF2B5EF4-FFF2-40B4-BE49-F238E27FC236}">
                    <a16:creationId xmlns:a16="http://schemas.microsoft.com/office/drawing/2014/main" id="{9E2E22C9-4C3A-4CC7-A251-F0E92A0A0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3" y="2281"/>
                <a:ext cx="3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Line 74">
                <a:extLst>
                  <a:ext uri="{FF2B5EF4-FFF2-40B4-BE49-F238E27FC236}">
                    <a16:creationId xmlns:a16="http://schemas.microsoft.com/office/drawing/2014/main" id="{5B50BE97-989F-4D4C-89BF-3F54EA9BE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304"/>
                <a:ext cx="3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5" name="Group 75">
                <a:extLst>
                  <a:ext uri="{FF2B5EF4-FFF2-40B4-BE49-F238E27FC236}">
                    <a16:creationId xmlns:a16="http://schemas.microsoft.com/office/drawing/2014/main" id="{7ABC4966-182D-4711-83A1-358438E6A2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4" y="1968"/>
                <a:ext cx="260" cy="225"/>
                <a:chOff x="1592" y="3580"/>
                <a:chExt cx="260" cy="225"/>
              </a:xfrm>
            </p:grpSpPr>
            <p:sp>
              <p:nvSpPr>
                <p:cNvPr id="84" name="Rectangle 76">
                  <a:extLst>
                    <a:ext uri="{FF2B5EF4-FFF2-40B4-BE49-F238E27FC236}">
                      <a16:creationId xmlns:a16="http://schemas.microsoft.com/office/drawing/2014/main" id="{EA7DC1DC-5536-4616-8439-505EE8D77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3580"/>
                  <a:ext cx="260" cy="14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Oval 77">
                  <a:extLst>
                    <a:ext uri="{FF2B5EF4-FFF2-40B4-BE49-F238E27FC236}">
                      <a16:creationId xmlns:a16="http://schemas.microsoft.com/office/drawing/2014/main" id="{457D9C0F-130C-44FC-A2F5-4C2632C54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2" y="3726"/>
                  <a:ext cx="79" cy="7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" name="Line 78">
                <a:extLst>
                  <a:ext uri="{FF2B5EF4-FFF2-40B4-BE49-F238E27FC236}">
                    <a16:creationId xmlns:a16="http://schemas.microsoft.com/office/drawing/2014/main" id="{96E31B60-BAD7-4FB5-9F50-E64792A42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9" y="1796"/>
                <a:ext cx="0" cy="1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Freeform 79">
                <a:extLst>
                  <a:ext uri="{FF2B5EF4-FFF2-40B4-BE49-F238E27FC236}">
                    <a16:creationId xmlns:a16="http://schemas.microsoft.com/office/drawing/2014/main" id="{3C7D88CE-F6DA-4B73-B591-63DF8E390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2191"/>
                <a:ext cx="384" cy="102"/>
              </a:xfrm>
              <a:custGeom>
                <a:avLst/>
                <a:gdLst>
                  <a:gd name="T0" fmla="*/ 384 w 384"/>
                  <a:gd name="T1" fmla="*/ 0 h 102"/>
                  <a:gd name="T2" fmla="*/ 384 w 384"/>
                  <a:gd name="T3" fmla="*/ 102 h 102"/>
                  <a:gd name="T4" fmla="*/ 0 w 384"/>
                  <a:gd name="T5" fmla="*/ 102 h 10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102">
                    <a:moveTo>
                      <a:pt x="384" y="0"/>
                    </a:moveTo>
                    <a:lnTo>
                      <a:pt x="384" y="102"/>
                    </a:lnTo>
                    <a:lnTo>
                      <a:pt x="0" y="10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Text Box 80">
                <a:extLst>
                  <a:ext uri="{FF2B5EF4-FFF2-40B4-BE49-F238E27FC236}">
                    <a16:creationId xmlns:a16="http://schemas.microsoft.com/office/drawing/2014/main" id="{6A768735-5C57-406D-BE41-3EE353CE1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426" y="1432"/>
                <a:ext cx="497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79" name="Text Box 81">
                <a:extLst>
                  <a:ext uri="{FF2B5EF4-FFF2-40B4-BE49-F238E27FC236}">
                    <a16:creationId xmlns:a16="http://schemas.microsoft.com/office/drawing/2014/main" id="{0D54F13D-2DD4-40C4-9172-3676555EF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834" y="1643"/>
                <a:ext cx="441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80" name="Text Box 82">
                <a:extLst>
                  <a:ext uri="{FF2B5EF4-FFF2-40B4-BE49-F238E27FC236}">
                    <a16:creationId xmlns:a16="http://schemas.microsoft.com/office/drawing/2014/main" id="{03A67BE6-810B-4C12-9BF5-A59D93B90D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5" y="1429"/>
                <a:ext cx="89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串行输入</a:t>
                </a:r>
              </a:p>
            </p:txBody>
          </p:sp>
          <p:sp>
            <p:nvSpPr>
              <p:cNvPr id="81" name="Text Box 83">
                <a:extLst>
                  <a:ext uri="{FF2B5EF4-FFF2-40B4-BE49-F238E27FC236}">
                    <a16:creationId xmlns:a16="http://schemas.microsoft.com/office/drawing/2014/main" id="{2FF7A503-5C9D-4043-84A3-9639F9677D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" y="1814"/>
                <a:ext cx="10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串行输出</a:t>
                </a:r>
              </a:p>
            </p:txBody>
          </p:sp>
          <p:sp>
            <p:nvSpPr>
              <p:cNvPr id="82" name="Text Box 84">
                <a:extLst>
                  <a:ext uri="{FF2B5EF4-FFF2-40B4-BE49-F238E27FC236}">
                    <a16:creationId xmlns:a16="http://schemas.microsoft.com/office/drawing/2014/main" id="{CFBD8FF8-9C45-49D2-BC6B-1A32504CE1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9" y="808"/>
                <a:ext cx="103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并行输出</a:t>
                </a:r>
              </a:p>
            </p:txBody>
          </p:sp>
          <p:sp>
            <p:nvSpPr>
              <p:cNvPr id="83" name="AutoShape 85">
                <a:extLst>
                  <a:ext uri="{FF2B5EF4-FFF2-40B4-BE49-F238E27FC236}">
                    <a16:creationId xmlns:a16="http://schemas.microsoft.com/office/drawing/2014/main" id="{0EAA0CB1-434E-4598-8794-EF10F08BF77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106" y="-96"/>
                <a:ext cx="191" cy="2553"/>
              </a:xfrm>
              <a:prstGeom prst="leftBrace">
                <a:avLst>
                  <a:gd name="adj1" fmla="val 111387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Text Box 86">
              <a:extLst>
                <a:ext uri="{FF2B5EF4-FFF2-40B4-BE49-F238E27FC236}">
                  <a16:creationId xmlns:a16="http://schemas.microsoft.com/office/drawing/2014/main" id="{0B011553-63FB-4A18-9239-8A5B77310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" y="2358"/>
              <a:ext cx="283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92011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45758D-F674-474C-AF45-F2D2114162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9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BD91E-CFDB-4EC7-A96D-071332EF559B}"/>
              </a:ext>
            </a:extLst>
          </p:cNvPr>
          <p:cNvSpPr txBox="1">
            <a:spLocks noChangeArrowheads="1"/>
          </p:cNvSpPr>
          <p:nvPr/>
        </p:nvSpPr>
        <p:spPr>
          <a:xfrm>
            <a:off x="307975" y="120650"/>
            <a:ext cx="7450138" cy="4445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四位串行输入、串/并行输出双向移位寄存器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9915561-AC9A-418C-9AEA-795863E59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862013"/>
            <a:ext cx="3103563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=S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+Q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70C949C-B563-4897-86D6-5549A97BA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844550"/>
            <a:ext cx="310356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+Q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6CED6D9A-1A48-4E4F-9FB9-0CB99CDBF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579563"/>
            <a:ext cx="31035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+Q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FED0A846-0959-47BC-A8A1-F983F8D32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506538"/>
            <a:ext cx="31035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+S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CC1A22-9215-40EA-BAA4-0406F6BD3830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896938"/>
            <a:ext cx="1641475" cy="554037"/>
            <a:chOff x="1252" y="565"/>
            <a:chExt cx="1034" cy="349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5FFECD2-672F-419E-A062-BBE3F6192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565"/>
              <a:ext cx="38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4C51C1-A9D2-4462-BA28-501C98339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3" y="587"/>
              <a:ext cx="383" cy="327"/>
              <a:chOff x="1903" y="587"/>
              <a:chExt cx="383" cy="327"/>
            </a:xfrm>
          </p:grpSpPr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B11E7B2B-B80B-4C92-AF47-6A68FEFB6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587"/>
                <a:ext cx="38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74C0EA2E-CE4B-4B17-ADAC-6F4F5A6DC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9" y="644"/>
                <a:ext cx="113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B7BAEB-C615-4D49-ACA2-6C52EDF8AC25}"/>
              </a:ext>
            </a:extLst>
          </p:cNvPr>
          <p:cNvGrpSpPr>
            <a:grpSpLocks/>
          </p:cNvGrpSpPr>
          <p:nvPr/>
        </p:nvGrpSpPr>
        <p:grpSpPr bwMode="auto">
          <a:xfrm>
            <a:off x="6170613" y="879475"/>
            <a:ext cx="1641475" cy="554038"/>
            <a:chOff x="3951" y="554"/>
            <a:chExt cx="1034" cy="349"/>
          </a:xfrm>
        </p:grpSpPr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9301CAE1-92CD-4A61-8353-8894E22A3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554"/>
              <a:ext cx="38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087E0A-D508-431A-9337-A7F72188E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2" y="576"/>
              <a:ext cx="383" cy="327"/>
              <a:chOff x="4602" y="576"/>
              <a:chExt cx="383" cy="327"/>
            </a:xfrm>
          </p:grpSpPr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7EAD99ED-22F5-4F4F-9029-53F680CD68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2" y="576"/>
                <a:ext cx="38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" name="Line 16">
                <a:extLst>
                  <a:ext uri="{FF2B5EF4-FFF2-40B4-BE49-F238E27FC236}">
                    <a16:creationId xmlns:a16="http://schemas.microsoft.com/office/drawing/2014/main" id="{8A73CDEF-9E9E-41FE-915A-0C1BBE8CC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8" y="633"/>
                <a:ext cx="113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BF932F-6CED-4CA9-9190-6178AA9D11B3}"/>
              </a:ext>
            </a:extLst>
          </p:cNvPr>
          <p:cNvGrpSpPr>
            <a:grpSpLocks/>
          </p:cNvGrpSpPr>
          <p:nvPr/>
        </p:nvGrpSpPr>
        <p:grpSpPr bwMode="auto">
          <a:xfrm>
            <a:off x="1897063" y="1631950"/>
            <a:ext cx="1641475" cy="554038"/>
            <a:chOff x="1275" y="1028"/>
            <a:chExt cx="1034" cy="349"/>
          </a:xfrm>
        </p:grpSpPr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9F9B0B0D-0574-4B52-A81A-612A7B095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5" y="1028"/>
              <a:ext cx="38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94C2FAD-697E-41F5-B095-17F478D145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6" y="1050"/>
              <a:ext cx="383" cy="327"/>
              <a:chOff x="1926" y="1050"/>
              <a:chExt cx="383" cy="327"/>
            </a:xfrm>
          </p:grpSpPr>
          <p:sp>
            <p:nvSpPr>
              <p:cNvPr id="21" name="Text Box 20">
                <a:extLst>
                  <a:ext uri="{FF2B5EF4-FFF2-40B4-BE49-F238E27FC236}">
                    <a16:creationId xmlns:a16="http://schemas.microsoft.com/office/drawing/2014/main" id="{662EB087-849B-4786-BD87-344DEF7819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6" y="1050"/>
                <a:ext cx="38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546D2B50-9700-451A-8634-49732B12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2" y="1107"/>
                <a:ext cx="113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9E8AC3-B976-44D5-A56A-798F73A316C9}"/>
              </a:ext>
            </a:extLst>
          </p:cNvPr>
          <p:cNvGrpSpPr>
            <a:grpSpLocks/>
          </p:cNvGrpSpPr>
          <p:nvPr/>
        </p:nvGrpSpPr>
        <p:grpSpPr bwMode="auto">
          <a:xfrm>
            <a:off x="6199188" y="1522413"/>
            <a:ext cx="1641475" cy="554037"/>
            <a:chOff x="3953" y="959"/>
            <a:chExt cx="1034" cy="349"/>
          </a:xfrm>
        </p:grpSpPr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936860C5-5754-47DE-92CA-879D87D35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3" y="959"/>
              <a:ext cx="38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5F5EF43-609C-4EC6-A2D1-FE1B2DA875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4" y="981"/>
              <a:ext cx="383" cy="327"/>
              <a:chOff x="4604" y="981"/>
              <a:chExt cx="383" cy="327"/>
            </a:xfrm>
          </p:grpSpPr>
          <p:sp>
            <p:nvSpPr>
              <p:cNvPr id="26" name="Text Box 25">
                <a:extLst>
                  <a:ext uri="{FF2B5EF4-FFF2-40B4-BE49-F238E27FC236}">
                    <a16:creationId xmlns:a16="http://schemas.microsoft.com/office/drawing/2014/main" id="{49CAB51A-65EE-4B09-81D6-3B01D91005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4" y="981"/>
                <a:ext cx="38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CD6155B0-AD16-43F3-BC9C-42CF640DF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038"/>
                <a:ext cx="113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C43D43-1D08-4707-A2D7-A498C72F5FDA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2260600"/>
            <a:ext cx="8575675" cy="4314825"/>
            <a:chOff x="303" y="1424"/>
            <a:chExt cx="5402" cy="271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4DAAF94-8165-4495-A7FE-1F35FD55E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1889"/>
              <a:ext cx="768" cy="40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AutoShape 29">
              <a:extLst>
                <a:ext uri="{FF2B5EF4-FFF2-40B4-BE49-F238E27FC236}">
                  <a16:creationId xmlns:a16="http://schemas.microsoft.com/office/drawing/2014/main" id="{AA769F64-D59F-48E4-AF38-4A507F606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194"/>
              <a:ext cx="203" cy="10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1F52FC4-9DEA-45FF-B79B-CAF5175EA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" y="2037"/>
              <a:ext cx="79" cy="7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39E68327-5667-4F23-AB7B-3FFDAB502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2012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D0C715CA-296D-4467-8642-0C488D9AC1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5" y="1528"/>
              <a:ext cx="0" cy="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E2340161-A71B-4C8A-A022-301AC8DC9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" y="1425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20AF2C6-503C-4E25-B5FC-F7E360287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2070"/>
              <a:ext cx="48" cy="429"/>
            </a:xfrm>
            <a:custGeom>
              <a:avLst/>
              <a:gdLst>
                <a:gd name="T0" fmla="*/ 2 w 147"/>
                <a:gd name="T1" fmla="*/ 0 h 429"/>
                <a:gd name="T2" fmla="*/ 0 w 147"/>
                <a:gd name="T3" fmla="*/ 0 h 429"/>
                <a:gd name="T4" fmla="*/ 0 w 147"/>
                <a:gd name="T5" fmla="*/ 429 h 4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429">
                  <a:moveTo>
                    <a:pt x="147" y="0"/>
                  </a:moveTo>
                  <a:lnTo>
                    <a:pt x="0" y="0"/>
                  </a:lnTo>
                  <a:lnTo>
                    <a:pt x="0" y="42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0B4A5D2D-D044-4174-B3D1-695633D35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2296"/>
              <a:ext cx="0" cy="4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4FC3A02F-FCB2-4DC9-A1D8-DD3897A34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" y="2296"/>
              <a:ext cx="0" cy="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CB9C5C-1AC6-43E4-AB4A-5A369A801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1889"/>
              <a:ext cx="768" cy="40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38">
              <a:extLst>
                <a:ext uri="{FF2B5EF4-FFF2-40B4-BE49-F238E27FC236}">
                  <a16:creationId xmlns:a16="http://schemas.microsoft.com/office/drawing/2014/main" id="{A1C6C11D-D777-4107-A3D2-6C78567F4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2194"/>
              <a:ext cx="203" cy="10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DF8BF5D-6E4B-49F4-AB29-8566B2EC8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2037"/>
              <a:ext cx="79" cy="7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D8E53B3F-20ED-41F1-A500-AE9B4196D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012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FBC3A79F-56B5-4BF3-AA14-701572181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5" y="1528"/>
              <a:ext cx="0" cy="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67A04842-1AAD-48FA-A243-C61416893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3" y="1425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97A2B61-9529-4D94-A3BF-F19FF12ED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2070"/>
              <a:ext cx="48" cy="429"/>
            </a:xfrm>
            <a:custGeom>
              <a:avLst/>
              <a:gdLst>
                <a:gd name="T0" fmla="*/ 2 w 147"/>
                <a:gd name="T1" fmla="*/ 0 h 429"/>
                <a:gd name="T2" fmla="*/ 0 w 147"/>
                <a:gd name="T3" fmla="*/ 0 h 429"/>
                <a:gd name="T4" fmla="*/ 0 w 147"/>
                <a:gd name="T5" fmla="*/ 429 h 4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429">
                  <a:moveTo>
                    <a:pt x="147" y="0"/>
                  </a:moveTo>
                  <a:lnTo>
                    <a:pt x="0" y="0"/>
                  </a:lnTo>
                  <a:lnTo>
                    <a:pt x="0" y="42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2DAD7F89-D64C-404B-81B9-5F6BF0F1B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2296"/>
              <a:ext cx="0" cy="4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76C97690-BE34-4A28-BCA1-94C2CD693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1" y="2296"/>
              <a:ext cx="0" cy="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1E28BE7-42D5-4168-9CB3-E12BDADC9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889"/>
              <a:ext cx="768" cy="40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47">
              <a:extLst>
                <a:ext uri="{FF2B5EF4-FFF2-40B4-BE49-F238E27FC236}">
                  <a16:creationId xmlns:a16="http://schemas.microsoft.com/office/drawing/2014/main" id="{838904F7-8597-42A2-BA3B-5C9403B56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2194"/>
              <a:ext cx="203" cy="10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6C93234-D984-4FFE-90F3-F74D1F605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037"/>
              <a:ext cx="79" cy="7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25DF99FA-F5ED-4614-8838-D4B6D76C7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2012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960B5B39-4D56-4C52-8713-59E702033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" y="1528"/>
              <a:ext cx="0" cy="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51">
              <a:extLst>
                <a:ext uri="{FF2B5EF4-FFF2-40B4-BE49-F238E27FC236}">
                  <a16:creationId xmlns:a16="http://schemas.microsoft.com/office/drawing/2014/main" id="{32902BF3-B985-4F2A-958D-5C540B390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" y="1425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4E79C83-AE01-46F1-999E-970A72EAE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070"/>
              <a:ext cx="36" cy="429"/>
            </a:xfrm>
            <a:custGeom>
              <a:avLst/>
              <a:gdLst>
                <a:gd name="T0" fmla="*/ 0 w 147"/>
                <a:gd name="T1" fmla="*/ 0 h 429"/>
                <a:gd name="T2" fmla="*/ 0 w 147"/>
                <a:gd name="T3" fmla="*/ 0 h 429"/>
                <a:gd name="T4" fmla="*/ 0 w 147"/>
                <a:gd name="T5" fmla="*/ 429 h 4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429">
                  <a:moveTo>
                    <a:pt x="147" y="0"/>
                  </a:moveTo>
                  <a:lnTo>
                    <a:pt x="0" y="0"/>
                  </a:lnTo>
                  <a:lnTo>
                    <a:pt x="0" y="42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830F26E-C4D6-4D05-B0EF-40B6D09B6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" y="2296"/>
              <a:ext cx="0" cy="4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1E64B53A-A7D6-4E6D-B3D1-38B14353B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2296"/>
              <a:ext cx="0" cy="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EDECDC0-2866-4AF9-92E1-ADA752400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1889"/>
              <a:ext cx="768" cy="40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AutoShape 56">
              <a:extLst>
                <a:ext uri="{FF2B5EF4-FFF2-40B4-BE49-F238E27FC236}">
                  <a16:creationId xmlns:a16="http://schemas.microsoft.com/office/drawing/2014/main" id="{0A9DA79E-DEA6-41E0-A799-971C07A0F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2194"/>
              <a:ext cx="203" cy="10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1C751BD-9CFC-46A6-B061-DFC076BA5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" y="2037"/>
              <a:ext cx="79" cy="7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57C14B16-508C-4ED9-ACAD-C0BFDB75B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9" y="2012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09574F39-ED74-4D98-AF34-E07684686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7" y="1528"/>
              <a:ext cx="0" cy="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60">
              <a:extLst>
                <a:ext uri="{FF2B5EF4-FFF2-40B4-BE49-F238E27FC236}">
                  <a16:creationId xmlns:a16="http://schemas.microsoft.com/office/drawing/2014/main" id="{D9087CB2-B113-4710-A13E-C215D5BC1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" y="1425"/>
              <a:ext cx="4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AF09D1B-5F53-408D-97F0-83E549E6B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070"/>
              <a:ext cx="47" cy="429"/>
            </a:xfrm>
            <a:custGeom>
              <a:avLst/>
              <a:gdLst>
                <a:gd name="T0" fmla="*/ 2 w 147"/>
                <a:gd name="T1" fmla="*/ 0 h 429"/>
                <a:gd name="T2" fmla="*/ 0 w 147"/>
                <a:gd name="T3" fmla="*/ 0 h 429"/>
                <a:gd name="T4" fmla="*/ 0 w 147"/>
                <a:gd name="T5" fmla="*/ 429 h 4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429">
                  <a:moveTo>
                    <a:pt x="147" y="0"/>
                  </a:moveTo>
                  <a:lnTo>
                    <a:pt x="0" y="0"/>
                  </a:lnTo>
                  <a:lnTo>
                    <a:pt x="0" y="42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18D50D6A-4F0A-45A5-86AA-3DE5A4FC6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1" y="2296"/>
              <a:ext cx="0" cy="4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F3BCA061-BEF8-4873-A30A-B3E2F10D9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5" y="2296"/>
              <a:ext cx="0" cy="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0EEF877B-E48B-43A0-B0D1-A0F3C7266E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5" y="2488"/>
              <a:ext cx="36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F80E1409-1842-4752-8273-D0E45ABF0C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" y="2691"/>
              <a:ext cx="4145" cy="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5A36F7DA-9FAF-42CA-94E8-2FE5EE875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3793"/>
              <a:ext cx="4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C6591BC-5547-4965-8971-9BCE759AB9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7" y="3793"/>
              <a:ext cx="345" cy="315"/>
              <a:chOff x="717" y="3793"/>
              <a:chExt cx="345" cy="315"/>
            </a:xfrm>
          </p:grpSpPr>
          <p:sp>
            <p:nvSpPr>
              <p:cNvPr id="166" name="Rectangle 68">
                <a:extLst>
                  <a:ext uri="{FF2B5EF4-FFF2-40B4-BE49-F238E27FC236}">
                    <a16:creationId xmlns:a16="http://schemas.microsoft.com/office/drawing/2014/main" id="{EA677FD4-796E-48AF-A88B-3793D3976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9" y="3869"/>
                <a:ext cx="130" cy="23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Oval 69">
                <a:extLst>
                  <a:ext uri="{FF2B5EF4-FFF2-40B4-BE49-F238E27FC236}">
                    <a16:creationId xmlns:a16="http://schemas.microsoft.com/office/drawing/2014/main" id="{F01F44A6-3C0C-4C03-A1FB-B600E5E23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7" y="3945"/>
                <a:ext cx="65" cy="6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Freeform 70">
                <a:extLst>
                  <a:ext uri="{FF2B5EF4-FFF2-40B4-BE49-F238E27FC236}">
                    <a16:creationId xmlns:a16="http://schemas.microsoft.com/office/drawing/2014/main" id="{240B5E58-481A-419A-B498-B3A68AA17B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793"/>
                <a:ext cx="131" cy="185"/>
              </a:xfrm>
              <a:custGeom>
                <a:avLst/>
                <a:gdLst>
                  <a:gd name="T0" fmla="*/ 0 w 131"/>
                  <a:gd name="T1" fmla="*/ 0 h 185"/>
                  <a:gd name="T2" fmla="*/ 0 w 131"/>
                  <a:gd name="T3" fmla="*/ 185 h 185"/>
                  <a:gd name="T4" fmla="*/ 131 w 131"/>
                  <a:gd name="T5" fmla="*/ 185 h 1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1" h="185">
                    <a:moveTo>
                      <a:pt x="0" y="0"/>
                    </a:moveTo>
                    <a:lnTo>
                      <a:pt x="0" y="185"/>
                    </a:lnTo>
                    <a:lnTo>
                      <a:pt x="131" y="18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9" name="Line 71">
              <a:extLst>
                <a:ext uri="{FF2B5EF4-FFF2-40B4-BE49-F238E27FC236}">
                  <a16:creationId xmlns:a16="http://schemas.microsoft.com/office/drawing/2014/main" id="{884BF0D9-10F3-44A5-A852-FEEA702BA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2" y="3989"/>
              <a:ext cx="42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Line 72">
              <a:extLst>
                <a:ext uri="{FF2B5EF4-FFF2-40B4-BE49-F238E27FC236}">
                  <a16:creationId xmlns:a16="http://schemas.microsoft.com/office/drawing/2014/main" id="{938B32D8-F995-42CC-A385-3B2335510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3489"/>
              <a:ext cx="0" cy="3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Line 73">
              <a:extLst>
                <a:ext uri="{FF2B5EF4-FFF2-40B4-BE49-F238E27FC236}">
                  <a16:creationId xmlns:a16="http://schemas.microsoft.com/office/drawing/2014/main" id="{9371C987-527A-45C9-9681-2C7A074A4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" y="3500"/>
              <a:ext cx="0" cy="3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A0C4AD98-9C48-4216-A4B7-CA7FAF658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5" y="3500"/>
              <a:ext cx="0" cy="3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75">
              <a:extLst>
                <a:ext uri="{FF2B5EF4-FFF2-40B4-BE49-F238E27FC236}">
                  <a16:creationId xmlns:a16="http://schemas.microsoft.com/office/drawing/2014/main" id="{21289AC1-D277-440B-AF05-F9203F729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5" y="3489"/>
              <a:ext cx="0" cy="3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76">
              <a:extLst>
                <a:ext uri="{FF2B5EF4-FFF2-40B4-BE49-F238E27FC236}">
                  <a16:creationId xmlns:a16="http://schemas.microsoft.com/office/drawing/2014/main" id="{0B702225-425B-4F15-808E-664CDAA25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2" y="3488"/>
              <a:ext cx="0" cy="4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77">
              <a:extLst>
                <a:ext uri="{FF2B5EF4-FFF2-40B4-BE49-F238E27FC236}">
                  <a16:creationId xmlns:a16="http://schemas.microsoft.com/office/drawing/2014/main" id="{11066022-5EF5-42A8-8CA2-8BD28CE96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" y="3498"/>
              <a:ext cx="0" cy="4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78">
              <a:extLst>
                <a:ext uri="{FF2B5EF4-FFF2-40B4-BE49-F238E27FC236}">
                  <a16:creationId xmlns:a16="http://schemas.microsoft.com/office/drawing/2014/main" id="{72CF17A6-D068-4943-B4D1-397E66E93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3498"/>
              <a:ext cx="0" cy="4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79">
              <a:extLst>
                <a:ext uri="{FF2B5EF4-FFF2-40B4-BE49-F238E27FC236}">
                  <a16:creationId xmlns:a16="http://schemas.microsoft.com/office/drawing/2014/main" id="{AE0E89AD-9FF2-4DF2-89BA-4ADF452A5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6" y="3498"/>
              <a:ext cx="0" cy="4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6D0A1B93-FA67-4A8F-B1CB-1259B2560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489"/>
              <a:ext cx="565" cy="152"/>
            </a:xfrm>
            <a:custGeom>
              <a:avLst/>
              <a:gdLst>
                <a:gd name="T0" fmla="*/ 565 w 565"/>
                <a:gd name="T1" fmla="*/ 0 h 152"/>
                <a:gd name="T2" fmla="*/ 565 w 565"/>
                <a:gd name="T3" fmla="*/ 152 h 152"/>
                <a:gd name="T4" fmla="*/ 0 w 565"/>
                <a:gd name="T5" fmla="*/ 152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5" h="152">
                  <a:moveTo>
                    <a:pt x="565" y="0"/>
                  </a:moveTo>
                  <a:lnTo>
                    <a:pt x="565" y="152"/>
                  </a:lnTo>
                  <a:lnTo>
                    <a:pt x="0" y="1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37A27F25-FDE2-419F-8FAE-C46B252EC7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96" y="3500"/>
              <a:ext cx="359" cy="76"/>
            </a:xfrm>
            <a:custGeom>
              <a:avLst/>
              <a:gdLst>
                <a:gd name="T0" fmla="*/ 92 w 565"/>
                <a:gd name="T1" fmla="*/ 0 h 152"/>
                <a:gd name="T2" fmla="*/ 92 w 565"/>
                <a:gd name="T3" fmla="*/ 10 h 152"/>
                <a:gd name="T4" fmla="*/ 0 w 565"/>
                <a:gd name="T5" fmla="*/ 1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5" h="152">
                  <a:moveTo>
                    <a:pt x="565" y="0"/>
                  </a:moveTo>
                  <a:lnTo>
                    <a:pt x="565" y="152"/>
                  </a:lnTo>
                  <a:lnTo>
                    <a:pt x="0" y="1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BAF57752-7447-47BD-B901-295280046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1793"/>
              <a:ext cx="946" cy="1804"/>
            </a:xfrm>
            <a:custGeom>
              <a:avLst/>
              <a:gdLst>
                <a:gd name="T0" fmla="*/ 0 w 946"/>
                <a:gd name="T1" fmla="*/ 0 h 1804"/>
                <a:gd name="T2" fmla="*/ 315 w 946"/>
                <a:gd name="T3" fmla="*/ 0 h 1804"/>
                <a:gd name="T4" fmla="*/ 315 w 946"/>
                <a:gd name="T5" fmla="*/ 1804 h 1804"/>
                <a:gd name="T6" fmla="*/ 946 w 946"/>
                <a:gd name="T7" fmla="*/ 1804 h 1804"/>
                <a:gd name="T8" fmla="*/ 946 w 946"/>
                <a:gd name="T9" fmla="*/ 1696 h 18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6" h="1804">
                  <a:moveTo>
                    <a:pt x="0" y="0"/>
                  </a:moveTo>
                  <a:lnTo>
                    <a:pt x="315" y="0"/>
                  </a:lnTo>
                  <a:lnTo>
                    <a:pt x="315" y="1804"/>
                  </a:lnTo>
                  <a:lnTo>
                    <a:pt x="946" y="1804"/>
                  </a:lnTo>
                  <a:lnTo>
                    <a:pt x="946" y="169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606CAD16-31A7-4C69-B3F8-8276E7893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1804"/>
              <a:ext cx="1315" cy="1902"/>
            </a:xfrm>
            <a:custGeom>
              <a:avLst/>
              <a:gdLst>
                <a:gd name="T0" fmla="*/ 1000 w 1315"/>
                <a:gd name="T1" fmla="*/ 0 h 1902"/>
                <a:gd name="T2" fmla="*/ 1315 w 1315"/>
                <a:gd name="T3" fmla="*/ 0 h 1902"/>
                <a:gd name="T4" fmla="*/ 1315 w 1315"/>
                <a:gd name="T5" fmla="*/ 1902 h 1902"/>
                <a:gd name="T6" fmla="*/ 0 w 1315"/>
                <a:gd name="T7" fmla="*/ 1902 h 1902"/>
                <a:gd name="T8" fmla="*/ 0 w 1315"/>
                <a:gd name="T9" fmla="*/ 1685 h 19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5" h="1902">
                  <a:moveTo>
                    <a:pt x="1000" y="0"/>
                  </a:moveTo>
                  <a:lnTo>
                    <a:pt x="1315" y="0"/>
                  </a:lnTo>
                  <a:lnTo>
                    <a:pt x="1315" y="1902"/>
                  </a:lnTo>
                  <a:lnTo>
                    <a:pt x="0" y="1902"/>
                  </a:lnTo>
                  <a:lnTo>
                    <a:pt x="0" y="168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4E85A53C-FFD3-43A7-AF57-F0C17722E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3489"/>
              <a:ext cx="674" cy="217"/>
            </a:xfrm>
            <a:custGeom>
              <a:avLst/>
              <a:gdLst>
                <a:gd name="T0" fmla="*/ 0 w 674"/>
                <a:gd name="T1" fmla="*/ 217 h 217"/>
                <a:gd name="T2" fmla="*/ 674 w 674"/>
                <a:gd name="T3" fmla="*/ 217 h 217"/>
                <a:gd name="T4" fmla="*/ 674 w 674"/>
                <a:gd name="T5" fmla="*/ 0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4" h="217">
                  <a:moveTo>
                    <a:pt x="0" y="217"/>
                  </a:moveTo>
                  <a:lnTo>
                    <a:pt x="674" y="217"/>
                  </a:lnTo>
                  <a:lnTo>
                    <a:pt x="67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30FA783E-8AB0-4F07-B849-B8AC7B935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804"/>
              <a:ext cx="1315" cy="1772"/>
            </a:xfrm>
            <a:custGeom>
              <a:avLst/>
              <a:gdLst>
                <a:gd name="T0" fmla="*/ 1021 w 1315"/>
                <a:gd name="T1" fmla="*/ 0 h 1772"/>
                <a:gd name="T2" fmla="*/ 1315 w 1315"/>
                <a:gd name="T3" fmla="*/ 0 h 1772"/>
                <a:gd name="T4" fmla="*/ 1315 w 1315"/>
                <a:gd name="T5" fmla="*/ 1772 h 1772"/>
                <a:gd name="T6" fmla="*/ 0 w 1315"/>
                <a:gd name="T7" fmla="*/ 1772 h 1772"/>
                <a:gd name="T8" fmla="*/ 0 w 1315"/>
                <a:gd name="T9" fmla="*/ 1685 h 1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5" h="1772">
                  <a:moveTo>
                    <a:pt x="1021" y="0"/>
                  </a:moveTo>
                  <a:lnTo>
                    <a:pt x="1315" y="0"/>
                  </a:lnTo>
                  <a:lnTo>
                    <a:pt x="1315" y="1772"/>
                  </a:lnTo>
                  <a:lnTo>
                    <a:pt x="0" y="1772"/>
                  </a:lnTo>
                  <a:lnTo>
                    <a:pt x="0" y="168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61AE643C-8A1C-4B4E-AC62-534C06B59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3478"/>
              <a:ext cx="641" cy="97"/>
            </a:xfrm>
            <a:custGeom>
              <a:avLst/>
              <a:gdLst>
                <a:gd name="T0" fmla="*/ 0 w 641"/>
                <a:gd name="T1" fmla="*/ 134 h 87"/>
                <a:gd name="T2" fmla="*/ 641 w 641"/>
                <a:gd name="T3" fmla="*/ 134 h 87"/>
                <a:gd name="T4" fmla="*/ 641 w 641"/>
                <a:gd name="T5" fmla="*/ 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1" h="87">
                  <a:moveTo>
                    <a:pt x="0" y="87"/>
                  </a:moveTo>
                  <a:lnTo>
                    <a:pt x="641" y="87"/>
                  </a:lnTo>
                  <a:lnTo>
                    <a:pt x="64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38B40ED1-5B97-47AD-A30B-EB217B286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793"/>
              <a:ext cx="1282" cy="1891"/>
            </a:xfrm>
            <a:custGeom>
              <a:avLst/>
              <a:gdLst>
                <a:gd name="T0" fmla="*/ 967 w 1282"/>
                <a:gd name="T1" fmla="*/ 0 h 1891"/>
                <a:gd name="T2" fmla="*/ 1282 w 1282"/>
                <a:gd name="T3" fmla="*/ 0 h 1891"/>
                <a:gd name="T4" fmla="*/ 1282 w 1282"/>
                <a:gd name="T5" fmla="*/ 1891 h 1891"/>
                <a:gd name="T6" fmla="*/ 0 w 1282"/>
                <a:gd name="T7" fmla="*/ 1891 h 1891"/>
                <a:gd name="T8" fmla="*/ 10 w 1282"/>
                <a:gd name="T9" fmla="*/ 1696 h 18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2" h="1891">
                  <a:moveTo>
                    <a:pt x="967" y="0"/>
                  </a:moveTo>
                  <a:lnTo>
                    <a:pt x="1282" y="0"/>
                  </a:lnTo>
                  <a:lnTo>
                    <a:pt x="1282" y="1891"/>
                  </a:lnTo>
                  <a:lnTo>
                    <a:pt x="0" y="1891"/>
                  </a:lnTo>
                  <a:lnTo>
                    <a:pt x="10" y="169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id="{C61B9AEE-3CC0-42E2-92C4-625E05491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" y="3630"/>
              <a:ext cx="29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7" name="Text Box 89">
              <a:extLst>
                <a:ext uri="{FF2B5EF4-FFF2-40B4-BE49-F238E27FC236}">
                  <a16:creationId xmlns:a16="http://schemas.microsoft.com/office/drawing/2014/main" id="{12B8F66D-8BA7-4F31-82F7-BF12A00E2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" y="2554"/>
              <a:ext cx="43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88" name="Text Box 90">
              <a:extLst>
                <a:ext uri="{FF2B5EF4-FFF2-40B4-BE49-F238E27FC236}">
                  <a16:creationId xmlns:a16="http://schemas.microsoft.com/office/drawing/2014/main" id="{450DD676-2B89-4F8C-9FC0-744E8B66C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3337"/>
              <a:ext cx="35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9" name="Text Box 91">
              <a:extLst>
                <a:ext uri="{FF2B5EF4-FFF2-40B4-BE49-F238E27FC236}">
                  <a16:creationId xmlns:a16="http://schemas.microsoft.com/office/drawing/2014/main" id="{D5A271C1-ED56-4EA5-A6DB-715B19C36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6" y="3260"/>
              <a:ext cx="35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90" name="Group 92">
              <a:extLst>
                <a:ext uri="{FF2B5EF4-FFF2-40B4-BE49-F238E27FC236}">
                  <a16:creationId xmlns:a16="http://schemas.microsoft.com/office/drawing/2014/main" id="{3FBFEF2F-662C-4FA8-B29A-AAC7BE1CB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" y="2326"/>
              <a:ext cx="359" cy="288"/>
              <a:chOff x="228" y="3011"/>
              <a:chExt cx="359" cy="288"/>
            </a:xfrm>
          </p:grpSpPr>
          <p:sp>
            <p:nvSpPr>
              <p:cNvPr id="164" name="Text Box 93">
                <a:extLst>
                  <a:ext uri="{FF2B5EF4-FFF2-40B4-BE49-F238E27FC236}">
                    <a16:creationId xmlns:a16="http://schemas.microsoft.com/office/drawing/2014/main" id="{DBA644E8-5FDD-47C5-9E3B-FFA343201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" y="3011"/>
                <a:ext cx="359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5" name="Line 94">
                <a:extLst>
                  <a:ext uri="{FF2B5EF4-FFF2-40B4-BE49-F238E27FC236}">
                    <a16:creationId xmlns:a16="http://schemas.microsoft.com/office/drawing/2014/main" id="{4E6DADD5-4A92-4B4B-9AC1-523ABA5CB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" y="3065"/>
                <a:ext cx="1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1" name="Text Box 95">
              <a:extLst>
                <a:ext uri="{FF2B5EF4-FFF2-40B4-BE49-F238E27FC236}">
                  <a16:creationId xmlns:a16="http://schemas.microsoft.com/office/drawing/2014/main" id="{1508A29B-13CC-4EA3-B56F-CF37CF33F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1424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2" name="Text Box 96">
              <a:extLst>
                <a:ext uri="{FF2B5EF4-FFF2-40B4-BE49-F238E27FC236}">
                  <a16:creationId xmlns:a16="http://schemas.microsoft.com/office/drawing/2014/main" id="{31EAA83C-4985-464E-AC2F-C3DF86B02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434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3" name="Text Box 97">
              <a:extLst>
                <a:ext uri="{FF2B5EF4-FFF2-40B4-BE49-F238E27FC236}">
                  <a16:creationId xmlns:a16="http://schemas.microsoft.com/office/drawing/2014/main" id="{D7151742-571B-41F5-B59C-30F5386C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1444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4" name="Text Box 98">
              <a:extLst>
                <a:ext uri="{FF2B5EF4-FFF2-40B4-BE49-F238E27FC236}">
                  <a16:creationId xmlns:a16="http://schemas.microsoft.com/office/drawing/2014/main" id="{E2C1FC3E-4776-498B-82A8-DAC9ADD8B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" y="143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5" name="Text Box 99">
              <a:extLst>
                <a:ext uri="{FF2B5EF4-FFF2-40B4-BE49-F238E27FC236}">
                  <a16:creationId xmlns:a16="http://schemas.microsoft.com/office/drawing/2014/main" id="{CAFBD475-1728-4B95-BBC7-94107B894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" y="2106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6" name="Text Box 100">
              <a:extLst>
                <a:ext uri="{FF2B5EF4-FFF2-40B4-BE49-F238E27FC236}">
                  <a16:creationId xmlns:a16="http://schemas.microsoft.com/office/drawing/2014/main" id="{4BFB018D-D00C-499A-8241-25B6A45AB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2105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7" name="Text Box 101">
              <a:extLst>
                <a:ext uri="{FF2B5EF4-FFF2-40B4-BE49-F238E27FC236}">
                  <a16:creationId xmlns:a16="http://schemas.microsoft.com/office/drawing/2014/main" id="{B3195CAE-78AF-4A48-9CDD-A4EC72586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2105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8" name="Text Box 102">
              <a:extLst>
                <a:ext uri="{FF2B5EF4-FFF2-40B4-BE49-F238E27FC236}">
                  <a16:creationId xmlns:a16="http://schemas.microsoft.com/office/drawing/2014/main" id="{2F1468A1-F4AD-4850-A9E3-1C5796720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233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9" name="Text Box 103">
              <a:extLst>
                <a:ext uri="{FF2B5EF4-FFF2-40B4-BE49-F238E27FC236}">
                  <a16:creationId xmlns:a16="http://schemas.microsoft.com/office/drawing/2014/main" id="{4718EAF1-00B0-484A-9C18-746E94B44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33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0" name="Text Box 104">
              <a:extLst>
                <a:ext uri="{FF2B5EF4-FFF2-40B4-BE49-F238E27FC236}">
                  <a16:creationId xmlns:a16="http://schemas.microsoft.com/office/drawing/2014/main" id="{0F93C3D4-7342-4D2E-A132-064B60010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233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1" name="Text Box 105">
              <a:extLst>
                <a:ext uri="{FF2B5EF4-FFF2-40B4-BE49-F238E27FC236}">
                  <a16:creationId xmlns:a16="http://schemas.microsoft.com/office/drawing/2014/main" id="{4483DF9A-6074-495A-BC8A-D5C2F9187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9" y="333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2" name="Text Box 106">
              <a:extLst>
                <a:ext uri="{FF2B5EF4-FFF2-40B4-BE49-F238E27FC236}">
                  <a16:creationId xmlns:a16="http://schemas.microsoft.com/office/drawing/2014/main" id="{BD5F5116-A1D5-40EC-B942-BA9218643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2" y="320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3" name="Text Box 107">
              <a:extLst>
                <a:ext uri="{FF2B5EF4-FFF2-40B4-BE49-F238E27FC236}">
                  <a16:creationId xmlns:a16="http://schemas.microsoft.com/office/drawing/2014/main" id="{3859381B-C070-4E41-8D14-C7FFD5483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5" y="3419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4" name="Text Box 108">
              <a:extLst>
                <a:ext uri="{FF2B5EF4-FFF2-40B4-BE49-F238E27FC236}">
                  <a16:creationId xmlns:a16="http://schemas.microsoft.com/office/drawing/2014/main" id="{CD04734C-5C03-458E-A623-4CB9EE885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3419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5" name="Text Box 109">
              <a:extLst>
                <a:ext uri="{FF2B5EF4-FFF2-40B4-BE49-F238E27FC236}">
                  <a16:creationId xmlns:a16="http://schemas.microsoft.com/office/drawing/2014/main" id="{49C4B33E-9C65-43C0-A496-FAB8F0344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3419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6" name="Text Box 110">
              <a:extLst>
                <a:ext uri="{FF2B5EF4-FFF2-40B4-BE49-F238E27FC236}">
                  <a16:creationId xmlns:a16="http://schemas.microsoft.com/office/drawing/2014/main" id="{9EA32671-5E80-4EF8-8E54-3F3BDE669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419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7" name="Text Box 111">
              <a:extLst>
                <a:ext uri="{FF2B5EF4-FFF2-40B4-BE49-F238E27FC236}">
                  <a16:creationId xmlns:a16="http://schemas.microsoft.com/office/drawing/2014/main" id="{34394B00-9924-4BD8-87DC-5A8BD8504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3614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8" name="Text Box 112">
              <a:extLst>
                <a:ext uri="{FF2B5EF4-FFF2-40B4-BE49-F238E27FC236}">
                  <a16:creationId xmlns:a16="http://schemas.microsoft.com/office/drawing/2014/main" id="{796259AA-D8F1-4DA1-8F78-0E414A43B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3" y="3613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9" name="Text Box 113">
              <a:extLst>
                <a:ext uri="{FF2B5EF4-FFF2-40B4-BE49-F238E27FC236}">
                  <a16:creationId xmlns:a16="http://schemas.microsoft.com/office/drawing/2014/main" id="{839EA776-54FA-4CA1-B0DC-443480C50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2" y="3623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0" name="Text Box 114">
              <a:extLst>
                <a:ext uri="{FF2B5EF4-FFF2-40B4-BE49-F238E27FC236}">
                  <a16:creationId xmlns:a16="http://schemas.microsoft.com/office/drawing/2014/main" id="{C9611FB2-B616-4615-873E-5C8AD8A0C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9" y="3623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111" name="Group 115">
              <a:extLst>
                <a:ext uri="{FF2B5EF4-FFF2-40B4-BE49-F238E27FC236}">
                  <a16:creationId xmlns:a16="http://schemas.microsoft.com/office/drawing/2014/main" id="{898EF847-BFA6-4017-91C7-D2D8440AD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2824"/>
              <a:ext cx="578" cy="693"/>
              <a:chOff x="1322" y="2824"/>
              <a:chExt cx="578" cy="693"/>
            </a:xfrm>
          </p:grpSpPr>
          <p:sp>
            <p:nvSpPr>
              <p:cNvPr id="152" name="Rectangle 116">
                <a:extLst>
                  <a:ext uri="{FF2B5EF4-FFF2-40B4-BE49-F238E27FC236}">
                    <a16:creationId xmlns:a16="http://schemas.microsoft.com/office/drawing/2014/main" id="{861DAD76-CD96-4717-9BE2-BE8FFBE1B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237"/>
                <a:ext cx="490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Line 117">
                <a:extLst>
                  <a:ext uri="{FF2B5EF4-FFF2-40B4-BE49-F238E27FC236}">
                    <a16:creationId xmlns:a16="http://schemas.microsoft.com/office/drawing/2014/main" id="{2B48488F-2F42-4503-920A-14069E24C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378"/>
                <a:ext cx="4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Oval 118">
                <a:extLst>
                  <a:ext uri="{FF2B5EF4-FFF2-40B4-BE49-F238E27FC236}">
                    <a16:creationId xmlns:a16="http://schemas.microsoft.com/office/drawing/2014/main" id="{C93D4008-58F7-4005-8C68-14871BD64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3150"/>
                <a:ext cx="65" cy="7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Line 119">
                <a:extLst>
                  <a:ext uri="{FF2B5EF4-FFF2-40B4-BE49-F238E27FC236}">
                    <a16:creationId xmlns:a16="http://schemas.microsoft.com/office/drawing/2014/main" id="{0E61881F-635C-44C8-9740-76E9CF52E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9" y="3378"/>
                <a:ext cx="0" cy="1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Text Box 120">
                <a:extLst>
                  <a:ext uri="{FF2B5EF4-FFF2-40B4-BE49-F238E27FC236}">
                    <a16:creationId xmlns:a16="http://schemas.microsoft.com/office/drawing/2014/main" id="{469F686C-D1B8-48E3-B237-B4D1965DE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6" y="3194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grpSp>
            <p:nvGrpSpPr>
              <p:cNvPr id="157" name="Group 121">
                <a:extLst>
                  <a:ext uri="{FF2B5EF4-FFF2-40B4-BE49-F238E27FC236}">
                    <a16:creationId xmlns:a16="http://schemas.microsoft.com/office/drawing/2014/main" id="{A1D41A72-3DCD-4807-9686-47D3E6CB21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" y="2824"/>
                <a:ext cx="337" cy="250"/>
                <a:chOff x="2347" y="3576"/>
                <a:chExt cx="337" cy="250"/>
              </a:xfrm>
            </p:grpSpPr>
            <p:sp>
              <p:nvSpPr>
                <p:cNvPr id="162" name="Rectangle 122">
                  <a:extLst>
                    <a:ext uri="{FF2B5EF4-FFF2-40B4-BE49-F238E27FC236}">
                      <a16:creationId xmlns:a16="http://schemas.microsoft.com/office/drawing/2014/main" id="{39FFB739-0087-4845-945E-63DC686CCB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3652"/>
                  <a:ext cx="337" cy="17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Oval 123">
                  <a:extLst>
                    <a:ext uri="{FF2B5EF4-FFF2-40B4-BE49-F238E27FC236}">
                      <a16:creationId xmlns:a16="http://schemas.microsoft.com/office/drawing/2014/main" id="{4C89EAD0-8305-46B1-BDBB-E20D4FE70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6" y="3576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8" name="Line 124">
                <a:extLst>
                  <a:ext uri="{FF2B5EF4-FFF2-40B4-BE49-F238E27FC236}">
                    <a16:creationId xmlns:a16="http://schemas.microsoft.com/office/drawing/2014/main" id="{22CA3738-1180-4A75-AD20-810FA2A9F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3074"/>
                <a:ext cx="0" cy="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Line 125">
                <a:extLst>
                  <a:ext uri="{FF2B5EF4-FFF2-40B4-BE49-F238E27FC236}">
                    <a16:creationId xmlns:a16="http://schemas.microsoft.com/office/drawing/2014/main" id="{D884C241-A6D1-4690-9482-DA7209320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4" y="3315"/>
                <a:ext cx="65" cy="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Text Box 126">
                <a:extLst>
                  <a:ext uri="{FF2B5EF4-FFF2-40B4-BE49-F238E27FC236}">
                    <a16:creationId xmlns:a16="http://schemas.microsoft.com/office/drawing/2014/main" id="{D6220C0A-2A3F-4575-89B7-726480748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3325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161" name="Text Box 127">
                <a:extLst>
                  <a:ext uri="{FF2B5EF4-FFF2-40B4-BE49-F238E27FC236}">
                    <a16:creationId xmlns:a16="http://schemas.microsoft.com/office/drawing/2014/main" id="{6E476DFA-B8A4-45EC-8B6D-C37897B1A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2880"/>
                <a:ext cx="274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12" name="Group 128">
              <a:extLst>
                <a:ext uri="{FF2B5EF4-FFF2-40B4-BE49-F238E27FC236}">
                  <a16:creationId xmlns:a16="http://schemas.microsoft.com/office/drawing/2014/main" id="{DB07A747-5F55-47AE-96EA-CCDBC63126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2" y="2824"/>
              <a:ext cx="578" cy="693"/>
              <a:chOff x="1322" y="2824"/>
              <a:chExt cx="578" cy="693"/>
            </a:xfrm>
          </p:grpSpPr>
          <p:sp>
            <p:nvSpPr>
              <p:cNvPr id="140" name="Rectangle 129">
                <a:extLst>
                  <a:ext uri="{FF2B5EF4-FFF2-40B4-BE49-F238E27FC236}">
                    <a16:creationId xmlns:a16="http://schemas.microsoft.com/office/drawing/2014/main" id="{38343720-7D1B-4BAE-BDD6-68CE01E40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237"/>
                <a:ext cx="490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Line 130">
                <a:extLst>
                  <a:ext uri="{FF2B5EF4-FFF2-40B4-BE49-F238E27FC236}">
                    <a16:creationId xmlns:a16="http://schemas.microsoft.com/office/drawing/2014/main" id="{5412E37C-F57D-4238-8D89-F6160AE19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378"/>
                <a:ext cx="4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Oval 131">
                <a:extLst>
                  <a:ext uri="{FF2B5EF4-FFF2-40B4-BE49-F238E27FC236}">
                    <a16:creationId xmlns:a16="http://schemas.microsoft.com/office/drawing/2014/main" id="{61E788EF-9663-43CA-AC1A-806A9123D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3150"/>
                <a:ext cx="65" cy="7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Line 132">
                <a:extLst>
                  <a:ext uri="{FF2B5EF4-FFF2-40B4-BE49-F238E27FC236}">
                    <a16:creationId xmlns:a16="http://schemas.microsoft.com/office/drawing/2014/main" id="{46BE7718-F767-4A83-BE1D-69F68BA52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9" y="3378"/>
                <a:ext cx="0" cy="1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Text Box 133">
                <a:extLst>
                  <a:ext uri="{FF2B5EF4-FFF2-40B4-BE49-F238E27FC236}">
                    <a16:creationId xmlns:a16="http://schemas.microsoft.com/office/drawing/2014/main" id="{4632007E-3272-453D-9CE0-A3BE6B435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6" y="3194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grpSp>
            <p:nvGrpSpPr>
              <p:cNvPr id="145" name="Group 134">
                <a:extLst>
                  <a:ext uri="{FF2B5EF4-FFF2-40B4-BE49-F238E27FC236}">
                    <a16:creationId xmlns:a16="http://schemas.microsoft.com/office/drawing/2014/main" id="{F426E9D9-47C2-4E64-9E61-540B969A8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" y="2824"/>
                <a:ext cx="337" cy="250"/>
                <a:chOff x="2347" y="3576"/>
                <a:chExt cx="337" cy="250"/>
              </a:xfrm>
            </p:grpSpPr>
            <p:sp>
              <p:nvSpPr>
                <p:cNvPr id="150" name="Rectangle 135">
                  <a:extLst>
                    <a:ext uri="{FF2B5EF4-FFF2-40B4-BE49-F238E27FC236}">
                      <a16:creationId xmlns:a16="http://schemas.microsoft.com/office/drawing/2014/main" id="{BCF34B94-2821-4174-A0C2-B00080A2F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3652"/>
                  <a:ext cx="337" cy="17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" name="Oval 136">
                  <a:extLst>
                    <a:ext uri="{FF2B5EF4-FFF2-40B4-BE49-F238E27FC236}">
                      <a16:creationId xmlns:a16="http://schemas.microsoft.com/office/drawing/2014/main" id="{6291FB9E-1C7B-417F-8AAA-16B4331D8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6" y="3576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6" name="Line 137">
                <a:extLst>
                  <a:ext uri="{FF2B5EF4-FFF2-40B4-BE49-F238E27FC236}">
                    <a16:creationId xmlns:a16="http://schemas.microsoft.com/office/drawing/2014/main" id="{330F7A1C-52DD-4FCC-B19C-0168E015E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3074"/>
                <a:ext cx="0" cy="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Line 138">
                <a:extLst>
                  <a:ext uri="{FF2B5EF4-FFF2-40B4-BE49-F238E27FC236}">
                    <a16:creationId xmlns:a16="http://schemas.microsoft.com/office/drawing/2014/main" id="{DC61DCAC-37B2-4ADD-A9D2-683E6CB49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4" y="3315"/>
                <a:ext cx="65" cy="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Text Box 139">
                <a:extLst>
                  <a:ext uri="{FF2B5EF4-FFF2-40B4-BE49-F238E27FC236}">
                    <a16:creationId xmlns:a16="http://schemas.microsoft.com/office/drawing/2014/main" id="{EFB716C4-8E9E-441E-9A6F-893187FD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3325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149" name="Text Box 140">
                <a:extLst>
                  <a:ext uri="{FF2B5EF4-FFF2-40B4-BE49-F238E27FC236}">
                    <a16:creationId xmlns:a16="http://schemas.microsoft.com/office/drawing/2014/main" id="{9A1FD4D7-003E-4E8D-AA33-676D3E894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2880"/>
                <a:ext cx="274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13" name="Group 141">
              <a:extLst>
                <a:ext uri="{FF2B5EF4-FFF2-40B4-BE49-F238E27FC236}">
                  <a16:creationId xmlns:a16="http://schemas.microsoft.com/office/drawing/2014/main" id="{B9D959B7-58DD-40F6-92D5-13DAAF0D75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7" y="2824"/>
              <a:ext cx="578" cy="693"/>
              <a:chOff x="1322" y="2824"/>
              <a:chExt cx="578" cy="693"/>
            </a:xfrm>
          </p:grpSpPr>
          <p:sp>
            <p:nvSpPr>
              <p:cNvPr id="128" name="Rectangle 142">
                <a:extLst>
                  <a:ext uri="{FF2B5EF4-FFF2-40B4-BE49-F238E27FC236}">
                    <a16:creationId xmlns:a16="http://schemas.microsoft.com/office/drawing/2014/main" id="{47E7CF56-57F3-4FC7-95C8-395A61844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237"/>
                <a:ext cx="490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Line 143">
                <a:extLst>
                  <a:ext uri="{FF2B5EF4-FFF2-40B4-BE49-F238E27FC236}">
                    <a16:creationId xmlns:a16="http://schemas.microsoft.com/office/drawing/2014/main" id="{5D48E76A-DF70-4A8E-948E-26BC88FE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378"/>
                <a:ext cx="4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Oval 144">
                <a:extLst>
                  <a:ext uri="{FF2B5EF4-FFF2-40B4-BE49-F238E27FC236}">
                    <a16:creationId xmlns:a16="http://schemas.microsoft.com/office/drawing/2014/main" id="{6573AB26-5C14-4B8A-A8E9-91DC66203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3150"/>
                <a:ext cx="65" cy="7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Line 145">
                <a:extLst>
                  <a:ext uri="{FF2B5EF4-FFF2-40B4-BE49-F238E27FC236}">
                    <a16:creationId xmlns:a16="http://schemas.microsoft.com/office/drawing/2014/main" id="{40BED1A2-D727-41AB-8483-647DA9AAF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9" y="3378"/>
                <a:ext cx="0" cy="1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Text Box 146">
                <a:extLst>
                  <a:ext uri="{FF2B5EF4-FFF2-40B4-BE49-F238E27FC236}">
                    <a16:creationId xmlns:a16="http://schemas.microsoft.com/office/drawing/2014/main" id="{9AA30F2E-5985-4A52-9D81-58D311395E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6" y="3194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grpSp>
            <p:nvGrpSpPr>
              <p:cNvPr id="133" name="Group 147">
                <a:extLst>
                  <a:ext uri="{FF2B5EF4-FFF2-40B4-BE49-F238E27FC236}">
                    <a16:creationId xmlns:a16="http://schemas.microsoft.com/office/drawing/2014/main" id="{03BFDEE3-A0B4-42E7-8821-C6AA93128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" y="2824"/>
                <a:ext cx="337" cy="250"/>
                <a:chOff x="2347" y="3576"/>
                <a:chExt cx="337" cy="250"/>
              </a:xfrm>
            </p:grpSpPr>
            <p:sp>
              <p:nvSpPr>
                <p:cNvPr id="138" name="Rectangle 148">
                  <a:extLst>
                    <a:ext uri="{FF2B5EF4-FFF2-40B4-BE49-F238E27FC236}">
                      <a16:creationId xmlns:a16="http://schemas.microsoft.com/office/drawing/2014/main" id="{0CEBBF93-0433-45F1-9E7E-2BCDB86798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3652"/>
                  <a:ext cx="337" cy="17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Oval 149">
                  <a:extLst>
                    <a:ext uri="{FF2B5EF4-FFF2-40B4-BE49-F238E27FC236}">
                      <a16:creationId xmlns:a16="http://schemas.microsoft.com/office/drawing/2014/main" id="{0F506B43-954A-492C-8D72-01A0559962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6" y="3576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4" name="Line 150">
                <a:extLst>
                  <a:ext uri="{FF2B5EF4-FFF2-40B4-BE49-F238E27FC236}">
                    <a16:creationId xmlns:a16="http://schemas.microsoft.com/office/drawing/2014/main" id="{FF3E613F-CF33-4A8D-A816-B2B5D71AA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3074"/>
                <a:ext cx="0" cy="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Line 151">
                <a:extLst>
                  <a:ext uri="{FF2B5EF4-FFF2-40B4-BE49-F238E27FC236}">
                    <a16:creationId xmlns:a16="http://schemas.microsoft.com/office/drawing/2014/main" id="{2787447E-EF5A-4537-BA5A-EB9228986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4" y="3315"/>
                <a:ext cx="65" cy="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Text Box 152">
                <a:extLst>
                  <a:ext uri="{FF2B5EF4-FFF2-40B4-BE49-F238E27FC236}">
                    <a16:creationId xmlns:a16="http://schemas.microsoft.com/office/drawing/2014/main" id="{4E71CE19-6DA2-480C-B42F-093AA1D1E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3325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137" name="Text Box 153">
                <a:extLst>
                  <a:ext uri="{FF2B5EF4-FFF2-40B4-BE49-F238E27FC236}">
                    <a16:creationId xmlns:a16="http://schemas.microsoft.com/office/drawing/2014/main" id="{12531787-65E5-4597-96D0-F7198E1F1E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2880"/>
                <a:ext cx="274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14" name="Group 154">
              <a:extLst>
                <a:ext uri="{FF2B5EF4-FFF2-40B4-BE49-F238E27FC236}">
                  <a16:creationId xmlns:a16="http://schemas.microsoft.com/office/drawing/2014/main" id="{E62569A8-4F0B-4ACC-BEB0-34959596A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6" y="2824"/>
              <a:ext cx="578" cy="693"/>
              <a:chOff x="1322" y="2824"/>
              <a:chExt cx="578" cy="693"/>
            </a:xfrm>
          </p:grpSpPr>
          <p:sp>
            <p:nvSpPr>
              <p:cNvPr id="116" name="Rectangle 155">
                <a:extLst>
                  <a:ext uri="{FF2B5EF4-FFF2-40B4-BE49-F238E27FC236}">
                    <a16:creationId xmlns:a16="http://schemas.microsoft.com/office/drawing/2014/main" id="{66D2E785-BC07-4EB2-8BE0-325D831C1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237"/>
                <a:ext cx="490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Line 156">
                <a:extLst>
                  <a:ext uri="{FF2B5EF4-FFF2-40B4-BE49-F238E27FC236}">
                    <a16:creationId xmlns:a16="http://schemas.microsoft.com/office/drawing/2014/main" id="{612CD6DD-D734-4C43-A87E-A3AAF6E7B5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3378"/>
                <a:ext cx="4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Oval 157">
                <a:extLst>
                  <a:ext uri="{FF2B5EF4-FFF2-40B4-BE49-F238E27FC236}">
                    <a16:creationId xmlns:a16="http://schemas.microsoft.com/office/drawing/2014/main" id="{9DB6A2DA-D939-4EC8-9E59-146EB33D1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3150"/>
                <a:ext cx="65" cy="7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158">
                <a:extLst>
                  <a:ext uri="{FF2B5EF4-FFF2-40B4-BE49-F238E27FC236}">
                    <a16:creationId xmlns:a16="http://schemas.microsoft.com/office/drawing/2014/main" id="{7AA324CC-4E1C-44F1-8F78-4A09398D3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9" y="3378"/>
                <a:ext cx="0" cy="1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Text Box 159">
                <a:extLst>
                  <a:ext uri="{FF2B5EF4-FFF2-40B4-BE49-F238E27FC236}">
                    <a16:creationId xmlns:a16="http://schemas.microsoft.com/office/drawing/2014/main" id="{365544F8-59F4-4BBF-A9B6-0C9DD0526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6" y="3194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&gt;1</a:t>
                </a:r>
              </a:p>
            </p:txBody>
          </p:sp>
          <p:grpSp>
            <p:nvGrpSpPr>
              <p:cNvPr id="121" name="Group 160">
                <a:extLst>
                  <a:ext uri="{FF2B5EF4-FFF2-40B4-BE49-F238E27FC236}">
                    <a16:creationId xmlns:a16="http://schemas.microsoft.com/office/drawing/2014/main" id="{9515AE5D-FD73-43CF-B914-F5270F55D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" y="2824"/>
                <a:ext cx="337" cy="250"/>
                <a:chOff x="2347" y="3576"/>
                <a:chExt cx="337" cy="250"/>
              </a:xfrm>
            </p:grpSpPr>
            <p:sp>
              <p:nvSpPr>
                <p:cNvPr id="126" name="Rectangle 161">
                  <a:extLst>
                    <a:ext uri="{FF2B5EF4-FFF2-40B4-BE49-F238E27FC236}">
                      <a16:creationId xmlns:a16="http://schemas.microsoft.com/office/drawing/2014/main" id="{C8468472-1161-425F-A6DF-B269BDCB24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7" y="3652"/>
                  <a:ext cx="337" cy="17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Oval 162">
                  <a:extLst>
                    <a:ext uri="{FF2B5EF4-FFF2-40B4-BE49-F238E27FC236}">
                      <a16:creationId xmlns:a16="http://schemas.microsoft.com/office/drawing/2014/main" id="{57826DD4-37F1-4E6C-8ABC-46D744AB4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6" y="3576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2" name="Line 163">
                <a:extLst>
                  <a:ext uri="{FF2B5EF4-FFF2-40B4-BE49-F238E27FC236}">
                    <a16:creationId xmlns:a16="http://schemas.microsoft.com/office/drawing/2014/main" id="{E524635A-C405-4F1A-A3FE-CCDED7E13B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3074"/>
                <a:ext cx="0" cy="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164">
                <a:extLst>
                  <a:ext uri="{FF2B5EF4-FFF2-40B4-BE49-F238E27FC236}">
                    <a16:creationId xmlns:a16="http://schemas.microsoft.com/office/drawing/2014/main" id="{2B89DB54-EB0B-4864-A2E4-721C3E1BD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4" y="3315"/>
                <a:ext cx="65" cy="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Text Box 165">
                <a:extLst>
                  <a:ext uri="{FF2B5EF4-FFF2-40B4-BE49-F238E27FC236}">
                    <a16:creationId xmlns:a16="http://schemas.microsoft.com/office/drawing/2014/main" id="{26FAC8B6-E3F7-4935-B06A-51ACB9CFB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2" y="3325"/>
                <a:ext cx="404" cy="19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125" name="Text Box 166">
                <a:extLst>
                  <a:ext uri="{FF2B5EF4-FFF2-40B4-BE49-F238E27FC236}">
                    <a16:creationId xmlns:a16="http://schemas.microsoft.com/office/drawing/2014/main" id="{D7544DAB-052C-4A54-AD06-263F58E9D8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2880"/>
                <a:ext cx="274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15" name="Text Box 167">
              <a:extLst>
                <a:ext uri="{FF2B5EF4-FFF2-40B4-BE49-F238E27FC236}">
                  <a16:creationId xmlns:a16="http://schemas.microsoft.com/office/drawing/2014/main" id="{690F465D-A0C1-413E-99D9-5E88D55BB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858"/>
              <a:ext cx="20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56280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animBg="1" autoUpdateAnimBg="0"/>
      <p:bldP spid="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3C9B33-08F6-4EBF-A368-2A7DC0FE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161" y="309671"/>
            <a:ext cx="7776404" cy="588136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8.1.3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移位寄存器：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74LS194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A35429-0C0F-4260-9BBC-F8E1DA2CB5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10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16E60A-24D6-4FCA-A5B4-FBCF40D550E2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1179513"/>
            <a:ext cx="6616700" cy="97313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具有置</a:t>
            </a:r>
            <a:r>
              <a:rPr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、保持、右移位、左移位及并入串入、并出串出的功能。</a:t>
            </a: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00480E0-58C1-45FE-BA0E-2AC912D71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0015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右移串行输入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C79AC0C-BEA4-477D-9664-B38C1E9F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03006"/>
            <a:ext cx="3259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左移串行输入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90F7C13-76ED-4F90-9809-3C4B62AF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949950"/>
            <a:ext cx="376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52513" indent="-10525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D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D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并行输入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2E1F62C-8C19-47BD-9237-E3AC16796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142581"/>
            <a:ext cx="451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异步置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端（低电平有效）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728DBC6D-7523-4A41-87FE-B02969C04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64969"/>
            <a:ext cx="3259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控制端</a:t>
            </a:r>
          </a:p>
        </p:txBody>
      </p:sp>
      <p:pic>
        <p:nvPicPr>
          <p:cNvPr id="11" name="Picture 9" descr="74LS194A">
            <a:extLst>
              <a:ext uri="{FF2B5EF4-FFF2-40B4-BE49-F238E27FC236}">
                <a16:creationId xmlns:a16="http://schemas.microsoft.com/office/drawing/2014/main" id="{EDA2F55E-6ED0-4EDB-8802-67C87053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" y="2220913"/>
            <a:ext cx="2790825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10">
            <a:extLst>
              <a:ext uri="{FF2B5EF4-FFF2-40B4-BE49-F238E27FC236}">
                <a16:creationId xmlns:a16="http://schemas.microsoft.com/office/drawing/2014/main" id="{E66B8E1E-303E-4B91-AF52-A985D286A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422859"/>
              </p:ext>
            </p:extLst>
          </p:nvPr>
        </p:nvGraphicFramePr>
        <p:xfrm>
          <a:off x="4886325" y="2843213"/>
          <a:ext cx="3825875" cy="3163889"/>
        </p:xfrm>
        <a:graphic>
          <a:graphicData uri="http://schemas.openxmlformats.org/drawingml/2006/table">
            <a:tbl>
              <a:tblPr/>
              <a:tblGrid>
                <a:gridCol w="741363">
                  <a:extLst>
                    <a:ext uri="{9D8B030D-6E8A-4147-A177-3AD203B41FA5}">
                      <a16:colId xmlns:a16="http://schemas.microsoft.com/office/drawing/2014/main" val="372319497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370683115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805137814"/>
                    </a:ext>
                  </a:extLst>
                </a:gridCol>
                <a:gridCol w="1846262">
                  <a:extLst>
                    <a:ext uri="{9D8B030D-6E8A-4147-A177-3AD203B41FA5}">
                      <a16:colId xmlns:a16="http://schemas.microsoft.com/office/drawing/2014/main" val="1593999540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工作状态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1853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置零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0179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978551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右移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50488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左移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265870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并行输入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493460"/>
                  </a:ext>
                </a:extLst>
              </a:tr>
            </a:tbl>
          </a:graphicData>
        </a:graphic>
      </p:graphicFrame>
      <p:sp>
        <p:nvSpPr>
          <p:cNvPr id="13" name="Text Box 56">
            <a:extLst>
              <a:ext uri="{FF2B5EF4-FFF2-40B4-BE49-F238E27FC236}">
                <a16:creationId xmlns:a16="http://schemas.microsoft.com/office/drawing/2014/main" id="{C0D7E074-960E-4120-AC7A-AFB7CD4F2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2259013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功能表</a:t>
            </a:r>
          </a:p>
        </p:txBody>
      </p:sp>
    </p:spTree>
    <p:extLst>
      <p:ext uri="{BB962C8B-B14F-4D97-AF65-F5344CB8AC3E}">
        <p14:creationId xmlns:p14="http://schemas.microsoft.com/office/powerpoint/2010/main" val="240616236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build="p" autoUpdateAnimBg="0"/>
      <p:bldP spid="7" grpId="0" build="p" autoUpdateAnimBg="0"/>
      <p:bldP spid="8" grpId="0" build="p" autoUpdateAnimBg="0"/>
      <p:bldP spid="9" grpId="0"/>
      <p:bldP spid="10" grpId="0" build="p" autoUpdateAnimBg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C6E5E8-DA8E-487B-9810-C83D9138B0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11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0CDE3-CD85-4BF2-80D4-9C7F61B56126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593725"/>
            <a:ext cx="8424862" cy="53975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例题    扩展：两片</a:t>
            </a:r>
            <a:r>
              <a:rPr lang="en-US" altLang="zh-CN" sz="2400" b="1" dirty="0">
                <a:ea typeface="楷体_GB2312" pitchFamily="49" charset="-122"/>
              </a:rPr>
              <a:t>74LS194 </a:t>
            </a:r>
            <a:r>
              <a:rPr lang="zh-CN" altLang="en-US" sz="2400" b="1" dirty="0">
                <a:ea typeface="楷体_GB2312" pitchFamily="49" charset="-122"/>
              </a:rPr>
              <a:t>扩展一片</a:t>
            </a:r>
            <a:r>
              <a:rPr lang="en-US" altLang="zh-CN" sz="2400" b="1" dirty="0">
                <a:ea typeface="楷体_GB2312" pitchFamily="49" charset="-122"/>
              </a:rPr>
              <a:t>8</a:t>
            </a:r>
            <a:r>
              <a:rPr lang="zh-CN" altLang="en-US" sz="2400" b="1" dirty="0">
                <a:ea typeface="楷体_GB2312" pitchFamily="49" charset="-122"/>
              </a:rPr>
              <a:t>位双向移位寄存器</a:t>
            </a:r>
          </a:p>
        </p:txBody>
      </p:sp>
      <p:pic>
        <p:nvPicPr>
          <p:cNvPr id="4" name="Picture 3" descr="6-3-7">
            <a:extLst>
              <a:ext uri="{FF2B5EF4-FFF2-40B4-BE49-F238E27FC236}">
                <a16:creationId xmlns:a16="http://schemas.microsoft.com/office/drawing/2014/main" id="{E4FFA5FE-52CF-40EC-9866-61657CC4D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1403350"/>
            <a:ext cx="7920037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BF861D8-4CAF-4194-A391-B1FCAE07B88C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2060575"/>
            <a:ext cx="3960812" cy="2305050"/>
            <a:chOff x="2426" y="1298"/>
            <a:chExt cx="2495" cy="1452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16282EB9-6C8B-4090-BEC0-1E0218BBF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1" y="1298"/>
              <a:ext cx="680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53C45F11-9758-4001-88E6-FB9117A94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298"/>
              <a:ext cx="0" cy="408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092D51A0-EBCB-4B11-BDBC-839256F4D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2750"/>
              <a:ext cx="635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31BC9FC1-2FB8-40B8-89F0-A0A7C7C1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1389"/>
              <a:ext cx="0" cy="131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8382A68C-A0D7-484E-9526-DACB612CB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6" y="1389"/>
              <a:ext cx="499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66D7C1A-BC92-4B89-BD43-76FDE3869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434"/>
              <a:ext cx="0" cy="27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35CE47-F438-477B-B9E6-B4AEB668AD6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033588"/>
            <a:ext cx="3887787" cy="2305050"/>
            <a:chOff x="930" y="1298"/>
            <a:chExt cx="2449" cy="1452"/>
          </a:xfrm>
        </p:grpSpPr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72BA77F5-81C9-48B5-B821-F69E88FEC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1344"/>
              <a:ext cx="635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64CC2B2C-A0FB-49A9-9AB2-1A83A6196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1344"/>
              <a:ext cx="0" cy="36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BDFD3B2-9D6F-43C1-982F-0B01FC7E6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2750"/>
              <a:ext cx="545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62F67F13-32B4-4649-B2B0-02EA382C8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298"/>
              <a:ext cx="0" cy="145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19BC68F-1AD3-4A49-8049-B1B44BE49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499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D9CA574-6FFA-43D5-975B-DBDA46764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344"/>
              <a:ext cx="0" cy="36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60AC57-6B56-4C5F-98BB-42EA38A746C1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429000"/>
            <a:ext cx="3313113" cy="809625"/>
            <a:chOff x="1156" y="2205"/>
            <a:chExt cx="2087" cy="454"/>
          </a:xfrm>
        </p:grpSpPr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20260DBF-1CE8-4D78-9211-A56FDBADB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" y="2205"/>
              <a:ext cx="1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BDCCDEC4-C6F2-405B-A9B7-3FE4F0A9E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205"/>
              <a:ext cx="0" cy="4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C563D01C-E50B-4739-8ECB-A5D3FB575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6" y="2659"/>
              <a:ext cx="195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53D8E772-0115-4FBC-B609-B485D2B4E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2" y="2205"/>
              <a:ext cx="0" cy="4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3A8827-92E3-4E68-82F0-D329C9908FCE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3095625"/>
            <a:ext cx="3097212" cy="1008063"/>
            <a:chOff x="1247" y="1979"/>
            <a:chExt cx="1951" cy="635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4C95F48C-262B-44B4-A83C-36576E143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979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930F845D-4C21-4176-B917-CB7C02F06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1979"/>
              <a:ext cx="0" cy="6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D16D318F-B81C-4060-8D83-50872DE38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7" y="2614"/>
              <a:ext cx="17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C3838941-2114-4D97-8F58-8395F81B6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7" y="1979"/>
              <a:ext cx="0" cy="6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865134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E9F7F4-0711-44D1-9F05-6853AF8693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12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B761F-3DCF-4C7A-9BA6-147E43797EC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1" y="785814"/>
            <a:ext cx="2544763" cy="452438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例题：</a:t>
            </a:r>
            <a:endParaRPr kumimoji="0"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环扭形计数器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8EC989-AA5E-41C4-8237-1926FED08EAB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2978150"/>
            <a:ext cx="5684838" cy="1709738"/>
            <a:chOff x="562" y="1876"/>
            <a:chExt cx="3581" cy="1077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08C09113-D21D-4BAA-AA9C-03AAD96560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49" y="2412"/>
              <a:ext cx="28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B1FFAE1E-7CB9-4F32-9785-DFEBBE384A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677" y="2395"/>
              <a:ext cx="315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3EE15-5839-4187-A344-F03D4EEE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" y="2572"/>
              <a:ext cx="3569" cy="381"/>
              <a:chOff x="759" y="3006"/>
              <a:chExt cx="3569" cy="381"/>
            </a:xfrm>
          </p:grpSpPr>
          <p:grpSp>
            <p:nvGrpSpPr>
              <p:cNvPr id="24" name="Group 7">
                <a:extLst>
                  <a:ext uri="{FF2B5EF4-FFF2-40B4-BE49-F238E27FC236}">
                    <a16:creationId xmlns:a16="http://schemas.microsoft.com/office/drawing/2014/main" id="{1524BC89-F3F1-42BF-81AC-704F905C3A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5" y="3018"/>
                <a:ext cx="663" cy="369"/>
                <a:chOff x="1553" y="2878"/>
                <a:chExt cx="663" cy="369"/>
              </a:xfrm>
            </p:grpSpPr>
            <p:sp>
              <p:nvSpPr>
                <p:cNvPr id="37" name="Oval 8">
                  <a:extLst>
                    <a:ext uri="{FF2B5EF4-FFF2-40B4-BE49-F238E27FC236}">
                      <a16:creationId xmlns:a16="http://schemas.microsoft.com/office/drawing/2014/main" id="{B5C4061F-D565-43C1-AB01-E1B03D87E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Text Box 9">
                  <a:extLst>
                    <a:ext uri="{FF2B5EF4-FFF2-40B4-BE49-F238E27FC236}">
                      <a16:creationId xmlns:a16="http://schemas.microsoft.com/office/drawing/2014/main" id="{FD3B6CE7-5DD9-4F16-A229-F612946DAF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0011</a:t>
                  </a:r>
                </a:p>
              </p:txBody>
            </p:sp>
          </p:grpSp>
          <p:sp>
            <p:nvSpPr>
              <p:cNvPr id="25" name="Line 10">
                <a:extLst>
                  <a:ext uri="{FF2B5EF4-FFF2-40B4-BE49-F238E27FC236}">
                    <a16:creationId xmlns:a16="http://schemas.microsoft.com/office/drawing/2014/main" id="{3EE47ABD-FF1E-4C0C-A47E-4694CCD52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21" y="3202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6" name="Group 11">
                <a:extLst>
                  <a:ext uri="{FF2B5EF4-FFF2-40B4-BE49-F238E27FC236}">
                    <a16:creationId xmlns:a16="http://schemas.microsoft.com/office/drawing/2014/main" id="{4EE47C7A-2BB6-4B95-A4DE-37028D5DD5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" y="3006"/>
                <a:ext cx="663" cy="369"/>
                <a:chOff x="3445" y="1804"/>
                <a:chExt cx="663" cy="369"/>
              </a:xfrm>
            </p:grpSpPr>
            <p:sp>
              <p:nvSpPr>
                <p:cNvPr id="35" name="Oval 12">
                  <a:extLst>
                    <a:ext uri="{FF2B5EF4-FFF2-40B4-BE49-F238E27FC236}">
                      <a16:creationId xmlns:a16="http://schemas.microsoft.com/office/drawing/2014/main" id="{A74AE4E5-89E5-4906-BADF-2AEDEAB62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5" y="1804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 Box 13">
                  <a:extLst>
                    <a:ext uri="{FF2B5EF4-FFF2-40B4-BE49-F238E27FC236}">
                      <a16:creationId xmlns:a16="http://schemas.microsoft.com/office/drawing/2014/main" id="{580F43DC-40B2-4EE9-82BA-EAED2AC59C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0" y="1837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0001</a:t>
                  </a:r>
                </a:p>
              </p:txBody>
            </p:sp>
          </p:grpSp>
          <p:grpSp>
            <p:nvGrpSpPr>
              <p:cNvPr id="27" name="Group 14">
                <a:extLst>
                  <a:ext uri="{FF2B5EF4-FFF2-40B4-BE49-F238E27FC236}">
                    <a16:creationId xmlns:a16="http://schemas.microsoft.com/office/drawing/2014/main" id="{C4A02FA5-2EC5-4BA7-907F-4967A34FB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1" y="3008"/>
                <a:ext cx="663" cy="369"/>
                <a:chOff x="1553" y="2878"/>
                <a:chExt cx="663" cy="369"/>
              </a:xfrm>
            </p:grpSpPr>
            <p:sp>
              <p:nvSpPr>
                <p:cNvPr id="33" name="Oval 15">
                  <a:extLst>
                    <a:ext uri="{FF2B5EF4-FFF2-40B4-BE49-F238E27FC236}">
                      <a16:creationId xmlns:a16="http://schemas.microsoft.com/office/drawing/2014/main" id="{328C19CA-5446-4F7A-8F4D-0F7C7CF710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Text Box 16">
                  <a:extLst>
                    <a:ext uri="{FF2B5EF4-FFF2-40B4-BE49-F238E27FC236}">
                      <a16:creationId xmlns:a16="http://schemas.microsoft.com/office/drawing/2014/main" id="{1DB57A75-3E26-4A8F-8834-17AA97B3AF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0111</a:t>
                  </a:r>
                </a:p>
              </p:txBody>
            </p:sp>
          </p:grpSp>
          <p:grpSp>
            <p:nvGrpSpPr>
              <p:cNvPr id="28" name="Group 17">
                <a:extLst>
                  <a:ext uri="{FF2B5EF4-FFF2-40B4-BE49-F238E27FC236}">
                    <a16:creationId xmlns:a16="http://schemas.microsoft.com/office/drawing/2014/main" id="{C06820D8-6F8B-4FFF-A07E-FA5212BD1B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5" y="3008"/>
                <a:ext cx="663" cy="369"/>
                <a:chOff x="1553" y="2878"/>
                <a:chExt cx="663" cy="369"/>
              </a:xfrm>
            </p:grpSpPr>
            <p:sp>
              <p:nvSpPr>
                <p:cNvPr id="31" name="Oval 18">
                  <a:extLst>
                    <a:ext uri="{FF2B5EF4-FFF2-40B4-BE49-F238E27FC236}">
                      <a16:creationId xmlns:a16="http://schemas.microsoft.com/office/drawing/2014/main" id="{9AF08C8F-5340-4DF6-B91A-FCCE88169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Text Box 19">
                  <a:extLst>
                    <a:ext uri="{FF2B5EF4-FFF2-40B4-BE49-F238E27FC236}">
                      <a16:creationId xmlns:a16="http://schemas.microsoft.com/office/drawing/2014/main" id="{EF865ADA-8A4D-46FB-A8AB-66AB29F003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1111</a:t>
                  </a:r>
                </a:p>
              </p:txBody>
            </p:sp>
          </p:grpSp>
          <p:sp>
            <p:nvSpPr>
              <p:cNvPr id="29" name="Line 20">
                <a:extLst>
                  <a:ext uri="{FF2B5EF4-FFF2-40B4-BE49-F238E27FC236}">
                    <a16:creationId xmlns:a16="http://schemas.microsoft.com/office/drawing/2014/main" id="{097A3CE8-9F81-4DEC-8F46-2BBD1F45B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99" y="3191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Line 21">
                <a:extLst>
                  <a:ext uri="{FF2B5EF4-FFF2-40B4-BE49-F238E27FC236}">
                    <a16:creationId xmlns:a16="http://schemas.microsoft.com/office/drawing/2014/main" id="{5BE0081C-DE81-4EA8-A7D2-61E2AF442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6" y="3180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22">
              <a:extLst>
                <a:ext uri="{FF2B5EF4-FFF2-40B4-BE49-F238E27FC236}">
                  <a16:creationId xmlns:a16="http://schemas.microsoft.com/office/drawing/2014/main" id="{18E7DF39-1AD8-4891-B719-04A091B30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" y="1876"/>
              <a:ext cx="3569" cy="381"/>
              <a:chOff x="562" y="1876"/>
              <a:chExt cx="3569" cy="381"/>
            </a:xfrm>
          </p:grpSpPr>
          <p:grpSp>
            <p:nvGrpSpPr>
              <p:cNvPr id="9" name="Group 23">
                <a:extLst>
                  <a:ext uri="{FF2B5EF4-FFF2-40B4-BE49-F238E27FC236}">
                    <a16:creationId xmlns:a16="http://schemas.microsoft.com/office/drawing/2014/main" id="{264BA9B7-4C91-4223-886B-350F9A37AF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8" y="1888"/>
                <a:ext cx="663" cy="369"/>
                <a:chOff x="1553" y="2878"/>
                <a:chExt cx="663" cy="369"/>
              </a:xfrm>
            </p:grpSpPr>
            <p:sp>
              <p:nvSpPr>
                <p:cNvPr id="22" name="Oval 24">
                  <a:extLst>
                    <a:ext uri="{FF2B5EF4-FFF2-40B4-BE49-F238E27FC236}">
                      <a16:creationId xmlns:a16="http://schemas.microsoft.com/office/drawing/2014/main" id="{B806EC74-EE3B-4EAE-BF97-9CDC70846A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 Box 25">
                  <a:extLst>
                    <a:ext uri="{FF2B5EF4-FFF2-40B4-BE49-F238E27FC236}">
                      <a16:creationId xmlns:a16="http://schemas.microsoft.com/office/drawing/2014/main" id="{79A22373-37BE-4591-9C8B-8FE7EDB57F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1000</a:t>
                  </a:r>
                </a:p>
              </p:txBody>
            </p:sp>
          </p:grpSp>
          <p:sp>
            <p:nvSpPr>
              <p:cNvPr id="10" name="Line 26">
                <a:extLst>
                  <a:ext uri="{FF2B5EF4-FFF2-40B4-BE49-F238E27FC236}">
                    <a16:creationId xmlns:a16="http://schemas.microsoft.com/office/drawing/2014/main" id="{78CE0280-7D24-42FE-9B6B-ADC9E9265C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4" y="2072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27">
                <a:extLst>
                  <a:ext uri="{FF2B5EF4-FFF2-40B4-BE49-F238E27FC236}">
                    <a16:creationId xmlns:a16="http://schemas.microsoft.com/office/drawing/2014/main" id="{FFFCF6FA-01DC-4CBE-9BB4-55199B5CCC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2" y="1876"/>
                <a:ext cx="663" cy="369"/>
                <a:chOff x="3445" y="1804"/>
                <a:chExt cx="663" cy="369"/>
              </a:xfrm>
            </p:grpSpPr>
            <p:sp>
              <p:nvSpPr>
                <p:cNvPr id="20" name="Oval 28">
                  <a:extLst>
                    <a:ext uri="{FF2B5EF4-FFF2-40B4-BE49-F238E27FC236}">
                      <a16:creationId xmlns:a16="http://schemas.microsoft.com/office/drawing/2014/main" id="{225F413A-73F4-4E13-9C09-12B909A07D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5" y="1804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Text Box 29">
                  <a:extLst>
                    <a:ext uri="{FF2B5EF4-FFF2-40B4-BE49-F238E27FC236}">
                      <a16:creationId xmlns:a16="http://schemas.microsoft.com/office/drawing/2014/main" id="{F3BB25B9-3E7D-4AD1-B26C-B4AC157E1C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0" y="1837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0000</a:t>
                  </a:r>
                </a:p>
              </p:txBody>
            </p:sp>
          </p:grpSp>
          <p:grpSp>
            <p:nvGrpSpPr>
              <p:cNvPr id="12" name="Group 30">
                <a:extLst>
                  <a:ext uri="{FF2B5EF4-FFF2-40B4-BE49-F238E27FC236}">
                    <a16:creationId xmlns:a16="http://schemas.microsoft.com/office/drawing/2014/main" id="{7776FC1E-58B4-4C28-B6DB-81AC8539E3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4" y="1878"/>
                <a:ext cx="663" cy="369"/>
                <a:chOff x="1553" y="2878"/>
                <a:chExt cx="663" cy="369"/>
              </a:xfrm>
            </p:grpSpPr>
            <p:sp>
              <p:nvSpPr>
                <p:cNvPr id="18" name="Oval 31">
                  <a:extLst>
                    <a:ext uri="{FF2B5EF4-FFF2-40B4-BE49-F238E27FC236}">
                      <a16:creationId xmlns:a16="http://schemas.microsoft.com/office/drawing/2014/main" id="{5C042F83-CDF5-4F04-877D-C3F50C5C2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 Box 32">
                  <a:extLst>
                    <a:ext uri="{FF2B5EF4-FFF2-40B4-BE49-F238E27FC236}">
                      <a16:creationId xmlns:a16="http://schemas.microsoft.com/office/drawing/2014/main" id="{D233EB3F-8A09-4D2C-B2DF-AE94621C69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1100</a:t>
                  </a:r>
                </a:p>
              </p:txBody>
            </p:sp>
          </p:grpSp>
          <p:grpSp>
            <p:nvGrpSpPr>
              <p:cNvPr id="13" name="Group 33">
                <a:extLst>
                  <a:ext uri="{FF2B5EF4-FFF2-40B4-BE49-F238E27FC236}">
                    <a16:creationId xmlns:a16="http://schemas.microsoft.com/office/drawing/2014/main" id="{BC1FA43A-93A2-4A2B-B953-97106C6F7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8" y="1878"/>
                <a:ext cx="663" cy="369"/>
                <a:chOff x="1553" y="2878"/>
                <a:chExt cx="663" cy="369"/>
              </a:xfrm>
            </p:grpSpPr>
            <p:sp>
              <p:nvSpPr>
                <p:cNvPr id="16" name="Oval 34">
                  <a:extLst>
                    <a:ext uri="{FF2B5EF4-FFF2-40B4-BE49-F238E27FC236}">
                      <a16:creationId xmlns:a16="http://schemas.microsoft.com/office/drawing/2014/main" id="{FAAF9434-64D8-4575-8B64-0D58775B02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2878"/>
                  <a:ext cx="663" cy="369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Text Box 35">
                  <a:extLst>
                    <a:ext uri="{FF2B5EF4-FFF2-40B4-BE49-F238E27FC236}">
                      <a16:creationId xmlns:a16="http://schemas.microsoft.com/office/drawing/2014/main" id="{D19E13D7-70D3-4FB8-A7C7-EC562B647A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8" y="2911"/>
                  <a:ext cx="56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FF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1110</a:t>
                  </a:r>
                </a:p>
              </p:txBody>
            </p:sp>
          </p:grpSp>
          <p:sp>
            <p:nvSpPr>
              <p:cNvPr id="14" name="Line 36">
                <a:extLst>
                  <a:ext uri="{FF2B5EF4-FFF2-40B4-BE49-F238E27FC236}">
                    <a16:creationId xmlns:a16="http://schemas.microsoft.com/office/drawing/2014/main" id="{93C73EA2-E65D-4771-9CE5-E24B5C1C4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2" y="2061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Line 37">
                <a:extLst>
                  <a:ext uri="{FF2B5EF4-FFF2-40B4-BE49-F238E27FC236}">
                    <a16:creationId xmlns:a16="http://schemas.microsoft.com/office/drawing/2014/main" id="{E899283A-5800-41A0-8469-B05D0D3A9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9" y="2050"/>
                <a:ext cx="295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25DC489-8518-451C-88A2-30BF7E190F37}"/>
              </a:ext>
            </a:extLst>
          </p:cNvPr>
          <p:cNvGrpSpPr>
            <a:grpSpLocks/>
          </p:cNvGrpSpPr>
          <p:nvPr/>
        </p:nvGrpSpPr>
        <p:grpSpPr bwMode="auto">
          <a:xfrm>
            <a:off x="947738" y="4943475"/>
            <a:ext cx="5684837" cy="1709738"/>
            <a:chOff x="597" y="3114"/>
            <a:chExt cx="3581" cy="1077"/>
          </a:xfrm>
        </p:grpSpPr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34921F3C-E487-4D67-AF8C-F227903EAB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84" y="3650"/>
              <a:ext cx="2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308C7E9F-F361-42BB-9642-0E3A3649D2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12" y="3633"/>
              <a:ext cx="31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C8E9771-E8BA-496C-BB5C-8A4E54DF6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3822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A3817FCD-A3B1-41AF-BCA2-1392DF34D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855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0010</a:t>
              </a:r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F2207A09-94FA-4E6A-A252-86F55213B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1" y="4006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4EAB43D-7D23-4DB0-96AE-D2AB2314E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3810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45">
              <a:extLst>
                <a:ext uri="{FF2B5EF4-FFF2-40B4-BE49-F238E27FC236}">
                  <a16:creationId xmlns:a16="http://schemas.microsoft.com/office/drawing/2014/main" id="{CB3846BE-7F88-4414-947C-E76F2A239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3843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1001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C451FCF-3B9F-441B-B9E3-090E5B736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" y="3812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7">
              <a:extLst>
                <a:ext uri="{FF2B5EF4-FFF2-40B4-BE49-F238E27FC236}">
                  <a16:creationId xmlns:a16="http://schemas.microsoft.com/office/drawing/2014/main" id="{74905D51-AEC4-45B2-8F02-A7239DD48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" y="3845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0101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17ED91B-FC68-4C7B-9807-F78DC9FED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3812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1B78FE16-B524-44AF-9999-179692D2A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3845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1011</a:t>
              </a:r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4173E820-78DA-4B46-A7FB-578AAF10E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9" y="3995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328FAB6E-D4A8-43CB-A22F-5C45C89EFC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3984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EAFAB4A-816C-4D2F-BA7C-84E00E78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" y="3126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69897C8D-37E3-4BD9-B53A-27262C6D6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" y="3159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1010</a:t>
              </a:r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C94D1B8C-80B6-4956-9EBB-CC1791B6C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310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C58DF1E-BC7D-4FA5-A308-10A4CE9AC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" y="3114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56">
              <a:extLst>
                <a:ext uri="{FF2B5EF4-FFF2-40B4-BE49-F238E27FC236}">
                  <a16:creationId xmlns:a16="http://schemas.microsoft.com/office/drawing/2014/main" id="{D7B9BA5B-C54E-4B14-B4AD-B208B87BE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" y="3147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0100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BF060F-A07F-4053-972C-519E77E7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3116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28851A8A-3CEE-4B11-B49B-9859F689F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3149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1101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1D569D3-C446-4921-B247-55A502048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3116"/>
              <a:ext cx="663" cy="369"/>
            </a:xfrm>
            <a:prstGeom prst="ellips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60">
              <a:extLst>
                <a:ext uri="{FF2B5EF4-FFF2-40B4-BE49-F238E27FC236}">
                  <a16:creationId xmlns:a16="http://schemas.microsoft.com/office/drawing/2014/main" id="{0FF17FCF-3664-4E3F-BBD8-685EC1EF8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" y="3149"/>
              <a:ext cx="5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0110</a:t>
              </a:r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4D04FC8C-0953-44F3-9E22-D2330B708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7" y="3299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13A95B00-EDA9-4A37-A0DA-6B993A531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" y="3288"/>
              <a:ext cx="2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 Box 63">
            <a:extLst>
              <a:ext uri="{FF2B5EF4-FFF2-40B4-BE49-F238E27FC236}">
                <a16:creationId xmlns:a16="http://schemas.microsoft.com/office/drawing/2014/main" id="{455B575A-B2F6-422D-BC95-870AC66C8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550" y="3203575"/>
            <a:ext cx="1819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4位格雷码计数器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B0AB1BE-F80D-4F69-B2B3-51BA9B66FCF0}"/>
              </a:ext>
            </a:extLst>
          </p:cNvPr>
          <p:cNvGrpSpPr>
            <a:grpSpLocks/>
          </p:cNvGrpSpPr>
          <p:nvPr/>
        </p:nvGrpSpPr>
        <p:grpSpPr bwMode="auto">
          <a:xfrm>
            <a:off x="3863975" y="84138"/>
            <a:ext cx="4203700" cy="2762250"/>
            <a:chOff x="2434" y="53"/>
            <a:chExt cx="2648" cy="174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5AF9027-E934-42EF-A642-EA84C1EA4A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4" y="65"/>
              <a:ext cx="2648" cy="1728"/>
              <a:chOff x="2434" y="65"/>
              <a:chExt cx="2648" cy="1728"/>
            </a:xfrm>
          </p:grpSpPr>
          <p:grpSp>
            <p:nvGrpSpPr>
              <p:cNvPr id="68" name="Group 66">
                <a:extLst>
                  <a:ext uri="{FF2B5EF4-FFF2-40B4-BE49-F238E27FC236}">
                    <a16:creationId xmlns:a16="http://schemas.microsoft.com/office/drawing/2014/main" id="{493DDA8C-19B7-4EE7-BC3D-B8943CF134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4" y="65"/>
                <a:ext cx="2648" cy="1728"/>
                <a:chOff x="2532" y="65"/>
                <a:chExt cx="2648" cy="1728"/>
              </a:xfrm>
            </p:grpSpPr>
            <p:sp>
              <p:nvSpPr>
                <p:cNvPr id="70" name="Rectangle 67">
                  <a:extLst>
                    <a:ext uri="{FF2B5EF4-FFF2-40B4-BE49-F238E27FC236}">
                      <a16:creationId xmlns:a16="http://schemas.microsoft.com/office/drawing/2014/main" id="{FB3B0559-DB82-4045-8489-7E54895D6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3" y="530"/>
                  <a:ext cx="1478" cy="805"/>
                </a:xfrm>
                <a:prstGeom prst="rect">
                  <a:avLst/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AutoShape 68">
                  <a:extLst>
                    <a:ext uri="{FF2B5EF4-FFF2-40B4-BE49-F238E27FC236}">
                      <a16:creationId xmlns:a16="http://schemas.microsoft.com/office/drawing/2014/main" id="{7F868D62-5FEC-4EF0-B671-945D146C4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192" y="628"/>
                  <a:ext cx="163" cy="141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00206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Oval 69">
                  <a:extLst>
                    <a:ext uri="{FF2B5EF4-FFF2-40B4-BE49-F238E27FC236}">
                      <a16:creationId xmlns:a16="http://schemas.microsoft.com/office/drawing/2014/main" id="{1B2BCDF6-E26B-4836-A43D-CF2564D84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2" y="1335"/>
                  <a:ext cx="87" cy="87"/>
                </a:xfrm>
                <a:prstGeom prst="ellips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Text Box 70">
                  <a:extLst>
                    <a:ext uri="{FF2B5EF4-FFF2-40B4-BE49-F238E27FC236}">
                      <a16:creationId xmlns:a16="http://schemas.microsoft.com/office/drawing/2014/main" id="{1B580EB7-15CF-42B2-B080-1F51AE3FD0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2" y="585"/>
                  <a:ext cx="391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CP</a:t>
                  </a:r>
                </a:p>
              </p:txBody>
            </p:sp>
            <p:sp>
              <p:nvSpPr>
                <p:cNvPr id="74" name="Text Box 71">
                  <a:extLst>
                    <a:ext uri="{FF2B5EF4-FFF2-40B4-BE49-F238E27FC236}">
                      <a16:creationId xmlns:a16="http://schemas.microsoft.com/office/drawing/2014/main" id="{072DEB9B-5FDE-4D58-8F65-203F990E85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5" y="509"/>
                  <a:ext cx="105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5" name="Text Box 72">
                  <a:extLst>
                    <a:ext uri="{FF2B5EF4-FFF2-40B4-BE49-F238E27FC236}">
                      <a16:creationId xmlns:a16="http://schemas.microsoft.com/office/drawing/2014/main" id="{CE6356E9-17B7-4EEA-AB0F-1F01C6D02B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59" y="899"/>
                  <a:ext cx="402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endParaRPr kumimoji="1" lang="zh-CN" altLang="en-US" sz="20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Text Box 73">
                  <a:extLst>
                    <a:ext uri="{FF2B5EF4-FFF2-40B4-BE49-F238E27FC236}">
                      <a16:creationId xmlns:a16="http://schemas.microsoft.com/office/drawing/2014/main" id="{543F90B3-3F90-46D9-892A-5501D85895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08" y="1041"/>
                  <a:ext cx="337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</a:t>
                  </a:r>
                  <a:endParaRPr kumimoji="1" lang="zh-CN" altLang="en-US" sz="20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 Box 74">
                  <a:extLst>
                    <a:ext uri="{FF2B5EF4-FFF2-40B4-BE49-F238E27FC236}">
                      <a16:creationId xmlns:a16="http://schemas.microsoft.com/office/drawing/2014/main" id="{F7A217EC-B6A4-45B9-803C-FBFFA7958F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1" y="693"/>
                  <a:ext cx="282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S</a:t>
                  </a:r>
                  <a:r>
                    <a:rPr kumimoji="1" lang="en-US" altLang="zh-CN" sz="2000" b="1" i="0" u="none" strike="noStrike" kern="1200" cap="none" spc="0" normalizeH="0" baseline="-2500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zh-CN" altLang="en-US" sz="20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Text Box 75">
                  <a:extLst>
                    <a:ext uri="{FF2B5EF4-FFF2-40B4-BE49-F238E27FC236}">
                      <a16:creationId xmlns:a16="http://schemas.microsoft.com/office/drawing/2014/main" id="{E1FB34FE-FB61-409B-84B6-19E453F994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1" y="856"/>
                  <a:ext cx="30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S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endParaRPr kumimoji="1" lang="zh-CN" altLang="en-US" sz="20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Text Box 76">
                  <a:extLst>
                    <a:ext uri="{FF2B5EF4-FFF2-40B4-BE49-F238E27FC236}">
                      <a16:creationId xmlns:a16="http://schemas.microsoft.com/office/drawing/2014/main" id="{D1720DD0-D850-4576-A941-0DB289D733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63" y="1074"/>
                  <a:ext cx="1054" cy="250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 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  </a:t>
                  </a: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r>
                    <a:rPr kumimoji="1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80" name="Line 77">
                  <a:extLst>
                    <a:ext uri="{FF2B5EF4-FFF2-40B4-BE49-F238E27FC236}">
                      <a16:creationId xmlns:a16="http://schemas.microsoft.com/office/drawing/2014/main" id="{963B28FB-C093-43FD-8AF6-782D67B02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6" y="1346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Line 78">
                  <a:extLst>
                    <a:ext uri="{FF2B5EF4-FFF2-40B4-BE49-F238E27FC236}">
                      <a16:creationId xmlns:a16="http://schemas.microsoft.com/office/drawing/2014/main" id="{21BE7BDE-2E5D-42CC-B163-10331CA551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1" y="1335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Line 79">
                  <a:extLst>
                    <a:ext uri="{FF2B5EF4-FFF2-40B4-BE49-F238E27FC236}">
                      <a16:creationId xmlns:a16="http://schemas.microsoft.com/office/drawing/2014/main" id="{8D7841F2-A82D-4B3D-937D-3335CDD54B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7" y="1335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Line 80">
                  <a:extLst>
                    <a:ext uri="{FF2B5EF4-FFF2-40B4-BE49-F238E27FC236}">
                      <a16:creationId xmlns:a16="http://schemas.microsoft.com/office/drawing/2014/main" id="{2C712801-72F2-432F-8493-83BCD1D0D9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335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Line 81">
                  <a:extLst>
                    <a:ext uri="{FF2B5EF4-FFF2-40B4-BE49-F238E27FC236}">
                      <a16:creationId xmlns:a16="http://schemas.microsoft.com/office/drawing/2014/main" id="{E367E915-CE94-4212-A401-043123811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35" y="313"/>
                  <a:ext cx="0" cy="207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Line 82">
                  <a:extLst>
                    <a:ext uri="{FF2B5EF4-FFF2-40B4-BE49-F238E27FC236}">
                      <a16:creationId xmlns:a16="http://schemas.microsoft.com/office/drawing/2014/main" id="{AC42E760-DB58-4474-A3C5-18A812B98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2" y="313"/>
                  <a:ext cx="0" cy="207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Line 83">
                  <a:extLst>
                    <a:ext uri="{FF2B5EF4-FFF2-40B4-BE49-F238E27FC236}">
                      <a16:creationId xmlns:a16="http://schemas.microsoft.com/office/drawing/2014/main" id="{33147486-0203-4611-AE3A-73826AB11D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7" y="313"/>
                  <a:ext cx="0" cy="207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Line 84">
                  <a:extLst>
                    <a:ext uri="{FF2B5EF4-FFF2-40B4-BE49-F238E27FC236}">
                      <a16:creationId xmlns:a16="http://schemas.microsoft.com/office/drawing/2014/main" id="{3743BBF8-05F9-4FE1-868C-917ADC308E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85" y="693"/>
                  <a:ext cx="207" cy="0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Line 85">
                  <a:extLst>
                    <a:ext uri="{FF2B5EF4-FFF2-40B4-BE49-F238E27FC236}">
                      <a16:creationId xmlns:a16="http://schemas.microsoft.com/office/drawing/2014/main" id="{A4E55CD0-C343-4150-961A-18E100D6C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5" y="1422"/>
                  <a:ext cx="0" cy="163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Line 86">
                  <a:extLst>
                    <a:ext uri="{FF2B5EF4-FFF2-40B4-BE49-F238E27FC236}">
                      <a16:creationId xmlns:a16="http://schemas.microsoft.com/office/drawing/2014/main" id="{964384C3-C17E-47EE-AA54-5247EB52B7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91" y="813"/>
                  <a:ext cx="207" cy="0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Text Box 87">
                  <a:extLst>
                    <a:ext uri="{FF2B5EF4-FFF2-40B4-BE49-F238E27FC236}">
                      <a16:creationId xmlns:a16="http://schemas.microsoft.com/office/drawing/2014/main" id="{69A34D69-3F3D-4194-A588-567CB66528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17" y="1541"/>
                  <a:ext cx="1054" cy="25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1   0   0   0</a:t>
                  </a:r>
                  <a:endPara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Text Box 88">
                  <a:extLst>
                    <a:ext uri="{FF2B5EF4-FFF2-40B4-BE49-F238E27FC236}">
                      <a16:creationId xmlns:a16="http://schemas.microsoft.com/office/drawing/2014/main" id="{835B31D1-AA5F-4F4C-B15F-496F33DC39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7" y="671"/>
                  <a:ext cx="293" cy="250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Line 89">
                  <a:extLst>
                    <a:ext uri="{FF2B5EF4-FFF2-40B4-BE49-F238E27FC236}">
                      <a16:creationId xmlns:a16="http://schemas.microsoft.com/office/drawing/2014/main" id="{84FCD0D6-DAB3-4839-B298-FE3560241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70" y="1020"/>
                  <a:ext cx="207" cy="0"/>
                </a:xfrm>
                <a:prstGeom prst="line">
                  <a:avLst/>
                </a:prstGeom>
                <a:noFill/>
                <a:ln w="38100">
                  <a:solidFill>
                    <a:srgbClr val="00206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Text Box 90">
                  <a:extLst>
                    <a:ext uri="{FF2B5EF4-FFF2-40B4-BE49-F238E27FC236}">
                      <a16:creationId xmlns:a16="http://schemas.microsoft.com/office/drawing/2014/main" id="{2C62C45A-A3CC-472D-A4AB-E9CB979557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7" y="910"/>
                  <a:ext cx="293" cy="250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Freeform 91">
                  <a:extLst>
                    <a:ext uri="{FF2B5EF4-FFF2-40B4-BE49-F238E27FC236}">
                      <a16:creationId xmlns:a16="http://schemas.microsoft.com/office/drawing/2014/main" id="{8B741ACC-6F01-4424-ADFA-78D111D331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8" y="1467"/>
                  <a:ext cx="370" cy="218"/>
                </a:xfrm>
                <a:custGeom>
                  <a:avLst/>
                  <a:gdLst>
                    <a:gd name="T0" fmla="*/ 0 w 370"/>
                    <a:gd name="T1" fmla="*/ 0 h 218"/>
                    <a:gd name="T2" fmla="*/ 120 w 370"/>
                    <a:gd name="T3" fmla="*/ 0 h 218"/>
                    <a:gd name="T4" fmla="*/ 120 w 370"/>
                    <a:gd name="T5" fmla="*/ 218 h 218"/>
                    <a:gd name="T6" fmla="*/ 239 w 370"/>
                    <a:gd name="T7" fmla="*/ 218 h 218"/>
                    <a:gd name="T8" fmla="*/ 239 w 370"/>
                    <a:gd name="T9" fmla="*/ 11 h 218"/>
                    <a:gd name="T10" fmla="*/ 370 w 370"/>
                    <a:gd name="T11" fmla="*/ 11 h 2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70" h="218">
                      <a:moveTo>
                        <a:pt x="0" y="0"/>
                      </a:moveTo>
                      <a:lnTo>
                        <a:pt x="120" y="0"/>
                      </a:lnTo>
                      <a:lnTo>
                        <a:pt x="120" y="218"/>
                      </a:lnTo>
                      <a:lnTo>
                        <a:pt x="239" y="218"/>
                      </a:lnTo>
                      <a:lnTo>
                        <a:pt x="239" y="11"/>
                      </a:lnTo>
                      <a:lnTo>
                        <a:pt x="370" y="11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Text Box 92">
                  <a:extLst>
                    <a:ext uri="{FF2B5EF4-FFF2-40B4-BE49-F238E27FC236}">
                      <a16:creationId xmlns:a16="http://schemas.microsoft.com/office/drawing/2014/main" id="{4BADA172-7ECC-4EFC-9714-10D67269E6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32" y="1435"/>
                  <a:ext cx="598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清零</a:t>
                  </a:r>
                </a:p>
              </p:txBody>
            </p:sp>
            <p:grpSp>
              <p:nvGrpSpPr>
                <p:cNvPr id="96" name="Group 93">
                  <a:extLst>
                    <a:ext uri="{FF2B5EF4-FFF2-40B4-BE49-F238E27FC236}">
                      <a16:creationId xmlns:a16="http://schemas.microsoft.com/office/drawing/2014/main" id="{36602473-8BAA-40BF-962A-626D212F51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73" y="65"/>
                  <a:ext cx="293" cy="304"/>
                  <a:chOff x="3185" y="3239"/>
                  <a:chExt cx="293" cy="304"/>
                </a:xfrm>
              </p:grpSpPr>
              <p:sp>
                <p:nvSpPr>
                  <p:cNvPr id="99" name="Rectangle 94">
                    <a:extLst>
                      <a:ext uri="{FF2B5EF4-FFF2-40B4-BE49-F238E27FC236}">
                        <a16:creationId xmlns:a16="http://schemas.microsoft.com/office/drawing/2014/main" id="{06540B63-02B7-404F-B10E-554CCBD4B9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04" y="3239"/>
                    <a:ext cx="174" cy="304"/>
                  </a:xfrm>
                  <a:prstGeom prst="rect">
                    <a:avLst/>
                  </a:prstGeom>
                  <a:noFill/>
                  <a:ln w="38100">
                    <a:solidFill>
                      <a:srgbClr val="00206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0" name="Oval 95">
                    <a:extLst>
                      <a:ext uri="{FF2B5EF4-FFF2-40B4-BE49-F238E27FC236}">
                        <a16:creationId xmlns:a16="http://schemas.microsoft.com/office/drawing/2014/main" id="{E051C13F-8147-47AE-B996-4B02C05A98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5" y="3327"/>
                    <a:ext cx="97" cy="97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206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D3238F71-A6A7-41F2-BB33-3A6BEEF4AF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6" y="196"/>
                  <a:ext cx="858" cy="337"/>
                </a:xfrm>
                <a:custGeom>
                  <a:avLst/>
                  <a:gdLst>
                    <a:gd name="T0" fmla="*/ 0 w 858"/>
                    <a:gd name="T1" fmla="*/ 0 h 337"/>
                    <a:gd name="T2" fmla="*/ 858 w 858"/>
                    <a:gd name="T3" fmla="*/ 0 h 337"/>
                    <a:gd name="T4" fmla="*/ 858 w 858"/>
                    <a:gd name="T5" fmla="*/ 337 h 3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58" h="337">
                      <a:moveTo>
                        <a:pt x="0" y="0"/>
                      </a:moveTo>
                      <a:lnTo>
                        <a:pt x="858" y="0"/>
                      </a:lnTo>
                      <a:lnTo>
                        <a:pt x="858" y="337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Freeform 97">
                  <a:extLst>
                    <a:ext uri="{FF2B5EF4-FFF2-40B4-BE49-F238E27FC236}">
                      <a16:creationId xmlns:a16="http://schemas.microsoft.com/office/drawing/2014/main" id="{D316D202-2213-4BB2-B595-C4E52E070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4" y="196"/>
                  <a:ext cx="500" cy="837"/>
                </a:xfrm>
                <a:custGeom>
                  <a:avLst/>
                  <a:gdLst>
                    <a:gd name="T0" fmla="*/ 478 w 500"/>
                    <a:gd name="T1" fmla="*/ 0 h 837"/>
                    <a:gd name="T2" fmla="*/ 0 w 500"/>
                    <a:gd name="T3" fmla="*/ 0 h 837"/>
                    <a:gd name="T4" fmla="*/ 0 w 500"/>
                    <a:gd name="T5" fmla="*/ 837 h 837"/>
                    <a:gd name="T6" fmla="*/ 500 w 500"/>
                    <a:gd name="T7" fmla="*/ 837 h 8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00" h="837">
                      <a:moveTo>
                        <a:pt x="478" y="0"/>
                      </a:moveTo>
                      <a:lnTo>
                        <a:pt x="0" y="0"/>
                      </a:lnTo>
                      <a:lnTo>
                        <a:pt x="0" y="837"/>
                      </a:lnTo>
                      <a:lnTo>
                        <a:pt x="500" y="837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" name="Text Box 98">
                <a:extLst>
                  <a:ext uri="{FF2B5EF4-FFF2-40B4-BE49-F238E27FC236}">
                    <a16:creationId xmlns:a16="http://schemas.microsoft.com/office/drawing/2014/main" id="{53E662D4-659E-48AA-8BDD-7F3069100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9" y="783"/>
                <a:ext cx="1022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400" b="1" i="0" u="none" strike="noStrike" kern="1200" cap="none" spc="0" normalizeH="0" baseline="0" noProof="0"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400" b="1" i="0" u="none" strike="noStrike" kern="1200" cap="none" spc="0" normalizeH="0" baseline="0" noProof="0"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194</a:t>
                </a:r>
              </a:p>
            </p:txBody>
          </p:sp>
        </p:grpSp>
        <p:sp>
          <p:nvSpPr>
            <p:cNvPr id="67" name="Text Box 99">
              <a:extLst>
                <a:ext uri="{FF2B5EF4-FFF2-40B4-BE49-F238E27FC236}">
                  <a16:creationId xmlns:a16="http://schemas.microsoft.com/office/drawing/2014/main" id="{EA52718A-5C18-48AD-B642-6A5186CED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53"/>
              <a:ext cx="22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970183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F00BB6-E9EA-4E1E-8AEA-4091CA93FA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13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894BAB-E9A2-42C6-B5EA-A68DCDAB58DC}"/>
              </a:ext>
            </a:extLst>
          </p:cNvPr>
          <p:cNvSpPr txBox="1">
            <a:spLocks noChangeArrowheads="1"/>
          </p:cNvSpPr>
          <p:nvPr/>
        </p:nvSpPr>
        <p:spPr>
          <a:xfrm>
            <a:off x="341313" y="230188"/>
            <a:ext cx="1435100" cy="469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【例题】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0524F3A-3E7B-43C2-8B60-3BCEE4DF1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6" y="268288"/>
            <a:ext cx="522605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分析下面时序电路的逻辑功能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9D68D85-9775-49F7-BBB5-B77A980E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25" y="5711825"/>
            <a:ext cx="467677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七位并行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串行数码变换器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214EB-D906-46C2-BD8D-BAC23E5FBC98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103313"/>
            <a:ext cx="8680450" cy="4378325"/>
            <a:chOff x="109" y="695"/>
            <a:chExt cx="5468" cy="27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D15359-2AC2-4AF6-8513-689ED15D4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" y="695"/>
              <a:ext cx="5468" cy="2758"/>
              <a:chOff x="109" y="695"/>
              <a:chExt cx="5468" cy="2758"/>
            </a:xfrm>
          </p:grpSpPr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549B75BA-F20A-4CE0-82AB-582ACD7B9B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9" y="1055"/>
                <a:ext cx="59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D8D569B9-EFCF-4A52-BBB4-4D4A38AD09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2" y="1150"/>
                <a:ext cx="445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“1”</a:t>
                </a:r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96E0C2E-4392-4A93-BC71-0D188A1CA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" y="1848"/>
                <a:ext cx="370" cy="218"/>
              </a:xfrm>
              <a:custGeom>
                <a:avLst/>
                <a:gdLst>
                  <a:gd name="T0" fmla="*/ 0 w 370"/>
                  <a:gd name="T1" fmla="*/ 0 h 218"/>
                  <a:gd name="T2" fmla="*/ 120 w 370"/>
                  <a:gd name="T3" fmla="*/ 0 h 218"/>
                  <a:gd name="T4" fmla="*/ 120 w 370"/>
                  <a:gd name="T5" fmla="*/ 218 h 218"/>
                  <a:gd name="T6" fmla="*/ 239 w 370"/>
                  <a:gd name="T7" fmla="*/ 218 h 218"/>
                  <a:gd name="T8" fmla="*/ 239 w 370"/>
                  <a:gd name="T9" fmla="*/ 11 h 218"/>
                  <a:gd name="T10" fmla="*/ 370 w 370"/>
                  <a:gd name="T11" fmla="*/ 11 h 2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0" h="218">
                    <a:moveTo>
                      <a:pt x="0" y="0"/>
                    </a:moveTo>
                    <a:lnTo>
                      <a:pt x="120" y="0"/>
                    </a:lnTo>
                    <a:lnTo>
                      <a:pt x="120" y="218"/>
                    </a:lnTo>
                    <a:lnTo>
                      <a:pt x="239" y="218"/>
                    </a:lnTo>
                    <a:lnTo>
                      <a:pt x="239" y="11"/>
                    </a:lnTo>
                    <a:lnTo>
                      <a:pt x="370" y="11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02E00C5A-903A-4A53-A775-2B3755EFCB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" y="1826"/>
                <a:ext cx="59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启动</a:t>
                </a:r>
              </a:p>
            </p:txBody>
          </p:sp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9D4A2EA2-D889-4235-8FA7-E358F106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695"/>
                <a:ext cx="229" cy="42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83E614F8-F453-4E6A-86E8-682030EC1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" y="860"/>
                <a:ext cx="97" cy="9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Rectangle 13">
                <a:extLst>
                  <a:ext uri="{FF2B5EF4-FFF2-40B4-BE49-F238E27FC236}">
                    <a16:creationId xmlns:a16="http://schemas.microsoft.com/office/drawing/2014/main" id="{786CC664-CC92-497F-93CA-68770D9FB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4" y="1518"/>
                <a:ext cx="1478" cy="80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AutoShape 14">
                <a:extLst>
                  <a:ext uri="{FF2B5EF4-FFF2-40B4-BE49-F238E27FC236}">
                    <a16:creationId xmlns:a16="http://schemas.microsoft.com/office/drawing/2014/main" id="{AEE8B31D-9F30-454D-AACA-2A75F0377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583" y="1880"/>
                <a:ext cx="163" cy="14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 Box 15">
                <a:extLst>
                  <a:ext uri="{FF2B5EF4-FFF2-40B4-BE49-F238E27FC236}">
                    <a16:creationId xmlns:a16="http://schemas.microsoft.com/office/drawing/2014/main" id="{6768294B-00FB-455C-B19B-3FA06C282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" y="1834"/>
                <a:ext cx="39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E682F22E-A3DE-470F-8076-70E843B674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2" y="1497"/>
                <a:ext cx="105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05C4090F-311C-4AEE-8C3D-8976045EF0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5" y="2050"/>
                <a:ext cx="40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 Box 18">
                <a:extLst>
                  <a:ext uri="{FF2B5EF4-FFF2-40B4-BE49-F238E27FC236}">
                    <a16:creationId xmlns:a16="http://schemas.microsoft.com/office/drawing/2014/main" id="{C497BA8C-221D-425D-97D6-11552B8C53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1" y="1507"/>
                <a:ext cx="28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C44DB247-CE3F-40AB-AFAE-3D1A86512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3" y="1562"/>
                <a:ext cx="30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C5759A58-77DF-4248-989A-78CB0A188E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9" y="2062"/>
                <a:ext cx="105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" name="Text Box 21">
                <a:extLst>
                  <a:ext uri="{FF2B5EF4-FFF2-40B4-BE49-F238E27FC236}">
                    <a16:creationId xmlns:a16="http://schemas.microsoft.com/office/drawing/2014/main" id="{7CCE5390-29C3-4835-8753-04883EE3F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8" y="1771"/>
                <a:ext cx="115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194(1)</a:t>
                </a:r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C0ED70F8-5174-4AC4-AF01-0EEEC928F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2" y="2325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58F0420E-6C27-4A8F-BE9E-6B76F99C1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8" y="2336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0029CF2A-DF67-4FF2-8670-CDE710BF8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2336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 Box 25">
                <a:extLst>
                  <a:ext uri="{FF2B5EF4-FFF2-40B4-BE49-F238E27FC236}">
                    <a16:creationId xmlns:a16="http://schemas.microsoft.com/office/drawing/2014/main" id="{C32574D8-8FE0-4B99-87DE-26DCC226A7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3148"/>
                <a:ext cx="750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</a:t>
                </a:r>
              </a:p>
            </p:txBody>
          </p:sp>
          <p:sp>
            <p:nvSpPr>
              <p:cNvPr id="29" name="Rectangle 26">
                <a:extLst>
                  <a:ext uri="{FF2B5EF4-FFF2-40B4-BE49-F238E27FC236}">
                    <a16:creationId xmlns:a16="http://schemas.microsoft.com/office/drawing/2014/main" id="{272830D5-DD41-4E32-86ED-0D09432C0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6" y="1540"/>
                <a:ext cx="1478" cy="80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AutoShape 27">
                <a:extLst>
                  <a:ext uri="{FF2B5EF4-FFF2-40B4-BE49-F238E27FC236}">
                    <a16:creationId xmlns:a16="http://schemas.microsoft.com/office/drawing/2014/main" id="{8E454D3B-C584-4B70-9B08-9C438D62E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615" y="1902"/>
                <a:ext cx="163" cy="14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 Box 28">
                <a:extLst>
                  <a:ext uri="{FF2B5EF4-FFF2-40B4-BE49-F238E27FC236}">
                    <a16:creationId xmlns:a16="http://schemas.microsoft.com/office/drawing/2014/main" id="{B976F419-00DF-48E6-A41A-0877DB7516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1856"/>
                <a:ext cx="39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32" name="Text Box 29">
                <a:extLst>
                  <a:ext uri="{FF2B5EF4-FFF2-40B4-BE49-F238E27FC236}">
                    <a16:creationId xmlns:a16="http://schemas.microsoft.com/office/drawing/2014/main" id="{968AFB15-DAF1-4165-A2AF-8903E6745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" y="1519"/>
                <a:ext cx="105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3" name="Text Box 30">
                <a:extLst>
                  <a:ext uri="{FF2B5EF4-FFF2-40B4-BE49-F238E27FC236}">
                    <a16:creationId xmlns:a16="http://schemas.microsoft.com/office/drawing/2014/main" id="{B2E1BC14-AF82-4CA5-B520-34578EEC1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7" y="2072"/>
                <a:ext cx="40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 Box 31">
                <a:extLst>
                  <a:ext uri="{FF2B5EF4-FFF2-40B4-BE49-F238E27FC236}">
                    <a16:creationId xmlns:a16="http://schemas.microsoft.com/office/drawing/2014/main" id="{DBA94646-D3DF-45E0-B22B-67B2082BDE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3" y="1529"/>
                <a:ext cx="282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 Box 32">
                <a:extLst>
                  <a:ext uri="{FF2B5EF4-FFF2-40B4-BE49-F238E27FC236}">
                    <a16:creationId xmlns:a16="http://schemas.microsoft.com/office/drawing/2014/main" id="{6D6649F2-BAF7-4E18-8F51-F955B3B0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5" y="1584"/>
                <a:ext cx="30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 Box 33">
                <a:extLst>
                  <a:ext uri="{FF2B5EF4-FFF2-40B4-BE49-F238E27FC236}">
                    <a16:creationId xmlns:a16="http://schemas.microsoft.com/office/drawing/2014/main" id="{50FA9E9E-72D3-4F9D-8289-39F0E74AED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1" y="2084"/>
                <a:ext cx="1054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7" name="Text Box 34">
                <a:extLst>
                  <a:ext uri="{FF2B5EF4-FFF2-40B4-BE49-F238E27FC236}">
                    <a16:creationId xmlns:a16="http://schemas.microsoft.com/office/drawing/2014/main" id="{F889C827-A1B3-460A-9D13-FC88C85905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0" y="1793"/>
                <a:ext cx="1153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194(2)</a:t>
                </a:r>
              </a:p>
            </p:txBody>
          </p:sp>
          <p:sp>
            <p:nvSpPr>
              <p:cNvPr id="38" name="Line 35">
                <a:extLst>
                  <a:ext uri="{FF2B5EF4-FFF2-40B4-BE49-F238E27FC236}">
                    <a16:creationId xmlns:a16="http://schemas.microsoft.com/office/drawing/2014/main" id="{8042990D-D3E2-482A-9243-A4C927E9B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4" y="2347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36">
                <a:extLst>
                  <a:ext uri="{FF2B5EF4-FFF2-40B4-BE49-F238E27FC236}">
                    <a16:creationId xmlns:a16="http://schemas.microsoft.com/office/drawing/2014/main" id="{AC4AB572-9856-4FAE-A0CB-B32668459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0" y="2358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Line 37">
                <a:extLst>
                  <a:ext uri="{FF2B5EF4-FFF2-40B4-BE49-F238E27FC236}">
                    <a16:creationId xmlns:a16="http://schemas.microsoft.com/office/drawing/2014/main" id="{0501891C-F528-4814-9B37-6FE073012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6" y="2358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Text Box 38">
                <a:extLst>
                  <a:ext uri="{FF2B5EF4-FFF2-40B4-BE49-F238E27FC236}">
                    <a16:creationId xmlns:a16="http://schemas.microsoft.com/office/drawing/2014/main" id="{C668BB60-5EEA-469E-BCCC-B70C8B80C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8" y="3203"/>
                <a:ext cx="1011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4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5 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6 </a:t>
                </a:r>
              </a:p>
            </p:txBody>
          </p:sp>
          <p:sp>
            <p:nvSpPr>
              <p:cNvPr id="42" name="Line 39">
                <a:extLst>
                  <a:ext uri="{FF2B5EF4-FFF2-40B4-BE49-F238E27FC236}">
                    <a16:creationId xmlns:a16="http://schemas.microsoft.com/office/drawing/2014/main" id="{5DDA3184-052C-4B87-A376-668C3751A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9" y="2346"/>
                <a:ext cx="0" cy="85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0">
                <a:extLst>
                  <a:ext uri="{FF2B5EF4-FFF2-40B4-BE49-F238E27FC236}">
                    <a16:creationId xmlns:a16="http://schemas.microsoft.com/office/drawing/2014/main" id="{E28FFB7E-3BC5-494D-9F78-1C1A28E30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2" y="1315"/>
                <a:ext cx="0" cy="2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55A80D21-94C7-4F4F-89B8-98241D665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6" y="1337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Text Box 42">
                <a:extLst>
                  <a:ext uri="{FF2B5EF4-FFF2-40B4-BE49-F238E27FC236}">
                    <a16:creationId xmlns:a16="http://schemas.microsoft.com/office/drawing/2014/main" id="{958E5FD7-B4D6-497E-B1CE-62E41F2DC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8" y="1182"/>
                <a:ext cx="445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“1”</a:t>
                </a:r>
              </a:p>
            </p:txBody>
          </p:sp>
          <p:sp>
            <p:nvSpPr>
              <p:cNvPr id="46" name="Line 43">
                <a:extLst>
                  <a:ext uri="{FF2B5EF4-FFF2-40B4-BE49-F238E27FC236}">
                    <a16:creationId xmlns:a16="http://schemas.microsoft.com/office/drawing/2014/main" id="{A9B58918-B585-4B4A-9405-0E4D8E783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1" y="2326"/>
                <a:ext cx="0" cy="8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Text Box 44">
                <a:extLst>
                  <a:ext uri="{FF2B5EF4-FFF2-40B4-BE49-F238E27FC236}">
                    <a16:creationId xmlns:a16="http://schemas.microsoft.com/office/drawing/2014/main" id="{8CCE4F3F-B3D6-40CA-9689-FB2D54FA4C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9" y="3138"/>
                <a:ext cx="445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“1”</a:t>
                </a:r>
              </a:p>
            </p:txBody>
          </p:sp>
          <p:sp>
            <p:nvSpPr>
              <p:cNvPr id="48" name="Line 45">
                <a:extLst>
                  <a:ext uri="{FF2B5EF4-FFF2-40B4-BE49-F238E27FC236}">
                    <a16:creationId xmlns:a16="http://schemas.microsoft.com/office/drawing/2014/main" id="{6BF05369-969E-4E91-9994-51CD4D126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2" y="2337"/>
                <a:ext cx="0" cy="86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Text Box 46">
                <a:extLst>
                  <a:ext uri="{FF2B5EF4-FFF2-40B4-BE49-F238E27FC236}">
                    <a16:creationId xmlns:a16="http://schemas.microsoft.com/office/drawing/2014/main" id="{D9DF0BD8-9AE9-471B-8F0E-CB27B6FD4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2" y="3149"/>
                <a:ext cx="445" cy="2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“0”</a:t>
                </a:r>
              </a:p>
            </p:txBody>
          </p:sp>
          <p:grpSp>
            <p:nvGrpSpPr>
              <p:cNvPr id="50" name="Group 47">
                <a:extLst>
                  <a:ext uri="{FF2B5EF4-FFF2-40B4-BE49-F238E27FC236}">
                    <a16:creationId xmlns:a16="http://schemas.microsoft.com/office/drawing/2014/main" id="{F8C07D2C-9505-4474-8D4D-F59F365792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5" y="1554"/>
                <a:ext cx="271" cy="304"/>
                <a:chOff x="847" y="1423"/>
                <a:chExt cx="271" cy="304"/>
              </a:xfrm>
            </p:grpSpPr>
            <p:sp>
              <p:nvSpPr>
                <p:cNvPr id="69" name="Rectangle 48">
                  <a:extLst>
                    <a:ext uri="{FF2B5EF4-FFF2-40B4-BE49-F238E27FC236}">
                      <a16:creationId xmlns:a16="http://schemas.microsoft.com/office/drawing/2014/main" id="{DE391629-8201-4453-9EA6-CAEA234082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847" y="1423"/>
                  <a:ext cx="174" cy="30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Oval 49">
                  <a:extLst>
                    <a:ext uri="{FF2B5EF4-FFF2-40B4-BE49-F238E27FC236}">
                      <a16:creationId xmlns:a16="http://schemas.microsoft.com/office/drawing/2014/main" id="{F9580C1F-949A-41D3-983E-2DDE0481C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1021" y="1511"/>
                  <a:ext cx="97" cy="9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A4682E-CB5B-45FD-BF91-6D5B43A32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" y="1978"/>
                <a:ext cx="3032" cy="717"/>
              </a:xfrm>
              <a:custGeom>
                <a:avLst/>
                <a:gdLst>
                  <a:gd name="T0" fmla="*/ 3032 w 3032"/>
                  <a:gd name="T1" fmla="*/ 0 h 946"/>
                  <a:gd name="T2" fmla="*/ 2935 w 3032"/>
                  <a:gd name="T3" fmla="*/ 0 h 946"/>
                  <a:gd name="T4" fmla="*/ 2935 w 3032"/>
                  <a:gd name="T5" fmla="*/ 312 h 946"/>
                  <a:gd name="T6" fmla="*/ 0 w 3032"/>
                  <a:gd name="T7" fmla="*/ 312 h 9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32" h="946">
                    <a:moveTo>
                      <a:pt x="3032" y="0"/>
                    </a:moveTo>
                    <a:lnTo>
                      <a:pt x="2935" y="0"/>
                    </a:lnTo>
                    <a:lnTo>
                      <a:pt x="2935" y="946"/>
                    </a:lnTo>
                    <a:lnTo>
                      <a:pt x="0" y="94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 Box 51">
                <a:extLst>
                  <a:ext uri="{FF2B5EF4-FFF2-40B4-BE49-F238E27FC236}">
                    <a16:creationId xmlns:a16="http://schemas.microsoft.com/office/drawing/2014/main" id="{43D442D6-4843-4A66-B76B-CC02803222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" y="2411"/>
                <a:ext cx="620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8DA047AF-37B7-47CD-9607-923017016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6" y="1935"/>
                <a:ext cx="163" cy="771"/>
              </a:xfrm>
              <a:custGeom>
                <a:avLst/>
                <a:gdLst>
                  <a:gd name="T0" fmla="*/ 202 w 152"/>
                  <a:gd name="T1" fmla="*/ 0 h 978"/>
                  <a:gd name="T2" fmla="*/ 0 w 152"/>
                  <a:gd name="T3" fmla="*/ 0 h 978"/>
                  <a:gd name="T4" fmla="*/ 0 w 152"/>
                  <a:gd name="T5" fmla="*/ 378 h 9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2" h="978">
                    <a:moveTo>
                      <a:pt x="152" y="0"/>
                    </a:moveTo>
                    <a:lnTo>
                      <a:pt x="0" y="0"/>
                    </a:lnTo>
                    <a:lnTo>
                      <a:pt x="0" y="97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Line 53">
                <a:extLst>
                  <a:ext uri="{FF2B5EF4-FFF2-40B4-BE49-F238E27FC236}">
                    <a16:creationId xmlns:a16="http://schemas.microsoft.com/office/drawing/2014/main" id="{EC71886D-D81C-4D1E-AEE2-4D957D3A4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8" y="1685"/>
                <a:ext cx="3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BF485A2C-A536-46E8-9ABD-60EF05EAF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5" y="1685"/>
                <a:ext cx="2315" cy="793"/>
              </a:xfrm>
              <a:custGeom>
                <a:avLst/>
                <a:gdLst>
                  <a:gd name="T0" fmla="*/ 0 w 2315"/>
                  <a:gd name="T1" fmla="*/ 0 h 793"/>
                  <a:gd name="T2" fmla="*/ 0 w 2315"/>
                  <a:gd name="T3" fmla="*/ 793 h 793"/>
                  <a:gd name="T4" fmla="*/ 2087 w 2315"/>
                  <a:gd name="T5" fmla="*/ 793 h 793"/>
                  <a:gd name="T6" fmla="*/ 2087 w 2315"/>
                  <a:gd name="T7" fmla="*/ 0 h 793"/>
                  <a:gd name="T8" fmla="*/ 2315 w 2315"/>
                  <a:gd name="T9" fmla="*/ 0 h 7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15" h="793">
                    <a:moveTo>
                      <a:pt x="0" y="0"/>
                    </a:moveTo>
                    <a:lnTo>
                      <a:pt x="0" y="793"/>
                    </a:lnTo>
                    <a:lnTo>
                      <a:pt x="2087" y="793"/>
                    </a:lnTo>
                    <a:lnTo>
                      <a:pt x="2087" y="0"/>
                    </a:lnTo>
                    <a:lnTo>
                      <a:pt x="2315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Line 55">
                <a:extLst>
                  <a:ext uri="{FF2B5EF4-FFF2-40B4-BE49-F238E27FC236}">
                    <a16:creationId xmlns:a16="http://schemas.microsoft.com/office/drawing/2014/main" id="{038F3C68-690D-4686-B392-3C3B46178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" y="1761"/>
                <a:ext cx="35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18513164-5F48-42FB-9F71-4F67BC310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4" y="1359"/>
                <a:ext cx="326" cy="173"/>
              </a:xfrm>
              <a:custGeom>
                <a:avLst/>
                <a:gdLst>
                  <a:gd name="T0" fmla="*/ 0 w 326"/>
                  <a:gd name="T1" fmla="*/ 173 h 173"/>
                  <a:gd name="T2" fmla="*/ 0 w 326"/>
                  <a:gd name="T3" fmla="*/ 0 h 173"/>
                  <a:gd name="T4" fmla="*/ 326 w 326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6" h="173">
                    <a:moveTo>
                      <a:pt x="0" y="173"/>
                    </a:moveTo>
                    <a:lnTo>
                      <a:pt x="0" y="0"/>
                    </a:lnTo>
                    <a:lnTo>
                      <a:pt x="326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A7B1FAE8-EF0C-4BCF-B9A4-1F84B5653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891"/>
                <a:ext cx="391" cy="739"/>
              </a:xfrm>
              <a:custGeom>
                <a:avLst/>
                <a:gdLst>
                  <a:gd name="T0" fmla="*/ 391 w 391"/>
                  <a:gd name="T1" fmla="*/ 0 h 684"/>
                  <a:gd name="T2" fmla="*/ 0 w 391"/>
                  <a:gd name="T3" fmla="*/ 0 h 684"/>
                  <a:gd name="T4" fmla="*/ 0 w 391"/>
                  <a:gd name="T5" fmla="*/ 931 h 684"/>
                  <a:gd name="T6" fmla="*/ 152 w 391"/>
                  <a:gd name="T7" fmla="*/ 931 h 6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1" h="684">
                    <a:moveTo>
                      <a:pt x="391" y="0"/>
                    </a:moveTo>
                    <a:lnTo>
                      <a:pt x="0" y="0"/>
                    </a:lnTo>
                    <a:lnTo>
                      <a:pt x="0" y="684"/>
                    </a:lnTo>
                    <a:lnTo>
                      <a:pt x="152" y="68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5C81B526-8453-46C2-816E-B6F23D04F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2" y="1076"/>
                <a:ext cx="761" cy="446"/>
              </a:xfrm>
              <a:custGeom>
                <a:avLst/>
                <a:gdLst>
                  <a:gd name="T0" fmla="*/ 0 w 761"/>
                  <a:gd name="T1" fmla="*/ 0 h 446"/>
                  <a:gd name="T2" fmla="*/ 761 w 761"/>
                  <a:gd name="T3" fmla="*/ 0 h 446"/>
                  <a:gd name="T4" fmla="*/ 761 w 761"/>
                  <a:gd name="T5" fmla="*/ 446 h 4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1" h="446">
                    <a:moveTo>
                      <a:pt x="0" y="0"/>
                    </a:moveTo>
                    <a:lnTo>
                      <a:pt x="761" y="0"/>
                    </a:lnTo>
                    <a:lnTo>
                      <a:pt x="761" y="44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FFE2C46-229E-43D9-89AD-0C4AB36C2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011"/>
                <a:ext cx="967" cy="500"/>
              </a:xfrm>
              <a:custGeom>
                <a:avLst/>
                <a:gdLst>
                  <a:gd name="T0" fmla="*/ 0 w 967"/>
                  <a:gd name="T1" fmla="*/ 0 h 500"/>
                  <a:gd name="T2" fmla="*/ 967 w 967"/>
                  <a:gd name="T3" fmla="*/ 0 h 500"/>
                  <a:gd name="T4" fmla="*/ 967 w 967"/>
                  <a:gd name="T5" fmla="*/ 500 h 5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7" h="500">
                    <a:moveTo>
                      <a:pt x="0" y="0"/>
                    </a:moveTo>
                    <a:lnTo>
                      <a:pt x="967" y="0"/>
                    </a:lnTo>
                    <a:lnTo>
                      <a:pt x="967" y="50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EE6E72F0-9C7A-4DA0-8D0A-FF7DF6111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935"/>
                <a:ext cx="1174" cy="587"/>
              </a:xfrm>
              <a:custGeom>
                <a:avLst/>
                <a:gdLst>
                  <a:gd name="T0" fmla="*/ 0 w 1141"/>
                  <a:gd name="T1" fmla="*/ 0 h 587"/>
                  <a:gd name="T2" fmla="*/ 1279 w 1141"/>
                  <a:gd name="T3" fmla="*/ 0 h 587"/>
                  <a:gd name="T4" fmla="*/ 1279 w 1141"/>
                  <a:gd name="T5" fmla="*/ 587 h 5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1" h="587">
                    <a:moveTo>
                      <a:pt x="0" y="0"/>
                    </a:moveTo>
                    <a:lnTo>
                      <a:pt x="1141" y="0"/>
                    </a:lnTo>
                    <a:lnTo>
                      <a:pt x="1141" y="587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CD6E6BD-4EB5-430E-B473-B89A784B5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869"/>
                <a:ext cx="1358" cy="642"/>
              </a:xfrm>
              <a:custGeom>
                <a:avLst/>
                <a:gdLst>
                  <a:gd name="T0" fmla="*/ 0 w 1358"/>
                  <a:gd name="T1" fmla="*/ 0 h 642"/>
                  <a:gd name="T2" fmla="*/ 1358 w 1358"/>
                  <a:gd name="T3" fmla="*/ 0 h 642"/>
                  <a:gd name="T4" fmla="*/ 1358 w 1358"/>
                  <a:gd name="T5" fmla="*/ 642 h 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58" h="642">
                    <a:moveTo>
                      <a:pt x="0" y="0"/>
                    </a:moveTo>
                    <a:lnTo>
                      <a:pt x="1358" y="0"/>
                    </a:lnTo>
                    <a:lnTo>
                      <a:pt x="1358" y="64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F6007115-15A9-4CE2-BDF6-D11A9E5EC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804"/>
                <a:ext cx="2815" cy="739"/>
              </a:xfrm>
              <a:custGeom>
                <a:avLst/>
                <a:gdLst>
                  <a:gd name="T0" fmla="*/ 0 w 2793"/>
                  <a:gd name="T1" fmla="*/ 0 h 739"/>
                  <a:gd name="T2" fmla="*/ 2882 w 2793"/>
                  <a:gd name="T3" fmla="*/ 0 h 739"/>
                  <a:gd name="T4" fmla="*/ 2882 w 2793"/>
                  <a:gd name="T5" fmla="*/ 739 h 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93" h="739">
                    <a:moveTo>
                      <a:pt x="0" y="0"/>
                    </a:moveTo>
                    <a:lnTo>
                      <a:pt x="2793" y="0"/>
                    </a:lnTo>
                    <a:lnTo>
                      <a:pt x="2793" y="739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7771860A-2DF0-4C18-8A39-19B229957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1337"/>
                <a:ext cx="946" cy="1684"/>
              </a:xfrm>
              <a:custGeom>
                <a:avLst/>
                <a:gdLst>
                  <a:gd name="T0" fmla="*/ 0 w 946"/>
                  <a:gd name="T1" fmla="*/ 0 h 1684"/>
                  <a:gd name="T2" fmla="*/ 359 w 946"/>
                  <a:gd name="T3" fmla="*/ 0 h 1684"/>
                  <a:gd name="T4" fmla="*/ 359 w 946"/>
                  <a:gd name="T5" fmla="*/ 1684 h 1684"/>
                  <a:gd name="T6" fmla="*/ 946 w 946"/>
                  <a:gd name="T7" fmla="*/ 1684 h 1684"/>
                  <a:gd name="T8" fmla="*/ 946 w 946"/>
                  <a:gd name="T9" fmla="*/ 1011 h 16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6" h="1684">
                    <a:moveTo>
                      <a:pt x="0" y="0"/>
                    </a:moveTo>
                    <a:lnTo>
                      <a:pt x="359" y="0"/>
                    </a:lnTo>
                    <a:lnTo>
                      <a:pt x="359" y="1684"/>
                    </a:lnTo>
                    <a:lnTo>
                      <a:pt x="946" y="1684"/>
                    </a:lnTo>
                    <a:lnTo>
                      <a:pt x="946" y="1011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 Box 64">
                <a:extLst>
                  <a:ext uri="{FF2B5EF4-FFF2-40B4-BE49-F238E27FC236}">
                    <a16:creationId xmlns:a16="http://schemas.microsoft.com/office/drawing/2014/main" id="{4910CF61-457E-4196-81C7-B80485AB54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2" y="956"/>
                <a:ext cx="446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66" name="Text Box 65">
                <a:extLst>
                  <a:ext uri="{FF2B5EF4-FFF2-40B4-BE49-F238E27FC236}">
                    <a16:creationId xmlns:a16="http://schemas.microsoft.com/office/drawing/2014/main" id="{76494ECE-A2E4-43AC-8175-4FB8ADC9D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9" y="1315"/>
                <a:ext cx="446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67" name="Text Box 66">
                <a:extLst>
                  <a:ext uri="{FF2B5EF4-FFF2-40B4-BE49-F238E27FC236}">
                    <a16:creationId xmlns:a16="http://schemas.microsoft.com/office/drawing/2014/main" id="{C60BD553-3BC6-4D55-BE4B-EE4016CE97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0" y="2314"/>
                <a:ext cx="446" cy="51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F5CFCA79-EC26-41BE-8D63-BEF10985C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2" y="728"/>
                <a:ext cx="2977" cy="815"/>
              </a:xfrm>
              <a:custGeom>
                <a:avLst/>
                <a:gdLst>
                  <a:gd name="T0" fmla="*/ 0 w 2977"/>
                  <a:gd name="T1" fmla="*/ 0 h 815"/>
                  <a:gd name="T2" fmla="*/ 2977 w 2977"/>
                  <a:gd name="T3" fmla="*/ 0 h 815"/>
                  <a:gd name="T4" fmla="*/ 2977 w 2977"/>
                  <a:gd name="T5" fmla="*/ 815 h 8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77" h="815">
                    <a:moveTo>
                      <a:pt x="0" y="0"/>
                    </a:moveTo>
                    <a:lnTo>
                      <a:pt x="2977" y="0"/>
                    </a:lnTo>
                    <a:lnTo>
                      <a:pt x="2977" y="81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Text Box 68">
              <a:extLst>
                <a:ext uri="{FF2B5EF4-FFF2-40B4-BE49-F238E27FC236}">
                  <a16:creationId xmlns:a16="http://schemas.microsoft.com/office/drawing/2014/main" id="{3D6A2752-1FB3-4D68-BFDC-9A600BF7C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750"/>
              <a:ext cx="22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9" name="Text Box 69">
              <a:extLst>
                <a:ext uri="{FF2B5EF4-FFF2-40B4-BE49-F238E27FC236}">
                  <a16:creationId xmlns:a16="http://schemas.microsoft.com/office/drawing/2014/main" id="{C797015F-F367-4684-BD7A-7D228AA98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1489"/>
              <a:ext cx="22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609915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/>
      <p:bldP spid="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C5C553-AE7F-417C-AA16-8D9EA96885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14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06C56C-47B4-4554-9913-3DCFE628B686}"/>
              </a:ext>
            </a:extLst>
          </p:cNvPr>
          <p:cNvSpPr txBox="1">
            <a:spLocks noChangeArrowheads="1"/>
          </p:cNvSpPr>
          <p:nvPr/>
        </p:nvSpPr>
        <p:spPr>
          <a:xfrm>
            <a:off x="292100" y="233363"/>
            <a:ext cx="1389063" cy="531812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【例题】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236A314-F940-4ACA-9064-31F0982AB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6" y="212726"/>
            <a:ext cx="52260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分析下面时序电路的逻辑功能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7080A6-EF62-4DD4-A463-09D4CEEDE788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863600"/>
            <a:ext cx="3263900" cy="1244600"/>
            <a:chOff x="971" y="961"/>
            <a:chExt cx="2056" cy="7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6B1BCA-AB33-4BC7-A46C-EE07EBB4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" y="1265"/>
              <a:ext cx="2056" cy="45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A45FA39C-4B45-46D9-9956-A45F7909A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8" y="1265"/>
              <a:ext cx="0" cy="4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0465D92A-6F30-466B-BB0A-3DB72E0D0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" y="1265"/>
              <a:ext cx="0" cy="4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4536633B-FC95-4294-BD97-0D83D8686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" y="1253"/>
              <a:ext cx="316" cy="4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0BE9CDF-4FB4-4D40-9224-F901A14C1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253"/>
              <a:ext cx="316" cy="4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AC774E4-4D38-4725-B827-2539CDF54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1457"/>
              <a:ext cx="5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65D2850-B0C9-47AE-A994-3748FC40F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1389"/>
              <a:ext cx="6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CA1B6DF4-35DD-4578-8329-B611012AE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961"/>
              <a:ext cx="5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402E47-5A3F-4136-BE19-6545FEAB8C33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4144963"/>
            <a:ext cx="3263900" cy="1244600"/>
            <a:chOff x="971" y="961"/>
            <a:chExt cx="2056" cy="7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8D4F58-026B-4927-A136-5913DC076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" y="1265"/>
              <a:ext cx="2056" cy="45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6269A9D0-C94B-4E4A-A78B-07EF762FE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8" y="1265"/>
              <a:ext cx="0" cy="4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ECA1A94E-D262-448C-AF0E-64AC1C380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" y="1265"/>
              <a:ext cx="0" cy="4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B826B3D7-DB8A-4DFE-A056-A95CD2D56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" y="1253"/>
              <a:ext cx="316" cy="4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7C75D136-3AA0-46AB-ADDD-BCCEDE7A5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253"/>
              <a:ext cx="316" cy="4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2A0BF216-35AA-4C15-BDEC-01B6C094D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1457"/>
              <a:ext cx="5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18550D67-FD49-4EC9-83E7-C20476302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1389"/>
              <a:ext cx="6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75F1B53-2957-4641-93BB-7EAAAC770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" y="961"/>
              <a:ext cx="5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FCFCD-A371-4306-9C27-5CF00EBF73C5}"/>
              </a:ext>
            </a:extLst>
          </p:cNvPr>
          <p:cNvGrpSpPr>
            <a:grpSpLocks/>
          </p:cNvGrpSpPr>
          <p:nvPr/>
        </p:nvGrpSpPr>
        <p:grpSpPr bwMode="auto">
          <a:xfrm>
            <a:off x="6113463" y="2670175"/>
            <a:ext cx="1579562" cy="1084263"/>
            <a:chOff x="3749" y="1885"/>
            <a:chExt cx="995" cy="68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8EAE76-BBD8-429B-83C3-F296B462C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919"/>
              <a:ext cx="915" cy="61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CB0E7AAD-F65C-4F23-B4AE-EF46017C1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3" y="1885"/>
              <a:ext cx="2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F2B968EE-DFA9-4CB4-9CE9-95D28A6EC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" y="2077"/>
              <a:ext cx="41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FA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454320EA-CAFF-4376-A4F7-9C70A57D3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9" y="2077"/>
              <a:ext cx="37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778514B3-8DAD-4C33-BC3C-B8F652D4B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076"/>
              <a:ext cx="32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B184CCFE-835A-42B2-9BD3-F681AF794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2280"/>
              <a:ext cx="2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95E9C0D3-78DE-493F-8281-9863EC4E8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" y="2280"/>
              <a:ext cx="2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D39F75-4061-45E8-AF98-65A24088968D}"/>
              </a:ext>
            </a:extLst>
          </p:cNvPr>
          <p:cNvGrpSpPr>
            <a:grpSpLocks/>
          </p:cNvGrpSpPr>
          <p:nvPr/>
        </p:nvGrpSpPr>
        <p:grpSpPr bwMode="auto">
          <a:xfrm>
            <a:off x="6223000" y="4446588"/>
            <a:ext cx="1327150" cy="1014412"/>
            <a:chOff x="3818" y="3004"/>
            <a:chExt cx="836" cy="63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0C3E6DD-110A-4D14-B1AA-959BB5566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8" y="3049"/>
              <a:ext cx="780" cy="56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E21A4E6A-15E5-48ED-9A42-61E319F30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" y="3354"/>
              <a:ext cx="27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ACD71130-A5CC-456E-9285-016FFC5BC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3355"/>
              <a:ext cx="46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26CD1616-EA48-4522-B3E3-174A9EEB7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" y="3004"/>
              <a:ext cx="27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36" name="Freeform 35">
            <a:extLst>
              <a:ext uri="{FF2B5EF4-FFF2-40B4-BE49-F238E27FC236}">
                <a16:creationId xmlns:a16="http://schemas.microsoft.com/office/drawing/2014/main" id="{4F2508E3-AD35-4957-82E4-FA5CB7694367}"/>
              </a:ext>
            </a:extLst>
          </p:cNvPr>
          <p:cNvSpPr>
            <a:spLocks/>
          </p:cNvSpPr>
          <p:nvPr/>
        </p:nvSpPr>
        <p:spPr bwMode="auto">
          <a:xfrm>
            <a:off x="4645025" y="1076325"/>
            <a:ext cx="3190875" cy="2886075"/>
          </a:xfrm>
          <a:custGeom>
            <a:avLst/>
            <a:gdLst>
              <a:gd name="T0" fmla="*/ 0 w 1942"/>
              <a:gd name="T1" fmla="*/ 2147483647 h 1818"/>
              <a:gd name="T2" fmla="*/ 0 w 1942"/>
              <a:gd name="T3" fmla="*/ 0 h 1818"/>
              <a:gd name="T4" fmla="*/ 2147483647 w 1942"/>
              <a:gd name="T5" fmla="*/ 0 h 1818"/>
              <a:gd name="T6" fmla="*/ 2147483647 w 1942"/>
              <a:gd name="T7" fmla="*/ 2147483647 h 1818"/>
              <a:gd name="T8" fmla="*/ 2147483647 w 1942"/>
              <a:gd name="T9" fmla="*/ 2147483647 h 1818"/>
              <a:gd name="T10" fmla="*/ 2147483647 w 1942"/>
              <a:gd name="T11" fmla="*/ 2147483647 h 18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942" h="1818">
                <a:moveTo>
                  <a:pt x="0" y="169"/>
                </a:moveTo>
                <a:lnTo>
                  <a:pt x="0" y="0"/>
                </a:lnTo>
                <a:lnTo>
                  <a:pt x="1942" y="0"/>
                </a:lnTo>
                <a:lnTo>
                  <a:pt x="1942" y="1818"/>
                </a:lnTo>
                <a:lnTo>
                  <a:pt x="1558" y="1818"/>
                </a:lnTo>
                <a:lnTo>
                  <a:pt x="1558" y="1649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614BF32-C1E5-4093-B124-40D6039EE5C9}"/>
              </a:ext>
            </a:extLst>
          </p:cNvPr>
          <p:cNvSpPr>
            <a:spLocks/>
          </p:cNvSpPr>
          <p:nvPr/>
        </p:nvSpPr>
        <p:spPr bwMode="auto">
          <a:xfrm>
            <a:off x="4625975" y="3694113"/>
            <a:ext cx="2044700" cy="914400"/>
          </a:xfrm>
          <a:custGeom>
            <a:avLst/>
            <a:gdLst>
              <a:gd name="T0" fmla="*/ 0 w 1288"/>
              <a:gd name="T1" fmla="*/ 2147483647 h 576"/>
              <a:gd name="T2" fmla="*/ 0 w 1288"/>
              <a:gd name="T3" fmla="*/ 2147483647 h 576"/>
              <a:gd name="T4" fmla="*/ 2147483647 w 1288"/>
              <a:gd name="T5" fmla="*/ 2147483647 h 576"/>
              <a:gd name="T6" fmla="*/ 2147483647 w 1288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88" h="576">
                <a:moveTo>
                  <a:pt x="0" y="576"/>
                </a:moveTo>
                <a:lnTo>
                  <a:pt x="0" y="237"/>
                </a:lnTo>
                <a:lnTo>
                  <a:pt x="1288" y="237"/>
                </a:lnTo>
                <a:lnTo>
                  <a:pt x="1288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4058B923-F439-4956-9D27-770D3B7B09E8}"/>
              </a:ext>
            </a:extLst>
          </p:cNvPr>
          <p:cNvSpPr>
            <a:spLocks/>
          </p:cNvSpPr>
          <p:nvPr/>
        </p:nvSpPr>
        <p:spPr bwMode="auto">
          <a:xfrm>
            <a:off x="6724650" y="3209925"/>
            <a:ext cx="1290638" cy="1308100"/>
          </a:xfrm>
          <a:custGeom>
            <a:avLst/>
            <a:gdLst>
              <a:gd name="T0" fmla="*/ 0 w 813"/>
              <a:gd name="T1" fmla="*/ 2147483647 h 824"/>
              <a:gd name="T2" fmla="*/ 0 w 813"/>
              <a:gd name="T3" fmla="*/ 2147483647 h 824"/>
              <a:gd name="T4" fmla="*/ 2147483647 w 813"/>
              <a:gd name="T5" fmla="*/ 2147483647 h 824"/>
              <a:gd name="T6" fmla="*/ 2147483647 w 813"/>
              <a:gd name="T7" fmla="*/ 0 h 824"/>
              <a:gd name="T8" fmla="*/ 2147483647 w 813"/>
              <a:gd name="T9" fmla="*/ 0 h 8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3" h="824">
                <a:moveTo>
                  <a:pt x="0" y="824"/>
                </a:moveTo>
                <a:lnTo>
                  <a:pt x="0" y="666"/>
                </a:lnTo>
                <a:lnTo>
                  <a:pt x="813" y="666"/>
                </a:lnTo>
                <a:lnTo>
                  <a:pt x="813" y="0"/>
                </a:lnTo>
                <a:lnTo>
                  <a:pt x="55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B6C6F6F-0E2E-4AEB-8F6F-DFF6AAA0B3D5}"/>
              </a:ext>
            </a:extLst>
          </p:cNvPr>
          <p:cNvSpPr>
            <a:spLocks/>
          </p:cNvSpPr>
          <p:nvPr/>
        </p:nvSpPr>
        <p:spPr bwMode="auto">
          <a:xfrm>
            <a:off x="5791200" y="3173413"/>
            <a:ext cx="808038" cy="2636837"/>
          </a:xfrm>
          <a:custGeom>
            <a:avLst/>
            <a:gdLst>
              <a:gd name="T0" fmla="*/ 2147483647 w 509"/>
              <a:gd name="T1" fmla="*/ 0 h 1661"/>
              <a:gd name="T2" fmla="*/ 0 w 509"/>
              <a:gd name="T3" fmla="*/ 0 h 1661"/>
              <a:gd name="T4" fmla="*/ 0 w 509"/>
              <a:gd name="T5" fmla="*/ 2147483647 h 1661"/>
              <a:gd name="T6" fmla="*/ 2147483647 w 509"/>
              <a:gd name="T7" fmla="*/ 2147483647 h 1661"/>
              <a:gd name="T8" fmla="*/ 2147483647 w 509"/>
              <a:gd name="T9" fmla="*/ 2147483647 h 16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9" h="1661">
                <a:moveTo>
                  <a:pt x="226" y="0"/>
                </a:moveTo>
                <a:lnTo>
                  <a:pt x="0" y="0"/>
                </a:lnTo>
                <a:lnTo>
                  <a:pt x="0" y="1661"/>
                </a:lnTo>
                <a:lnTo>
                  <a:pt x="509" y="1661"/>
                </a:lnTo>
                <a:lnTo>
                  <a:pt x="509" y="141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4BBADDA8-C9C7-4847-8EA9-4E526E4ADF75}"/>
              </a:ext>
            </a:extLst>
          </p:cNvPr>
          <p:cNvSpPr>
            <a:spLocks/>
          </p:cNvSpPr>
          <p:nvPr/>
        </p:nvSpPr>
        <p:spPr bwMode="auto">
          <a:xfrm>
            <a:off x="1901825" y="2062163"/>
            <a:ext cx="4876800" cy="663575"/>
          </a:xfrm>
          <a:custGeom>
            <a:avLst/>
            <a:gdLst>
              <a:gd name="T0" fmla="*/ 2147483647 w 3072"/>
              <a:gd name="T1" fmla="*/ 2147483647 h 418"/>
              <a:gd name="T2" fmla="*/ 2147483647 w 3072"/>
              <a:gd name="T3" fmla="*/ 2147483647 h 418"/>
              <a:gd name="T4" fmla="*/ 0 w 3072"/>
              <a:gd name="T5" fmla="*/ 2147483647 h 418"/>
              <a:gd name="T6" fmla="*/ 0 w 3072"/>
              <a:gd name="T7" fmla="*/ 0 h 4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072" h="418">
                <a:moveTo>
                  <a:pt x="3072" y="418"/>
                </a:moveTo>
                <a:lnTo>
                  <a:pt x="3072" y="282"/>
                </a:lnTo>
                <a:lnTo>
                  <a:pt x="0" y="282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FF39987-5360-4B2B-93DC-84A35FF5D778}"/>
              </a:ext>
            </a:extLst>
          </p:cNvPr>
          <p:cNvGrpSpPr>
            <a:grpSpLocks/>
          </p:cNvGrpSpPr>
          <p:nvPr/>
        </p:nvGrpSpPr>
        <p:grpSpPr bwMode="auto">
          <a:xfrm>
            <a:off x="1435100" y="3495675"/>
            <a:ext cx="3816350" cy="2152650"/>
            <a:chOff x="802" y="2405"/>
            <a:chExt cx="2404" cy="1356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95E9F01-E2B1-45F8-89F4-69E6F7C81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" y="2767"/>
              <a:ext cx="2010" cy="994"/>
            </a:xfrm>
            <a:custGeom>
              <a:avLst/>
              <a:gdLst>
                <a:gd name="T0" fmla="*/ 2010 w 2010"/>
                <a:gd name="T1" fmla="*/ 0 h 994"/>
                <a:gd name="T2" fmla="*/ 0 w 2010"/>
                <a:gd name="T3" fmla="*/ 0 h 994"/>
                <a:gd name="T4" fmla="*/ 0 w 2010"/>
                <a:gd name="T5" fmla="*/ 994 h 994"/>
                <a:gd name="T6" fmla="*/ 282 w 2010"/>
                <a:gd name="T7" fmla="*/ 994 h 994"/>
                <a:gd name="T8" fmla="*/ 282 w 2010"/>
                <a:gd name="T9" fmla="*/ 813 h 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0" h="994">
                  <a:moveTo>
                    <a:pt x="2010" y="0"/>
                  </a:moveTo>
                  <a:lnTo>
                    <a:pt x="0" y="0"/>
                  </a:lnTo>
                  <a:lnTo>
                    <a:pt x="0" y="994"/>
                  </a:lnTo>
                  <a:lnTo>
                    <a:pt x="282" y="994"/>
                  </a:lnTo>
                  <a:lnTo>
                    <a:pt x="282" y="813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D13A5780-89F6-4728-B8D0-160176346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" y="2405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A22ED5-88A5-4C3A-A36A-8FE65A6FB859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2062163"/>
            <a:ext cx="6740525" cy="4176712"/>
            <a:chOff x="227" y="1299"/>
            <a:chExt cx="4246" cy="2631"/>
          </a:xfrm>
        </p:grpSpPr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51355897-AC4E-4C2E-B6F1-D11BEDF9C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" y="3411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C2712A4-F503-43E0-AF8C-E0DFF14FC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" y="3411"/>
              <a:ext cx="4066" cy="373"/>
            </a:xfrm>
            <a:custGeom>
              <a:avLst/>
              <a:gdLst>
                <a:gd name="T0" fmla="*/ 0 w 4066"/>
                <a:gd name="T1" fmla="*/ 682 h 305"/>
                <a:gd name="T2" fmla="*/ 4066 w 4066"/>
                <a:gd name="T3" fmla="*/ 682 h 305"/>
                <a:gd name="T4" fmla="*/ 4066 w 4066"/>
                <a:gd name="T5" fmla="*/ 0 h 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6" h="305">
                  <a:moveTo>
                    <a:pt x="0" y="305"/>
                  </a:moveTo>
                  <a:lnTo>
                    <a:pt x="4066" y="305"/>
                  </a:lnTo>
                  <a:lnTo>
                    <a:pt x="4066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15C17A89-573A-428E-889A-ED3242687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5" y="3366"/>
              <a:ext cx="0" cy="4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C14D2D1-7C83-48D3-87EE-1F2D998AD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299"/>
              <a:ext cx="1242" cy="2485"/>
            </a:xfrm>
            <a:custGeom>
              <a:avLst/>
              <a:gdLst>
                <a:gd name="T0" fmla="*/ 1059 w 1310"/>
                <a:gd name="T1" fmla="*/ 0 h 2485"/>
                <a:gd name="T2" fmla="*/ 1059 w 1310"/>
                <a:gd name="T3" fmla="*/ 407 h 2485"/>
                <a:gd name="T4" fmla="*/ 0 w 1310"/>
                <a:gd name="T5" fmla="*/ 407 h 2485"/>
                <a:gd name="T6" fmla="*/ 0 w 1310"/>
                <a:gd name="T7" fmla="*/ 2485 h 24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10" h="2485">
                  <a:moveTo>
                    <a:pt x="1310" y="0"/>
                  </a:moveTo>
                  <a:lnTo>
                    <a:pt x="1310" y="407"/>
                  </a:lnTo>
                  <a:lnTo>
                    <a:pt x="0" y="407"/>
                  </a:lnTo>
                  <a:lnTo>
                    <a:pt x="0" y="2485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48">
              <a:extLst>
                <a:ext uri="{FF2B5EF4-FFF2-40B4-BE49-F238E27FC236}">
                  <a16:creationId xmlns:a16="http://schemas.microsoft.com/office/drawing/2014/main" id="{66C17C1E-1EEB-4938-AD20-75B6F1B50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" y="3491"/>
              <a:ext cx="47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BFDB75D5-939E-43D6-886C-6AAFA4C3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" y="3411"/>
              <a:ext cx="497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51" name="Text Box 50">
            <a:extLst>
              <a:ext uri="{FF2B5EF4-FFF2-40B4-BE49-F238E27FC236}">
                <a16:creationId xmlns:a16="http://schemas.microsoft.com/office/drawing/2014/main" id="{A8579E99-BB57-4E82-8459-AD649B37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6221413"/>
            <a:ext cx="6276975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逻辑功能：八位串行加法器(累加器)</a:t>
            </a:r>
          </a:p>
        </p:txBody>
      </p:sp>
    </p:spTree>
    <p:extLst>
      <p:ext uri="{BB962C8B-B14F-4D97-AF65-F5344CB8AC3E}">
        <p14:creationId xmlns:p14="http://schemas.microsoft.com/office/powerpoint/2010/main" val="372914201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5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6046C6-6DA8-425D-944C-A2E6E876CE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15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19E449-92A0-4224-B180-14799A3B238E}"/>
              </a:ext>
            </a:extLst>
          </p:cNvPr>
          <p:cNvSpPr txBox="1">
            <a:spLocks noChangeArrowheads="1"/>
          </p:cNvSpPr>
          <p:nvPr/>
        </p:nvSpPr>
        <p:spPr>
          <a:xfrm>
            <a:off x="392113" y="368300"/>
            <a:ext cx="6694487" cy="452438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移位寄存器型序列信号发生器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69AC5E7-4FCC-4759-BD7B-4160BF5D4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1035050"/>
            <a:ext cx="18637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序列信号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D0818FE-69CC-43D7-A7AC-93E948DE8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1035050"/>
            <a:ext cx="4414837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110001，110001，110001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43738D8-DD54-48DD-8E43-9B8BEF869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1741488"/>
            <a:ext cx="2293937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设计方法：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C7B92A7-ECF5-4A0A-B601-BF0D4C0F2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32050"/>
            <a:ext cx="591820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确定与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相连的组合逻辑函数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FEDE6FE-B9D6-46FD-9BE2-8FABD9231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968625"/>
            <a:ext cx="6088063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无堵塞：能自行进入工作循环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F27C1CC-B91E-4301-A2A6-24CA327F7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3587750"/>
            <a:ext cx="151765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用途：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D9152E0-F0D8-4A2C-A8E0-BA95A62FC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4192588"/>
            <a:ext cx="7575550" cy="946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通讯设备的同步系统中，需要产生一些顺序码，用于设备间的同步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28364416-5307-485D-A821-C7F1A863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5280025"/>
            <a:ext cx="707390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复杂的控制系统，需要有特定的信号序列</a:t>
            </a:r>
          </a:p>
        </p:txBody>
      </p:sp>
    </p:spTree>
    <p:extLst>
      <p:ext uri="{BB962C8B-B14F-4D97-AF65-F5344CB8AC3E}">
        <p14:creationId xmlns:p14="http://schemas.microsoft.com/office/powerpoint/2010/main" val="163193106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17920A-3BCE-45EB-868B-E524C534FB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16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DFD4F-1301-43FB-841E-0F3632CD631D}"/>
              </a:ext>
            </a:extLst>
          </p:cNvPr>
          <p:cNvSpPr txBox="1">
            <a:spLocks noChangeArrowheads="1"/>
          </p:cNvSpPr>
          <p:nvPr/>
        </p:nvSpPr>
        <p:spPr>
          <a:xfrm>
            <a:off x="220663" y="457200"/>
            <a:ext cx="1389062" cy="5381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【例】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30933C3-A284-4E0A-A315-BBFE1E9D1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466725"/>
            <a:ext cx="7764463" cy="116955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     设计一个无堵塞的脉冲发生器，产生一个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101000,101000...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的序列脉冲。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482832F-4C72-4FB7-87AB-F3A31F6D5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2916238"/>
            <a:ext cx="49149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确定移位寄存器的位数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423EE1E-85EB-4B35-B0BA-47BFBC107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3679825"/>
            <a:ext cx="23431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使2</a:t>
            </a:r>
            <a:r>
              <a:rPr kumimoji="0" lang="en-US" altLang="zh-CN" sz="2800" b="1" i="0" u="none" strike="noStrike" kern="1200" cap="none" spc="0" normalizeH="0" baseline="30000" noProof="0" dirty="0" err="1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≥m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500F193-0265-4A35-B31D-2E5F562B1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4492625"/>
            <a:ext cx="41719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信号序列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m=6, n≥3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DE8D39C6-A6AC-4E9D-94F2-D55090337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062" y="5241925"/>
            <a:ext cx="6693659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先取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（状态中有010相同状态）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746637CC-3470-48D6-A876-BF04F98C7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120900"/>
            <a:ext cx="19685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设计过程</a:t>
            </a:r>
          </a:p>
        </p:txBody>
      </p:sp>
    </p:spTree>
    <p:extLst>
      <p:ext uri="{BB962C8B-B14F-4D97-AF65-F5344CB8AC3E}">
        <p14:creationId xmlns:p14="http://schemas.microsoft.com/office/powerpoint/2010/main" val="396832904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09309C-F732-4B08-862A-7CB2E05792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17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AE5E459-FAFD-4BBB-B07E-16EE1A11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1914525"/>
            <a:ext cx="1104900" cy="11049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8FFB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862A0-3F7F-4B2C-B78C-67506455860D}"/>
              </a:ext>
            </a:extLst>
          </p:cNvPr>
          <p:cNvSpPr txBox="1">
            <a:spLocks noChangeArrowheads="1"/>
          </p:cNvSpPr>
          <p:nvPr/>
        </p:nvSpPr>
        <p:spPr>
          <a:xfrm>
            <a:off x="1011238" y="1419225"/>
            <a:ext cx="1336675" cy="452438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kumimoji="0"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  <a:endParaRPr kumimoji="0"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6A4834E-BE7B-411F-86A3-353D057D9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969" y="5469731"/>
            <a:ext cx="197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无相同状态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BA5A953-C05A-4D4B-BD49-2DDE180AD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412750"/>
            <a:ext cx="227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卡诺图：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15B133-A53C-49F6-8000-F34188EC035B}"/>
              </a:ext>
            </a:extLst>
          </p:cNvPr>
          <p:cNvGrpSpPr>
            <a:grpSpLocks/>
          </p:cNvGrpSpPr>
          <p:nvPr/>
        </p:nvGrpSpPr>
        <p:grpSpPr bwMode="auto">
          <a:xfrm>
            <a:off x="4268788" y="987425"/>
            <a:ext cx="3938587" cy="3513138"/>
            <a:chOff x="2689" y="622"/>
            <a:chExt cx="2481" cy="221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1A960D-77FC-4896-98E3-F2A931503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2417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80BDF-851D-4F23-806D-768CA3A97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2417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A80FEA-4D3D-4B1A-81A6-71EF1405C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2417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193B69-6ACD-4480-AF96-C31F2C9BE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2417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8FF437-2E05-4F17-9CAD-55F1D5AD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999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082AF5-7E8A-4D41-91F6-3A2C8542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999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77EDDB-A510-400C-8896-4D4EADC61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999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684FB3-B90D-44EC-A1D5-A504C55AE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999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91A64E4-F421-4060-B4D7-B54EA58EA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581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B38002-775A-459A-B9F5-4D66B0994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581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7769EE-556C-4E59-99E8-0B1CCE978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581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1B81D4-EF60-4822-B622-880B7F5DF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581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AF4ECF0-43B0-4A17-B479-16565D03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164"/>
              <a:ext cx="46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C80A72-2ECF-4B11-A14D-101F7D8A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164"/>
              <a:ext cx="463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D7E17F-136E-48F5-84B4-3C3A3AD70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164"/>
              <a:ext cx="465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FFA94D-525D-4F41-9FCF-2913CF48C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164"/>
              <a:ext cx="46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A415EE26-9C00-4C42-9079-D7A8EB83C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164"/>
              <a:ext cx="18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F07DE006-E802-4132-B7CE-43CB58A87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581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7B5B89D5-A410-4D1E-8B88-DE2A87B70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999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95A0AEFF-DE3B-4AF9-870C-443A016CD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2417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A9B3E64-37A5-444A-9139-4870CD0F6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2835"/>
              <a:ext cx="18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3A822A0-8B0B-4CF7-9918-10E0DF088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164"/>
              <a:ext cx="0" cy="167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1416C6F1-A18D-4474-ABC9-7200952B2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B0022A91-2FB1-4A50-9136-1D29EF03A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3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16F4D891-ECA8-4B26-B614-1C027ED54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34DE065C-1915-4A1C-8217-A367FDB01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164"/>
              <a:ext cx="0" cy="167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CE51862A-C1A9-4512-8DF9-9424EDBE7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8" y="824"/>
              <a:ext cx="343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3D0C81F6-E4DB-41AB-BD41-8AC1A5750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90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7DCDE9C8-E5C2-4407-A876-1B0B511F2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89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08E3D762-533A-4FDC-AB42-D5CE3423D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90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67A9C755-6A3C-428C-A9D9-6F3EC03CE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" y="897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10F8D1BA-646E-40D8-8A10-DA2838789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1" y="123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84368DCF-8F24-4424-9323-19E1394CB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204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46F43914-0F33-4B79-9197-AD1EA6816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" y="1630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81E83223-67EB-4DA7-869A-F26BC19A1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1" y="2460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9AD4FAC0-DE4A-4508-B414-208215DDF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825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E5EF6154-497B-46DE-A8C8-E478A4F5E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1" y="1005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C0A66DCA-8811-44FA-85E8-6C40CB8BD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622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6" name="Text Box 45">
              <a:extLst>
                <a:ext uri="{FF2B5EF4-FFF2-40B4-BE49-F238E27FC236}">
                  <a16:creationId xmlns:a16="http://schemas.microsoft.com/office/drawing/2014/main" id="{BFC160B0-EDF9-4993-8D41-FE3B7655B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796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47" name="AutoShape 46">
            <a:extLst>
              <a:ext uri="{FF2B5EF4-FFF2-40B4-BE49-F238E27FC236}">
                <a16:creationId xmlns:a16="http://schemas.microsoft.com/office/drawing/2014/main" id="{E88D2D1C-7106-4BC3-A685-AF387C81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3313113"/>
            <a:ext cx="1155700" cy="1017587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E6A160A-6178-4828-A242-AEA2E1A3BFA2}"/>
              </a:ext>
            </a:extLst>
          </p:cNvPr>
          <p:cNvGrpSpPr>
            <a:grpSpLocks/>
          </p:cNvGrpSpPr>
          <p:nvPr/>
        </p:nvGrpSpPr>
        <p:grpSpPr bwMode="auto">
          <a:xfrm>
            <a:off x="708025" y="2066925"/>
            <a:ext cx="3074988" cy="3189288"/>
            <a:chOff x="413" y="874"/>
            <a:chExt cx="1937" cy="200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DCAEBF5-9A4E-4247-9B67-FA6F7878E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FF6913B-D816-492F-ABF7-36AF61D6B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92FD42-2400-4017-8ABF-C2B0ACB92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326EA8A-CE92-4455-9A48-CF5D7240E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FA52FF-E0A1-4320-AAA5-0BB335B8C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6B7A72D-B258-46BB-9CED-C7B3DFCBC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202A5F4-53DC-4CDE-9229-6BAEB3DF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09E31D-479B-4DA4-9F00-C9FFF9EF4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492FFDA-3D7F-4BF6-B1B9-22BF8A06B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8975168-965B-41C2-8D02-DD8B34D5F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EF48EBE-EE54-42D8-9B1A-5D23EBBD1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B87924-DCAC-4598-B140-CB8A1FA0A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11E0E64-1DBB-4B8D-BDC3-8B909FFA0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FFFF942-DA33-41A2-8D65-E62898614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CFD4605-4A4B-420A-BE0F-BF184ABDB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08D9532-5025-4050-8738-15C6EC3AA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AB64019-97AF-47BF-8368-7B023D642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9ACF82F-BC1B-4AA7-89D0-682C1E30C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9DE1456-55C3-405E-8C00-9EA7E58C4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AFBDC47-5FED-49D2-B28E-256516E81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D98F9E5-F33D-4898-B202-5AA3D5C37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6CE5362-2BAB-4DB5-9212-919FBC967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596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B1E9CE8-95C6-44E4-AC73-C1D97A2FC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309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DAD3239-68D3-413F-917B-AEFD80A13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022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1BD1CAC-E063-4520-8B4B-5ADAF1BAB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735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1FAE977-04A7-41F8-B3DA-B1ED3B1D8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448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AE03ED-36AB-4921-8A04-264199DEF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161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95D64C0-AD7C-4D69-AC68-0FF9AC221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874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5AE54EA4-3140-467A-8383-4DF759513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161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B28C0472-AF58-43C1-91B0-B87170D3A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448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F1E27035-2488-40C9-A806-579E2B234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735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05EE623C-8E27-4065-A85E-C3E727C5F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022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CF700389-EA89-4010-9841-4BBFED460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309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3D027666-C8FA-4FB3-8D12-3539FECF2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596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6C95E3D3-36E9-45C8-B100-109B27E41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6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83">
              <a:extLst>
                <a:ext uri="{FF2B5EF4-FFF2-40B4-BE49-F238E27FC236}">
                  <a16:creationId xmlns:a16="http://schemas.microsoft.com/office/drawing/2014/main" id="{A780244D-005F-4EEE-8446-57A590CED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1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84">
              <a:extLst>
                <a:ext uri="{FF2B5EF4-FFF2-40B4-BE49-F238E27FC236}">
                  <a16:creationId xmlns:a16="http://schemas.microsoft.com/office/drawing/2014/main" id="{D4019F06-98F7-45F3-B5E0-31E1EEF48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85">
              <a:extLst>
                <a:ext uri="{FF2B5EF4-FFF2-40B4-BE49-F238E27FC236}">
                  <a16:creationId xmlns:a16="http://schemas.microsoft.com/office/drawing/2014/main" id="{C641A5DC-BBFA-447D-825E-9C3A474D6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874"/>
              <a:ext cx="1699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86">
              <a:extLst>
                <a:ext uri="{FF2B5EF4-FFF2-40B4-BE49-F238E27FC236}">
                  <a16:creationId xmlns:a16="http://schemas.microsoft.com/office/drawing/2014/main" id="{D6344A32-53C3-4031-886E-7F8F0438C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874"/>
              <a:ext cx="0" cy="2009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Line 87">
              <a:extLst>
                <a:ext uri="{FF2B5EF4-FFF2-40B4-BE49-F238E27FC236}">
                  <a16:creationId xmlns:a16="http://schemas.microsoft.com/office/drawing/2014/main" id="{1AAE5BA3-9BD7-44E7-B06B-384F69144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0" y="874"/>
              <a:ext cx="0" cy="2009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F7FAD1B8-9112-4ECD-934A-84C40996C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883"/>
              <a:ext cx="1699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0A3CD2A-B82B-463D-993B-B5E79B52F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" y="1261"/>
              <a:ext cx="217" cy="1478"/>
            </a:xfrm>
            <a:custGeom>
              <a:avLst/>
              <a:gdLst>
                <a:gd name="T0" fmla="*/ 196 w 217"/>
                <a:gd name="T1" fmla="*/ 1478 h 1478"/>
                <a:gd name="T2" fmla="*/ 0 w 217"/>
                <a:gd name="T3" fmla="*/ 1478 h 1478"/>
                <a:gd name="T4" fmla="*/ 0 w 217"/>
                <a:gd name="T5" fmla="*/ 0 h 1478"/>
                <a:gd name="T6" fmla="*/ 217 w 217"/>
                <a:gd name="T7" fmla="*/ 0 h 1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1478">
                  <a:moveTo>
                    <a:pt x="196" y="1478"/>
                  </a:moveTo>
                  <a:lnTo>
                    <a:pt x="0" y="1478"/>
                  </a:lnTo>
                  <a:lnTo>
                    <a:pt x="0" y="0"/>
                  </a:lnTo>
                  <a:lnTo>
                    <a:pt x="217" y="0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1" name="Text Box 90">
            <a:extLst>
              <a:ext uri="{FF2B5EF4-FFF2-40B4-BE49-F238E27FC236}">
                <a16:creationId xmlns:a16="http://schemas.microsoft.com/office/drawing/2014/main" id="{95E61104-E9AC-47C7-AE8E-9E8015C9E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3" y="412750"/>
            <a:ext cx="42433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101000,101000...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序列脉冲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F509EA7-8932-4090-9F3E-E9C95CA4A2B3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5210175"/>
            <a:ext cx="3657600" cy="519113"/>
            <a:chOff x="2978" y="3282"/>
            <a:chExt cx="2304" cy="327"/>
          </a:xfrm>
        </p:grpSpPr>
        <p:sp>
          <p:nvSpPr>
            <p:cNvPr id="93" name="Text Box 92">
              <a:extLst>
                <a:ext uri="{FF2B5EF4-FFF2-40B4-BE49-F238E27FC236}">
                  <a16:creationId xmlns:a16="http://schemas.microsoft.com/office/drawing/2014/main" id="{9E43700F-5A29-4AAE-B1D8-1E8F0AFE8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8" y="3282"/>
              <a:ext cx="2304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4" name="Line 93">
              <a:extLst>
                <a:ext uri="{FF2B5EF4-FFF2-40B4-BE49-F238E27FC236}">
                  <a16:creationId xmlns:a16="http://schemas.microsoft.com/office/drawing/2014/main" id="{97677A7B-4B95-4724-A7B9-4E5212F91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1" y="3326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Line 94">
              <a:extLst>
                <a:ext uri="{FF2B5EF4-FFF2-40B4-BE49-F238E27FC236}">
                  <a16:creationId xmlns:a16="http://schemas.microsoft.com/office/drawing/2014/main" id="{3A053F7B-BB7C-4541-A20A-2D7DF2B03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1" y="3334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17570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utoUpdateAnimBg="0"/>
      <p:bldP spid="5" grpId="0" autoUpdateAnimBg="0"/>
      <p:bldP spid="6" grpId="0" autoUpdateAnimBg="0"/>
      <p:bldP spid="47" grpId="0" animBg="1"/>
      <p:bldP spid="9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DB054C-96A3-4E4C-B82D-A58D2EE6AA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18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7F9F6-486A-445C-A7E1-D059B0344A73}"/>
              </a:ext>
            </a:extLst>
          </p:cNvPr>
          <p:cNvSpPr txBox="1">
            <a:spLocks noChangeArrowheads="1"/>
          </p:cNvSpPr>
          <p:nvPr/>
        </p:nvSpPr>
        <p:spPr>
          <a:xfrm>
            <a:off x="461963" y="176213"/>
            <a:ext cx="2112962" cy="4699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逻辑电路图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01FCBAE-9C53-4EAA-AA0E-995C58044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1311275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有无堵塞？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0D9F61D-DB47-44C1-8BFF-2D31DA04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05363"/>
            <a:ext cx="2232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09625FD8-FF4C-437B-8E56-D332EFA63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825500"/>
            <a:ext cx="4243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101000,101000...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序列脉冲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4785591-A0D6-493A-AFB4-B8B1E8353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3843338"/>
            <a:ext cx="172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工作循环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F840EC6-5526-42B6-A565-160D2A1A5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3763" y="1778000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存在非工作循环：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03B04EB-0B7F-420A-AA11-DA7937CF7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774926"/>
              </p:ext>
            </p:extLst>
          </p:nvPr>
        </p:nvGraphicFramePr>
        <p:xfrm>
          <a:off x="5183188" y="2590800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" name="位图图像" r:id="rId3" imgW="800212" imgH="838095" progId="Paint.Picture">
                  <p:embed/>
                </p:oleObj>
              </mc:Choice>
              <mc:Fallback>
                <p:oleObj name="位图图像" r:id="rId3" imgW="800212" imgH="838095" progId="Paint.Picture">
                  <p:embed/>
                  <p:pic>
                    <p:nvPicPr>
                      <p:cNvPr id="253960" name="Object 8">
                        <a:extLst>
                          <a:ext uri="{FF2B5EF4-FFF2-40B4-BE49-F238E27FC236}">
                            <a16:creationId xmlns:a16="http://schemas.microsoft.com/office/drawing/2014/main" id="{B3AA6B4B-8EF5-4CFD-A846-C5CB5D2AC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2590800"/>
                        <a:ext cx="800100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B5C06CF-346F-4FD5-9FFF-0E7B021D7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451184"/>
              </p:ext>
            </p:extLst>
          </p:nvPr>
        </p:nvGraphicFramePr>
        <p:xfrm>
          <a:off x="5626894" y="3918744"/>
          <a:ext cx="2101850" cy="238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" name="位图图像" r:id="rId5" imgW="1828571" imgH="2076740" progId="Paint.Picture">
                  <p:embed/>
                </p:oleObj>
              </mc:Choice>
              <mc:Fallback>
                <p:oleObj name="位图图像" r:id="rId5" imgW="1828571" imgH="2076740" progId="Paint.Picture">
                  <p:embed/>
                  <p:pic>
                    <p:nvPicPr>
                      <p:cNvPr id="253961" name="Object 9">
                        <a:extLst>
                          <a:ext uri="{FF2B5EF4-FFF2-40B4-BE49-F238E27FC236}">
                            <a16:creationId xmlns:a16="http://schemas.microsoft.com/office/drawing/2014/main" id="{91E9BFFC-A745-4B0A-8F41-7D4B95F1A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894" y="3918744"/>
                        <a:ext cx="2101850" cy="2386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A2C1749-F930-47F8-AF01-47350991F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257754"/>
              </p:ext>
            </p:extLst>
          </p:nvPr>
        </p:nvGraphicFramePr>
        <p:xfrm>
          <a:off x="6835775" y="2463800"/>
          <a:ext cx="1619250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" name="位图图像" r:id="rId7" imgW="1438095" imgH="1247619" progId="Paint.Picture">
                  <p:embed/>
                </p:oleObj>
              </mc:Choice>
              <mc:Fallback>
                <p:oleObj name="位图图像" r:id="rId7" imgW="1438095" imgH="1247619" progId="Paint.Picture">
                  <p:embed/>
                  <p:pic>
                    <p:nvPicPr>
                      <p:cNvPr id="253962" name="Object 10">
                        <a:extLst>
                          <a:ext uri="{FF2B5EF4-FFF2-40B4-BE49-F238E27FC236}">
                            <a16:creationId xmlns:a16="http://schemas.microsoft.com/office/drawing/2014/main" id="{EFF007C4-A3E2-4CF2-A0D5-16BD10C62C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775" y="2463800"/>
                        <a:ext cx="1619250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4A4D9639-0C04-4575-8D51-98C72A9208FA}"/>
              </a:ext>
            </a:extLst>
          </p:cNvPr>
          <p:cNvGrpSpPr>
            <a:grpSpLocks/>
          </p:cNvGrpSpPr>
          <p:nvPr/>
        </p:nvGrpSpPr>
        <p:grpSpPr bwMode="auto">
          <a:xfrm>
            <a:off x="2049463" y="4037013"/>
            <a:ext cx="2655887" cy="2149475"/>
            <a:chOff x="1291" y="2543"/>
            <a:chExt cx="1673" cy="1354"/>
          </a:xfrm>
        </p:grpSpPr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9949D9FB-5611-4467-915D-70117B0812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1" y="2543"/>
            <a:ext cx="1673" cy="1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7" name="位图图像" r:id="rId9" imgW="2333333" imgH="1762371" progId="Paint.Picture">
                    <p:embed/>
                  </p:oleObj>
                </mc:Choice>
                <mc:Fallback>
                  <p:oleObj name="位图图像" r:id="rId9" imgW="2333333" imgH="1762371" progId="Paint.Picture">
                    <p:embed/>
                    <p:pic>
                      <p:nvPicPr>
                        <p:cNvPr id="70692" name="Object 12">
                          <a:extLst>
                            <a:ext uri="{FF2B5EF4-FFF2-40B4-BE49-F238E27FC236}">
                              <a16:creationId xmlns:a16="http://schemas.microsoft.com/office/drawing/2014/main" id="{87A09E50-1B5E-4E72-859C-40AF462E32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1" y="2543"/>
                          <a:ext cx="1673" cy="1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9EF41B0C-ACC8-4618-8830-AF0FF82361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1" y="2543"/>
            <a:ext cx="1673" cy="1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8" name="位图图像" r:id="rId11" imgW="2333333" imgH="1762371" progId="Paint.Picture">
                    <p:embed/>
                  </p:oleObj>
                </mc:Choice>
                <mc:Fallback>
                  <p:oleObj name="位图图像" r:id="rId11" imgW="2333333" imgH="1762371" progId="Paint.Picture">
                    <p:embed/>
                    <p:pic>
                      <p:nvPicPr>
                        <p:cNvPr id="70693" name="Object 13">
                          <a:extLst>
                            <a:ext uri="{FF2B5EF4-FFF2-40B4-BE49-F238E27FC236}">
                              <a16:creationId xmlns:a16="http://schemas.microsoft.com/office/drawing/2014/main" id="{014420F8-8C77-4F92-AE85-B2B1AA013E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1" y="2543"/>
                          <a:ext cx="1673" cy="1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974DE3-6278-422B-8B25-101BF38DB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2629"/>
              <a:ext cx="251" cy="288"/>
              <a:chOff x="391" y="2184"/>
              <a:chExt cx="251" cy="288"/>
            </a:xfrm>
          </p:grpSpPr>
          <p:sp>
            <p:nvSpPr>
              <p:cNvPr id="32" name="Rectangle 15">
                <a:extLst>
                  <a:ext uri="{FF2B5EF4-FFF2-40B4-BE49-F238E27FC236}">
                    <a16:creationId xmlns:a16="http://schemas.microsoft.com/office/drawing/2014/main" id="{8D7A0E91-59E6-4248-AFDA-D900522ED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" y="2217"/>
                <a:ext cx="163" cy="228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Text Box 16">
                <a:extLst>
                  <a:ext uri="{FF2B5EF4-FFF2-40B4-BE49-F238E27FC236}">
                    <a16:creationId xmlns:a16="http://schemas.microsoft.com/office/drawing/2014/main" id="{0CDEB4B6-73ED-418F-BF38-876AE0552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" y="218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23117E48-ADA9-45EC-B0B8-97F96BE26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4" y="2676"/>
              <a:ext cx="163" cy="22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B437720E-C005-4553-85A3-08B3C4DF4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2616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3FF95596-29E2-4815-84FB-A76BC7E7E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174"/>
              <a:ext cx="163" cy="21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D11EA98D-B3DD-48D2-B58F-9A526A865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" y="312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001DD63E-0F4C-44C1-ABD4-10390580F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3554"/>
              <a:ext cx="163" cy="21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5CFB2453-E574-41F4-B469-E64426B4B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6" y="3509"/>
              <a:ext cx="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4EC6690D-31F2-4CB2-BC79-4D6EC5666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" y="3532"/>
              <a:ext cx="163" cy="21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20686740-0D93-456D-9CF6-438FB1341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49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BB2C8370-4206-439B-B8FB-34195A4FA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3043"/>
              <a:ext cx="163" cy="21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559C5F9F-4F44-4CD9-BA87-B3DB5B764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300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283965CD-D6E8-4D30-BC88-07690531B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" y="2608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7DD83111-A88D-423E-89A0-8B9E52D21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608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Oval 29">
              <a:extLst>
                <a:ext uri="{FF2B5EF4-FFF2-40B4-BE49-F238E27FC236}">
                  <a16:creationId xmlns:a16="http://schemas.microsoft.com/office/drawing/2014/main" id="{FC3E2A23-A130-4A46-824A-726F958A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" y="3119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2DAED742-E856-4B1C-991E-BAF8B18CA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3499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Oval 31">
              <a:extLst>
                <a:ext uri="{FF2B5EF4-FFF2-40B4-BE49-F238E27FC236}">
                  <a16:creationId xmlns:a16="http://schemas.microsoft.com/office/drawing/2014/main" id="{0D0E886B-E6C2-40C5-BA63-8F007952A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3488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Oval 32">
              <a:extLst>
                <a:ext uri="{FF2B5EF4-FFF2-40B4-BE49-F238E27FC236}">
                  <a16:creationId xmlns:a16="http://schemas.microsoft.com/office/drawing/2014/main" id="{56C483D9-AAE7-4788-B8CA-E57B144E7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" y="2988"/>
              <a:ext cx="293" cy="31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52">
            <a:extLst>
              <a:ext uri="{FF2B5EF4-FFF2-40B4-BE49-F238E27FC236}">
                <a16:creationId xmlns:a16="http://schemas.microsoft.com/office/drawing/2014/main" id="{5DDE8249-255E-4940-89D3-5448DAEA2644}"/>
              </a:ext>
            </a:extLst>
          </p:cNvPr>
          <p:cNvGrpSpPr>
            <a:grpSpLocks/>
          </p:cNvGrpSpPr>
          <p:nvPr/>
        </p:nvGrpSpPr>
        <p:grpSpPr bwMode="auto">
          <a:xfrm>
            <a:off x="4511675" y="244475"/>
            <a:ext cx="3657600" cy="519113"/>
            <a:chOff x="2978" y="3282"/>
            <a:chExt cx="2304" cy="327"/>
          </a:xfrm>
        </p:grpSpPr>
        <p:sp>
          <p:nvSpPr>
            <p:cNvPr id="35" name="Text Box 53">
              <a:extLst>
                <a:ext uri="{FF2B5EF4-FFF2-40B4-BE49-F238E27FC236}">
                  <a16:creationId xmlns:a16="http://schemas.microsoft.com/office/drawing/2014/main" id="{B512DC11-B7AD-48EA-A68E-E8EE62F65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8" y="3282"/>
              <a:ext cx="2304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6" name="Line 54">
              <a:extLst>
                <a:ext uri="{FF2B5EF4-FFF2-40B4-BE49-F238E27FC236}">
                  <a16:creationId xmlns:a16="http://schemas.microsoft.com/office/drawing/2014/main" id="{D662DBAE-B138-4465-92D6-B401BC67C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1" y="3326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55">
              <a:extLst>
                <a:ext uri="{FF2B5EF4-FFF2-40B4-BE49-F238E27FC236}">
                  <a16:creationId xmlns:a16="http://schemas.microsoft.com/office/drawing/2014/main" id="{8636A5DD-97F5-4853-BFB0-F2D707EF3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1" y="3334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57">
            <a:extLst>
              <a:ext uri="{FF2B5EF4-FFF2-40B4-BE49-F238E27FC236}">
                <a16:creationId xmlns:a16="http://schemas.microsoft.com/office/drawing/2014/main" id="{FA5C7142-FD22-402D-A30F-14C40C0CEB7D}"/>
              </a:ext>
            </a:extLst>
          </p:cNvPr>
          <p:cNvGrpSpPr>
            <a:grpSpLocks/>
          </p:cNvGrpSpPr>
          <p:nvPr/>
        </p:nvGrpSpPr>
        <p:grpSpPr bwMode="auto">
          <a:xfrm>
            <a:off x="330200" y="828675"/>
            <a:ext cx="3983038" cy="2879725"/>
            <a:chOff x="208" y="522"/>
            <a:chExt cx="2509" cy="1814"/>
          </a:xfrm>
        </p:grpSpPr>
        <p:sp>
          <p:nvSpPr>
            <p:cNvPr id="39" name="Rectangle 34">
              <a:extLst>
                <a:ext uri="{FF2B5EF4-FFF2-40B4-BE49-F238E27FC236}">
                  <a16:creationId xmlns:a16="http://schemas.microsoft.com/office/drawing/2014/main" id="{81728706-9077-443E-9BEF-76403B3B5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977"/>
              <a:ext cx="1662" cy="957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5">
              <a:extLst>
                <a:ext uri="{FF2B5EF4-FFF2-40B4-BE49-F238E27FC236}">
                  <a16:creationId xmlns:a16="http://schemas.microsoft.com/office/drawing/2014/main" id="{1C030D2B-090C-4207-AA77-A815EE9D9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977"/>
              <a:ext cx="113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DAFAAF65-DA76-4BCA-B5D8-C6F59A41B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" y="1323"/>
              <a:ext cx="946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194</a:t>
              </a:r>
            </a:p>
          </p:txBody>
        </p:sp>
        <p:sp>
          <p:nvSpPr>
            <p:cNvPr id="42" name="Text Box 37">
              <a:extLst>
                <a:ext uri="{FF2B5EF4-FFF2-40B4-BE49-F238E27FC236}">
                  <a16:creationId xmlns:a16="http://schemas.microsoft.com/office/drawing/2014/main" id="{75982824-7541-4251-B0C9-D25F9759C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0" y="1642"/>
              <a:ext cx="603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" name="Text Box 38">
              <a:extLst>
                <a:ext uri="{FF2B5EF4-FFF2-40B4-BE49-F238E27FC236}">
                  <a16:creationId xmlns:a16="http://schemas.microsoft.com/office/drawing/2014/main" id="{5A34FF5C-B028-4467-910F-E3FA8C0CB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" y="1204"/>
              <a:ext cx="47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4" name="Text Box 39">
              <a:extLst>
                <a:ext uri="{FF2B5EF4-FFF2-40B4-BE49-F238E27FC236}">
                  <a16:creationId xmlns:a16="http://schemas.microsoft.com/office/drawing/2014/main" id="{D3A2A083-20F0-4381-88B4-BF6DE3032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" y="1384"/>
              <a:ext cx="456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45" name="Line 40">
              <a:extLst>
                <a:ext uri="{FF2B5EF4-FFF2-40B4-BE49-F238E27FC236}">
                  <a16:creationId xmlns:a16="http://schemas.microsoft.com/office/drawing/2014/main" id="{D82F7ABB-9B04-4C9A-A661-5F6DCC750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" y="1531"/>
              <a:ext cx="456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41">
              <a:extLst>
                <a:ext uri="{FF2B5EF4-FFF2-40B4-BE49-F238E27FC236}">
                  <a16:creationId xmlns:a16="http://schemas.microsoft.com/office/drawing/2014/main" id="{1F1AD4AD-7586-4713-A59E-D7482210B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1650"/>
              <a:ext cx="41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2">
              <a:extLst>
                <a:ext uri="{FF2B5EF4-FFF2-40B4-BE49-F238E27FC236}">
                  <a16:creationId xmlns:a16="http://schemas.microsoft.com/office/drawing/2014/main" id="{C11CA948-9A71-4A76-A7D9-C7E532F52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704"/>
              <a:ext cx="15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3">
              <a:extLst>
                <a:ext uri="{FF2B5EF4-FFF2-40B4-BE49-F238E27FC236}">
                  <a16:creationId xmlns:a16="http://schemas.microsoft.com/office/drawing/2014/main" id="{2174E1EC-7255-4640-8D5A-4C9B8AAF6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" y="2048"/>
              <a:ext cx="467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“1”</a:t>
              </a:r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89C3A925-ADDC-4FC4-83E2-07BAD9CCE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1935"/>
              <a:ext cx="0" cy="27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1E214A4D-0E00-4219-812C-14BE9F7F2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" y="522"/>
              <a:ext cx="207" cy="348"/>
            </a:xfrm>
            <a:prstGeom prst="rect">
              <a:avLst/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46">
              <a:extLst>
                <a:ext uri="{FF2B5EF4-FFF2-40B4-BE49-F238E27FC236}">
                  <a16:creationId xmlns:a16="http://schemas.microsoft.com/office/drawing/2014/main" id="{8CD4A7D6-555B-45AB-B97A-C52E1A349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543"/>
              <a:ext cx="282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=1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1658F00D-CAAB-407B-BB6F-ECD5B85BD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750"/>
              <a:ext cx="490" cy="239"/>
            </a:xfrm>
            <a:custGeom>
              <a:avLst/>
              <a:gdLst>
                <a:gd name="T0" fmla="*/ 0 w 229"/>
                <a:gd name="T1" fmla="*/ 0 h 218"/>
                <a:gd name="T2" fmla="*/ 4797 w 229"/>
                <a:gd name="T3" fmla="*/ 0 h 218"/>
                <a:gd name="T4" fmla="*/ 4797 w 229"/>
                <a:gd name="T5" fmla="*/ 315 h 2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8">
                  <a:moveTo>
                    <a:pt x="0" y="0"/>
                  </a:moveTo>
                  <a:lnTo>
                    <a:pt x="229" y="0"/>
                  </a:lnTo>
                  <a:lnTo>
                    <a:pt x="229" y="218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D17A9270-A630-4439-A686-46A43681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609"/>
              <a:ext cx="945" cy="359"/>
            </a:xfrm>
            <a:custGeom>
              <a:avLst/>
              <a:gdLst>
                <a:gd name="T0" fmla="*/ 0 w 945"/>
                <a:gd name="T1" fmla="*/ 0 h 359"/>
                <a:gd name="T2" fmla="*/ 945 w 945"/>
                <a:gd name="T3" fmla="*/ 0 h 359"/>
                <a:gd name="T4" fmla="*/ 945 w 945"/>
                <a:gd name="T5" fmla="*/ 359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5" h="359">
                  <a:moveTo>
                    <a:pt x="0" y="0"/>
                  </a:moveTo>
                  <a:lnTo>
                    <a:pt x="945" y="0"/>
                  </a:lnTo>
                  <a:lnTo>
                    <a:pt x="945" y="359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C771E828-04A0-4C13-BC0B-D9F5A4468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674"/>
              <a:ext cx="402" cy="674"/>
            </a:xfrm>
            <a:custGeom>
              <a:avLst/>
              <a:gdLst>
                <a:gd name="T0" fmla="*/ 402 w 402"/>
                <a:gd name="T1" fmla="*/ 0 h 674"/>
                <a:gd name="T2" fmla="*/ 0 w 402"/>
                <a:gd name="T3" fmla="*/ 0 h 674"/>
                <a:gd name="T4" fmla="*/ 0 w 402"/>
                <a:gd name="T5" fmla="*/ 674 h 674"/>
                <a:gd name="T6" fmla="*/ 130 w 402"/>
                <a:gd name="T7" fmla="*/ 674 h 6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2" h="674">
                  <a:moveTo>
                    <a:pt x="402" y="0"/>
                  </a:moveTo>
                  <a:lnTo>
                    <a:pt x="0" y="0"/>
                  </a:lnTo>
                  <a:lnTo>
                    <a:pt x="0" y="674"/>
                  </a:lnTo>
                  <a:lnTo>
                    <a:pt x="130" y="674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81EC8DBF-59E3-4C45-9AB5-0BA88097D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1935"/>
              <a:ext cx="0" cy="27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9BCE1F1D-0AFC-478D-AB7A-B5BA59FCD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200"/>
              <a:ext cx="160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AutoShape 56">
              <a:extLst>
                <a:ext uri="{FF2B5EF4-FFF2-40B4-BE49-F238E27FC236}">
                  <a16:creationId xmlns:a16="http://schemas.microsoft.com/office/drawing/2014/main" id="{CF203A98-450A-4B06-933B-C0ECD37430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15" y="1481"/>
              <a:ext cx="174" cy="12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67431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097E48-CCD2-48C5-B975-FC5BEDEF8F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19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8EAB0-ACFE-4ECB-ACE1-404DF13E1439}"/>
              </a:ext>
            </a:extLst>
          </p:cNvPr>
          <p:cNvSpPr txBox="1">
            <a:spLocks noChangeArrowheads="1"/>
          </p:cNvSpPr>
          <p:nvPr/>
        </p:nvSpPr>
        <p:spPr>
          <a:xfrm>
            <a:off x="392113" y="3175"/>
            <a:ext cx="2009775" cy="504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改动设计：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38DE1B5-5777-49F4-9BBF-9646DD323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547688"/>
            <a:ext cx="8020050" cy="101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aseline="-25000" dirty="0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端加逻辑电路，使之经过若干个</a:t>
            </a:r>
            <a:r>
              <a:rPr kumimoji="0"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之后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能进入工作循环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4B717FB-EED6-4368-9E45-92BEF6C9D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1566863"/>
            <a:ext cx="81438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SzPct val="70000"/>
              <a:buFont typeface="Wingdings" pitchFamily="2" charset="2"/>
              <a:buChar char="n"/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取某个非工作循环状态，如</a:t>
            </a:r>
            <a:r>
              <a:rPr kumimoji="0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0000。</a:t>
            </a:r>
            <a:r>
              <a:rPr kumimoji="0"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令0000</a:t>
            </a:r>
            <a:r>
              <a:rPr kumimoji="0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1000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3AD6D22-61A2-44EA-8695-FA554DD1C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2205038"/>
            <a:ext cx="2089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修改卡诺图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7E0C4D-BA6F-460E-A9BD-10D5789F93F0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2339975"/>
            <a:ext cx="3938587" cy="3513138"/>
            <a:chOff x="2689" y="622"/>
            <a:chExt cx="2481" cy="221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748FB4-E7BD-4D22-B75D-E2275EA22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2417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C2BAF0-D7D0-4C3A-A969-174C9B3C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2417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FACB5C-7E07-408C-BBED-6299D5989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2417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0DDD6-2F41-456F-903A-8043BD3D0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2417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212192-8B7C-4D61-925C-DFD21809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999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878F11-D939-426C-BDCB-6C0A6A49F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999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3706E0-C995-45AE-8CA4-F13420405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999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 dirty="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601C44-568F-414C-9FF9-48BA72BDA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999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9E8F5F-CBC2-4382-BAE7-70B19939C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581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953779-4373-4EF3-A75E-BE8437552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581"/>
              <a:ext cx="46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5AEA1F-EE79-45DC-8D27-9B5576433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581"/>
              <a:ext cx="465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E0E536-0A1F-44B0-B25D-44AEA6D29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581"/>
              <a:ext cx="46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58D3A5-53BF-455E-A286-D7059CFCD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" y="1164"/>
              <a:ext cx="46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6C437B-0864-49E6-9630-1D0E98E13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1164"/>
              <a:ext cx="463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825038-8253-49F9-A979-06B9507CE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164"/>
              <a:ext cx="465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294CDD-C50C-493B-AA4A-71AC372A8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1164"/>
              <a:ext cx="46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800"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zh-CN" altLang="en-US" sz="280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3F0DE404-7AE4-4033-AD84-1B9289515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164"/>
              <a:ext cx="18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79F2479E-C0AB-42F3-8051-87153A9B7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581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3F9560DA-E79C-4784-909C-04C5495C9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999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1CCA6F83-85CE-49B5-AAB3-0D8F8A3E4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2417"/>
              <a:ext cx="18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8E9F2171-DFCB-4232-A2DC-8783E6928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2835"/>
              <a:ext cx="18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8CA6659D-3513-4839-9CBE-ECE4AE31C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1164"/>
              <a:ext cx="0" cy="167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EA5EABF0-7FF7-4163-966C-D33044D4F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F62E7705-A511-4A3D-8F28-23175FBA2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3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08D4478E-96EF-4EC9-B2C0-33EA5440D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64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EF0D14B9-68E8-4839-8293-680DD8266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164"/>
              <a:ext cx="0" cy="167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500E06E7-5601-4A00-9658-BBC753CA0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8" y="824"/>
              <a:ext cx="343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6573DA0D-1C70-4696-AC1E-89711BAFF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90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AAD3FF97-6D8E-4F74-9DE0-5C4789719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89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DA2542ED-17D2-4937-B30C-60865E2CA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90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EB5E95B2-EC8F-4A8B-BE25-E6AB2E936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" y="897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C1905765-564F-4BE9-92E2-A886F8D67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1" y="123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451A7C0B-F952-4730-9EF8-E2D7FFFAF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204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1F14877A-DF2E-4605-8E26-188FD0A98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" y="1630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DBFC15B1-9552-4CFC-9050-498564103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1" y="2460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 dirty="0"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DC5B3168-9950-4CB2-A7CD-DFAE622B7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825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4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37755B4C-2331-4092-9188-8D72AF155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1" y="1005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4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A1EAE0DC-AE1D-4DE4-843D-7810BA365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622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4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6" name="Text Box 45">
              <a:extLst>
                <a:ext uri="{FF2B5EF4-FFF2-40B4-BE49-F238E27FC236}">
                  <a16:creationId xmlns:a16="http://schemas.microsoft.com/office/drawing/2014/main" id="{206A5994-0EA5-4898-A82E-784DBD117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796"/>
              <a:ext cx="4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4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47" name="Text Box 46">
            <a:extLst>
              <a:ext uri="{FF2B5EF4-FFF2-40B4-BE49-F238E27FC236}">
                <a16:creationId xmlns:a16="http://schemas.microsoft.com/office/drawing/2014/main" id="{9896FCD8-1974-4F68-91D7-AB7C724D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3252788"/>
            <a:ext cx="5175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" name="AutoShape 47">
            <a:extLst>
              <a:ext uri="{FF2B5EF4-FFF2-40B4-BE49-F238E27FC236}">
                <a16:creationId xmlns:a16="http://schemas.microsoft.com/office/drawing/2014/main" id="{84B8EA44-3AC8-4D47-891F-79497375D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6125"/>
            <a:ext cx="1138237" cy="113823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2C57B225-5636-432C-A7FB-1523C5B1B561}"/>
              </a:ext>
            </a:extLst>
          </p:cNvPr>
          <p:cNvSpPr>
            <a:spLocks/>
          </p:cNvSpPr>
          <p:nvPr/>
        </p:nvSpPr>
        <p:spPr bwMode="auto">
          <a:xfrm>
            <a:off x="1284288" y="3198813"/>
            <a:ext cx="454025" cy="541337"/>
          </a:xfrm>
          <a:custGeom>
            <a:avLst/>
            <a:gdLst>
              <a:gd name="T0" fmla="*/ 513831842 w 43200"/>
              <a:gd name="T1" fmla="*/ 0 h 28361"/>
              <a:gd name="T2" fmla="*/ 13079619 w 43200"/>
              <a:gd name="T3" fmla="*/ 5444883 h 28361"/>
              <a:gd name="T4" fmla="*/ 263535311 w 43200"/>
              <a:gd name="T5" fmla="*/ 897421783 h 2836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8361" fill="none" extrusionOk="0">
                <a:moveTo>
                  <a:pt x="42114" y="0"/>
                </a:moveTo>
                <a:cubicBezTo>
                  <a:pt x="42833" y="2181"/>
                  <a:pt x="43200" y="4463"/>
                  <a:pt x="43200" y="6761"/>
                </a:cubicBezTo>
                <a:cubicBezTo>
                  <a:pt x="43200" y="18690"/>
                  <a:pt x="33529" y="28361"/>
                  <a:pt x="21600" y="28361"/>
                </a:cubicBezTo>
                <a:cubicBezTo>
                  <a:pt x="9670" y="28361"/>
                  <a:pt x="0" y="18690"/>
                  <a:pt x="0" y="6761"/>
                </a:cubicBezTo>
                <a:cubicBezTo>
                  <a:pt x="-1" y="4478"/>
                  <a:pt x="361" y="2210"/>
                  <a:pt x="1071" y="40"/>
                </a:cubicBezTo>
              </a:path>
              <a:path w="43200" h="28361" stroke="0" extrusionOk="0">
                <a:moveTo>
                  <a:pt x="42114" y="0"/>
                </a:moveTo>
                <a:cubicBezTo>
                  <a:pt x="42833" y="2181"/>
                  <a:pt x="43200" y="4463"/>
                  <a:pt x="43200" y="6761"/>
                </a:cubicBezTo>
                <a:cubicBezTo>
                  <a:pt x="43200" y="18690"/>
                  <a:pt x="33529" y="28361"/>
                  <a:pt x="21600" y="28361"/>
                </a:cubicBezTo>
                <a:cubicBezTo>
                  <a:pt x="9670" y="28361"/>
                  <a:pt x="0" y="18690"/>
                  <a:pt x="0" y="6761"/>
                </a:cubicBezTo>
                <a:cubicBezTo>
                  <a:pt x="-1" y="4478"/>
                  <a:pt x="361" y="2210"/>
                  <a:pt x="1071" y="40"/>
                </a:cubicBezTo>
                <a:lnTo>
                  <a:pt x="21600" y="6761"/>
                </a:lnTo>
                <a:lnTo>
                  <a:pt x="42114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D1A61A9A-71B8-44F8-9502-04548C1C1E24}"/>
              </a:ext>
            </a:extLst>
          </p:cNvPr>
          <p:cNvSpPr>
            <a:spLocks/>
          </p:cNvSpPr>
          <p:nvPr/>
        </p:nvSpPr>
        <p:spPr bwMode="auto">
          <a:xfrm flipV="1">
            <a:off x="1284288" y="5253038"/>
            <a:ext cx="454025" cy="573087"/>
          </a:xfrm>
          <a:custGeom>
            <a:avLst/>
            <a:gdLst>
              <a:gd name="T0" fmla="*/ 506048172 w 43200"/>
              <a:gd name="T1" fmla="*/ 0 h 30054"/>
              <a:gd name="T2" fmla="*/ 16458932 w 43200"/>
              <a:gd name="T3" fmla="*/ 124276645 h 30054"/>
              <a:gd name="T4" fmla="*/ 263535311 w 43200"/>
              <a:gd name="T5" fmla="*/ 1117727745 h 300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0054" fill="none" extrusionOk="0">
                <a:moveTo>
                  <a:pt x="41476" y="0"/>
                </a:moveTo>
                <a:cubicBezTo>
                  <a:pt x="42613" y="2673"/>
                  <a:pt x="43200" y="5548"/>
                  <a:pt x="43200" y="8454"/>
                </a:cubicBezTo>
                <a:cubicBezTo>
                  <a:pt x="43200" y="20383"/>
                  <a:pt x="33529" y="30054"/>
                  <a:pt x="21600" y="30054"/>
                </a:cubicBezTo>
                <a:cubicBezTo>
                  <a:pt x="9670" y="30054"/>
                  <a:pt x="0" y="20383"/>
                  <a:pt x="0" y="8454"/>
                </a:cubicBezTo>
                <a:cubicBezTo>
                  <a:pt x="-1" y="5889"/>
                  <a:pt x="456" y="3344"/>
                  <a:pt x="1349" y="940"/>
                </a:cubicBezTo>
              </a:path>
              <a:path w="43200" h="30054" stroke="0" extrusionOk="0">
                <a:moveTo>
                  <a:pt x="41476" y="0"/>
                </a:moveTo>
                <a:cubicBezTo>
                  <a:pt x="42613" y="2673"/>
                  <a:pt x="43200" y="5548"/>
                  <a:pt x="43200" y="8454"/>
                </a:cubicBezTo>
                <a:cubicBezTo>
                  <a:pt x="43200" y="20383"/>
                  <a:pt x="33529" y="30054"/>
                  <a:pt x="21600" y="30054"/>
                </a:cubicBezTo>
                <a:cubicBezTo>
                  <a:pt x="9670" y="30054"/>
                  <a:pt x="0" y="20383"/>
                  <a:pt x="0" y="8454"/>
                </a:cubicBezTo>
                <a:cubicBezTo>
                  <a:pt x="-1" y="5889"/>
                  <a:pt x="456" y="3344"/>
                  <a:pt x="1349" y="940"/>
                </a:cubicBezTo>
                <a:lnTo>
                  <a:pt x="21600" y="8454"/>
                </a:lnTo>
                <a:lnTo>
                  <a:pt x="41476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629550-0AC9-4A41-B3DF-9CA08E92A2F7}"/>
              </a:ext>
            </a:extLst>
          </p:cNvPr>
          <p:cNvGrpSpPr>
            <a:grpSpLocks/>
          </p:cNvGrpSpPr>
          <p:nvPr/>
        </p:nvGrpSpPr>
        <p:grpSpPr bwMode="auto">
          <a:xfrm>
            <a:off x="5108575" y="2374900"/>
            <a:ext cx="3074988" cy="3189288"/>
            <a:chOff x="413" y="874"/>
            <a:chExt cx="1937" cy="200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336D00D-E2DD-4235-9E3E-E5A3B4598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C6F0032-60E1-4520-98C8-7E1306925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8F65E5B-403F-49CB-9EEC-FE9C62E3E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464909A-AFA4-499D-B30E-D1C588F8D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6669B79-B86C-4A89-804B-5826DA41F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B876A09-2801-4572-A7B1-DD6D58061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D0DD14B-71EF-41CF-8371-BC3D802FB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en-US" altLang="zh-CN" sz="240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lang="en-US" altLang="zh-CN" sz="240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AF1906-636E-4FC0-85A8-7BE1472DF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6A3A137-9EEC-459B-A36D-A2865DD8F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1E9CE8A-454B-43AE-8273-85A48B257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89A95F3-3733-47ED-8746-290ADF26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20DDDC-0A66-4A9D-896C-430B40D6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46044B5-B33C-4290-82C2-0DF89B8D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960B838-DA07-4E7A-8C0D-5B6BEDEF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en-US" altLang="zh-CN" sz="240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sz="240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5B3C892-0BAA-4604-A2D3-44A486CBF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596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3E74633-984D-4E68-887C-F8FAA123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309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DE03B0F-2044-41FE-A3A1-2989582F9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022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D10C218-8D0E-4505-A064-141366C47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735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82323F-D8B6-4FB3-9B36-F6B376984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448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E4C08F5-716A-4169-BD3E-FFDE0519D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161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77C2283-C089-4E78-B6F0-73CC6D391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874"/>
              <a:ext cx="425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en-US" altLang="zh-CN" sz="240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sz="240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509A426-DCC4-4D67-8D27-E5D2BDF90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596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41DC1CF-DACD-43BC-8645-E56DB7AF7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309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09CB75F-41F2-4132-9EB1-B0A3230F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022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02DA5D6-DE5E-422E-8E51-9E6268C1C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735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257B5BB-E0BC-484F-838C-8B27C1B86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448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30EC7C5-31E4-4D54-9EBE-F2068FFDF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161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zh-CN" altLang="en-US" sz="240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4C9EFB5-D91E-43BD-9EDC-8135771CC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874"/>
              <a:ext cx="424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  <a:defRPr/>
              </a:pPr>
              <a:r>
                <a:rPr lang="en-US" altLang="zh-CN" sz="240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lang="en-US" altLang="zh-CN" sz="240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4FEB3488-E764-435D-B236-C69047A2B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161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FF0B49AA-24E2-4040-9876-84213E4D5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448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4CC7B16C-A1EC-4212-88F7-AD1A60BA6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735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36629D82-FBA2-4DC6-B03F-EF892F6FE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022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83">
              <a:extLst>
                <a:ext uri="{FF2B5EF4-FFF2-40B4-BE49-F238E27FC236}">
                  <a16:creationId xmlns:a16="http://schemas.microsoft.com/office/drawing/2014/main" id="{30EA4B23-4DB5-4DEC-B816-FFA5B07E0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309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84">
              <a:extLst>
                <a:ext uri="{FF2B5EF4-FFF2-40B4-BE49-F238E27FC236}">
                  <a16:creationId xmlns:a16="http://schemas.microsoft.com/office/drawing/2014/main" id="{303DF355-927E-439C-8E96-CDAE08F03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596"/>
              <a:ext cx="1699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85">
              <a:extLst>
                <a:ext uri="{FF2B5EF4-FFF2-40B4-BE49-F238E27FC236}">
                  <a16:creationId xmlns:a16="http://schemas.microsoft.com/office/drawing/2014/main" id="{132E8718-3508-44AB-BAF1-C70099766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6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86">
              <a:extLst>
                <a:ext uri="{FF2B5EF4-FFF2-40B4-BE49-F238E27FC236}">
                  <a16:creationId xmlns:a16="http://schemas.microsoft.com/office/drawing/2014/main" id="{73994C30-BAD0-448A-8745-65942450E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1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Line 87">
              <a:extLst>
                <a:ext uri="{FF2B5EF4-FFF2-40B4-BE49-F238E27FC236}">
                  <a16:creationId xmlns:a16="http://schemas.microsoft.com/office/drawing/2014/main" id="{1BB1ED8D-90EC-405F-BC80-2E10CAA7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874"/>
              <a:ext cx="0" cy="2009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CD6F71A7-17C6-4A88-9786-0DA27F95B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874"/>
              <a:ext cx="1699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Line 89">
              <a:extLst>
                <a:ext uri="{FF2B5EF4-FFF2-40B4-BE49-F238E27FC236}">
                  <a16:creationId xmlns:a16="http://schemas.microsoft.com/office/drawing/2014/main" id="{2692F1AC-FF02-4137-BF1A-0E6C4EABE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874"/>
              <a:ext cx="0" cy="2009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Line 90">
              <a:extLst>
                <a:ext uri="{FF2B5EF4-FFF2-40B4-BE49-F238E27FC236}">
                  <a16:creationId xmlns:a16="http://schemas.microsoft.com/office/drawing/2014/main" id="{BAF6565E-6133-4284-AE45-77DB4DA2A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0" y="874"/>
              <a:ext cx="0" cy="2009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Line 91">
              <a:extLst>
                <a:ext uri="{FF2B5EF4-FFF2-40B4-BE49-F238E27FC236}">
                  <a16:creationId xmlns:a16="http://schemas.microsoft.com/office/drawing/2014/main" id="{0E19A558-8CAF-416C-A7FD-DFE758188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2883"/>
              <a:ext cx="1699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32D8598-1CD7-48D4-86B0-F29B1C8AA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" y="1261"/>
              <a:ext cx="217" cy="1478"/>
            </a:xfrm>
            <a:custGeom>
              <a:avLst/>
              <a:gdLst>
                <a:gd name="T0" fmla="*/ 196 w 217"/>
                <a:gd name="T1" fmla="*/ 1478 h 1478"/>
                <a:gd name="T2" fmla="*/ 0 w 217"/>
                <a:gd name="T3" fmla="*/ 1478 h 1478"/>
                <a:gd name="T4" fmla="*/ 0 w 217"/>
                <a:gd name="T5" fmla="*/ 0 h 1478"/>
                <a:gd name="T6" fmla="*/ 217 w 217"/>
                <a:gd name="T7" fmla="*/ 0 h 1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1478">
                  <a:moveTo>
                    <a:pt x="196" y="1478"/>
                  </a:moveTo>
                  <a:lnTo>
                    <a:pt x="0" y="1478"/>
                  </a:lnTo>
                  <a:lnTo>
                    <a:pt x="0" y="0"/>
                  </a:lnTo>
                  <a:lnTo>
                    <a:pt x="217" y="0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4" name="Group 93">
            <a:extLst>
              <a:ext uri="{FF2B5EF4-FFF2-40B4-BE49-F238E27FC236}">
                <a16:creationId xmlns:a16="http://schemas.microsoft.com/office/drawing/2014/main" id="{9EA52DB0-3B6D-4ABA-9867-278F498D6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399172"/>
              </p:ext>
            </p:extLst>
          </p:nvPr>
        </p:nvGraphicFramePr>
        <p:xfrm>
          <a:off x="5486401" y="5686425"/>
          <a:ext cx="2697162" cy="457200"/>
        </p:xfrm>
        <a:graphic>
          <a:graphicData uri="http://schemas.openxmlformats.org/drawingml/2006/table">
            <a:tbl>
              <a:tblPr/>
              <a:tblGrid>
                <a:gridCol w="67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" name="Freeform 105">
            <a:extLst>
              <a:ext uri="{FF2B5EF4-FFF2-40B4-BE49-F238E27FC236}">
                <a16:creationId xmlns:a16="http://schemas.microsoft.com/office/drawing/2014/main" id="{9552A712-EDB1-42CD-8B00-5024BCFF65D7}"/>
              </a:ext>
            </a:extLst>
          </p:cNvPr>
          <p:cNvSpPr>
            <a:spLocks/>
          </p:cNvSpPr>
          <p:nvPr/>
        </p:nvSpPr>
        <p:spPr bwMode="auto">
          <a:xfrm>
            <a:off x="4987925" y="2913063"/>
            <a:ext cx="482600" cy="3001962"/>
          </a:xfrm>
          <a:custGeom>
            <a:avLst/>
            <a:gdLst>
              <a:gd name="T0" fmla="*/ 2147483647 w 304"/>
              <a:gd name="T1" fmla="*/ 2147483647 h 1924"/>
              <a:gd name="T2" fmla="*/ 0 w 304"/>
              <a:gd name="T3" fmla="*/ 2147483647 h 1924"/>
              <a:gd name="T4" fmla="*/ 0 w 304"/>
              <a:gd name="T5" fmla="*/ 0 h 1924"/>
              <a:gd name="T6" fmla="*/ 2147483647 w 304"/>
              <a:gd name="T7" fmla="*/ 0 h 1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04" h="1924">
                <a:moveTo>
                  <a:pt x="294" y="1924"/>
                </a:moveTo>
                <a:lnTo>
                  <a:pt x="0" y="1924"/>
                </a:lnTo>
                <a:lnTo>
                  <a:pt x="0" y="0"/>
                </a:lnTo>
                <a:lnTo>
                  <a:pt x="304" y="0"/>
                </a:lnTo>
              </a:path>
            </a:pathLst>
          </a:custGeom>
          <a:noFill/>
          <a:ln w="38100" cap="flat" cmpd="sng">
            <a:solidFill>
              <a:srgbClr val="002060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6" name="Group 106">
            <a:extLst>
              <a:ext uri="{FF2B5EF4-FFF2-40B4-BE49-F238E27FC236}">
                <a16:creationId xmlns:a16="http://schemas.microsoft.com/office/drawing/2014/main" id="{DCFA11EB-1975-431D-9103-B6A3DB302138}"/>
              </a:ext>
            </a:extLst>
          </p:cNvPr>
          <p:cNvGrpSpPr>
            <a:grpSpLocks/>
          </p:cNvGrpSpPr>
          <p:nvPr/>
        </p:nvGrpSpPr>
        <p:grpSpPr bwMode="auto">
          <a:xfrm>
            <a:off x="501650" y="6105525"/>
            <a:ext cx="4243388" cy="519113"/>
            <a:chOff x="316" y="3846"/>
            <a:chExt cx="2673" cy="327"/>
          </a:xfrm>
        </p:grpSpPr>
        <p:sp>
          <p:nvSpPr>
            <p:cNvPr id="97" name="Text Box 107">
              <a:extLst>
                <a:ext uri="{FF2B5EF4-FFF2-40B4-BE49-F238E27FC236}">
                  <a16:creationId xmlns:a16="http://schemas.microsoft.com/office/drawing/2014/main" id="{EDD2172C-17CA-4742-B733-8C20FADAD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" y="3846"/>
              <a:ext cx="2673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8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+Q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800" baseline="30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" name="Line 108">
              <a:extLst>
                <a:ext uri="{FF2B5EF4-FFF2-40B4-BE49-F238E27FC236}">
                  <a16:creationId xmlns:a16="http://schemas.microsoft.com/office/drawing/2014/main" id="{7ECDCE84-802A-4920-B225-2D635F16D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Line 109">
              <a:extLst>
                <a:ext uri="{FF2B5EF4-FFF2-40B4-BE49-F238E27FC236}">
                  <a16:creationId xmlns:a16="http://schemas.microsoft.com/office/drawing/2014/main" id="{3C1E739E-E03A-4806-8723-B335688C9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110">
              <a:extLst>
                <a:ext uri="{FF2B5EF4-FFF2-40B4-BE49-F238E27FC236}">
                  <a16:creationId xmlns:a16="http://schemas.microsoft.com/office/drawing/2014/main" id="{475D63DD-EE45-41AA-9A5F-09B289DE2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1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Line 111">
              <a:extLst>
                <a:ext uri="{FF2B5EF4-FFF2-40B4-BE49-F238E27FC236}">
                  <a16:creationId xmlns:a16="http://schemas.microsoft.com/office/drawing/2014/main" id="{125F84AB-159E-455C-B744-CA65A8F20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334201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47" grpId="0" animBg="1" autoUpdateAnimBg="0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E29A16-3639-438F-923C-7356AC0E46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20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563E7-5388-4E97-A6B8-B6901C7CCCC5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885825"/>
            <a:ext cx="2682875" cy="434975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修改后的电路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B6E9B-0926-4980-8429-C1811C68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194050"/>
            <a:ext cx="30416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修改后的工作循环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FAA75A8-56A8-44CF-A684-BE10E3B83488}"/>
              </a:ext>
            </a:extLst>
          </p:cNvPr>
          <p:cNvGrpSpPr>
            <a:grpSpLocks/>
          </p:cNvGrpSpPr>
          <p:nvPr/>
        </p:nvGrpSpPr>
        <p:grpSpPr bwMode="auto">
          <a:xfrm>
            <a:off x="350837" y="4049992"/>
            <a:ext cx="6999288" cy="2300288"/>
            <a:chOff x="245" y="2526"/>
            <a:chExt cx="4409" cy="1449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A1BFD6E3-9E5C-463C-981B-C5CB4A3900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" y="2526"/>
            <a:ext cx="4409" cy="1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4" name="BMP 图像" r:id="rId3" imgW="5447619" imgH="1790476" progId="Paint.Picture">
                    <p:embed/>
                  </p:oleObj>
                </mc:Choice>
                <mc:Fallback>
                  <p:oleObj name="BMP 图像" r:id="rId3" imgW="5447619" imgH="1790476" progId="Paint.Picture">
                    <p:embed/>
                    <p:pic>
                      <p:nvPicPr>
                        <p:cNvPr id="72768" name="Object 5">
                          <a:extLst>
                            <a:ext uri="{FF2B5EF4-FFF2-40B4-BE49-F238E27FC236}">
                              <a16:creationId xmlns:a16="http://schemas.microsoft.com/office/drawing/2014/main" id="{75090510-0628-469B-93FB-94F48B0686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" y="2526"/>
                          <a:ext cx="4409" cy="1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A32F4A-DD6A-456C-BA17-D94D194E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2663"/>
              <a:ext cx="174" cy="239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19F569-B647-47D1-8FDE-2EDDF63E2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" y="3152"/>
              <a:ext cx="174" cy="239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87743C2D-E58C-44AF-B5C3-7AEA2F537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2614"/>
              <a:ext cx="32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C69098E1-C4DD-40C4-8290-65EBE3388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" y="3127"/>
              <a:ext cx="32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13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B89870-6D44-49D8-ACAD-F78FD904D59B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1889125"/>
            <a:ext cx="4243388" cy="519113"/>
            <a:chOff x="316" y="3846"/>
            <a:chExt cx="2673" cy="327"/>
          </a:xfrm>
        </p:grpSpPr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CD39F98E-478C-4189-AA65-7683F6D10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" y="3846"/>
              <a:ext cx="2673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637CDF4A-53BB-406B-80A5-B2025C643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7AFB6A27-23AA-4A2D-9FD3-67028013D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7E897581-4D35-4650-83CE-6B0D7179A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1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35EF84D0-AD13-4379-A8D1-9CA6B3048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3890"/>
              <a:ext cx="163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69">
            <a:extLst>
              <a:ext uri="{FF2B5EF4-FFF2-40B4-BE49-F238E27FC236}">
                <a16:creationId xmlns:a16="http://schemas.microsoft.com/office/drawing/2014/main" id="{470670C2-FB38-4E64-8EFA-C9310D22E3C6}"/>
              </a:ext>
            </a:extLst>
          </p:cNvPr>
          <p:cNvGrpSpPr>
            <a:grpSpLocks/>
          </p:cNvGrpSpPr>
          <p:nvPr/>
        </p:nvGrpSpPr>
        <p:grpSpPr bwMode="auto">
          <a:xfrm>
            <a:off x="4548188" y="630582"/>
            <a:ext cx="3983037" cy="3709988"/>
            <a:chOff x="2871" y="128"/>
            <a:chExt cx="2509" cy="233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47FE71-C1CD-4D17-B5BE-3F4C77D9E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162"/>
              <a:ext cx="1662" cy="9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D932869E-7DF9-4926-9272-83EFEC71B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1162"/>
              <a:ext cx="113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9340FA2A-127D-4C9A-9F7F-0D5504F17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1508"/>
              <a:ext cx="94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194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E9B3663E-1899-451F-BD1F-05762AEDF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3" y="1827"/>
              <a:ext cx="73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75DADFD6-29B9-4674-9080-229803C77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397"/>
              <a:ext cx="40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365A08E-1F98-45C3-9BCC-064E9C1FE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560"/>
              <a:ext cx="45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9E1FF585-56F9-490C-B839-7C1B68226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9" y="1725"/>
              <a:ext cx="4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67FC35E4-1B0A-4F2B-BC0A-E6366D8E5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1835"/>
              <a:ext cx="41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zh-CN" altLang="en-US" sz="24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A07114CB-3487-4D25-AD27-5C6D6C2C9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89"/>
              <a:ext cx="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9FC37ECB-59DB-4D70-836E-F7E83A64D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9" y="2177"/>
              <a:ext cx="46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“1”</a:t>
              </a: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CE153FBF-97EE-4786-B1A2-A6BFE8BF4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2120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578DE570-4D84-41AE-AAC9-2E9B9E986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0" y="936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4305235E-36E2-4C9E-873E-5B067F928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0" y="925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73AC53DE-30D2-42A9-A026-109536A84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0" y="925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3F7BA660-EFE8-4C35-A4D5-BDC3CD2246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0" y="936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0092842-8756-4344-B1B4-EB643E3C0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3" y="720"/>
              <a:ext cx="196" cy="216"/>
              <a:chOff x="2706" y="1512"/>
              <a:chExt cx="196" cy="216"/>
            </a:xfrm>
          </p:grpSpPr>
          <p:sp>
            <p:nvSpPr>
              <p:cNvPr id="68" name="Rectangle 33">
                <a:extLst>
                  <a:ext uri="{FF2B5EF4-FFF2-40B4-BE49-F238E27FC236}">
                    <a16:creationId xmlns:a16="http://schemas.microsoft.com/office/drawing/2014/main" id="{3F152930-43DC-4575-B93E-97219DAA2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6" y="1608"/>
                <a:ext cx="196" cy="1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Oval 34">
                <a:extLst>
                  <a:ext uri="{FF2B5EF4-FFF2-40B4-BE49-F238E27FC236}">
                    <a16:creationId xmlns:a16="http://schemas.microsoft.com/office/drawing/2014/main" id="{AF56B6E3-C08B-44A5-93E2-622F80159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0" y="1512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Group 35">
              <a:extLst>
                <a:ext uri="{FF2B5EF4-FFF2-40B4-BE49-F238E27FC236}">
                  <a16:creationId xmlns:a16="http://schemas.microsoft.com/office/drawing/2014/main" id="{D1255FD1-0A34-4DD4-8B65-6D398786E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709"/>
              <a:ext cx="196" cy="216"/>
              <a:chOff x="2706" y="1512"/>
              <a:chExt cx="196" cy="216"/>
            </a:xfrm>
          </p:grpSpPr>
          <p:sp>
            <p:nvSpPr>
              <p:cNvPr id="66" name="Rectangle 36">
                <a:extLst>
                  <a:ext uri="{FF2B5EF4-FFF2-40B4-BE49-F238E27FC236}">
                    <a16:creationId xmlns:a16="http://schemas.microsoft.com/office/drawing/2014/main" id="{FC8167EA-CD2F-4157-AAC5-C087773B1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6" y="1608"/>
                <a:ext cx="196" cy="1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Oval 37">
                <a:extLst>
                  <a:ext uri="{FF2B5EF4-FFF2-40B4-BE49-F238E27FC236}">
                    <a16:creationId xmlns:a16="http://schemas.microsoft.com/office/drawing/2014/main" id="{AE83946C-D7D2-4968-9725-D22E52BDF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0" y="1512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8">
              <a:extLst>
                <a:ext uri="{FF2B5EF4-FFF2-40B4-BE49-F238E27FC236}">
                  <a16:creationId xmlns:a16="http://schemas.microsoft.com/office/drawing/2014/main" id="{3562156B-F3B3-4EE8-9F52-54D51C5DAB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2" y="709"/>
              <a:ext cx="196" cy="216"/>
              <a:chOff x="2706" y="1512"/>
              <a:chExt cx="196" cy="216"/>
            </a:xfrm>
          </p:grpSpPr>
          <p:sp>
            <p:nvSpPr>
              <p:cNvPr id="64" name="Rectangle 39">
                <a:extLst>
                  <a:ext uri="{FF2B5EF4-FFF2-40B4-BE49-F238E27FC236}">
                    <a16:creationId xmlns:a16="http://schemas.microsoft.com/office/drawing/2014/main" id="{21ECE165-D1CF-4957-B8A7-A45AB052D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6" y="1608"/>
                <a:ext cx="196" cy="1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Oval 40">
                <a:extLst>
                  <a:ext uri="{FF2B5EF4-FFF2-40B4-BE49-F238E27FC236}">
                    <a16:creationId xmlns:a16="http://schemas.microsoft.com/office/drawing/2014/main" id="{A1A8343E-B544-45E0-944F-89A2B8C88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0" y="1512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Group 41">
              <a:extLst>
                <a:ext uri="{FF2B5EF4-FFF2-40B4-BE49-F238E27FC236}">
                  <a16:creationId xmlns:a16="http://schemas.microsoft.com/office/drawing/2014/main" id="{257A4462-30D1-41F4-B9A7-58400F272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2" y="709"/>
              <a:ext cx="196" cy="216"/>
              <a:chOff x="2706" y="1512"/>
              <a:chExt cx="196" cy="216"/>
            </a:xfrm>
          </p:grpSpPr>
          <p:sp>
            <p:nvSpPr>
              <p:cNvPr id="62" name="Rectangle 42">
                <a:extLst>
                  <a:ext uri="{FF2B5EF4-FFF2-40B4-BE49-F238E27FC236}">
                    <a16:creationId xmlns:a16="http://schemas.microsoft.com/office/drawing/2014/main" id="{29C2EA67-7E63-4772-A85E-25E00F3A1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6" y="1608"/>
                <a:ext cx="196" cy="1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Oval 43">
                <a:extLst>
                  <a:ext uri="{FF2B5EF4-FFF2-40B4-BE49-F238E27FC236}">
                    <a16:creationId xmlns:a16="http://schemas.microsoft.com/office/drawing/2014/main" id="{21AAFD9B-3151-47FE-8CD1-835D1BE90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0" y="1512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85C303D6-B644-4B1D-A833-587FC9301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5" y="153"/>
              <a:ext cx="348" cy="5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45">
              <a:extLst>
                <a:ext uri="{FF2B5EF4-FFF2-40B4-BE49-F238E27FC236}">
                  <a16:creationId xmlns:a16="http://schemas.microsoft.com/office/drawing/2014/main" id="{32817532-BD2C-4600-99E0-4A213D38C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142"/>
              <a:ext cx="0" cy="5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46">
              <a:extLst>
                <a:ext uri="{FF2B5EF4-FFF2-40B4-BE49-F238E27FC236}">
                  <a16:creationId xmlns:a16="http://schemas.microsoft.com/office/drawing/2014/main" id="{FE5A738F-C3C1-414E-91E2-AF761CF91E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8" y="414"/>
              <a:ext cx="1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Oval 47">
              <a:extLst>
                <a:ext uri="{FF2B5EF4-FFF2-40B4-BE49-F238E27FC236}">
                  <a16:creationId xmlns:a16="http://schemas.microsoft.com/office/drawing/2014/main" id="{2ABA59B9-71A3-4F7D-B59B-9448F190D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338"/>
              <a:ext cx="87" cy="8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C86DB02F-580E-4F3A-AE67-6106BD22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664"/>
              <a:ext cx="326" cy="1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Oval 49">
              <a:extLst>
                <a:ext uri="{FF2B5EF4-FFF2-40B4-BE49-F238E27FC236}">
                  <a16:creationId xmlns:a16="http://schemas.microsoft.com/office/drawing/2014/main" id="{865D8756-D73B-4ABA-BC46-B53E08CFF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825"/>
              <a:ext cx="97" cy="9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50">
              <a:extLst>
                <a:ext uri="{FF2B5EF4-FFF2-40B4-BE49-F238E27FC236}">
                  <a16:creationId xmlns:a16="http://schemas.microsoft.com/office/drawing/2014/main" id="{921DB16E-77FB-4082-86E2-F8A4A2AED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370"/>
              <a:ext cx="293" cy="283"/>
            </a:xfrm>
            <a:custGeom>
              <a:avLst/>
              <a:gdLst>
                <a:gd name="T0" fmla="*/ 293 w 293"/>
                <a:gd name="T1" fmla="*/ 0 h 283"/>
                <a:gd name="T2" fmla="*/ 0 w 293"/>
                <a:gd name="T3" fmla="*/ 0 h 283"/>
                <a:gd name="T4" fmla="*/ 0 w 293"/>
                <a:gd name="T5" fmla="*/ 283 h 2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3" h="283">
                  <a:moveTo>
                    <a:pt x="293" y="0"/>
                  </a:moveTo>
                  <a:lnTo>
                    <a:pt x="0" y="0"/>
                  </a:lnTo>
                  <a:lnTo>
                    <a:pt x="0" y="28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Freeform 51">
              <a:extLst>
                <a:ext uri="{FF2B5EF4-FFF2-40B4-BE49-F238E27FC236}">
                  <a16:creationId xmlns:a16="http://schemas.microsoft.com/office/drawing/2014/main" id="{9E422A3E-C90B-4F34-B91B-0B522DDFF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" y="914"/>
              <a:ext cx="402" cy="608"/>
            </a:xfrm>
            <a:custGeom>
              <a:avLst/>
              <a:gdLst>
                <a:gd name="T0" fmla="*/ 0 w 402"/>
                <a:gd name="T1" fmla="*/ 0 h 608"/>
                <a:gd name="T2" fmla="*/ 0 w 402"/>
                <a:gd name="T3" fmla="*/ 608 h 608"/>
                <a:gd name="T4" fmla="*/ 402 w 402"/>
                <a:gd name="T5" fmla="*/ 608 h 6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2" h="608">
                  <a:moveTo>
                    <a:pt x="0" y="0"/>
                  </a:moveTo>
                  <a:lnTo>
                    <a:pt x="0" y="608"/>
                  </a:lnTo>
                  <a:lnTo>
                    <a:pt x="402" y="60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Text Box 52">
              <a:extLst>
                <a:ext uri="{FF2B5EF4-FFF2-40B4-BE49-F238E27FC236}">
                  <a16:creationId xmlns:a16="http://schemas.microsoft.com/office/drawing/2014/main" id="{83DB83CE-BAC9-4FA4-9071-81CF05673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73"/>
              <a:ext cx="262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&gt;1</a:t>
              </a:r>
            </a:p>
          </p:txBody>
        </p:sp>
        <p:sp>
          <p:nvSpPr>
            <p:cNvPr id="46" name="Freeform 53">
              <a:extLst>
                <a:ext uri="{FF2B5EF4-FFF2-40B4-BE49-F238E27FC236}">
                  <a16:creationId xmlns:a16="http://schemas.microsoft.com/office/drawing/2014/main" id="{010444DA-F8C5-48BE-BDF7-48B1AB18C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610"/>
              <a:ext cx="576" cy="423"/>
            </a:xfrm>
            <a:custGeom>
              <a:avLst/>
              <a:gdLst>
                <a:gd name="T0" fmla="*/ 0 w 576"/>
                <a:gd name="T1" fmla="*/ 0 h 423"/>
                <a:gd name="T2" fmla="*/ 119 w 576"/>
                <a:gd name="T3" fmla="*/ 0 h 423"/>
                <a:gd name="T4" fmla="*/ 119 w 576"/>
                <a:gd name="T5" fmla="*/ 423 h 423"/>
                <a:gd name="T6" fmla="*/ 576 w 576"/>
                <a:gd name="T7" fmla="*/ 423 h 4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423">
                  <a:moveTo>
                    <a:pt x="0" y="0"/>
                  </a:moveTo>
                  <a:lnTo>
                    <a:pt x="119" y="0"/>
                  </a:lnTo>
                  <a:lnTo>
                    <a:pt x="119" y="423"/>
                  </a:lnTo>
                  <a:lnTo>
                    <a:pt x="576" y="42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54">
              <a:extLst>
                <a:ext uri="{FF2B5EF4-FFF2-40B4-BE49-F238E27FC236}">
                  <a16:creationId xmlns:a16="http://schemas.microsoft.com/office/drawing/2014/main" id="{5BE3C75C-ACAC-43FA-8ABA-75E07434D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501"/>
              <a:ext cx="1087" cy="228"/>
            </a:xfrm>
            <a:custGeom>
              <a:avLst/>
              <a:gdLst>
                <a:gd name="T0" fmla="*/ 0 w 1087"/>
                <a:gd name="T1" fmla="*/ 0 h 228"/>
                <a:gd name="T2" fmla="*/ 1087 w 1087"/>
                <a:gd name="T3" fmla="*/ 0 h 228"/>
                <a:gd name="T4" fmla="*/ 1087 w 1087"/>
                <a:gd name="T5" fmla="*/ 228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7" h="228">
                  <a:moveTo>
                    <a:pt x="0" y="0"/>
                  </a:moveTo>
                  <a:lnTo>
                    <a:pt x="1087" y="0"/>
                  </a:lnTo>
                  <a:lnTo>
                    <a:pt x="1087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55">
              <a:extLst>
                <a:ext uri="{FF2B5EF4-FFF2-40B4-BE49-F238E27FC236}">
                  <a16:creationId xmlns:a16="http://schemas.microsoft.com/office/drawing/2014/main" id="{D369BD3B-BBC0-4597-AFF0-A13B3D01D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349"/>
              <a:ext cx="326" cy="369"/>
            </a:xfrm>
            <a:custGeom>
              <a:avLst/>
              <a:gdLst>
                <a:gd name="T0" fmla="*/ 0 w 315"/>
                <a:gd name="T1" fmla="*/ 0 h 369"/>
                <a:gd name="T2" fmla="*/ 361 w 315"/>
                <a:gd name="T3" fmla="*/ 0 h 369"/>
                <a:gd name="T4" fmla="*/ 361 w 315"/>
                <a:gd name="T5" fmla="*/ 369 h 3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" h="369">
                  <a:moveTo>
                    <a:pt x="0" y="0"/>
                  </a:moveTo>
                  <a:lnTo>
                    <a:pt x="315" y="0"/>
                  </a:lnTo>
                  <a:lnTo>
                    <a:pt x="315" y="36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Freeform 56">
              <a:extLst>
                <a:ext uri="{FF2B5EF4-FFF2-40B4-BE49-F238E27FC236}">
                  <a16:creationId xmlns:a16="http://schemas.microsoft.com/office/drawing/2014/main" id="{1C5EB43C-5495-433C-A1C5-5C8C34A36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73"/>
              <a:ext cx="587" cy="445"/>
            </a:xfrm>
            <a:custGeom>
              <a:avLst/>
              <a:gdLst>
                <a:gd name="T0" fmla="*/ 0 w 565"/>
                <a:gd name="T1" fmla="*/ 0 h 445"/>
                <a:gd name="T2" fmla="*/ 659 w 565"/>
                <a:gd name="T3" fmla="*/ 0 h 445"/>
                <a:gd name="T4" fmla="*/ 659 w 565"/>
                <a:gd name="T5" fmla="*/ 445 h 4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5" h="445">
                  <a:moveTo>
                    <a:pt x="0" y="0"/>
                  </a:moveTo>
                  <a:lnTo>
                    <a:pt x="565" y="0"/>
                  </a:lnTo>
                  <a:lnTo>
                    <a:pt x="565" y="44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Freeform 57">
              <a:extLst>
                <a:ext uri="{FF2B5EF4-FFF2-40B4-BE49-F238E27FC236}">
                  <a16:creationId xmlns:a16="http://schemas.microsoft.com/office/drawing/2014/main" id="{856BDFF1-5BAC-42C8-92BC-33885DACA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97"/>
              <a:ext cx="815" cy="521"/>
            </a:xfrm>
            <a:custGeom>
              <a:avLst/>
              <a:gdLst>
                <a:gd name="T0" fmla="*/ 0 w 815"/>
                <a:gd name="T1" fmla="*/ 0 h 521"/>
                <a:gd name="T2" fmla="*/ 815 w 815"/>
                <a:gd name="T3" fmla="*/ 0 h 521"/>
                <a:gd name="T4" fmla="*/ 815 w 815"/>
                <a:gd name="T5" fmla="*/ 521 h 5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5" h="521">
                  <a:moveTo>
                    <a:pt x="0" y="0"/>
                  </a:moveTo>
                  <a:lnTo>
                    <a:pt x="815" y="0"/>
                  </a:lnTo>
                  <a:lnTo>
                    <a:pt x="815" y="52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58">
              <a:extLst>
                <a:ext uri="{FF2B5EF4-FFF2-40B4-BE49-F238E27FC236}">
                  <a16:creationId xmlns:a16="http://schemas.microsoft.com/office/drawing/2014/main" id="{7691D14A-C35D-43D1-97E3-120C73C75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" y="662"/>
              <a:ext cx="293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52" name="Text Box 59">
              <a:extLst>
                <a:ext uri="{FF2B5EF4-FFF2-40B4-BE49-F238E27FC236}">
                  <a16:creationId xmlns:a16="http://schemas.microsoft.com/office/drawing/2014/main" id="{9EBEAF38-EEA7-4C10-95F4-E07C9C5A1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" y="128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53" name="Text Box 60">
              <a:extLst>
                <a:ext uri="{FF2B5EF4-FFF2-40B4-BE49-F238E27FC236}">
                  <a16:creationId xmlns:a16="http://schemas.microsoft.com/office/drawing/2014/main" id="{D544A6B6-7206-4944-9A35-7F9D04A52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776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4" name="Text Box 61">
              <a:extLst>
                <a:ext uri="{FF2B5EF4-FFF2-40B4-BE49-F238E27FC236}">
                  <a16:creationId xmlns:a16="http://schemas.microsoft.com/office/drawing/2014/main" id="{97A1FC0D-A7ED-47E9-B1F8-01A1FA4A2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776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" name="Text Box 62">
              <a:extLst>
                <a:ext uri="{FF2B5EF4-FFF2-40B4-BE49-F238E27FC236}">
                  <a16:creationId xmlns:a16="http://schemas.microsoft.com/office/drawing/2014/main" id="{77209DE2-3E13-4FEC-B38A-AC404AE5D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4" y="776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" name="Text Box 63">
              <a:extLst>
                <a:ext uri="{FF2B5EF4-FFF2-40B4-BE49-F238E27FC236}">
                  <a16:creationId xmlns:a16="http://schemas.microsoft.com/office/drawing/2014/main" id="{8399FF68-DF52-4914-81CE-0D6DC164E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784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7" name="Text Box 64">
              <a:extLst>
                <a:ext uri="{FF2B5EF4-FFF2-40B4-BE49-F238E27FC236}">
                  <a16:creationId xmlns:a16="http://schemas.microsoft.com/office/drawing/2014/main" id="{D939F4CB-6D25-4870-BFEC-0C1F980D4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648"/>
              <a:ext cx="304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" name="Line 65">
              <a:extLst>
                <a:ext uri="{FF2B5EF4-FFF2-40B4-BE49-F238E27FC236}">
                  <a16:creationId xmlns:a16="http://schemas.microsoft.com/office/drawing/2014/main" id="{21043110-C693-4E8D-AB69-03F0F83EE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" y="400"/>
              <a:ext cx="5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66">
              <a:extLst>
                <a:ext uri="{FF2B5EF4-FFF2-40B4-BE49-F238E27FC236}">
                  <a16:creationId xmlns:a16="http://schemas.microsoft.com/office/drawing/2014/main" id="{AA28A9C0-D7D1-48D3-9A87-BECDABB6D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2120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67">
              <a:extLst>
                <a:ext uri="{FF2B5EF4-FFF2-40B4-BE49-F238E27FC236}">
                  <a16:creationId xmlns:a16="http://schemas.microsoft.com/office/drawing/2014/main" id="{FB51968B-0BBE-4296-9352-0592C4F2F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6" y="2392"/>
              <a:ext cx="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AutoShape 68">
              <a:extLst>
                <a:ext uri="{FF2B5EF4-FFF2-40B4-BE49-F238E27FC236}">
                  <a16:creationId xmlns:a16="http://schemas.microsoft.com/office/drawing/2014/main" id="{AE51A80D-5C0E-43A7-AC5A-4357BAD236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84" y="1673"/>
              <a:ext cx="137" cy="119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0626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AA497F-3EAB-45E2-A7B0-3983F1B689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21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792CBB-8C17-4D78-97CB-DFC6EF692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7938" y="309563"/>
            <a:ext cx="6953250" cy="588962"/>
          </a:xfrm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8.2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endParaRPr lang="en-US" altLang="zh-CN" sz="3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837DB9-256E-4063-8F03-9326C1FC7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98" y="711476"/>
            <a:ext cx="7489825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概述：计数器的定义、分类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4A90E5-41E3-4CB3-A3C5-06E7268941C1}"/>
              </a:ext>
            </a:extLst>
          </p:cNvPr>
          <p:cNvSpPr txBox="1">
            <a:spLocks noChangeArrowheads="1"/>
          </p:cNvSpPr>
          <p:nvPr/>
        </p:nvSpPr>
        <p:spPr>
          <a:xfrm>
            <a:off x="596348" y="1497494"/>
            <a:ext cx="7391400" cy="6096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kumimoji="1" sz="28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 kumimoji="1" sz="28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 kumimoji="1" sz="24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用来累计时钟脉冲个数的逻辑电路。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0D0BD10-EBEA-43B5-BF04-7F6F4DC2F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48" y="2008669"/>
            <a:ext cx="78486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■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分类：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①</a:t>
            </a:r>
            <a:r>
              <a:rPr kumimoji="1"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按工作方式分：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同步计数器和异步计数器；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1310601-7816-4659-9239-B73730D63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8" y="2945294"/>
            <a:ext cx="785971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按功能分：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加法计数器、减法计数器和可逆计数器。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5FB72B4-39D2-47D4-B27D-1EE87FF34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673" y="3531082"/>
            <a:ext cx="7772400" cy="8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按照计数过程中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数字的编码方式分：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二进制计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数器、二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十进制计数器、循环码计数器等。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FF5BA3D9-4BE1-4D6E-B4B6-D272AE054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11" y="4385157"/>
            <a:ext cx="7920037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④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按照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计数容量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可分为：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十进制计数器、十六              进制计数器、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进制计数器等。</a:t>
            </a:r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85DBC948-5442-47FB-A59D-1FD92127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711" y="1865794"/>
            <a:ext cx="4546600" cy="2189163"/>
          </a:xfrm>
          <a:prstGeom prst="wedgeEllipseCallout">
            <a:avLst>
              <a:gd name="adj1" fmla="val -48079"/>
              <a:gd name="adj2" fmla="val 74005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计数器中能计到的最大数。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位二进制计数器的容量为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baseline="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–1,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也称为模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baseline="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的计数器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C156F7E2-93D9-40D1-BD5B-4BE64542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73" y="5466244"/>
            <a:ext cx="828357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■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计数器的作用：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累计输入脉冲的个数；用于定时、分频、产生节拍脉冲及进行数字运算等等。</a:t>
            </a:r>
          </a:p>
        </p:txBody>
      </p:sp>
    </p:spTree>
    <p:extLst>
      <p:ext uri="{BB962C8B-B14F-4D97-AF65-F5344CB8AC3E}">
        <p14:creationId xmlns:p14="http://schemas.microsoft.com/office/powerpoint/2010/main" val="247154160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utoUpdateAnimBg="0"/>
      <p:bldP spid="9" grpId="0" autoUpdateAnimBg="0"/>
      <p:bldP spid="10" grpId="0" autoUpdateAnimBg="0"/>
      <p:bldP spid="11" grpId="0" autoUpdateAnimBg="0"/>
      <p:bldP spid="12" grpId="0" animBg="1" autoUpdateAnimBg="0"/>
      <p:bldP spid="1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D870EC-E9CC-4FF3-95A3-48DA925907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22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5DD78-FA2D-4FF3-AB4D-F50523FEBC3D}"/>
              </a:ext>
            </a:extLst>
          </p:cNvPr>
          <p:cNvSpPr txBox="1">
            <a:spLocks noChangeArrowheads="1"/>
          </p:cNvSpPr>
          <p:nvPr/>
        </p:nvSpPr>
        <p:spPr>
          <a:xfrm>
            <a:off x="53023" y="779748"/>
            <a:ext cx="8991600" cy="517525"/>
          </a:xfrm>
          <a:prstGeom prst="rect">
            <a:avLst/>
          </a:prstGeom>
          <a:noFill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一、二进制加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减计数器的设计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1FD54B8-3744-40C7-B9AC-3F03983ED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8" y="1331023"/>
            <a:ext cx="899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、用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触发器构成同步二进制加法计数器：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B47566-35B0-4CF6-9458-E04DC352D3B7}"/>
              </a:ext>
            </a:extLst>
          </p:cNvPr>
          <p:cNvGrpSpPr>
            <a:grpSpLocks/>
          </p:cNvGrpSpPr>
          <p:nvPr/>
        </p:nvGrpSpPr>
        <p:grpSpPr bwMode="auto">
          <a:xfrm>
            <a:off x="1043623" y="2411126"/>
            <a:ext cx="7467600" cy="4195763"/>
            <a:chOff x="470" y="1348"/>
            <a:chExt cx="4704" cy="2643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0B2BAD93-67A3-464A-A8A7-E4538EB6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3220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15  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951CC118-4840-4B12-ABD5-773DDF89C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2212"/>
              <a:ext cx="22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2       0    0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4C30E29-354D-4793-A0C7-0E45D8183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3460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7   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A46DE032-3A55-4960-92BD-64F1F0489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3700"/>
              <a:ext cx="21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8   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  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9611BCDA-855A-4689-9062-A0861AB04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1732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F0C754F4-74FF-464E-9CC0-5F1D69086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" y="1972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1       0    0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F2F55EE-C0D0-4DDA-8D50-13BC7D48E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2452"/>
              <a:ext cx="2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3       0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826CF544-10D6-4CB9-8602-1DA2A7EBF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2692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4       0    1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A0242F40-4EE5-43E7-8456-B6FA0BDF5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2980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5       0    1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2BB6F6E6-3C32-4B78-B99D-7405388E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3220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6       0    1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CAC8B621-7A94-4352-B7CC-282313FCA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6" y="1732"/>
              <a:ext cx="23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9       1    0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54F166CB-0988-47BE-B969-B07893C9D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8" y="1972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10      1    0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4180BBF9-A36C-427C-8948-CC3BF09F1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2" y="2212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11      1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7D140BE2-736C-4B9B-94B4-3DE3E5D8F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0" y="2484"/>
              <a:ext cx="2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12      1    1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373DD4FF-48E8-4170-86AC-BEDD040A4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2740"/>
              <a:ext cx="22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13      1    1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03F9D262-25EE-4CC1-A815-B2BD1CF8C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2980"/>
              <a:ext cx="2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14      1    1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BBE095FA-24C6-4F1E-BCF7-9DC862095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3460"/>
              <a:ext cx="2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16  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96B24BDB-4C90-440D-BECC-4846961B9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" y="3988"/>
              <a:ext cx="451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2CDE99EF-A497-413A-A16F-1E37898DD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1" y="1349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B780117C-F2FA-4667-B156-6FD34C8BF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" y="1348"/>
              <a:ext cx="4512" cy="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98041350-359B-4424-B29D-684980D48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1396"/>
              <a:ext cx="21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    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      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E3A6BB33-E48C-4960-A07C-026C72CF4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" y="1684"/>
              <a:ext cx="450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B1C79FF-74E9-442E-A39F-557615284D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6" y="1348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70C975C-C6FC-4F33-95F4-D3F4ACC33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9" y="1349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04E01375-F5E9-434C-A2CE-D950332EE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7" y="1349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B4D560CD-6214-4FEF-87C3-74C6AAB18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3" y="1349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2C624358-7EB4-4FA8-80C1-E04A57109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5" y="1350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253A23AC-78C3-4C0A-9A12-87295D7ED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" y="1349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33546F5F-2CCE-4911-9B39-63B8AD869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" y="1396"/>
              <a:ext cx="21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    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   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C   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E882F51-A281-4092-8689-4A1816A12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886" y="1890617"/>
            <a:ext cx="508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四位二进制加法计数器状态转换表：</a:t>
            </a:r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45E0E782-9434-4C1C-BF80-CFE51E63B3EF}"/>
              </a:ext>
            </a:extLst>
          </p:cNvPr>
          <p:cNvSpPr txBox="1">
            <a:spLocks/>
          </p:cNvSpPr>
          <p:nvPr/>
        </p:nvSpPr>
        <p:spPr>
          <a:xfrm>
            <a:off x="494841" y="84456"/>
            <a:ext cx="6954715" cy="58813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8.2.1 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计数器的设计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1477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6A4150-61B3-48D1-834F-20761B35FF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23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C0DC2B0D-A495-4B39-AC60-D2E54BB1F3BD}"/>
              </a:ext>
            </a:extLst>
          </p:cNvPr>
          <p:cNvSpPr txBox="1">
            <a:spLocks noChangeArrowheads="1"/>
          </p:cNvSpPr>
          <p:nvPr/>
        </p:nvSpPr>
        <p:spPr>
          <a:xfrm>
            <a:off x="296863" y="614363"/>
            <a:ext cx="4725987" cy="22288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状态转换表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翻转规律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触发器，每来一个时钟，翻转一次；</a:t>
            </a:r>
          </a:p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触发器，当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 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i-1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初态为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且来时钟时，翻转，否则保持；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9D496-660E-401F-9192-FB40931FA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798763"/>
            <a:ext cx="43656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所以，若用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触发器构成计数器，则第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位触发器输入端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baseline="-2500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的逻辑式应为：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047099-D4DA-44FB-AC68-BFD4198D9AA7}"/>
              </a:ext>
            </a:extLst>
          </p:cNvPr>
          <p:cNvGrpSpPr>
            <a:grpSpLocks/>
          </p:cNvGrpSpPr>
          <p:nvPr/>
        </p:nvGrpSpPr>
        <p:grpSpPr bwMode="auto">
          <a:xfrm>
            <a:off x="5157788" y="414338"/>
            <a:ext cx="3487737" cy="5976937"/>
            <a:chOff x="3016" y="255"/>
            <a:chExt cx="2197" cy="3765"/>
          </a:xfrm>
        </p:grpSpPr>
        <p:pic>
          <p:nvPicPr>
            <p:cNvPr id="6" name="Picture 5" descr="6-3-10">
              <a:extLst>
                <a:ext uri="{FF2B5EF4-FFF2-40B4-BE49-F238E27FC236}">
                  <a16:creationId xmlns:a16="http://schemas.microsoft.com/office/drawing/2014/main" id="{1F504790-0E88-4DF1-AAE3-476A8B9105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255"/>
              <a:ext cx="2197" cy="3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8C88F9-DD2F-4FE0-B543-C1139F84E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482"/>
              <a:ext cx="635" cy="3039"/>
            </a:xfrm>
            <a:prstGeom prst="rect">
              <a:avLst/>
            </a:prstGeom>
            <a:solidFill>
              <a:srgbClr val="FFFF6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16EF834-43AB-46D3-8BF9-E93BD1509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260187"/>
              </p:ext>
            </p:extLst>
          </p:nvPr>
        </p:nvGraphicFramePr>
        <p:xfrm>
          <a:off x="1285875" y="4014788"/>
          <a:ext cx="207010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5" imgW="1079500" imgH="457200" progId="Equation.DSMT4">
                  <p:embed/>
                </p:oleObj>
              </mc:Choice>
              <mc:Fallback>
                <p:oleObj name="Equation" r:id="rId5" imgW="1079500" imgH="457200" progId="Equation.DSMT4">
                  <p:embed/>
                  <p:pic>
                    <p:nvPicPr>
                      <p:cNvPr id="276487" name="Object 7">
                        <a:extLst>
                          <a:ext uri="{FF2B5EF4-FFF2-40B4-BE49-F238E27FC236}">
                            <a16:creationId xmlns:a16="http://schemas.microsoft.com/office/drawing/2014/main" id="{1787786A-4826-4B96-966A-80CC3C8624A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014788"/>
                        <a:ext cx="207010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AA301FE-CD7F-4090-9A91-F6FC1CA70A97}"/>
              </a:ext>
            </a:extLst>
          </p:cNvPr>
          <p:cNvSpPr txBox="1">
            <a:spLocks noChangeArrowheads="1"/>
          </p:cNvSpPr>
          <p:nvPr/>
        </p:nvSpPr>
        <p:spPr>
          <a:xfrm>
            <a:off x="454819" y="5094969"/>
            <a:ext cx="4635500" cy="900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92075" tIns="46038" rIns="92075" bIns="46038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思考：若用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触发器实现二进制加法计数器，应如何处理？</a:t>
            </a:r>
          </a:p>
        </p:txBody>
      </p:sp>
    </p:spTree>
    <p:extLst>
      <p:ext uri="{BB962C8B-B14F-4D97-AF65-F5344CB8AC3E}">
        <p14:creationId xmlns:p14="http://schemas.microsoft.com/office/powerpoint/2010/main" val="336696145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363975-319A-400F-92AE-0231D228A7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2896" y="6282119"/>
            <a:ext cx="903288" cy="338137"/>
          </a:xfrm>
        </p:spPr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24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F8C01-CE0B-400F-BE6E-4D944FA1E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同步二进制加法计数器的时序图：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3DC163A-A86D-47E9-A569-40950EC8061E}"/>
              </a:ext>
            </a:extLst>
          </p:cNvPr>
          <p:cNvGrpSpPr>
            <a:grpSpLocks/>
          </p:cNvGrpSpPr>
          <p:nvPr/>
        </p:nvGrpSpPr>
        <p:grpSpPr bwMode="auto">
          <a:xfrm>
            <a:off x="415925" y="1281113"/>
            <a:ext cx="7661275" cy="490537"/>
            <a:chOff x="192" y="1312"/>
            <a:chExt cx="4826" cy="309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710615D0-09C2-4CDC-A2CF-0FA3A098D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329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CFB42016-7756-46DD-A58D-1DC71693C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" y="1578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F5F0907-BCEB-467D-A961-6001316C6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" y="1575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4551082-51E3-4514-BBA1-8C05B99BF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" y="156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A9033BDD-D543-4165-8CBB-DDB6588B6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1578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A1DE8D3-505A-4F02-B6FE-11AFF5AB4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0" y="1575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1F433CC3-2155-4869-9078-6145B7B62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1572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95FEA6F1-30B7-4CF2-B73B-6E2AD2C51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1570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276B2CF9-A725-47DE-80C6-1BE40A62A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2" y="157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4906A272-1C62-4596-BC45-E615350F7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9" y="1572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E00042A2-4067-4945-9FDE-499A076B0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" y="1331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262C2358-E7FB-45EE-B100-38FDEA33D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0" y="1330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1E696C0A-57E9-4C52-97AB-67E865E2D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1326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3C852705-ADBE-4E42-A640-EDA7C895A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1331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4598A51-964B-4C6D-B23E-FA57B88AB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1319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BDD25C3E-2E40-4EDA-9DBE-D318906F1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318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71583E6-C766-4B54-A6CF-DC8908308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328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B7971C35-985D-4958-9AC5-55DE0A0AB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" y="1578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136BA262-A8AC-436A-9B48-85FDB217F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5" y="132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95BB0144-0647-4D2A-B160-3672AA885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1320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6B494BE2-9567-4199-A6A0-1053EE6BC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7" y="1325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1A2ACBA6-5FCC-40A1-B76C-C101D2B36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5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E1A9DC81-1864-40DF-B1C6-30EDD2276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3" y="1326"/>
              <a:ext cx="0" cy="2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369235B9-FBEF-42D9-977E-E62BF4292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120B3235-D925-42FB-8D9D-3B8AE9F2F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2" y="1323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ED1AAF1C-746D-47A4-8024-F87D13392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1324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9CC06AA1-16C0-4499-9DEF-41D33A326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8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6D7402EC-5B3D-4B6E-BF76-BECAF59EC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6" y="1316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D926137E-7271-465F-A59E-743A40BF5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2147B133-EDDD-49CD-BB5B-E8BC40178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1318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97ADCAF2-5949-469D-917F-A7DB9DF7D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1323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AE6F44CC-9651-4879-BEC3-EEB16ECF2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1325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E5B4DC33-AFB4-4B28-A1F9-386A3473A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1" y="1322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7DDB7A7E-2A17-4E44-933D-2A5913EFF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" y="1320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BB364522-8F52-48C4-9470-61D674E8C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" y="1324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F74439F9-D2B6-4CD7-BF42-2625FE4CF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4" y="1325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DAB03DDC-65E5-43B6-8E4E-4C8A3FCEB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" y="1320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17E50681-F555-4362-856E-1A91B6B1D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71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3C6EA31F-2E47-46A5-965F-0D1AC1D18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" y="132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4D94EDCE-FEB6-489F-BC83-5D64A5F7A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1571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66B1BE46-A45B-4185-91D9-8E30C438D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5" y="1562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C0D3DA6F-2AC1-4134-8668-50349049A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8" y="1574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AECC3974-98A5-4C61-BC46-C47CA41BF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571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4FEA9C62-5479-4A0B-852C-09E280C2B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0" y="1568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AE8AC6F9-C642-4D4A-A1CD-4F2A7702A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1" y="156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69B3A129-29BC-4F3E-9304-03BE293B3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" y="1571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07CB6C93-C8A6-48BC-916F-4B319095D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" y="1327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F71404BE-A26E-4708-B02E-A1A1B362D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326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6D601484-6AFD-4743-9727-42A17453B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322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90D88D49-EE5C-4C8F-9976-FE8220768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" y="1327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72AF52E9-F97B-4ABF-B0A7-7513FCD24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131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45E4860A-E540-4044-9143-C92615419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1314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02F4C3E2-FB64-4362-AC37-18CF4D4C7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16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02ABC725-AE37-4B19-8EAB-0BFB90420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9375EF86-9138-46D8-843C-383C200CC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" y="1317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82556BFD-CD96-49B0-97FE-EE994AD54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8" y="1322"/>
              <a:ext cx="0" cy="2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CEDB6B59-9F58-47A5-9DA1-67D66569D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8" y="1317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BF6A54B9-56B9-418F-8692-D47636A72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319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D45ACBC8-8424-4DCF-A8A0-C25B271D2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1320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1FEC8C37-234D-46BA-A516-231A6E108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1317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58BBFB1C-0E83-41A9-985C-02A2B82D9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1312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4682FEB1-76A8-49D8-A169-46D9129AE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4" y="1317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6554AA13-1F06-434B-9C52-8583696EC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314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1C3BC96F-AC00-44BA-9B92-80DE0E78A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5" y="1319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52656115-EC33-471A-AA05-D46BAB3A8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1321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80F8BCF3-0239-43E7-A936-C2BB2616B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8" y="1316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ED5C73E-D3C4-4CF3-810A-E17AAB0603FA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1890713"/>
            <a:ext cx="7899400" cy="531812"/>
            <a:chOff x="256" y="1728"/>
            <a:chExt cx="4976" cy="335"/>
          </a:xfrm>
        </p:grpSpPr>
        <p:sp>
          <p:nvSpPr>
            <p:cNvPr id="72" name="Text Box 71">
              <a:extLst>
                <a:ext uri="{FF2B5EF4-FFF2-40B4-BE49-F238E27FC236}">
                  <a16:creationId xmlns:a16="http://schemas.microsoft.com/office/drawing/2014/main" id="{C3E4B0E4-8133-4FCB-B0B2-791399ABB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" y="1775"/>
              <a:ext cx="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F4B0E62F-257C-4E39-8BF0-81CE90798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197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16E4CAD7-9224-43D5-BC62-A9CF831D3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E5B160C4-B246-4025-AFA8-5AEE70410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197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E46FF01B-5241-4569-BD5B-17B679D70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249C4789-79E9-47CE-ADD4-B3C33DE62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2" y="1977"/>
              <a:ext cx="2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9162A336-A2DF-4ABC-AAA8-F9573EE59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4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AB0AB50E-67B2-44E5-A0C7-20237B386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197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DDE09758-6F12-4CB2-9085-CADE7E275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941B3E33-1329-48AB-A3DF-A13D62CA1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1969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F34B708B-10FB-442F-B87A-4C33CCE18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" y="173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F7AD23B8-409E-4BC9-8098-7E4359BC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1736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83">
              <a:extLst>
                <a:ext uri="{FF2B5EF4-FFF2-40B4-BE49-F238E27FC236}">
                  <a16:creationId xmlns:a16="http://schemas.microsoft.com/office/drawing/2014/main" id="{7B665EEF-889C-4894-B0EE-AE64CCB2C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174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84">
              <a:extLst>
                <a:ext uri="{FF2B5EF4-FFF2-40B4-BE49-F238E27FC236}">
                  <a16:creationId xmlns:a16="http://schemas.microsoft.com/office/drawing/2014/main" id="{24091D00-A538-4A4B-B201-60A308907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6" y="1728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85">
              <a:extLst>
                <a:ext uri="{FF2B5EF4-FFF2-40B4-BE49-F238E27FC236}">
                  <a16:creationId xmlns:a16="http://schemas.microsoft.com/office/drawing/2014/main" id="{D8FCEAEE-C899-4F44-B525-3B0783A3D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174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86">
              <a:extLst>
                <a:ext uri="{FF2B5EF4-FFF2-40B4-BE49-F238E27FC236}">
                  <a16:creationId xmlns:a16="http://schemas.microsoft.com/office/drawing/2014/main" id="{D08DDDA0-9848-4BAE-81EB-16A060A9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8" y="1729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Line 87">
              <a:extLst>
                <a:ext uri="{FF2B5EF4-FFF2-40B4-BE49-F238E27FC236}">
                  <a16:creationId xmlns:a16="http://schemas.microsoft.com/office/drawing/2014/main" id="{6FE83D3B-00A3-449E-AADD-C98A12E50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174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A18B6C60-B3A9-4361-B1EE-AC22782D1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9" y="173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Line 89">
              <a:extLst>
                <a:ext uri="{FF2B5EF4-FFF2-40B4-BE49-F238E27FC236}">
                  <a16:creationId xmlns:a16="http://schemas.microsoft.com/office/drawing/2014/main" id="{89644E25-EE3B-406F-8A51-7C1B49C88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Line 90">
              <a:extLst>
                <a:ext uri="{FF2B5EF4-FFF2-40B4-BE49-F238E27FC236}">
                  <a16:creationId xmlns:a16="http://schemas.microsoft.com/office/drawing/2014/main" id="{B5C3386A-2B9C-47EC-848D-D90BF97C6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197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Line 91">
              <a:extLst>
                <a:ext uri="{FF2B5EF4-FFF2-40B4-BE49-F238E27FC236}">
                  <a16:creationId xmlns:a16="http://schemas.microsoft.com/office/drawing/2014/main" id="{23399CA0-E6A7-41FB-A3FA-6DCACDC10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3" name="Line 92">
              <a:extLst>
                <a:ext uri="{FF2B5EF4-FFF2-40B4-BE49-F238E27FC236}">
                  <a16:creationId xmlns:a16="http://schemas.microsoft.com/office/drawing/2014/main" id="{706DD638-33C6-419A-8971-A4981D91C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1977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4" name="Line 93">
              <a:extLst>
                <a:ext uri="{FF2B5EF4-FFF2-40B4-BE49-F238E27FC236}">
                  <a16:creationId xmlns:a16="http://schemas.microsoft.com/office/drawing/2014/main" id="{6E9CD423-781E-4442-8AB7-B5C4D567A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0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Line 94">
              <a:extLst>
                <a:ext uri="{FF2B5EF4-FFF2-40B4-BE49-F238E27FC236}">
                  <a16:creationId xmlns:a16="http://schemas.microsoft.com/office/drawing/2014/main" id="{B897A8CD-F9A9-4CBF-9A1D-B792305E2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0" y="197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Line 95">
              <a:extLst>
                <a:ext uri="{FF2B5EF4-FFF2-40B4-BE49-F238E27FC236}">
                  <a16:creationId xmlns:a16="http://schemas.microsoft.com/office/drawing/2014/main" id="{830C6EA0-5EA0-41B0-9FF9-3F5CBCB31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173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Line 96">
              <a:extLst>
                <a:ext uri="{FF2B5EF4-FFF2-40B4-BE49-F238E27FC236}">
                  <a16:creationId xmlns:a16="http://schemas.microsoft.com/office/drawing/2014/main" id="{B479353E-1F30-459E-9E60-F7486D81D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0" y="1969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8" name="Line 97">
              <a:extLst>
                <a:ext uri="{FF2B5EF4-FFF2-40B4-BE49-F238E27FC236}">
                  <a16:creationId xmlns:a16="http://schemas.microsoft.com/office/drawing/2014/main" id="{F0871F77-72EC-4112-8F70-899909984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173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Line 98">
              <a:extLst>
                <a:ext uri="{FF2B5EF4-FFF2-40B4-BE49-F238E27FC236}">
                  <a16:creationId xmlns:a16="http://schemas.microsoft.com/office/drawing/2014/main" id="{B9FE8A59-96D6-4FB3-B680-37A2E8717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1736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99">
              <a:extLst>
                <a:ext uri="{FF2B5EF4-FFF2-40B4-BE49-F238E27FC236}">
                  <a16:creationId xmlns:a16="http://schemas.microsoft.com/office/drawing/2014/main" id="{CA183434-6082-4E81-A9A6-932F4AD92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174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Line 100">
              <a:extLst>
                <a:ext uri="{FF2B5EF4-FFF2-40B4-BE49-F238E27FC236}">
                  <a16:creationId xmlns:a16="http://schemas.microsoft.com/office/drawing/2014/main" id="{1A5FCD9A-A6B8-426B-BD60-1D930CB4B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4" y="1728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Line 101">
              <a:extLst>
                <a:ext uri="{FF2B5EF4-FFF2-40B4-BE49-F238E27FC236}">
                  <a16:creationId xmlns:a16="http://schemas.microsoft.com/office/drawing/2014/main" id="{E58D4875-26BD-47D4-A6F8-16AA1DA38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9" y="174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Line 102">
              <a:extLst>
                <a:ext uri="{FF2B5EF4-FFF2-40B4-BE49-F238E27FC236}">
                  <a16:creationId xmlns:a16="http://schemas.microsoft.com/office/drawing/2014/main" id="{AB2035C8-8572-484E-9534-87904509B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4" y="1729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Line 103">
              <a:extLst>
                <a:ext uri="{FF2B5EF4-FFF2-40B4-BE49-F238E27FC236}">
                  <a16:creationId xmlns:a16="http://schemas.microsoft.com/office/drawing/2014/main" id="{DD49A6EA-4419-4B26-AA45-455234995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74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Line 104">
              <a:extLst>
                <a:ext uri="{FF2B5EF4-FFF2-40B4-BE49-F238E27FC236}">
                  <a16:creationId xmlns:a16="http://schemas.microsoft.com/office/drawing/2014/main" id="{AF997C6B-7F62-4837-B690-AA4FD36B3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9" y="1731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99FC7C3-264B-42DC-8992-9582F7422668}"/>
              </a:ext>
            </a:extLst>
          </p:cNvPr>
          <p:cNvGrpSpPr>
            <a:grpSpLocks/>
          </p:cNvGrpSpPr>
          <p:nvPr/>
        </p:nvGrpSpPr>
        <p:grpSpPr bwMode="auto">
          <a:xfrm>
            <a:off x="476250" y="2438400"/>
            <a:ext cx="7831138" cy="550728"/>
            <a:chOff x="277" y="2160"/>
            <a:chExt cx="5003" cy="357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6354FDE-1E1B-4CB7-A0AF-8404A9534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" y="2184"/>
              <a:ext cx="3035" cy="333"/>
              <a:chOff x="277" y="2184"/>
              <a:chExt cx="3101" cy="333"/>
            </a:xfrm>
          </p:grpSpPr>
          <p:sp>
            <p:nvSpPr>
              <p:cNvPr id="117" name="Text Box 107">
                <a:extLst>
                  <a:ext uri="{FF2B5EF4-FFF2-40B4-BE49-F238E27FC236}">
                    <a16:creationId xmlns:a16="http://schemas.microsoft.com/office/drawing/2014/main" id="{A866C6FE-37AB-4CEE-99E6-BF3E804EA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" y="2218"/>
                <a:ext cx="34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Line 108">
                <a:extLst>
                  <a:ext uri="{FF2B5EF4-FFF2-40B4-BE49-F238E27FC236}">
                    <a16:creationId xmlns:a16="http://schemas.microsoft.com/office/drawing/2014/main" id="{C07300D4-24DF-4C5E-B03B-0D30A6D87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2424"/>
                <a:ext cx="5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109">
                <a:extLst>
                  <a:ext uri="{FF2B5EF4-FFF2-40B4-BE49-F238E27FC236}">
                    <a16:creationId xmlns:a16="http://schemas.microsoft.com/office/drawing/2014/main" id="{21A7789C-48B9-47F1-B5E6-D33564047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8" y="2184"/>
                <a:ext cx="5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Line 110">
                <a:extLst>
                  <a:ext uri="{FF2B5EF4-FFF2-40B4-BE49-F238E27FC236}">
                    <a16:creationId xmlns:a16="http://schemas.microsoft.com/office/drawing/2014/main" id="{99FC023C-56EC-4318-89E7-DFB309BD9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3" y="2425"/>
                <a:ext cx="5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111">
                <a:extLst>
                  <a:ext uri="{FF2B5EF4-FFF2-40B4-BE49-F238E27FC236}">
                    <a16:creationId xmlns:a16="http://schemas.microsoft.com/office/drawing/2014/main" id="{7BC5DB2F-B6B1-4009-90C2-BA87270D6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8" y="2185"/>
                <a:ext cx="5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Line 112">
                <a:extLst>
                  <a:ext uri="{FF2B5EF4-FFF2-40B4-BE49-F238E27FC236}">
                    <a16:creationId xmlns:a16="http://schemas.microsoft.com/office/drawing/2014/main" id="{2F233ECD-BE28-423E-8737-A57583317F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188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113">
                <a:extLst>
                  <a:ext uri="{FF2B5EF4-FFF2-40B4-BE49-F238E27FC236}">
                    <a16:creationId xmlns:a16="http://schemas.microsoft.com/office/drawing/2014/main" id="{D6B4EE41-E41B-4ED1-BB5B-3E101B3BC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6" y="2184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Line 114">
                <a:extLst>
                  <a:ext uri="{FF2B5EF4-FFF2-40B4-BE49-F238E27FC236}">
                    <a16:creationId xmlns:a16="http://schemas.microsoft.com/office/drawing/2014/main" id="{97FF1725-B6C8-4955-997F-E3BC32932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" y="2190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115">
                <a:extLst>
                  <a:ext uri="{FF2B5EF4-FFF2-40B4-BE49-F238E27FC236}">
                    <a16:creationId xmlns:a16="http://schemas.microsoft.com/office/drawing/2014/main" id="{450EBA47-00A1-4372-AAFB-C481B87D6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1" y="2186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Line 116">
                <a:extLst>
                  <a:ext uri="{FF2B5EF4-FFF2-40B4-BE49-F238E27FC236}">
                    <a16:creationId xmlns:a16="http://schemas.microsoft.com/office/drawing/2014/main" id="{9E647EF9-6156-46FA-B25A-2A46D79E1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432"/>
                <a:ext cx="54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8" name="Group 117">
              <a:extLst>
                <a:ext uri="{FF2B5EF4-FFF2-40B4-BE49-F238E27FC236}">
                  <a16:creationId xmlns:a16="http://schemas.microsoft.com/office/drawing/2014/main" id="{27A3F2CC-EFEA-45F1-B42F-0C3187A397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160"/>
              <a:ext cx="1968" cy="288"/>
              <a:chOff x="3360" y="2160"/>
              <a:chExt cx="1968" cy="258"/>
            </a:xfrm>
          </p:grpSpPr>
          <p:sp>
            <p:nvSpPr>
              <p:cNvPr id="109" name="Line 118">
                <a:extLst>
                  <a:ext uri="{FF2B5EF4-FFF2-40B4-BE49-F238E27FC236}">
                    <a16:creationId xmlns:a16="http://schemas.microsoft.com/office/drawing/2014/main" id="{E406760E-3406-4043-A1E7-06F7C3ED9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60"/>
                <a:ext cx="5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Line 119">
                <a:extLst>
                  <a:ext uri="{FF2B5EF4-FFF2-40B4-BE49-F238E27FC236}">
                    <a16:creationId xmlns:a16="http://schemas.microsoft.com/office/drawing/2014/main" id="{DA5F377F-0919-45BC-91C1-67BFE8505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1" y="2401"/>
                <a:ext cx="5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Line 120">
                <a:extLst>
                  <a:ext uri="{FF2B5EF4-FFF2-40B4-BE49-F238E27FC236}">
                    <a16:creationId xmlns:a16="http://schemas.microsoft.com/office/drawing/2014/main" id="{51114451-BEE9-4BE3-B6F1-C47B4EA66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6" y="2161"/>
                <a:ext cx="5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Line 121">
                <a:extLst>
                  <a:ext uri="{FF2B5EF4-FFF2-40B4-BE49-F238E27FC236}">
                    <a16:creationId xmlns:a16="http://schemas.microsoft.com/office/drawing/2014/main" id="{E8709391-A5F9-4C65-BA14-696809016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4" y="2396"/>
                <a:ext cx="2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122">
                <a:extLst>
                  <a:ext uri="{FF2B5EF4-FFF2-40B4-BE49-F238E27FC236}">
                    <a16:creationId xmlns:a16="http://schemas.microsoft.com/office/drawing/2014/main" id="{C9222F4F-A2B4-45A5-8D1C-3BBC49B74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4" y="2160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Line 123">
                <a:extLst>
                  <a:ext uri="{FF2B5EF4-FFF2-40B4-BE49-F238E27FC236}">
                    <a16:creationId xmlns:a16="http://schemas.microsoft.com/office/drawing/2014/main" id="{28175EEE-89C5-437C-988A-A916ABC4B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9" y="2166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124">
                <a:extLst>
                  <a:ext uri="{FF2B5EF4-FFF2-40B4-BE49-F238E27FC236}">
                    <a16:creationId xmlns:a16="http://schemas.microsoft.com/office/drawing/2014/main" id="{1571AF3C-A982-4075-8B6D-08FCDDD62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9" y="2162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Line 125">
                <a:extLst>
                  <a:ext uri="{FF2B5EF4-FFF2-40B4-BE49-F238E27FC236}">
                    <a16:creationId xmlns:a16="http://schemas.microsoft.com/office/drawing/2014/main" id="{831216AA-DD6D-409A-BACB-F19AD1860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60"/>
                <a:ext cx="0" cy="25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478CC1A-A6F9-44C4-A76E-2F4C34301D4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33712"/>
            <a:ext cx="8007350" cy="510327"/>
            <a:chOff x="240" y="2640"/>
            <a:chExt cx="5088" cy="371"/>
          </a:xfrm>
        </p:grpSpPr>
        <p:sp>
          <p:nvSpPr>
            <p:cNvPr id="128" name="Text Box 127">
              <a:extLst>
                <a:ext uri="{FF2B5EF4-FFF2-40B4-BE49-F238E27FC236}">
                  <a16:creationId xmlns:a16="http://schemas.microsoft.com/office/drawing/2014/main" id="{0A40CCEB-A438-4DD5-BF81-4A29036BA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675"/>
              <a:ext cx="33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278F843-FBB9-4788-8254-DF4DD155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" y="2640"/>
              <a:ext cx="4410" cy="331"/>
              <a:chOff x="534" y="2640"/>
              <a:chExt cx="4590" cy="240"/>
            </a:xfrm>
          </p:grpSpPr>
          <p:sp>
            <p:nvSpPr>
              <p:cNvPr id="131" name="Line 129">
                <a:extLst>
                  <a:ext uri="{FF2B5EF4-FFF2-40B4-BE49-F238E27FC236}">
                    <a16:creationId xmlns:a16="http://schemas.microsoft.com/office/drawing/2014/main" id="{0A11BCFE-186A-460C-833F-7496B53B7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" y="2868"/>
                <a:ext cx="115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Line 130">
                <a:extLst>
                  <a:ext uri="{FF2B5EF4-FFF2-40B4-BE49-F238E27FC236}">
                    <a16:creationId xmlns:a16="http://schemas.microsoft.com/office/drawing/2014/main" id="{533A00D7-DBB2-4A9D-BEAF-4E80ECF69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6" y="2644"/>
                <a:ext cx="11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Line 131">
                <a:extLst>
                  <a:ext uri="{FF2B5EF4-FFF2-40B4-BE49-F238E27FC236}">
                    <a16:creationId xmlns:a16="http://schemas.microsoft.com/office/drawing/2014/main" id="{F3C9C06E-3E87-43D8-81DD-5C404207D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5" y="2644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Line 132">
                <a:extLst>
                  <a:ext uri="{FF2B5EF4-FFF2-40B4-BE49-F238E27FC236}">
                    <a16:creationId xmlns:a16="http://schemas.microsoft.com/office/drawing/2014/main" id="{8A5B5929-754B-4789-8D40-BFEB35602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6" y="2640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Line 133">
                <a:extLst>
                  <a:ext uri="{FF2B5EF4-FFF2-40B4-BE49-F238E27FC236}">
                    <a16:creationId xmlns:a16="http://schemas.microsoft.com/office/drawing/2014/main" id="{105F57AD-51A5-4061-B9B7-9B2D9FA8F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868"/>
                <a:ext cx="115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Line 134">
                <a:extLst>
                  <a:ext uri="{FF2B5EF4-FFF2-40B4-BE49-F238E27FC236}">
                    <a16:creationId xmlns:a16="http://schemas.microsoft.com/office/drawing/2014/main" id="{E5CFA922-9752-4351-B226-A6628A5AE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44"/>
                <a:ext cx="11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Line 135">
                <a:extLst>
                  <a:ext uri="{FF2B5EF4-FFF2-40B4-BE49-F238E27FC236}">
                    <a16:creationId xmlns:a16="http://schemas.microsoft.com/office/drawing/2014/main" id="{8E46A470-3CC2-4845-AB2E-BDEE8694F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3" y="2644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Line 136">
                <a:extLst>
                  <a:ext uri="{FF2B5EF4-FFF2-40B4-BE49-F238E27FC236}">
                    <a16:creationId xmlns:a16="http://schemas.microsoft.com/office/drawing/2014/main" id="{D2D191F8-E23E-4065-BCCE-EDBC9A1E9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4" y="2640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0" name="Line 137">
              <a:extLst>
                <a:ext uri="{FF2B5EF4-FFF2-40B4-BE49-F238E27FC236}">
                  <a16:creationId xmlns:a16="http://schemas.microsoft.com/office/drawing/2014/main" id="{4DB49406-E2D8-49F6-9198-25477AE38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960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3B728C7-FB9E-4A29-A856-1F92E52682CD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3719513"/>
            <a:ext cx="7966075" cy="457200"/>
            <a:chOff x="240" y="2448"/>
            <a:chExt cx="5088" cy="288"/>
          </a:xfrm>
        </p:grpSpPr>
        <p:sp>
          <p:nvSpPr>
            <p:cNvPr id="140" name="Line 139">
              <a:extLst>
                <a:ext uri="{FF2B5EF4-FFF2-40B4-BE49-F238E27FC236}">
                  <a16:creationId xmlns:a16="http://schemas.microsoft.com/office/drawing/2014/main" id="{B975F7CF-AC5F-4F33-8931-64844C4A1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85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Line 140">
              <a:extLst>
                <a:ext uri="{FF2B5EF4-FFF2-40B4-BE49-F238E27FC236}">
                  <a16:creationId xmlns:a16="http://schemas.microsoft.com/office/drawing/2014/main" id="{81EFEB1F-B0D9-4A32-846C-09A4EBC2B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2461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" name="Line 141">
              <a:extLst>
                <a:ext uri="{FF2B5EF4-FFF2-40B4-BE49-F238E27FC236}">
                  <a16:creationId xmlns:a16="http://schemas.microsoft.com/office/drawing/2014/main" id="{DA06A129-95F1-425E-B3FA-08B67DB73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48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" name="Line 142">
              <a:extLst>
                <a:ext uri="{FF2B5EF4-FFF2-40B4-BE49-F238E27FC236}">
                  <a16:creationId xmlns:a16="http://schemas.microsoft.com/office/drawing/2014/main" id="{F7049913-7535-4305-B022-5BF18142A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448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Line 143">
              <a:extLst>
                <a:ext uri="{FF2B5EF4-FFF2-40B4-BE49-F238E27FC236}">
                  <a16:creationId xmlns:a16="http://schemas.microsoft.com/office/drawing/2014/main" id="{5175F936-B5F8-4D7A-9CB9-39DF64B08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85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5" name="Text Box 144">
              <a:extLst>
                <a:ext uri="{FF2B5EF4-FFF2-40B4-BE49-F238E27FC236}">
                  <a16:creationId xmlns:a16="http://schemas.microsoft.com/office/drawing/2014/main" id="{269A5981-81E0-4637-8004-057F00F5F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4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46" name="Text Box 145">
            <a:extLst>
              <a:ext uri="{FF2B5EF4-FFF2-40B4-BE49-F238E27FC236}">
                <a16:creationId xmlns:a16="http://schemas.microsoft.com/office/drawing/2014/main" id="{B182C9CA-75A0-4DA8-B1E2-9F63DCEFC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405313"/>
            <a:ext cx="6267450" cy="1680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的输出的波形的频率是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1/2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的输出的波形的频率是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1/4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的输出的波形的频率是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1/8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的输出的波形的频率是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1/16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3DC6436-15BA-4800-9095-6FD74682B0EF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373563"/>
            <a:ext cx="2000250" cy="457200"/>
            <a:chOff x="4200" y="2472"/>
            <a:chExt cx="1260" cy="288"/>
          </a:xfrm>
        </p:grpSpPr>
        <p:sp>
          <p:nvSpPr>
            <p:cNvPr id="148" name="AutoShape 147">
              <a:extLst>
                <a:ext uri="{FF2B5EF4-FFF2-40B4-BE49-F238E27FC236}">
                  <a16:creationId xmlns:a16="http://schemas.microsoft.com/office/drawing/2014/main" id="{AC6E3AFC-B942-490B-98FE-02DF5B3CE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2568"/>
              <a:ext cx="276" cy="156"/>
            </a:xfrm>
            <a:prstGeom prst="notchedRightArrow">
              <a:avLst>
                <a:gd name="adj1" fmla="val 50000"/>
                <a:gd name="adj2" fmla="val 44231"/>
              </a:avLst>
            </a:prstGeom>
            <a:noFill/>
            <a:ln w="3810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Text Box 148">
              <a:extLst>
                <a:ext uri="{FF2B5EF4-FFF2-40B4-BE49-F238E27FC236}">
                  <a16:creationId xmlns:a16="http://schemas.microsoft.com/office/drawing/2014/main" id="{D1F88543-AA77-460A-BFCD-B3C1AAE57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2472"/>
              <a:ext cx="9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二分频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58B70CB-2801-4757-B130-17C64413507F}"/>
              </a:ext>
            </a:extLst>
          </p:cNvPr>
          <p:cNvGrpSpPr>
            <a:grpSpLocks/>
          </p:cNvGrpSpPr>
          <p:nvPr/>
        </p:nvGrpSpPr>
        <p:grpSpPr bwMode="auto">
          <a:xfrm>
            <a:off x="5516563" y="4824413"/>
            <a:ext cx="2057400" cy="457200"/>
            <a:chOff x="4188" y="2760"/>
            <a:chExt cx="1296" cy="288"/>
          </a:xfrm>
        </p:grpSpPr>
        <p:sp>
          <p:nvSpPr>
            <p:cNvPr id="151" name="Text Box 150">
              <a:extLst>
                <a:ext uri="{FF2B5EF4-FFF2-40B4-BE49-F238E27FC236}">
                  <a16:creationId xmlns:a16="http://schemas.microsoft.com/office/drawing/2014/main" id="{C2B6ABA5-8681-4909-957A-2BE641E6D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760"/>
              <a:ext cx="9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四分频</a:t>
              </a:r>
            </a:p>
          </p:txBody>
        </p:sp>
        <p:sp>
          <p:nvSpPr>
            <p:cNvPr id="152" name="AutoShape 151">
              <a:extLst>
                <a:ext uri="{FF2B5EF4-FFF2-40B4-BE49-F238E27FC236}">
                  <a16:creationId xmlns:a16="http://schemas.microsoft.com/office/drawing/2014/main" id="{A5F7200D-AC48-47A2-89BB-AE99F7551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868"/>
              <a:ext cx="276" cy="156"/>
            </a:xfrm>
            <a:prstGeom prst="notchedRightArrow">
              <a:avLst>
                <a:gd name="adj1" fmla="val 50000"/>
                <a:gd name="adj2" fmla="val 44231"/>
              </a:avLst>
            </a:prstGeom>
            <a:noFill/>
            <a:ln w="3810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0439C10-DBB7-484D-BD10-8A9D8536F51C}"/>
              </a:ext>
            </a:extLst>
          </p:cNvPr>
          <p:cNvGrpSpPr>
            <a:grpSpLocks/>
          </p:cNvGrpSpPr>
          <p:nvPr/>
        </p:nvGrpSpPr>
        <p:grpSpPr bwMode="auto">
          <a:xfrm>
            <a:off x="5556250" y="5273675"/>
            <a:ext cx="2076450" cy="457200"/>
            <a:chOff x="4188" y="3072"/>
            <a:chExt cx="1308" cy="288"/>
          </a:xfrm>
        </p:grpSpPr>
        <p:sp>
          <p:nvSpPr>
            <p:cNvPr id="154" name="Text Box 153">
              <a:extLst>
                <a:ext uri="{FF2B5EF4-FFF2-40B4-BE49-F238E27FC236}">
                  <a16:creationId xmlns:a16="http://schemas.microsoft.com/office/drawing/2014/main" id="{A87B42EF-3E68-4369-82CF-44C3359D5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" y="3072"/>
              <a:ext cx="9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八分频</a:t>
              </a:r>
            </a:p>
          </p:txBody>
        </p:sp>
        <p:sp>
          <p:nvSpPr>
            <p:cNvPr id="155" name="AutoShape 154">
              <a:extLst>
                <a:ext uri="{FF2B5EF4-FFF2-40B4-BE49-F238E27FC236}">
                  <a16:creationId xmlns:a16="http://schemas.microsoft.com/office/drawing/2014/main" id="{C2D0806A-FD9F-4C48-A2EE-7D815A36D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3180"/>
              <a:ext cx="276" cy="156"/>
            </a:xfrm>
            <a:prstGeom prst="notchedRightArrow">
              <a:avLst>
                <a:gd name="adj1" fmla="val 50000"/>
                <a:gd name="adj2" fmla="val 44231"/>
              </a:avLst>
            </a:prstGeom>
            <a:noFill/>
            <a:ln w="3810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DA7A48B-46F5-49A7-BF0E-F5DA4DC12472}"/>
              </a:ext>
            </a:extLst>
          </p:cNvPr>
          <p:cNvGrpSpPr>
            <a:grpSpLocks/>
          </p:cNvGrpSpPr>
          <p:nvPr/>
        </p:nvGrpSpPr>
        <p:grpSpPr bwMode="auto">
          <a:xfrm>
            <a:off x="5516563" y="5634038"/>
            <a:ext cx="2201862" cy="457200"/>
            <a:chOff x="4080" y="3801"/>
            <a:chExt cx="1387" cy="288"/>
          </a:xfrm>
        </p:grpSpPr>
        <p:sp>
          <p:nvSpPr>
            <p:cNvPr id="157" name="Text Box 156">
              <a:extLst>
                <a:ext uri="{FF2B5EF4-FFF2-40B4-BE49-F238E27FC236}">
                  <a16:creationId xmlns:a16="http://schemas.microsoft.com/office/drawing/2014/main" id="{E6B35A18-849D-4311-BD50-2B716B3CB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801"/>
              <a:ext cx="10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十六分频</a:t>
              </a:r>
            </a:p>
          </p:txBody>
        </p:sp>
        <p:sp>
          <p:nvSpPr>
            <p:cNvPr id="158" name="AutoShape 157">
              <a:extLst>
                <a:ext uri="{FF2B5EF4-FFF2-40B4-BE49-F238E27FC236}">
                  <a16:creationId xmlns:a16="http://schemas.microsoft.com/office/drawing/2014/main" id="{03043687-E058-42BB-8C01-90EB0F22D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909"/>
              <a:ext cx="314" cy="156"/>
            </a:xfrm>
            <a:prstGeom prst="notchedRightArrow">
              <a:avLst>
                <a:gd name="adj1" fmla="val 50000"/>
                <a:gd name="adj2" fmla="val 50321"/>
              </a:avLst>
            </a:prstGeom>
            <a:noFill/>
            <a:ln w="3810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9" name="Text Box 158">
            <a:extLst>
              <a:ext uri="{FF2B5EF4-FFF2-40B4-BE49-F238E27FC236}">
                <a16:creationId xmlns:a16="http://schemas.microsoft.com/office/drawing/2014/main" id="{0C24599F-03F5-43C4-B06B-3F7ED25D0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334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分频器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FF2060A-4E8E-46DE-ABE3-7A54E0187B0C}"/>
              </a:ext>
            </a:extLst>
          </p:cNvPr>
          <p:cNvGrpSpPr>
            <a:grpSpLocks/>
          </p:cNvGrpSpPr>
          <p:nvPr/>
        </p:nvGrpSpPr>
        <p:grpSpPr bwMode="auto">
          <a:xfrm>
            <a:off x="1390650" y="1204913"/>
            <a:ext cx="6467475" cy="2971800"/>
            <a:chOff x="876" y="864"/>
            <a:chExt cx="4077" cy="1872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9769A2F2-496F-471D-B11B-CFCF75B14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6" y="864"/>
              <a:ext cx="825" cy="1824"/>
              <a:chOff x="876" y="960"/>
              <a:chExt cx="825" cy="1824"/>
            </a:xfrm>
          </p:grpSpPr>
          <p:sp>
            <p:nvSpPr>
              <p:cNvPr id="177" name="Line 161">
                <a:extLst>
                  <a:ext uri="{FF2B5EF4-FFF2-40B4-BE49-F238E27FC236}">
                    <a16:creationId xmlns:a16="http://schemas.microsoft.com/office/drawing/2014/main" id="{049A79C9-82D8-4B89-8CE3-066723883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Line 162">
                <a:extLst>
                  <a:ext uri="{FF2B5EF4-FFF2-40B4-BE49-F238E27FC236}">
                    <a16:creationId xmlns:a16="http://schemas.microsoft.com/office/drawing/2014/main" id="{2C13BD88-F5E1-42A9-969E-C6EDC08B0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9" name="Line 163">
                <a:extLst>
                  <a:ext uri="{FF2B5EF4-FFF2-40B4-BE49-F238E27FC236}">
                    <a16:creationId xmlns:a16="http://schemas.microsoft.com/office/drawing/2014/main" id="{BEB432B8-2269-4E0B-94DE-1BD9B3CD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0" name="Line 164">
                <a:extLst>
                  <a:ext uri="{FF2B5EF4-FFF2-40B4-BE49-F238E27FC236}">
                    <a16:creationId xmlns:a16="http://schemas.microsoft.com/office/drawing/2014/main" id="{9FCE3AB2-06D3-4A35-A8F9-BA2CC8FF8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2" name="Group 165">
              <a:extLst>
                <a:ext uri="{FF2B5EF4-FFF2-40B4-BE49-F238E27FC236}">
                  <a16:creationId xmlns:a16="http://schemas.microsoft.com/office/drawing/2014/main" id="{65021701-D932-431C-B812-9A1561849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864"/>
              <a:ext cx="825" cy="1824"/>
              <a:chOff x="876" y="960"/>
              <a:chExt cx="825" cy="1824"/>
            </a:xfrm>
          </p:grpSpPr>
          <p:sp>
            <p:nvSpPr>
              <p:cNvPr id="173" name="Line 166">
                <a:extLst>
                  <a:ext uri="{FF2B5EF4-FFF2-40B4-BE49-F238E27FC236}">
                    <a16:creationId xmlns:a16="http://schemas.microsoft.com/office/drawing/2014/main" id="{1DB7D968-09CA-4E17-AA18-A63488BFB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Line 167">
                <a:extLst>
                  <a:ext uri="{FF2B5EF4-FFF2-40B4-BE49-F238E27FC236}">
                    <a16:creationId xmlns:a16="http://schemas.microsoft.com/office/drawing/2014/main" id="{9C599EAC-E68A-484D-86A2-739791043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Line 168">
                <a:extLst>
                  <a:ext uri="{FF2B5EF4-FFF2-40B4-BE49-F238E27FC236}">
                    <a16:creationId xmlns:a16="http://schemas.microsoft.com/office/drawing/2014/main" id="{AFE62058-0BF2-4D3F-8893-DCFFABAA7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" name="Line 169">
                <a:extLst>
                  <a:ext uri="{FF2B5EF4-FFF2-40B4-BE49-F238E27FC236}">
                    <a16:creationId xmlns:a16="http://schemas.microsoft.com/office/drawing/2014/main" id="{51E41201-A239-4A5B-AA19-7C95D080B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3" name="Group 170">
              <a:extLst>
                <a:ext uri="{FF2B5EF4-FFF2-40B4-BE49-F238E27FC236}">
                  <a16:creationId xmlns:a16="http://schemas.microsoft.com/office/drawing/2014/main" id="{A415F833-581F-43D3-8F56-83181CA08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3" y="864"/>
              <a:ext cx="825" cy="1824"/>
              <a:chOff x="876" y="960"/>
              <a:chExt cx="825" cy="1824"/>
            </a:xfrm>
          </p:grpSpPr>
          <p:sp>
            <p:nvSpPr>
              <p:cNvPr id="169" name="Line 171">
                <a:extLst>
                  <a:ext uri="{FF2B5EF4-FFF2-40B4-BE49-F238E27FC236}">
                    <a16:creationId xmlns:a16="http://schemas.microsoft.com/office/drawing/2014/main" id="{F7861D4F-9F61-4B36-A787-53AD7FA2B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Line 172">
                <a:extLst>
                  <a:ext uri="{FF2B5EF4-FFF2-40B4-BE49-F238E27FC236}">
                    <a16:creationId xmlns:a16="http://schemas.microsoft.com/office/drawing/2014/main" id="{29F9198A-3322-4C47-9241-54D4E27B8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Line 173">
                <a:extLst>
                  <a:ext uri="{FF2B5EF4-FFF2-40B4-BE49-F238E27FC236}">
                    <a16:creationId xmlns:a16="http://schemas.microsoft.com/office/drawing/2014/main" id="{B05AA5CF-FCBE-4BA7-AE56-44DC681ED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Line 174">
                <a:extLst>
                  <a:ext uri="{FF2B5EF4-FFF2-40B4-BE49-F238E27FC236}">
                    <a16:creationId xmlns:a16="http://schemas.microsoft.com/office/drawing/2014/main" id="{EED55014-339E-4FD2-B1AD-04365DDC8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4" name="Group 175">
              <a:extLst>
                <a:ext uri="{FF2B5EF4-FFF2-40B4-BE49-F238E27FC236}">
                  <a16:creationId xmlns:a16="http://schemas.microsoft.com/office/drawing/2014/main" id="{CC048FA6-9545-4B6B-95DA-5BB2E716D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912"/>
              <a:ext cx="825" cy="1824"/>
              <a:chOff x="876" y="960"/>
              <a:chExt cx="825" cy="1824"/>
            </a:xfrm>
          </p:grpSpPr>
          <p:sp>
            <p:nvSpPr>
              <p:cNvPr id="165" name="Line 176">
                <a:extLst>
                  <a:ext uri="{FF2B5EF4-FFF2-40B4-BE49-F238E27FC236}">
                    <a16:creationId xmlns:a16="http://schemas.microsoft.com/office/drawing/2014/main" id="{4FE79736-6724-4145-9DB2-30F697B77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Line 177">
                <a:extLst>
                  <a:ext uri="{FF2B5EF4-FFF2-40B4-BE49-F238E27FC236}">
                    <a16:creationId xmlns:a16="http://schemas.microsoft.com/office/drawing/2014/main" id="{C9C1BBB4-58AF-4B1E-9D89-F8CF82FCB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Line 178">
                <a:extLst>
                  <a:ext uri="{FF2B5EF4-FFF2-40B4-BE49-F238E27FC236}">
                    <a16:creationId xmlns:a16="http://schemas.microsoft.com/office/drawing/2014/main" id="{A746C8A2-F782-40DD-995A-E62AE6EE3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Line 179">
                <a:extLst>
                  <a:ext uri="{FF2B5EF4-FFF2-40B4-BE49-F238E27FC236}">
                    <a16:creationId xmlns:a16="http://schemas.microsoft.com/office/drawing/2014/main" id="{47E9377A-E099-4269-A166-6114E1CD4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960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81" name="Text Box 180">
            <a:extLst>
              <a:ext uri="{FF2B5EF4-FFF2-40B4-BE49-F238E27FC236}">
                <a16:creationId xmlns:a16="http://schemas.microsoft.com/office/drawing/2014/main" id="{719E9B44-8A84-49A8-B821-89866987A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00113"/>
            <a:ext cx="754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1    2    3   4    5   6    7   8    9  10  11  12  13 14  15  16</a:t>
            </a:r>
          </a:p>
        </p:txBody>
      </p:sp>
    </p:spTree>
    <p:extLst>
      <p:ext uri="{BB962C8B-B14F-4D97-AF65-F5344CB8AC3E}">
        <p14:creationId xmlns:p14="http://schemas.microsoft.com/office/powerpoint/2010/main" val="524865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utoUpdateAnimBg="0"/>
      <p:bldP spid="159" grpId="0" autoUpdateAnimBg="0"/>
      <p:bldP spid="18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325590-A8A3-41C5-863C-E5B7E1823C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25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8BEA5-C764-43CA-84A1-7D0006B11D57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458788"/>
            <a:ext cx="9067800" cy="8382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触发器构成同步二进制减法计数器：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ED067B-176B-48C3-8955-8FBD14A78214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1268413"/>
            <a:ext cx="7239000" cy="4803775"/>
            <a:chOff x="576" y="912"/>
            <a:chExt cx="4560" cy="3026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167FFE40-660C-49E4-BC1B-1B37BE8B9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679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1</a:t>
              </a: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D6FFA9E8-A0F3-4B1C-A32A-3557E8B3E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67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15      0    0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1FEC4C7A-9810-463A-A1CC-456AC7ABD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27"/>
              <a:ext cx="22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14      0    0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BFD1D97D-B237-42B6-A1F2-5561BC3DF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687"/>
              <a:ext cx="2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13      0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F720C059-0A73-4793-8AF5-86F3CCC5F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" y="2447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12      0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07B83EF2-BABC-4061-A459-D7F3395C1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07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11      0    1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271C5711-873C-44F3-9EF5-262DDA29A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919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10      0    1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6CA4849-D9C1-404C-A29D-C8F6C99A9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1679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9   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22FA0FCE-DF5F-4FC4-8870-A10036123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647"/>
              <a:ext cx="21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8   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  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0DB57D03-8FA0-418C-8521-CBECBE5AE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407"/>
              <a:ext cx="23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7       1    0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036BCC9E-27C6-4C1A-9807-24E544A1B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3167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6       1    0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56323D33-F883-49C8-9F51-05B945D5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927"/>
              <a:ext cx="20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5       1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24EB1DD-A838-4248-927E-910FCAA2D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87"/>
              <a:ext cx="2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4       1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3A80BB3-8EFA-400F-8FC5-5CAECD4FA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" y="2447"/>
              <a:ext cx="22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3       1    1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6862256E-258D-4648-9491-E747CB642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159"/>
              <a:ext cx="2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2       1    1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 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F8761F0F-27EE-400E-A098-1376F3669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919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1   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6301368B-3B82-40F3-8F77-3ADF46F12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3407"/>
              <a:ext cx="2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16      0    0    0    </a:t>
              </a: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0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17E69FC-A345-4ABE-94C0-E53CA73E5A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95"/>
              <a:ext cx="4512" cy="2641"/>
              <a:chOff x="528" y="1488"/>
              <a:chExt cx="4512" cy="2641"/>
            </a:xfrm>
          </p:grpSpPr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527A45B5-FF40-4A92-A5A3-F15E4C96B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4128"/>
                <a:ext cx="4512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" name="Group 23">
                <a:extLst>
                  <a:ext uri="{FF2B5EF4-FFF2-40B4-BE49-F238E27FC236}">
                    <a16:creationId xmlns:a16="http://schemas.microsoft.com/office/drawing/2014/main" id="{62B40C94-D282-4FF9-8B9A-DFC76A032D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488"/>
                <a:ext cx="4512" cy="2634"/>
                <a:chOff x="528" y="1488"/>
                <a:chExt cx="4512" cy="2634"/>
              </a:xfrm>
            </p:grpSpPr>
            <p:sp>
              <p:nvSpPr>
                <p:cNvPr id="26" name="Line 24">
                  <a:extLst>
                    <a:ext uri="{FF2B5EF4-FFF2-40B4-BE49-F238E27FC236}">
                      <a16:creationId xmlns:a16="http://schemas.microsoft.com/office/drawing/2014/main" id="{2A4C0FE9-6193-47B7-A74D-34BEF0309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1489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Line 25">
                  <a:extLst>
                    <a:ext uri="{FF2B5EF4-FFF2-40B4-BE49-F238E27FC236}">
                      <a16:creationId xmlns:a16="http://schemas.microsoft.com/office/drawing/2014/main" id="{F814E1DF-86E7-474E-89E4-5770641D0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8" y="1488"/>
                  <a:ext cx="4512" cy="5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 Box 26">
                  <a:extLst>
                    <a:ext uri="{FF2B5EF4-FFF2-40B4-BE49-F238E27FC236}">
                      <a16:creationId xmlns:a16="http://schemas.microsoft.com/office/drawing/2014/main" id="{C447591C-9096-466D-80C8-002B054EEE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536"/>
                  <a:ext cx="211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CP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29" name="Line 27">
                  <a:extLst>
                    <a:ext uri="{FF2B5EF4-FFF2-40B4-BE49-F238E27FC236}">
                      <a16:creationId xmlns:a16="http://schemas.microsoft.com/office/drawing/2014/main" id="{09E1F41D-E42E-4614-BF13-065097512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6" y="1824"/>
                  <a:ext cx="45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Line 28">
                  <a:extLst>
                    <a:ext uri="{FF2B5EF4-FFF2-40B4-BE49-F238E27FC236}">
                      <a16:creationId xmlns:a16="http://schemas.microsoft.com/office/drawing/2014/main" id="{3524FE6C-D169-4AAB-BF92-9D282409E5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5" y="1488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Line 29">
                  <a:extLst>
                    <a:ext uri="{FF2B5EF4-FFF2-40B4-BE49-F238E27FC236}">
                      <a16:creationId xmlns:a16="http://schemas.microsoft.com/office/drawing/2014/main" id="{B080C29F-5748-4E5B-915D-4A3F8690D7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1489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Line 30">
                  <a:extLst>
                    <a:ext uri="{FF2B5EF4-FFF2-40B4-BE49-F238E27FC236}">
                      <a16:creationId xmlns:a16="http://schemas.microsoft.com/office/drawing/2014/main" id="{EFD90A34-3290-4E87-BCEF-C19085934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6" y="1489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Line 31">
                  <a:extLst>
                    <a:ext uri="{FF2B5EF4-FFF2-40B4-BE49-F238E27FC236}">
                      <a16:creationId xmlns:a16="http://schemas.microsoft.com/office/drawing/2014/main" id="{E7F1F9C3-7329-413A-A4F3-DC52BA749A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12" y="1489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Line 32">
                  <a:extLst>
                    <a:ext uri="{FF2B5EF4-FFF2-40B4-BE49-F238E27FC236}">
                      <a16:creationId xmlns:a16="http://schemas.microsoft.com/office/drawing/2014/main" id="{AFA5D860-0A5E-4C43-8AFF-CDEFC755CA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64" y="1490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Line 33">
                  <a:extLst>
                    <a:ext uri="{FF2B5EF4-FFF2-40B4-BE49-F238E27FC236}">
                      <a16:creationId xmlns:a16="http://schemas.microsoft.com/office/drawing/2014/main" id="{F8239515-539F-4FEC-B049-2C425B7E05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8" y="1489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 Box 34">
                  <a:extLst>
                    <a:ext uri="{FF2B5EF4-FFF2-40B4-BE49-F238E27FC236}">
                      <a16:creationId xmlns:a16="http://schemas.microsoft.com/office/drawing/2014/main" id="{2E05BA78-3629-414D-8AF7-7A7138AA23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536"/>
                  <a:ext cx="211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CP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07B4CB88-B9EC-46A8-B0FF-236C08031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912"/>
              <a:ext cx="31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四位二进制减法计数器状态转换表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55437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DCEFF1-9098-45F4-8A70-CBB643DDC0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26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2D81B20-E568-4728-8DF2-F9D4C6A6947F}"/>
              </a:ext>
            </a:extLst>
          </p:cNvPr>
          <p:cNvSpPr txBox="1">
            <a:spLocks noChangeArrowheads="1"/>
          </p:cNvSpPr>
          <p:nvPr/>
        </p:nvSpPr>
        <p:spPr>
          <a:xfrm>
            <a:off x="296863" y="614363"/>
            <a:ext cx="4725987" cy="22288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状态转换表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翻转规律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触发器，每来一个时钟，翻转一次；</a:t>
            </a:r>
          </a:p>
          <a:p>
            <a:pP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触发器，当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 Q</a:t>
            </a:r>
            <a:r>
              <a:rPr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i-1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初态为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且来时钟时，翻转，否则保持；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9B4A2-B84D-424E-AF62-C485EA66C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798763"/>
            <a:ext cx="43656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所以，若用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触发器构成计数器，则第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位触发器输入端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baseline="-2500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的逻辑式应为：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8C96068-E7E2-45F7-B27D-490333886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6363" y="4059238"/>
          <a:ext cx="19780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4" imgW="1117600" imgH="508000" progId="Equation.DSMT4">
                  <p:embed/>
                </p:oleObj>
              </mc:Choice>
              <mc:Fallback>
                <p:oleObj name="Equation" r:id="rId4" imgW="1117600" imgH="508000" progId="Equation.DSMT4">
                  <p:embed/>
                  <p:pic>
                    <p:nvPicPr>
                      <p:cNvPr id="279556" name="Object 4">
                        <a:extLst>
                          <a:ext uri="{FF2B5EF4-FFF2-40B4-BE49-F238E27FC236}">
                            <a16:creationId xmlns:a16="http://schemas.microsoft.com/office/drawing/2014/main" id="{A0BFC77E-E226-4C5C-8FEB-2AB85B03084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4059238"/>
                        <a:ext cx="19780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095B9AC-3978-47F6-BABA-086BF3680DA8}"/>
              </a:ext>
            </a:extLst>
          </p:cNvPr>
          <p:cNvSpPr txBox="1">
            <a:spLocks noChangeArrowheads="1"/>
          </p:cNvSpPr>
          <p:nvPr/>
        </p:nvSpPr>
        <p:spPr>
          <a:xfrm>
            <a:off x="341313" y="5049838"/>
            <a:ext cx="4635500" cy="900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lIns="92075" tIns="46038" rIns="92075" bIns="46038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思考：若用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T′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触发器实现二进制减法计数器，应如何处理？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89A10-1035-4B00-BEAC-113527B65097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76250"/>
            <a:ext cx="3140075" cy="5689600"/>
            <a:chOff x="3107" y="300"/>
            <a:chExt cx="1978" cy="3584"/>
          </a:xfrm>
        </p:grpSpPr>
        <p:pic>
          <p:nvPicPr>
            <p:cNvPr id="8" name="Picture 7" descr="6-3-15">
              <a:extLst>
                <a:ext uri="{FF2B5EF4-FFF2-40B4-BE49-F238E27FC236}">
                  <a16:creationId xmlns:a16="http://schemas.microsoft.com/office/drawing/2014/main" id="{50871558-65F7-45EF-A67F-660C42DDA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300"/>
              <a:ext cx="1978" cy="3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B3E292-B44F-4196-96EB-80223D27B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618"/>
              <a:ext cx="545" cy="3092"/>
            </a:xfrm>
            <a:prstGeom prst="rect">
              <a:avLst/>
            </a:prstGeom>
            <a:solidFill>
              <a:srgbClr val="FFFF6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15186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3387BB-E936-4721-8F8C-F4BC4D1F70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27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E7707-5FF7-4643-9C58-91D9C6CDBD4A}"/>
              </a:ext>
            </a:extLst>
          </p:cNvPr>
          <p:cNvSpPr txBox="1">
            <a:spLocks noChangeArrowheads="1"/>
          </p:cNvSpPr>
          <p:nvPr/>
        </p:nvSpPr>
        <p:spPr>
          <a:xfrm>
            <a:off x="271463" y="125413"/>
            <a:ext cx="5817838" cy="52228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触发器实现4位二进制计数器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17D60D9-CD19-43E8-9602-2EF98D89E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638175"/>
            <a:ext cx="4710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直接观察分析求表达式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0BE9D9B1-FE95-4A05-9C31-F013BABA8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96397"/>
              </p:ext>
            </p:extLst>
          </p:nvPr>
        </p:nvGraphicFramePr>
        <p:xfrm>
          <a:off x="5629275" y="287338"/>
          <a:ext cx="3143250" cy="6229503"/>
        </p:xfrm>
        <a:graphic>
          <a:graphicData uri="http://schemas.openxmlformats.org/drawingml/2006/table">
            <a:tbl>
              <a:tblPr/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CP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7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45708" marB="45708" horzOverflow="overflow">
                    <a:lnL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3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6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 Box 114">
            <a:extLst>
              <a:ext uri="{FF2B5EF4-FFF2-40B4-BE49-F238E27FC236}">
                <a16:creationId xmlns:a16="http://schemas.microsoft.com/office/drawing/2014/main" id="{4105526E-B40C-4729-85EF-AC2F78F8A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22375"/>
            <a:ext cx="441483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n+1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置1的条件是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＝0；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DFFF4EE9-ACEE-4BDB-836F-225EE2D52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20925"/>
            <a:ext cx="5332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n+1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置1的条件是: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＝10,01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16">
            <a:extLst>
              <a:ext uri="{FF2B5EF4-FFF2-40B4-BE49-F238E27FC236}">
                <a16:creationId xmlns:a16="http://schemas.microsoft.com/office/drawing/2014/main" id="{BF335DCC-A4C1-4E92-8CC1-D0F7614AB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2808288"/>
            <a:ext cx="27432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9" name="Text Box 117">
            <a:extLst>
              <a:ext uri="{FF2B5EF4-FFF2-40B4-BE49-F238E27FC236}">
                <a16:creationId xmlns:a16="http://schemas.microsoft.com/office/drawing/2014/main" id="{6466FF7D-FE38-4856-8CD9-ABBB6054D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3360738"/>
            <a:ext cx="4865687" cy="156171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n+1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置1的条件是：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＝1，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＝0，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＝11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118">
            <a:extLst>
              <a:ext uri="{FF2B5EF4-FFF2-40B4-BE49-F238E27FC236}">
                <a16:creationId xmlns:a16="http://schemas.microsoft.com/office/drawing/2014/main" id="{CDD84069-325C-4461-B80C-ECE67A3ACD96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5073650"/>
            <a:ext cx="4210050" cy="519113"/>
            <a:chOff x="391" y="3347"/>
            <a:chExt cx="2652" cy="327"/>
          </a:xfrm>
        </p:grpSpPr>
        <p:sp>
          <p:nvSpPr>
            <p:cNvPr id="11" name="Text Box 119">
              <a:extLst>
                <a:ext uri="{FF2B5EF4-FFF2-40B4-BE49-F238E27FC236}">
                  <a16:creationId xmlns:a16="http://schemas.microsoft.com/office/drawing/2014/main" id="{75AB7A43-6B74-40A5-AEE9-9A97D5510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" y="3347"/>
              <a:ext cx="2652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2" name="Line 120">
              <a:extLst>
                <a:ext uri="{FF2B5EF4-FFF2-40B4-BE49-F238E27FC236}">
                  <a16:creationId xmlns:a16="http://schemas.microsoft.com/office/drawing/2014/main" id="{72634E90-778B-49EC-8144-5748C3985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3391"/>
              <a:ext cx="587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121">
              <a:extLst>
                <a:ext uri="{FF2B5EF4-FFF2-40B4-BE49-F238E27FC236}">
                  <a16:creationId xmlns:a16="http://schemas.microsoft.com/office/drawing/2014/main" id="{22485D84-CB39-4628-AFA2-598705A63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3391"/>
              <a:ext cx="207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Box 122">
            <a:extLst>
              <a:ext uri="{FF2B5EF4-FFF2-40B4-BE49-F238E27FC236}">
                <a16:creationId xmlns:a16="http://schemas.microsoft.com/office/drawing/2014/main" id="{A9AE79F6-FC8D-46A5-A167-7DBC2F674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6092825"/>
            <a:ext cx="37607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i="0" u="none" strike="noStrike" kern="1200" cap="none" spc="0" normalizeH="0" baseline="3000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123">
            <a:extLst>
              <a:ext uri="{FF2B5EF4-FFF2-40B4-BE49-F238E27FC236}">
                <a16:creationId xmlns:a16="http://schemas.microsoft.com/office/drawing/2014/main" id="{CC88D7FB-4C82-43B8-8855-A6B562442676}"/>
              </a:ext>
            </a:extLst>
          </p:cNvPr>
          <p:cNvGrpSpPr>
            <a:grpSpLocks/>
          </p:cNvGrpSpPr>
          <p:nvPr/>
        </p:nvGrpSpPr>
        <p:grpSpPr bwMode="auto">
          <a:xfrm>
            <a:off x="1017588" y="1757363"/>
            <a:ext cx="2743200" cy="519112"/>
            <a:chOff x="641" y="1107"/>
            <a:chExt cx="1728" cy="327"/>
          </a:xfrm>
        </p:grpSpPr>
        <p:sp>
          <p:nvSpPr>
            <p:cNvPr id="16" name="Text Box 124">
              <a:extLst>
                <a:ext uri="{FF2B5EF4-FFF2-40B4-BE49-F238E27FC236}">
                  <a16:creationId xmlns:a16="http://schemas.microsoft.com/office/drawing/2014/main" id="{B5DABEF0-D714-4431-9337-C96A9B801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" y="1107"/>
              <a:ext cx="1728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n+1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=Q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7" name="Line 125">
              <a:extLst>
                <a:ext uri="{FF2B5EF4-FFF2-40B4-BE49-F238E27FC236}">
                  <a16:creationId xmlns:a16="http://schemas.microsoft.com/office/drawing/2014/main" id="{35AFDA6D-8EAF-4D84-B94C-60472E81E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7" y="1152"/>
              <a:ext cx="141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 Box 122">
            <a:extLst>
              <a:ext uri="{FF2B5EF4-FFF2-40B4-BE49-F238E27FC236}">
                <a16:creationId xmlns:a16="http://schemas.microsoft.com/office/drawing/2014/main" id="{1E37FE73-DD4A-4C37-BBFF-82EB75DC5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5592763"/>
            <a:ext cx="376078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=Q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i="0" u="none" strike="noStrike" kern="1200" cap="none" spc="0" normalizeH="0" baseline="3000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7172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nimBg="1" autoUpdateAnimBg="0"/>
      <p:bldP spid="7" grpId="0" autoUpdateAnimBg="0"/>
      <p:bldP spid="8" grpId="0" animBg="1" autoUpdateAnimBg="0"/>
      <p:bldP spid="9" grpId="0" animBg="1" autoUpdateAnimBg="0"/>
      <p:bldP spid="14" grpId="0" animBg="1" autoUpdateAnimBg="0"/>
      <p:bldP spid="18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4BFF9B-6734-45CC-83F9-EB052589BD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28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68CC73-B142-46C6-B74D-70A824EEDA3D}"/>
              </a:ext>
            </a:extLst>
          </p:cNvPr>
          <p:cNvSpPr txBox="1">
            <a:spLocks noChangeArrowheads="1"/>
          </p:cNvSpPr>
          <p:nvPr/>
        </p:nvSpPr>
        <p:spPr>
          <a:xfrm>
            <a:off x="254000" y="55563"/>
            <a:ext cx="5976938" cy="4699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70000"/>
              <a:buFont typeface="Wingdings" panose="05000000000000000000" pitchFamily="2" charset="2"/>
              <a:buChar char="n"/>
            </a:pPr>
            <a:r>
              <a:rPr kumimoji="0" lang="zh-CN" alt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利用状态表，卡诺图化简求表达式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3834F7F-9577-4D7E-861D-8FC161CC5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787400"/>
            <a:ext cx="4691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EB81F2-B725-4933-9FF2-CB2B3F264666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1233488"/>
            <a:ext cx="4541838" cy="2559050"/>
            <a:chOff x="735" y="1223"/>
            <a:chExt cx="2861" cy="161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78BB86-3415-4770-BAC6-F7B5C8846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2548"/>
              <a:ext cx="5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1011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B16B2C-D31B-4C7E-80FB-3FD3A6AE8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548"/>
              <a:ext cx="55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1100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16B8FB-736A-42AC-AD9C-9DC75411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548"/>
              <a:ext cx="55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91B995-F436-453D-9A0C-9B8AE6D3B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548"/>
              <a:ext cx="55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3A662C-C407-4D4B-8BBD-4A200A493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2261"/>
              <a:ext cx="5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D8DF57-A8F5-470F-9EAF-D51B6306A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261"/>
              <a:ext cx="55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492B35-6B1B-4B58-A292-FEF4D9B2C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261"/>
              <a:ext cx="55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1110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639DB6-C220-4E8A-AA2B-E045DE424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261"/>
              <a:ext cx="55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1101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8D0F2B-A8FA-4566-922A-8E5916406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974"/>
              <a:ext cx="5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3AEE65-B97F-4A88-BDAC-46EDAD22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1974"/>
              <a:ext cx="55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AAC6DD-4104-40D1-AD56-417EC247C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1974"/>
              <a:ext cx="55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E0B139-B0E2-48FD-AD20-B853D81E0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1974"/>
              <a:ext cx="55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0CF623-0A76-4AB2-9B8B-6F30B76AF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687"/>
              <a:ext cx="5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08BBC0-2AD8-45CD-8E5A-AF5DF96CF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1687"/>
              <a:ext cx="55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4A7F93-7C28-4731-8309-F94FD433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1687"/>
              <a:ext cx="55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57B5622-41AD-4392-A7BD-2DC25E61F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1687"/>
              <a:ext cx="55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2B273D19-7FCB-4262-BD89-86636075B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1974"/>
              <a:ext cx="2190" cy="0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70ACD964-8C2B-4CFE-B0C0-687130CC8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261"/>
              <a:ext cx="2190" cy="0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10AA1816-F3B4-492B-B23F-6BB77656C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548"/>
              <a:ext cx="2190" cy="0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D04D624-2FA7-421E-A291-A7B287EC6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2" y="1687"/>
              <a:ext cx="0" cy="114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7AF721DE-2C80-4ED1-ADA3-DCBB2F87F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9" y="1687"/>
              <a:ext cx="0" cy="114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7B1FBAA1-3438-41B9-A83C-5C8378A84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3" y="1687"/>
              <a:ext cx="0" cy="1148"/>
            </a:xfrm>
            <a:prstGeom prst="line">
              <a:avLst/>
            </a:prstGeom>
            <a:noFill/>
            <a:ln w="127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E8D732B-0B14-4C8E-B7BD-BE9C79887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1687"/>
              <a:ext cx="2190" cy="0"/>
            </a:xfrm>
            <a:prstGeom prst="line">
              <a:avLst/>
            </a:prstGeom>
            <a:noFill/>
            <a:ln w="3810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C6455C4A-A825-494E-BB64-47993ABC4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1687"/>
              <a:ext cx="0" cy="1148"/>
            </a:xfrm>
            <a:prstGeom prst="line">
              <a:avLst/>
            </a:prstGeom>
            <a:noFill/>
            <a:ln w="3810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74D62C19-07D2-4371-9F26-C98BDF787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1687"/>
              <a:ext cx="0" cy="1148"/>
            </a:xfrm>
            <a:prstGeom prst="line">
              <a:avLst/>
            </a:prstGeom>
            <a:noFill/>
            <a:ln w="3810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13FCA7FE-0587-461F-BD24-49D05A2D4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835"/>
              <a:ext cx="2190" cy="0"/>
            </a:xfrm>
            <a:prstGeom prst="line">
              <a:avLst/>
            </a:prstGeom>
            <a:noFill/>
            <a:ln w="3810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6D26617E-EB25-467E-BA54-AF518493B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" y="1223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5B83095D-0277-490F-AD9C-C5D7F04D7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" y="1712"/>
              <a:ext cx="310" cy="1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  <a:p>
              <a:pPr marL="0" marR="0" lvl="0" indent="0" algn="l" defTabSz="914400" rtl="0" eaLnBrk="1" fontAlgn="base" latinLnBrk="0" hangingPunct="1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  <a:p>
              <a:pPr marL="0" marR="0" lvl="0" indent="0" algn="l" defTabSz="914400" rtl="0" eaLnBrk="1" fontAlgn="base" latinLnBrk="0" hangingPunct="1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C1DE2799-C202-414D-A660-8C01D82CB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" y="1433"/>
              <a:ext cx="19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00         01       11       10</a:t>
              </a: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C6DD66D3-8C30-492A-A9F9-F58E7F4C5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6" y="1435"/>
              <a:ext cx="456" cy="260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DE194034-9912-4AC6-B9BD-7CBF67594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1365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E2C2D818-24AA-4EE5-9123-A3FCA7586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1385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9ACADAC3-B593-4CE2-AF90-5B6B8CAD4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" y="1506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4B5D319-4757-408A-B25A-DBD4E1AC340D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4000500"/>
            <a:ext cx="2381250" cy="2630488"/>
            <a:chOff x="3838" y="391"/>
            <a:chExt cx="1500" cy="165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980EF46-2E5E-433D-9025-44CF1180B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1453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241736E-CA71-4830-B959-A6A71B41C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1453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FE6EBF4-0372-4D94-966B-115CD9A92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453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CB62CB9-8BF5-488D-B58F-C0BEED3BE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453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D57A8F-8BC6-4B1F-BDB6-393135C23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1215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2AC29DA-AF41-4043-A0FA-78E92C0CC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1215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2FDCC3B-F982-4A49-941C-32184D69D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215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50D974-5CE4-4E9D-8DEF-6E8338302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15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B74F9D6-FCC4-4E0A-85CB-F509CDB4A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977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9A589A0-F199-4331-B21B-D5946F7B3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977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706885C-3C72-47CD-B460-5F4BDDFE3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977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8947713-F34C-4D70-975B-EEE35CD21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977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6C2EE02-7876-429E-AA43-151A5832F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39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84D309-0423-4533-BCD6-07A0D35CE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739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AA0A0E-0A29-4162-9044-9ED376DEB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739"/>
              <a:ext cx="25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B07C008-E935-45C6-B254-3967CC7BF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739"/>
              <a:ext cx="24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20000"/>
                </a:spcBef>
                <a:buChar char="–"/>
                <a:defRPr kumimoji="1" sz="2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20000"/>
                </a:spcBef>
                <a:buChar char="•"/>
                <a:defRPr kumimoji="1" sz="2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2B0668DF-F423-4BD1-8C26-FFD974B60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739"/>
              <a:ext cx="998" cy="0"/>
            </a:xfrm>
            <a:prstGeom prst="line">
              <a:avLst/>
            </a:prstGeom>
            <a:noFill/>
            <a:ln w="1905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668251B0-D689-44C5-AC20-2055C4AC9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977"/>
              <a:ext cx="998" cy="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302AB2F9-73E5-4624-ABA9-5C194CDA0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215"/>
              <a:ext cx="998" cy="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9B0EF983-F2BE-4A12-AD78-A20429D38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453"/>
              <a:ext cx="998" cy="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2CBADD7A-D9B0-41A9-841E-B808FB887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691"/>
              <a:ext cx="998" cy="0"/>
            </a:xfrm>
            <a:prstGeom prst="line">
              <a:avLst/>
            </a:prstGeom>
            <a:noFill/>
            <a:ln w="1905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0AC8E63E-665E-41EF-8D59-4A1287A53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739"/>
              <a:ext cx="0" cy="952"/>
            </a:xfrm>
            <a:prstGeom prst="line">
              <a:avLst/>
            </a:prstGeom>
            <a:noFill/>
            <a:ln w="1905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A9535689-AB14-4B3E-AAA2-F4DBBFCDC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739"/>
              <a:ext cx="0" cy="952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78D01F1E-E5E1-41E3-8E79-75220FCA1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1" y="739"/>
              <a:ext cx="0" cy="952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ACB6DA1C-88F9-47E4-ADC7-9EF40C9CA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1" y="739"/>
              <a:ext cx="0" cy="952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5AE2BD5D-1BF5-455A-B7AB-A627ACEFC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0" y="739"/>
              <a:ext cx="0" cy="952"/>
            </a:xfrm>
            <a:prstGeom prst="line">
              <a:avLst/>
            </a:prstGeom>
            <a:noFill/>
            <a:ln w="19050" cap="sq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DB619594-A252-4796-BFE9-B0A2BD2F02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5" y="512"/>
              <a:ext cx="308" cy="226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Text Box 66">
              <a:extLst>
                <a:ext uri="{FF2B5EF4-FFF2-40B4-BE49-F238E27FC236}">
                  <a16:creationId xmlns:a16="http://schemas.microsoft.com/office/drawing/2014/main" id="{BFEAD51F-93B0-4498-90ED-F8BB49ADA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391"/>
              <a:ext cx="4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6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6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Text Box 67">
              <a:extLst>
                <a:ext uri="{FF2B5EF4-FFF2-40B4-BE49-F238E27FC236}">
                  <a16:creationId xmlns:a16="http://schemas.microsoft.com/office/drawing/2014/main" id="{B0B75E3C-7DA2-42E9-AD84-92225B637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557"/>
              <a:ext cx="4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6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6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5E1F66E6-D5D3-4B38-999E-6A21A6ACD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1" y="783"/>
              <a:ext cx="260" cy="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70" name="Text Box 69">
              <a:extLst>
                <a:ext uri="{FF2B5EF4-FFF2-40B4-BE49-F238E27FC236}">
                  <a16:creationId xmlns:a16="http://schemas.microsoft.com/office/drawing/2014/main" id="{1BB45B22-7F27-4D21-909C-1B2524945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541"/>
              <a:ext cx="10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00   01   11   10</a:t>
              </a:r>
            </a:p>
          </p:txBody>
        </p:sp>
        <p:sp>
          <p:nvSpPr>
            <p:cNvPr id="71" name="Text Box 70">
              <a:extLst>
                <a:ext uri="{FF2B5EF4-FFF2-40B4-BE49-F238E27FC236}">
                  <a16:creationId xmlns:a16="http://schemas.microsoft.com/office/drawing/2014/main" id="{47413276-8824-467B-B4F0-D9377487C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1760"/>
              <a:ext cx="8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2400" b="1" i="0" u="none" strike="noStrike" kern="1200" cap="none" spc="0" normalizeH="0" baseline="3000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(D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</a:p>
          </p:txBody>
        </p:sp>
      </p:grpSp>
      <p:sp>
        <p:nvSpPr>
          <p:cNvPr id="72" name="Text Box 71">
            <a:extLst>
              <a:ext uri="{FF2B5EF4-FFF2-40B4-BE49-F238E27FC236}">
                <a16:creationId xmlns:a16="http://schemas.microsoft.com/office/drawing/2014/main" id="{DF94CCFE-3E1C-4CE5-B36F-5CB63017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4138613"/>
            <a:ext cx="3192463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F349955-3E4E-4EED-99C9-54F56B90D96F}"/>
              </a:ext>
            </a:extLst>
          </p:cNvPr>
          <p:cNvGrpSpPr>
            <a:grpSpLocks/>
          </p:cNvGrpSpPr>
          <p:nvPr/>
        </p:nvGrpSpPr>
        <p:grpSpPr bwMode="auto">
          <a:xfrm>
            <a:off x="3262313" y="5243513"/>
            <a:ext cx="4279900" cy="457200"/>
            <a:chOff x="1923" y="3772"/>
            <a:chExt cx="2696" cy="288"/>
          </a:xfrm>
        </p:grpSpPr>
        <p:sp>
          <p:nvSpPr>
            <p:cNvPr id="74" name="Text Box 73">
              <a:extLst>
                <a:ext uri="{FF2B5EF4-FFF2-40B4-BE49-F238E27FC236}">
                  <a16:creationId xmlns:a16="http://schemas.microsoft.com/office/drawing/2014/main" id="{213FB778-8346-44C2-B80E-BA9CDDE90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3" y="3772"/>
              <a:ext cx="2696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ECD02318-331F-4E50-96D1-2404D52E3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3817"/>
              <a:ext cx="652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9DA8D9A7-0C7B-4CF0-AA12-28AEA3053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3817"/>
              <a:ext cx="207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7" name="Text Box 76">
            <a:extLst>
              <a:ext uri="{FF2B5EF4-FFF2-40B4-BE49-F238E27FC236}">
                <a16:creationId xmlns:a16="http://schemas.microsoft.com/office/drawing/2014/main" id="{4F790ABC-6262-4688-9AC3-93C68356D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8" y="5924550"/>
            <a:ext cx="2830512" cy="45720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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400" b="1" i="0" u="none" strike="noStrike" kern="1200" cap="none" spc="0" normalizeH="0" baseline="30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Text Box 77">
            <a:extLst>
              <a:ext uri="{FF2B5EF4-FFF2-40B4-BE49-F238E27FC236}">
                <a16:creationId xmlns:a16="http://schemas.microsoft.com/office/drawing/2014/main" id="{B7436C7B-B597-445E-9974-4E97C5BFA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206500"/>
            <a:ext cx="1398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同理：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BF839F6-DB3B-4487-BA01-4FF8E77A654B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2008188"/>
            <a:ext cx="2830513" cy="1811337"/>
            <a:chOff x="3706" y="1265"/>
            <a:chExt cx="1783" cy="1141"/>
          </a:xfrm>
        </p:grpSpPr>
        <p:sp>
          <p:nvSpPr>
            <p:cNvPr id="80" name="Text Box 79">
              <a:extLst>
                <a:ext uri="{FF2B5EF4-FFF2-40B4-BE49-F238E27FC236}">
                  <a16:creationId xmlns:a16="http://schemas.microsoft.com/office/drawing/2014/main" id="{90F38D6C-5A5A-4FFC-AE69-5B328E0F1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6" y="1265"/>
              <a:ext cx="178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en-US" altLang="zh-CN" sz="24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Text Box 80">
              <a:extLst>
                <a:ext uri="{FF2B5EF4-FFF2-40B4-BE49-F238E27FC236}">
                  <a16:creationId xmlns:a16="http://schemas.microsoft.com/office/drawing/2014/main" id="{8864771B-28A6-4A1A-A972-A2D0A8D66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1716"/>
              <a:ext cx="142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25C1BFC-8D03-4772-8D65-CDCF3D3B40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2117"/>
              <a:ext cx="859" cy="289"/>
              <a:chOff x="3738" y="2117"/>
              <a:chExt cx="859" cy="289"/>
            </a:xfrm>
          </p:grpSpPr>
          <p:sp>
            <p:nvSpPr>
              <p:cNvPr id="83" name="Text Box 82">
                <a:extLst>
                  <a:ext uri="{FF2B5EF4-FFF2-40B4-BE49-F238E27FC236}">
                    <a16:creationId xmlns:a16="http://schemas.microsoft.com/office/drawing/2014/main" id="{023A2535-D315-4348-9304-4850D5AAAE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2117"/>
                <a:ext cx="859" cy="289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=Q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84" name="Line 83">
                <a:extLst>
                  <a:ext uri="{FF2B5EF4-FFF2-40B4-BE49-F238E27FC236}">
                    <a16:creationId xmlns:a16="http://schemas.microsoft.com/office/drawing/2014/main" id="{E805B436-3ED7-4D8B-9B89-F510E8BFF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9" y="2165"/>
                <a:ext cx="141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800587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72" grpId="0" autoUpdateAnimBg="0"/>
      <p:bldP spid="77" grpId="0" animBg="1" autoUpdateAnimBg="0"/>
      <p:bldP spid="7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25556A-666F-4F27-BBFD-0E27F275B0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29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4481D-C1CB-43C1-BB5D-A28420AA9F6F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644525"/>
            <a:ext cx="1681163" cy="4699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70000"/>
              <a:buFont typeface="Wingdings" panose="05000000000000000000" pitchFamily="2" charset="2"/>
              <a:buChar char="n"/>
            </a:pPr>
            <a:r>
              <a:rPr kumimoji="0" lang="zh-CN" altLang="en-US" sz="2800" dirty="0">
                <a:solidFill>
                  <a:srgbClr val="FF0000"/>
                </a:solidFill>
                <a:latin typeface="Georgia" panose="02040502050405020303" pitchFamily="18" charset="0"/>
              </a:rPr>
              <a:t>电路图</a:t>
            </a:r>
          </a:p>
        </p:txBody>
      </p:sp>
      <p:grpSp>
        <p:nvGrpSpPr>
          <p:cNvPr id="4" name="Group 104">
            <a:extLst>
              <a:ext uri="{FF2B5EF4-FFF2-40B4-BE49-F238E27FC236}">
                <a16:creationId xmlns:a16="http://schemas.microsoft.com/office/drawing/2014/main" id="{FAE1F1D6-F31F-4F04-A693-81AF77789DA6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369888"/>
            <a:ext cx="6400800" cy="1138237"/>
            <a:chOff x="1294" y="200"/>
            <a:chExt cx="4032" cy="717"/>
          </a:xfrm>
        </p:grpSpPr>
        <p:sp>
          <p:nvSpPr>
            <p:cNvPr id="5" name="Text Box 105">
              <a:extLst>
                <a:ext uri="{FF2B5EF4-FFF2-40B4-BE49-F238E27FC236}">
                  <a16:creationId xmlns:a16="http://schemas.microsoft.com/office/drawing/2014/main" id="{A9C3C45C-DDD7-42E0-B824-D56D36831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200"/>
              <a:ext cx="191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Text Box 106">
              <a:extLst>
                <a:ext uri="{FF2B5EF4-FFF2-40B4-BE49-F238E27FC236}">
                  <a16:creationId xmlns:a16="http://schemas.microsoft.com/office/drawing/2014/main" id="{64616439-6A38-43AE-A813-6848DEBC7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" y="222"/>
              <a:ext cx="178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107">
              <a:extLst>
                <a:ext uri="{FF2B5EF4-FFF2-40B4-BE49-F238E27FC236}">
                  <a16:creationId xmlns:a16="http://schemas.microsoft.com/office/drawing/2014/main" id="{6185951C-87C4-4C29-8184-D87D566FA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618"/>
              <a:ext cx="142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grpSp>
          <p:nvGrpSpPr>
            <p:cNvPr id="8" name="Group 108">
              <a:extLst>
                <a:ext uri="{FF2B5EF4-FFF2-40B4-BE49-F238E27FC236}">
                  <a16:creationId xmlns:a16="http://schemas.microsoft.com/office/drawing/2014/main" id="{12B31964-0FCD-4901-8F75-0AD417F93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" y="629"/>
              <a:ext cx="859" cy="288"/>
              <a:chOff x="3738" y="2117"/>
              <a:chExt cx="859" cy="340"/>
            </a:xfrm>
          </p:grpSpPr>
          <p:sp>
            <p:nvSpPr>
              <p:cNvPr id="9" name="Text Box 109">
                <a:extLst>
                  <a:ext uri="{FF2B5EF4-FFF2-40B4-BE49-F238E27FC236}">
                    <a16:creationId xmlns:a16="http://schemas.microsoft.com/office/drawing/2014/main" id="{C9F34FF6-F2CE-4CFC-B6A6-7791879AA8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2117"/>
                <a:ext cx="859" cy="340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=Q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1" lang="en-US" altLang="zh-CN" sz="2400" b="1" i="0" u="none" strike="noStrike" kern="1200" cap="none" spc="0" normalizeH="0" baseline="3000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</a:p>
            </p:txBody>
          </p:sp>
          <p:sp>
            <p:nvSpPr>
              <p:cNvPr id="10" name="Line 110">
                <a:extLst>
                  <a:ext uri="{FF2B5EF4-FFF2-40B4-BE49-F238E27FC236}">
                    <a16:creationId xmlns:a16="http://schemas.microsoft.com/office/drawing/2014/main" id="{69EEE3C2-DD07-46EB-B4DD-3D5AAE6C5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9" y="2165"/>
                <a:ext cx="141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1" name="Group 130">
            <a:extLst>
              <a:ext uri="{FF2B5EF4-FFF2-40B4-BE49-F238E27FC236}">
                <a16:creationId xmlns:a16="http://schemas.microsoft.com/office/drawing/2014/main" id="{D46C524E-A0A9-45F1-8271-94FB94501EE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828800"/>
            <a:ext cx="6865938" cy="4413250"/>
            <a:chOff x="816" y="1196"/>
            <a:chExt cx="4325" cy="2780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22C68583-0DD7-41B9-9A93-056AB7966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" y="1753"/>
              <a:ext cx="662" cy="3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     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    CP</a:t>
              </a:r>
            </a:p>
          </p:txBody>
        </p:sp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7361E697-E97C-4B2B-AFAE-F44809AA22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156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EC7C45BB-ECC2-4BD8-85E8-E0B930C71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1" y="1384"/>
              <a:ext cx="0" cy="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0C10A73F-4BB9-432C-8157-45E68311FF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1" y="2129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89B15E38-3E46-431D-BE90-457422F9E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2143"/>
              <a:ext cx="0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D7208828-1D4C-424D-819C-D9C2604CB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9" y="156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9CCAEFEE-4CCC-4670-8B44-685FAF470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8" y="1384"/>
              <a:ext cx="0" cy="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0E06FC6B-A9BC-4108-8775-8F1F6A0CF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8" y="2140"/>
              <a:ext cx="0" cy="4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5ACD7B05-26F8-43E4-8E33-57D22F53D0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9" y="2143"/>
              <a:ext cx="0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5114E617-1BCC-4739-8FBE-ACB213091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6" y="156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664C4CDB-D2FF-4448-A55C-1602E7A7C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1384"/>
              <a:ext cx="0" cy="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D084A92A-073B-4562-A44B-4C4D3E7F55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2129"/>
              <a:ext cx="0" cy="5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BCB5FCF9-18ED-4562-815A-18C391680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6" y="2143"/>
              <a:ext cx="0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99376AFE-C2AA-4884-A4B7-C7784E429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5" y="1562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59B150F7-D5EE-4CF5-A491-3DA710517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1384"/>
              <a:ext cx="0" cy="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97300862-D5C2-4A38-B15C-AA060ED08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2129"/>
              <a:ext cx="0" cy="5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C38747D1-1045-41E3-8140-0B1EFE9E6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5" y="2143"/>
              <a:ext cx="0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C152937A-6C62-4843-82C0-1045700C7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345"/>
              <a:ext cx="338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2E390C6C-F86D-43DD-88D9-7E89B125F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" y="2573"/>
              <a:ext cx="216" cy="14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23">
              <a:extLst>
                <a:ext uri="{FF2B5EF4-FFF2-40B4-BE49-F238E27FC236}">
                  <a16:creationId xmlns:a16="http://schemas.microsoft.com/office/drawing/2014/main" id="{1B74E794-31B2-4D03-9F44-4F7862CB5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" y="2345"/>
              <a:ext cx="0" cy="2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F6064633-E72C-4F5A-A9C1-FC0F60D12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" y="2719"/>
              <a:ext cx="0" cy="21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25">
              <a:extLst>
                <a:ext uri="{FF2B5EF4-FFF2-40B4-BE49-F238E27FC236}">
                  <a16:creationId xmlns:a16="http://schemas.microsoft.com/office/drawing/2014/main" id="{BB9064EE-FA02-42B6-875D-1AA7C5D71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" y="2927"/>
              <a:ext cx="3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CK</a:t>
              </a:r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74AEC535-EB59-49F1-BC24-53FC635B7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62"/>
              <a:ext cx="7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F5666104-CF20-4F0D-A529-8CB628806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6" y="1562"/>
              <a:ext cx="0" cy="22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8F0AC667-9AC5-421F-851B-B29AB2288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9" y="2823"/>
              <a:ext cx="0" cy="1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0B0B6CE5-A31B-4346-93ED-C11DA85E9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1" y="1562"/>
              <a:ext cx="0" cy="14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30">
              <a:extLst>
                <a:ext uri="{FF2B5EF4-FFF2-40B4-BE49-F238E27FC236}">
                  <a16:creationId xmlns:a16="http://schemas.microsoft.com/office/drawing/2014/main" id="{167EB182-D8FF-4CB1-97A6-653CC6319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8" y="1562"/>
              <a:ext cx="0" cy="14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EA0DC544-C171-48F8-A90D-9854E04B7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6" y="1562"/>
              <a:ext cx="0" cy="14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7DD1B833-AA90-42F5-B195-146DC6055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2321"/>
              <a:ext cx="3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02CA48D0-823C-45BF-B043-922407F7B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62"/>
              <a:ext cx="0" cy="75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4">
              <a:extLst>
                <a:ext uri="{FF2B5EF4-FFF2-40B4-BE49-F238E27FC236}">
                  <a16:creationId xmlns:a16="http://schemas.microsoft.com/office/drawing/2014/main" id="{E5032455-A669-4124-B28C-ED93999CF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" y="1562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0A2E1074-C186-4D2C-B7D2-A00FE83D6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1562"/>
              <a:ext cx="2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4674F898-D447-46E6-A4D8-C1A610241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562"/>
              <a:ext cx="21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156EB7E1-A4C5-4C64-9A1A-E87E10D6D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7" y="2816"/>
              <a:ext cx="0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Oval 41">
              <a:extLst>
                <a:ext uri="{FF2B5EF4-FFF2-40B4-BE49-F238E27FC236}">
                  <a16:creationId xmlns:a16="http://schemas.microsoft.com/office/drawing/2014/main" id="{909D8A4D-8DF8-483D-8EB8-88D7862AD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951"/>
              <a:ext cx="55" cy="51"/>
            </a:xfrm>
            <a:prstGeom prst="ellipse">
              <a:avLst/>
            </a:prstGeom>
            <a:solidFill>
              <a:srgbClr val="FFFFFF"/>
            </a:solidFill>
            <a:ln w="381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1BFD9FE4-9345-43A2-BB4A-B33825A25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0" y="2823"/>
              <a:ext cx="0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4A4BD5DD-1CE7-4F36-B4C9-D00CBBBD4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6" y="3837"/>
              <a:ext cx="13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0C5D5612-E827-47B5-896C-4B272EA31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8" y="3382"/>
              <a:ext cx="13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AD94047E-7568-4D77-AF39-2A33D9766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" y="3231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D59E5A1A-1406-4EC4-ACFD-EEDB07605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1" y="3509"/>
              <a:ext cx="15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7476B873-1EEA-46DD-A3BD-BC7DCE3082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0" y="3231"/>
              <a:ext cx="0" cy="2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4ADF14B6-2A35-4A6E-9D6B-402856183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3231"/>
              <a:ext cx="0" cy="6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C89C7EC2-10C9-4064-A9EC-CC10DC662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1562"/>
              <a:ext cx="2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2B09A2C9-BFAC-41E8-AFA7-E488382E7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3231"/>
              <a:ext cx="0" cy="6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0DC4A04C-E3FF-42CF-B4B0-D73B362CD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1" y="2977"/>
              <a:ext cx="53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F5D95142-2728-41CB-9728-99E247CCF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1" y="2826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D7990F8F-541B-4F3C-91EC-4C7766093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5" y="3837"/>
              <a:ext cx="9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703954AA-4910-4ED4-B7C4-4B2CEE768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1" y="2977"/>
              <a:ext cx="0" cy="53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314C37A3-E3C7-4D7E-9505-73905CE0D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9" y="2977"/>
              <a:ext cx="52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543BBDDE-491F-4677-8A12-3D2A7F13D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9" y="2826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3EB30FDB-9234-4DE0-B24D-049D073C0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3231"/>
              <a:ext cx="0" cy="2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A5056165-5297-4A9A-81B3-BD461B1836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3231"/>
              <a:ext cx="0" cy="6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37BC714B-CD7C-4A66-BBCA-F729DE68E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3509"/>
              <a:ext cx="9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924D8B56-5F5C-4D4E-A0AA-D57DE9D33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8" y="2977"/>
              <a:ext cx="0" cy="4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5380AD1F-F3BE-4C6B-B21F-88E972570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2977"/>
              <a:ext cx="51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A22EBEBB-8243-4C6C-8B31-4312D6E1F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2823"/>
              <a:ext cx="0" cy="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DB4E0B11-EA1E-4911-98A3-3B858C4C3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5" y="3837"/>
              <a:ext cx="8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Text Box 69">
              <a:extLst>
                <a:ext uri="{FF2B5EF4-FFF2-40B4-BE49-F238E27FC236}">
                  <a16:creationId xmlns:a16="http://schemas.microsoft.com/office/drawing/2014/main" id="{D140DC64-1834-4932-A7D9-FF7176AD1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" y="1267"/>
              <a:ext cx="339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FAFE2EA6-343E-4850-AB13-A3E4A37AE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" y="1268"/>
              <a:ext cx="339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17339673-C993-45C0-8C06-3E9BCA17C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8" y="1267"/>
              <a:ext cx="339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72" name="Text Box 72">
              <a:extLst>
                <a:ext uri="{FF2B5EF4-FFF2-40B4-BE49-F238E27FC236}">
                  <a16:creationId xmlns:a16="http://schemas.microsoft.com/office/drawing/2014/main" id="{2E416568-4F7D-45A0-BC9E-1DA9957E1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1256"/>
              <a:ext cx="339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232B6562-AF17-4D0F-AF73-32950DB7C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074"/>
              <a:ext cx="272" cy="154"/>
            </a:xfrm>
            <a:prstGeom prst="rect">
              <a:avLst/>
            </a:prstGeom>
            <a:noFill/>
            <a:ln w="38100" cap="rnd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191E9434-5B0A-48C8-ADF8-A7F8D897E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3231"/>
              <a:ext cx="0" cy="6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Oval 76">
              <a:extLst>
                <a:ext uri="{FF2B5EF4-FFF2-40B4-BE49-F238E27FC236}">
                  <a16:creationId xmlns:a16="http://schemas.microsoft.com/office/drawing/2014/main" id="{0D131F14-224C-4B58-BCE5-94B2E218B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2948"/>
              <a:ext cx="87" cy="8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Rectangle 77">
              <a:extLst>
                <a:ext uri="{FF2B5EF4-FFF2-40B4-BE49-F238E27FC236}">
                  <a16:creationId xmlns:a16="http://schemas.microsoft.com/office/drawing/2014/main" id="{A132F46E-5887-4ACA-B873-353E72902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062"/>
              <a:ext cx="272" cy="154"/>
            </a:xfrm>
            <a:prstGeom prst="rect">
              <a:avLst/>
            </a:prstGeom>
            <a:noFill/>
            <a:ln w="38100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Oval 78">
              <a:extLst>
                <a:ext uri="{FF2B5EF4-FFF2-40B4-BE49-F238E27FC236}">
                  <a16:creationId xmlns:a16="http://schemas.microsoft.com/office/drawing/2014/main" id="{1C8BB67B-E5E4-4134-A8CE-3691D64E2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979"/>
              <a:ext cx="87" cy="8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Line 79">
              <a:extLst>
                <a:ext uri="{FF2B5EF4-FFF2-40B4-BE49-F238E27FC236}">
                  <a16:creationId xmlns:a16="http://schemas.microsoft.com/office/drawing/2014/main" id="{57D7564D-919E-423B-88AA-F500DC187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1794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Rectangle 80">
              <a:extLst>
                <a:ext uri="{FF2B5EF4-FFF2-40B4-BE49-F238E27FC236}">
                  <a16:creationId xmlns:a16="http://schemas.microsoft.com/office/drawing/2014/main" id="{BF73EF0F-627B-400C-8B84-1B5E4099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1753"/>
              <a:ext cx="662" cy="3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    CP</a:t>
              </a:r>
            </a:p>
          </p:txBody>
        </p:sp>
        <p:sp>
          <p:nvSpPr>
            <p:cNvPr id="80" name="Rectangle 81">
              <a:extLst>
                <a:ext uri="{FF2B5EF4-FFF2-40B4-BE49-F238E27FC236}">
                  <a16:creationId xmlns:a16="http://schemas.microsoft.com/office/drawing/2014/main" id="{DA7B6258-750E-46F3-8F20-1A89878DD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1753"/>
              <a:ext cx="662" cy="3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    CP</a:t>
              </a:r>
            </a:p>
          </p:txBody>
        </p:sp>
        <p:sp>
          <p:nvSpPr>
            <p:cNvPr id="81" name="Rectangle 82">
              <a:extLst>
                <a:ext uri="{FF2B5EF4-FFF2-40B4-BE49-F238E27FC236}">
                  <a16:creationId xmlns:a16="http://schemas.microsoft.com/office/drawing/2014/main" id="{48B31DCA-889D-41DD-A144-0B621AE3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1753"/>
              <a:ext cx="662" cy="3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    CP</a:t>
              </a:r>
            </a:p>
          </p:txBody>
        </p:sp>
        <p:sp>
          <p:nvSpPr>
            <p:cNvPr id="82" name="Line 83">
              <a:extLst>
                <a:ext uri="{FF2B5EF4-FFF2-40B4-BE49-F238E27FC236}">
                  <a16:creationId xmlns:a16="http://schemas.microsoft.com/office/drawing/2014/main" id="{464BEC6A-2DA9-424D-9C00-C4E7EF375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1783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Line 84">
              <a:extLst>
                <a:ext uri="{FF2B5EF4-FFF2-40B4-BE49-F238E27FC236}">
                  <a16:creationId xmlns:a16="http://schemas.microsoft.com/office/drawing/2014/main" id="{0C906196-94D7-4A51-9FD5-52E34C6A1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" y="1794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Line 85">
              <a:extLst>
                <a:ext uri="{FF2B5EF4-FFF2-40B4-BE49-F238E27FC236}">
                  <a16:creationId xmlns:a16="http://schemas.microsoft.com/office/drawing/2014/main" id="{24839CA7-C98B-4F85-ACBB-F90C74D54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783"/>
              <a:ext cx="1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5" name="Group 114">
              <a:extLst>
                <a:ext uri="{FF2B5EF4-FFF2-40B4-BE49-F238E27FC236}">
                  <a16:creationId xmlns:a16="http://schemas.microsoft.com/office/drawing/2014/main" id="{81337516-6CCD-4312-AC48-161DAFBAB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6" y="2575"/>
              <a:ext cx="402" cy="241"/>
              <a:chOff x="1816" y="2575"/>
              <a:chExt cx="402" cy="241"/>
            </a:xfrm>
          </p:grpSpPr>
          <p:sp>
            <p:nvSpPr>
              <p:cNvPr id="110" name="Rectangle 87">
                <a:extLst>
                  <a:ext uri="{FF2B5EF4-FFF2-40B4-BE49-F238E27FC236}">
                    <a16:creationId xmlns:a16="http://schemas.microsoft.com/office/drawing/2014/main" id="{EC54CD38-AABA-443B-B8D4-C2FEAA4C8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" y="2631"/>
                <a:ext cx="315" cy="18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Text Box 88">
                <a:extLst>
                  <a:ext uri="{FF2B5EF4-FFF2-40B4-BE49-F238E27FC236}">
                    <a16:creationId xmlns:a16="http://schemas.microsoft.com/office/drawing/2014/main" id="{72F45036-52E5-4FE1-A0BE-02FFC442D7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6" y="2575"/>
                <a:ext cx="402" cy="23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=1</a:t>
                </a:r>
                <a:endPara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" name="Text Box 95">
              <a:extLst>
                <a:ext uri="{FF2B5EF4-FFF2-40B4-BE49-F238E27FC236}">
                  <a16:creationId xmlns:a16="http://schemas.microsoft.com/office/drawing/2014/main" id="{102FA964-E71A-4F4C-A8AA-160E65DC8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" y="1196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87" name="Text Box 96">
              <a:extLst>
                <a:ext uri="{FF2B5EF4-FFF2-40B4-BE49-F238E27FC236}">
                  <a16:creationId xmlns:a16="http://schemas.microsoft.com/office/drawing/2014/main" id="{5E6DC756-978E-43E9-A159-6471EE1BD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68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88" name="Text Box 97">
              <a:extLst>
                <a:ext uri="{FF2B5EF4-FFF2-40B4-BE49-F238E27FC236}">
                  <a16:creationId xmlns:a16="http://schemas.microsoft.com/office/drawing/2014/main" id="{802B750A-79B2-41BD-A017-8794F9C89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" y="1968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89" name="Text Box 98">
              <a:extLst>
                <a:ext uri="{FF2B5EF4-FFF2-40B4-BE49-F238E27FC236}">
                  <a16:creationId xmlns:a16="http://schemas.microsoft.com/office/drawing/2014/main" id="{F079D7BF-3A95-4904-A8A4-C79E11CA7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1968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0" name="Text Box 99">
              <a:extLst>
                <a:ext uri="{FF2B5EF4-FFF2-40B4-BE49-F238E27FC236}">
                  <a16:creationId xmlns:a16="http://schemas.microsoft.com/office/drawing/2014/main" id="{E9D7FF89-9056-4F14-BA2D-65B6718BE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" y="3131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1" name="Text Box 100">
              <a:extLst>
                <a:ext uri="{FF2B5EF4-FFF2-40B4-BE49-F238E27FC236}">
                  <a16:creationId xmlns:a16="http://schemas.microsoft.com/office/drawing/2014/main" id="{93EECB30-A4A5-46D3-9752-09BB79400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7" y="3457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2" name="Text Box 101">
              <a:extLst>
                <a:ext uri="{FF2B5EF4-FFF2-40B4-BE49-F238E27FC236}">
                  <a16:creationId xmlns:a16="http://schemas.microsoft.com/office/drawing/2014/main" id="{10966251-BF15-4170-8E09-42E26424C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1" y="2598"/>
              <a:ext cx="205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3" name="Text Box 102">
              <a:extLst>
                <a:ext uri="{FF2B5EF4-FFF2-40B4-BE49-F238E27FC236}">
                  <a16:creationId xmlns:a16="http://schemas.microsoft.com/office/drawing/2014/main" id="{0E6DAE26-43F8-4EE4-BE81-486BD2B3A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2598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4" name="Text Box 103">
              <a:extLst>
                <a:ext uri="{FF2B5EF4-FFF2-40B4-BE49-F238E27FC236}">
                  <a16:creationId xmlns:a16="http://schemas.microsoft.com/office/drawing/2014/main" id="{1E72C54C-F5D1-4377-BCEE-3B595939C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1" y="3457"/>
              <a:ext cx="30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95" name="Line 115">
              <a:extLst>
                <a:ext uri="{FF2B5EF4-FFF2-40B4-BE49-F238E27FC236}">
                  <a16:creationId xmlns:a16="http://schemas.microsoft.com/office/drawing/2014/main" id="{2A7F279F-5383-4AC9-9EE9-CA7059563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1" y="2826"/>
              <a:ext cx="0" cy="1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6" name="Group 116">
              <a:extLst>
                <a:ext uri="{FF2B5EF4-FFF2-40B4-BE49-F238E27FC236}">
                  <a16:creationId xmlns:a16="http://schemas.microsoft.com/office/drawing/2014/main" id="{B5B9A6D7-D97D-4A0C-8605-C1D01ACBE2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6" y="2586"/>
              <a:ext cx="402" cy="241"/>
              <a:chOff x="1816" y="2575"/>
              <a:chExt cx="402" cy="241"/>
            </a:xfrm>
          </p:grpSpPr>
          <p:sp>
            <p:nvSpPr>
              <p:cNvPr id="108" name="Rectangle 117">
                <a:extLst>
                  <a:ext uri="{FF2B5EF4-FFF2-40B4-BE49-F238E27FC236}">
                    <a16:creationId xmlns:a16="http://schemas.microsoft.com/office/drawing/2014/main" id="{CC468124-5309-4502-BB78-0226096CD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" y="2631"/>
                <a:ext cx="315" cy="18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Text Box 118">
                <a:extLst>
                  <a:ext uri="{FF2B5EF4-FFF2-40B4-BE49-F238E27FC236}">
                    <a16:creationId xmlns:a16="http://schemas.microsoft.com/office/drawing/2014/main" id="{A3B6EBCD-852F-4DF8-9BFA-3093E4B0AA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6" y="2575"/>
                <a:ext cx="402" cy="23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=1</a:t>
                </a:r>
                <a:endPara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7" name="Group 119">
              <a:extLst>
                <a:ext uri="{FF2B5EF4-FFF2-40B4-BE49-F238E27FC236}">
                  <a16:creationId xmlns:a16="http://schemas.microsoft.com/office/drawing/2014/main" id="{45C1E2E2-CAAD-435A-8896-77976F4AF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4" y="2586"/>
              <a:ext cx="402" cy="241"/>
              <a:chOff x="1816" y="2575"/>
              <a:chExt cx="402" cy="241"/>
            </a:xfrm>
          </p:grpSpPr>
          <p:sp>
            <p:nvSpPr>
              <p:cNvPr id="106" name="Rectangle 120">
                <a:extLst>
                  <a:ext uri="{FF2B5EF4-FFF2-40B4-BE49-F238E27FC236}">
                    <a16:creationId xmlns:a16="http://schemas.microsoft.com/office/drawing/2014/main" id="{96701FBA-B5F3-41DE-8930-A0209D7FA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" y="2631"/>
                <a:ext cx="315" cy="18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7" name="Text Box 121">
                <a:extLst>
                  <a:ext uri="{FF2B5EF4-FFF2-40B4-BE49-F238E27FC236}">
                    <a16:creationId xmlns:a16="http://schemas.microsoft.com/office/drawing/2014/main" id="{3FF01301-51AB-44E5-AC9D-423FDDD81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6" y="2575"/>
                <a:ext cx="402" cy="23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=1</a:t>
                </a:r>
                <a:endPara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8" name="Text Box 122">
              <a:extLst>
                <a:ext uri="{FF2B5EF4-FFF2-40B4-BE49-F238E27FC236}">
                  <a16:creationId xmlns:a16="http://schemas.microsoft.com/office/drawing/2014/main" id="{B130B68E-4DFB-487A-8FAD-0DB7D5A76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4" y="3032"/>
              <a:ext cx="261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99" name="Text Box 123">
              <a:extLst>
                <a:ext uri="{FF2B5EF4-FFF2-40B4-BE49-F238E27FC236}">
                  <a16:creationId xmlns:a16="http://schemas.microsoft.com/office/drawing/2014/main" id="{4045D14C-8A27-4C96-8F16-F5DD432CC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2543"/>
              <a:ext cx="261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grpSp>
          <p:nvGrpSpPr>
            <p:cNvPr id="100" name="Group 126">
              <a:extLst>
                <a:ext uri="{FF2B5EF4-FFF2-40B4-BE49-F238E27FC236}">
                  <a16:creationId xmlns:a16="http://schemas.microsoft.com/office/drawing/2014/main" id="{0A4291AD-A20D-4E2B-8199-9100A3A6F3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0" y="3033"/>
              <a:ext cx="235" cy="192"/>
              <a:chOff x="725" y="3077"/>
              <a:chExt cx="235" cy="192"/>
            </a:xfrm>
          </p:grpSpPr>
          <p:sp>
            <p:nvSpPr>
              <p:cNvPr id="104" name="Text Box 124">
                <a:extLst>
                  <a:ext uri="{FF2B5EF4-FFF2-40B4-BE49-F238E27FC236}">
                    <a16:creationId xmlns:a16="http://schemas.microsoft.com/office/drawing/2014/main" id="{D425822A-CF72-426F-B3E2-D24E898FF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" y="3077"/>
                <a:ext cx="235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&gt;1</a:t>
                </a:r>
              </a:p>
            </p:txBody>
          </p:sp>
          <p:sp>
            <p:nvSpPr>
              <p:cNvPr id="105" name="Line 125">
                <a:extLst>
                  <a:ext uri="{FF2B5EF4-FFF2-40B4-BE49-F238E27FC236}">
                    <a16:creationId xmlns:a16="http://schemas.microsoft.com/office/drawing/2014/main" id="{50A498BF-D992-4036-B539-992722940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4" y="3206"/>
                <a:ext cx="55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1" name="Group 127">
              <a:extLst>
                <a:ext uri="{FF2B5EF4-FFF2-40B4-BE49-F238E27FC236}">
                  <a16:creationId xmlns:a16="http://schemas.microsoft.com/office/drawing/2014/main" id="{F3633D20-14D1-4068-9E4F-ED898487F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4" y="3021"/>
              <a:ext cx="235" cy="192"/>
              <a:chOff x="750" y="3076"/>
              <a:chExt cx="235" cy="192"/>
            </a:xfrm>
          </p:grpSpPr>
          <p:sp>
            <p:nvSpPr>
              <p:cNvPr id="102" name="Text Box 128">
                <a:extLst>
                  <a:ext uri="{FF2B5EF4-FFF2-40B4-BE49-F238E27FC236}">
                    <a16:creationId xmlns:a16="http://schemas.microsoft.com/office/drawing/2014/main" id="{FFE39DF4-BB55-456C-A466-6640C3B01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" y="3076"/>
                <a:ext cx="235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&gt;1</a:t>
                </a:r>
              </a:p>
            </p:txBody>
          </p:sp>
          <p:sp>
            <p:nvSpPr>
              <p:cNvPr id="103" name="Line 129">
                <a:extLst>
                  <a:ext uri="{FF2B5EF4-FFF2-40B4-BE49-F238E27FC236}">
                    <a16:creationId xmlns:a16="http://schemas.microsoft.com/office/drawing/2014/main" id="{E9F4162D-8084-402B-A39C-FE698543B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4" y="3206"/>
                <a:ext cx="55" cy="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473092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AE43A7-7022-4ED8-A7AB-401DC46A07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30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59E77A-03F7-4643-B3BF-6C56FE553135}"/>
              </a:ext>
            </a:extLst>
          </p:cNvPr>
          <p:cNvGrpSpPr>
            <a:grpSpLocks/>
          </p:cNvGrpSpPr>
          <p:nvPr/>
        </p:nvGrpSpPr>
        <p:grpSpPr bwMode="auto">
          <a:xfrm>
            <a:off x="833438" y="903288"/>
            <a:ext cx="3738562" cy="5497512"/>
            <a:chOff x="295" y="738"/>
            <a:chExt cx="2355" cy="346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789E5CF-B763-40FB-8290-F50B03F841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082"/>
              <a:ext cx="2355" cy="3119"/>
              <a:chOff x="385" y="946"/>
              <a:chExt cx="2355" cy="3119"/>
            </a:xfrm>
          </p:grpSpPr>
          <p:sp>
            <p:nvSpPr>
              <p:cNvPr id="6" name="Text Box 4">
                <a:extLst>
                  <a:ext uri="{FF2B5EF4-FFF2-40B4-BE49-F238E27FC236}">
                    <a16:creationId xmlns:a16="http://schemas.microsoft.com/office/drawing/2014/main" id="{A2DDD047-38B0-43A7-9042-BC1A05822A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1330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0       0    0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909ACC40-2B5C-4F85-8E49-B80944D66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" y="1570"/>
                <a:ext cx="212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1       0    0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EC9F099D-17C7-4D54-B684-9FE0FC493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1810"/>
                <a:ext cx="220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2       0    0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F27F0C6F-18D6-46C8-94B2-71AC4E274F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2050"/>
                <a:ext cx="21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3       0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AD430122-CB61-40FC-93C0-DD72440473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2290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4       0    1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A4A47BFA-B3BF-42BF-85D9-5EE60BEE42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2578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5       0    1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12" name="Text Box 10">
                <a:extLst>
                  <a:ext uri="{FF2B5EF4-FFF2-40B4-BE49-F238E27FC236}">
                    <a16:creationId xmlns:a16="http://schemas.microsoft.com/office/drawing/2014/main" id="{7984F31E-F946-4A22-BD82-C172C71FB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2818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6       0    1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E883C23E-D632-4FE3-846C-E6F9B9096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" y="3058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7   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C99CAA3D-988B-49BC-B4F4-656337BC8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3298"/>
                <a:ext cx="21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8   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  </a:t>
                </a:r>
              </a:p>
            </p:txBody>
          </p:sp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C55EA7CE-6697-40B6-B541-85B2ACB926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" y="3526"/>
                <a:ext cx="23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9       1    0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1</a:t>
                </a:r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46527C29-64FB-46C9-987D-BB8423388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" y="4065"/>
                <a:ext cx="221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Line 15">
                <a:extLst>
                  <a:ext uri="{FF2B5EF4-FFF2-40B4-BE49-F238E27FC236}">
                    <a16:creationId xmlns:a16="http://schemas.microsoft.com/office/drawing/2014/main" id="{C9161B49-6B26-4FB1-A329-8B1A1A87C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" y="952"/>
                <a:ext cx="2216" cy="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 Box 16">
                <a:extLst>
                  <a:ext uri="{FF2B5EF4-FFF2-40B4-BE49-F238E27FC236}">
                    <a16:creationId xmlns:a16="http://schemas.microsoft.com/office/drawing/2014/main" id="{D7F84748-2D53-4EF9-9D17-71DBE209E1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1000"/>
                <a:ext cx="211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CP    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         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9" name="Line 17">
                <a:extLst>
                  <a:ext uri="{FF2B5EF4-FFF2-40B4-BE49-F238E27FC236}">
                    <a16:creationId xmlns:a16="http://schemas.microsoft.com/office/drawing/2014/main" id="{1BED86C9-87C2-4753-A0F1-E65BCDF5E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" y="1319"/>
                <a:ext cx="2208" cy="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Line 18">
                <a:extLst>
                  <a:ext uri="{FF2B5EF4-FFF2-40B4-BE49-F238E27FC236}">
                    <a16:creationId xmlns:a16="http://schemas.microsoft.com/office/drawing/2014/main" id="{C6FD8AE9-4794-4148-8064-87DB9ABBC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60" y="946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19">
                <a:extLst>
                  <a:ext uri="{FF2B5EF4-FFF2-40B4-BE49-F238E27FC236}">
                    <a16:creationId xmlns:a16="http://schemas.microsoft.com/office/drawing/2014/main" id="{FBFDB49F-213B-4F66-A3F6-2F38C9680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3" y="947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id="{AEF8384D-A8E5-4CEA-80C8-F7C60A97F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51" y="947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D93CD872-E79D-424B-92F9-82B9F88F7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3" y="947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 Box 22">
                <a:extLst>
                  <a:ext uri="{FF2B5EF4-FFF2-40B4-BE49-F238E27FC236}">
                    <a16:creationId xmlns:a16="http://schemas.microsoft.com/office/drawing/2014/main" id="{44CEE766-F514-48BD-BA57-1CB54880F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" y="3732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10       0    0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</p:grpSp>
        <p:sp>
          <p:nvSpPr>
            <p:cNvPr id="5" name="Text Box 23">
              <a:extLst>
                <a:ext uri="{FF2B5EF4-FFF2-40B4-BE49-F238E27FC236}">
                  <a16:creationId xmlns:a16="http://schemas.microsoft.com/office/drawing/2014/main" id="{1E24B44B-3FDF-4318-83D4-A0A88A668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738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加法计数器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811762-71D9-42AB-87C8-5642E68B917E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928688"/>
            <a:ext cx="3727450" cy="5472112"/>
            <a:chOff x="3152" y="754"/>
            <a:chExt cx="2348" cy="344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82F551-D831-4F70-BECF-FE0A675751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" y="1077"/>
              <a:ext cx="2348" cy="3124"/>
              <a:chOff x="3152" y="920"/>
              <a:chExt cx="2348" cy="3124"/>
            </a:xfrm>
          </p:grpSpPr>
          <p:sp>
            <p:nvSpPr>
              <p:cNvPr id="28" name="Text Box 26">
                <a:extLst>
                  <a:ext uri="{FF2B5EF4-FFF2-40B4-BE49-F238E27FC236}">
                    <a16:creationId xmlns:a16="http://schemas.microsoft.com/office/drawing/2014/main" id="{45439718-81F6-46AF-96F3-DDED1274B4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4" y="1319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0       0    0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1</a:t>
                </a:r>
              </a:p>
            </p:txBody>
          </p:sp>
          <p:sp>
            <p:nvSpPr>
              <p:cNvPr id="29" name="Text Box 27">
                <a:extLst>
                  <a:ext uri="{FF2B5EF4-FFF2-40B4-BE49-F238E27FC236}">
                    <a16:creationId xmlns:a16="http://schemas.microsoft.com/office/drawing/2014/main" id="{52E3F745-4A73-433A-8310-D5365CE42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3" y="3531"/>
                <a:ext cx="212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9       0    0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0" name="Text Box 28">
                <a:extLst>
                  <a:ext uri="{FF2B5EF4-FFF2-40B4-BE49-F238E27FC236}">
                    <a16:creationId xmlns:a16="http://schemas.microsoft.com/office/drawing/2014/main" id="{C59E1CFC-B9AD-4955-AC00-B19753FB5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3259"/>
                <a:ext cx="220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8       0    0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1" name="Text Box 29">
                <a:extLst>
                  <a:ext uri="{FF2B5EF4-FFF2-40B4-BE49-F238E27FC236}">
                    <a16:creationId xmlns:a16="http://schemas.microsoft.com/office/drawing/2014/main" id="{329744A2-0C38-4F91-8184-A5963C9C2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5" y="3032"/>
                <a:ext cx="21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7       0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2" name="Text Box 30">
                <a:extLst>
                  <a:ext uri="{FF2B5EF4-FFF2-40B4-BE49-F238E27FC236}">
                    <a16:creationId xmlns:a16="http://schemas.microsoft.com/office/drawing/2014/main" id="{6FF9494F-9125-42A0-8BB5-AD40E1FEA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805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6       0    1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3" name="Text Box 31">
                <a:extLst>
                  <a:ext uri="{FF2B5EF4-FFF2-40B4-BE49-F238E27FC236}">
                    <a16:creationId xmlns:a16="http://schemas.microsoft.com/office/drawing/2014/main" id="{85C51202-BF6B-4A9D-B341-6C32B9BDFC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4" y="2533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5       0    1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4" name="Text Box 32">
                <a:extLst>
                  <a:ext uri="{FF2B5EF4-FFF2-40B4-BE49-F238E27FC236}">
                    <a16:creationId xmlns:a16="http://schemas.microsoft.com/office/drawing/2014/main" id="{0B459449-9F11-4D85-9F0C-41543D3C2E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261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4       0    1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5" name="Text Box 33">
                <a:extLst>
                  <a:ext uri="{FF2B5EF4-FFF2-40B4-BE49-F238E27FC236}">
                    <a16:creationId xmlns:a16="http://schemas.microsoft.com/office/drawing/2014/main" id="{ADC52DF2-E40C-4153-9D36-1DEE8308C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034"/>
                <a:ext cx="207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3   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AC8C79AA-998B-416B-97CD-664E801DB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1808"/>
                <a:ext cx="21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2   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  </a:t>
                </a:r>
              </a:p>
            </p:txBody>
          </p:sp>
          <p:sp>
            <p:nvSpPr>
              <p:cNvPr id="37" name="Text Box 35">
                <a:extLst>
                  <a:ext uri="{FF2B5EF4-FFF2-40B4-BE49-F238E27FC236}">
                    <a16:creationId xmlns:a16="http://schemas.microsoft.com/office/drawing/2014/main" id="{056988C8-198A-40A0-B17B-85C685F37E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1565"/>
                <a:ext cx="23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1       1    0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  <p:sp>
            <p:nvSpPr>
              <p:cNvPr id="38" name="Line 36">
                <a:extLst>
                  <a:ext uri="{FF2B5EF4-FFF2-40B4-BE49-F238E27FC236}">
                    <a16:creationId xmlns:a16="http://schemas.microsoft.com/office/drawing/2014/main" id="{78540A9A-FD41-485B-B76F-E5E67647C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4" y="4020"/>
                <a:ext cx="221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37">
                <a:extLst>
                  <a:ext uri="{FF2B5EF4-FFF2-40B4-BE49-F238E27FC236}">
                    <a16:creationId xmlns:a16="http://schemas.microsoft.com/office/drawing/2014/main" id="{A6952BA0-3A9A-44B4-887D-E08809494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4" y="941"/>
                <a:ext cx="2216" cy="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 Box 38">
                <a:extLst>
                  <a:ext uri="{FF2B5EF4-FFF2-40B4-BE49-F238E27FC236}">
                    <a16:creationId xmlns:a16="http://schemas.microsoft.com/office/drawing/2014/main" id="{4464AD99-6429-45B7-847C-C6BDCF3C2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2" y="989"/>
                <a:ext cx="211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CP    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Q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         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1" name="Line 39">
                <a:extLst>
                  <a:ext uri="{FF2B5EF4-FFF2-40B4-BE49-F238E27FC236}">
                    <a16:creationId xmlns:a16="http://schemas.microsoft.com/office/drawing/2014/main" id="{995AD79D-049D-451D-98A6-DAF040930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2" y="1308"/>
                <a:ext cx="2208" cy="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Line 40">
                <a:extLst>
                  <a:ext uri="{FF2B5EF4-FFF2-40B4-BE49-F238E27FC236}">
                    <a16:creationId xmlns:a16="http://schemas.microsoft.com/office/drawing/2014/main" id="{C3194104-21E9-4C4E-A22C-60F4ED3AD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31" y="927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1">
                <a:extLst>
                  <a:ext uri="{FF2B5EF4-FFF2-40B4-BE49-F238E27FC236}">
                    <a16:creationId xmlns:a16="http://schemas.microsoft.com/office/drawing/2014/main" id="{E3CEE541-35BB-40BC-B4C2-BE8563512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4" y="920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Line 42">
                <a:extLst>
                  <a:ext uri="{FF2B5EF4-FFF2-40B4-BE49-F238E27FC236}">
                    <a16:creationId xmlns:a16="http://schemas.microsoft.com/office/drawing/2014/main" id="{EAB23E88-5B7C-4FDB-82FC-159DFC0C6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920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Line 43">
                <a:extLst>
                  <a:ext uri="{FF2B5EF4-FFF2-40B4-BE49-F238E27FC236}">
                    <a16:creationId xmlns:a16="http://schemas.microsoft.com/office/drawing/2014/main" id="{5716A976-49D3-4A8F-B51E-BB088A94F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4" y="936"/>
                <a:ext cx="0" cy="3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 Box 44">
                <a:extLst>
                  <a:ext uri="{FF2B5EF4-FFF2-40B4-BE49-F238E27FC236}">
                    <a16:creationId xmlns:a16="http://schemas.microsoft.com/office/drawing/2014/main" id="{20AF4A55-DA8D-4233-A8B6-1A84C8DBAA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4" y="3732"/>
                <a:ext cx="206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10       0    0    </a:t>
                </a:r>
                <a:r>
                  <a:rPr kumimoji="1" lang="en-US" altLang="zh-CN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0</a:t>
                </a:r>
              </a:p>
            </p:txBody>
          </p:sp>
        </p:grpSp>
        <p:sp>
          <p:nvSpPr>
            <p:cNvPr id="27" name="Text Box 45">
              <a:extLst>
                <a:ext uri="{FF2B5EF4-FFF2-40B4-BE49-F238E27FC236}">
                  <a16:creationId xmlns:a16="http://schemas.microsoft.com/office/drawing/2014/main" id="{F4E9F7FD-B56A-4780-A420-EDB3B655A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754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减法计数器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574C032-9A4A-4F5D-9B1D-1348A4AD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53" y="294483"/>
            <a:ext cx="4396687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二、十进制计数器的设计</a:t>
            </a:r>
          </a:p>
        </p:txBody>
      </p:sp>
    </p:spTree>
    <p:extLst>
      <p:ext uri="{BB962C8B-B14F-4D97-AF65-F5344CB8AC3E}">
        <p14:creationId xmlns:p14="http://schemas.microsoft.com/office/powerpoint/2010/main" val="287896972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4CCDE0-DF24-49DC-A58C-6D66493846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31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528784-07B8-4AAB-84FD-050CC73825C9}"/>
              </a:ext>
            </a:extLst>
          </p:cNvPr>
          <p:cNvSpPr txBox="1">
            <a:spLocks noChangeArrowheads="1"/>
          </p:cNvSpPr>
          <p:nvPr/>
        </p:nvSpPr>
        <p:spPr>
          <a:xfrm>
            <a:off x="288924" y="85725"/>
            <a:ext cx="6964361" cy="504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JK</a:t>
            </a:r>
            <a:r>
              <a:rPr lang="zh-CN" altLang="en-US" sz="2800" dirty="0">
                <a:solidFill>
                  <a:schemeClr val="tx1"/>
                </a:solidFill>
              </a:rPr>
              <a:t>触发器设计</a:t>
            </a:r>
            <a:r>
              <a:rPr kumimoji="0" lang="zh-CN" altLang="en-US" sz="2800" dirty="0">
                <a:solidFill>
                  <a:schemeClr val="tx1"/>
                </a:solidFill>
              </a:rPr>
              <a:t>同步十进制加法计数器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A971244-03C7-4C88-BC5C-74A7B02F69B2}"/>
              </a:ext>
            </a:extLst>
          </p:cNvPr>
          <p:cNvGrpSpPr>
            <a:grpSpLocks/>
          </p:cNvGrpSpPr>
          <p:nvPr/>
        </p:nvGrpSpPr>
        <p:grpSpPr bwMode="auto">
          <a:xfrm>
            <a:off x="174625" y="1055688"/>
            <a:ext cx="4203700" cy="3092450"/>
            <a:chOff x="209" y="665"/>
            <a:chExt cx="2648" cy="19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B1C63A-F684-45C1-8D1C-04AA12AC5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" y="2039"/>
              <a:ext cx="532" cy="28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6C508F-8C5E-4F91-AFCD-E52042B00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2039"/>
              <a:ext cx="512" cy="28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0E1B97-A303-4E16-9AB9-125DE7B31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2039"/>
              <a:ext cx="504" cy="28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3C49FA-AAFC-4786-BA8D-8C8F0D2B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039"/>
              <a:ext cx="538" cy="28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FBD24C-68D8-4859-860B-7A88D030E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" y="1732"/>
              <a:ext cx="532" cy="30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30A3F5-96AF-4B84-8849-8D895821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1732"/>
              <a:ext cx="512" cy="30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835501-7EC9-4BF7-BF7A-4AE57C132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732"/>
              <a:ext cx="504" cy="30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57A6AB-5CBF-4CB4-A31C-3EBCFB698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1732"/>
              <a:ext cx="538" cy="307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8C5506-228E-48C4-957C-CA5619A97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" y="1424"/>
              <a:ext cx="532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C431DF-F4C8-4EE3-8844-2BAB1EFF6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1424"/>
              <a:ext cx="512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1000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99E41A-04B0-4BB0-868E-AC4ED81E1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424"/>
              <a:ext cx="504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0110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456135-1FF9-4E14-B89F-609701536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1424"/>
              <a:ext cx="538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D621964-09F7-4881-8A4A-40238D7E5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" y="1116"/>
              <a:ext cx="532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2B21DD-2702-4D28-ACC1-E28A57099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1116"/>
              <a:ext cx="512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7781BF-3A8A-4381-ADE8-7769B2445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116"/>
              <a:ext cx="504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0010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1FF2EB8-7255-4FB4-8273-306F90C1A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1116"/>
              <a:ext cx="538" cy="30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0001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6C2AF17E-9F2C-4214-A959-D627D932F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1424"/>
              <a:ext cx="20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D1B8A9DA-5F37-49EA-94ED-33AD956EE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1732"/>
              <a:ext cx="20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FB31612E-82C3-4437-A112-0CDFD5B06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039"/>
              <a:ext cx="20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F144A803-7DA7-491A-A434-8B672F25B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" y="1116"/>
              <a:ext cx="0" cy="1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58A9170-1B81-49BC-B3CE-4D0D4D5DC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3" y="1116"/>
              <a:ext cx="0" cy="1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980632A7-1934-4BA6-93F4-AA5FF055B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1116"/>
              <a:ext cx="0" cy="1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CFEA919D-D004-4B92-A205-F89AB3DC0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1116"/>
              <a:ext cx="208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7D065090-37C2-4CA7-B305-1692E886B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1116"/>
              <a:ext cx="0" cy="121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6A42087D-CF97-4A12-8189-88EEBB275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" y="1116"/>
              <a:ext cx="0" cy="121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77DB5BE5-6C8A-4E74-9D34-CDBDBCB06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326"/>
              <a:ext cx="208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F363D1B8-0E83-4D8F-A96E-FF2608F3F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1" y="844"/>
              <a:ext cx="544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84D2E877-7923-4CA9-84A6-54D0FCBC8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850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45CB3B00-6B3E-44E4-B6DB-CE25FFCBF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141"/>
              <a:ext cx="310" cy="119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B951553B-0CE0-4E90-83CD-27819AB7F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829"/>
              <a:ext cx="1844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00       01       11      10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78F7614E-55D1-4D89-8006-5865CEB6D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" y="969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0A2A3C0D-2C01-4C99-BD71-714D2903E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665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18974BDA-925F-46CB-9938-787CB5554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" y="774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48E8F4BD-ED1C-445E-8D0C-C1921BA8F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2325"/>
              <a:ext cx="1857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" name="Text Box 38">
            <a:extLst>
              <a:ext uri="{FF2B5EF4-FFF2-40B4-BE49-F238E27FC236}">
                <a16:creationId xmlns:a16="http://schemas.microsoft.com/office/drawing/2014/main" id="{376339B2-4E56-4E14-BD8B-020384106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571500"/>
            <a:ext cx="448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十进制计数器的原始状态表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466EEB-7EDC-4931-9574-353CE6DC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252913"/>
            <a:ext cx="325120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J-K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触发器激励表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90FCAEB-6E9F-4AC4-BB22-EFB5893169A0}"/>
              </a:ext>
            </a:extLst>
          </p:cNvPr>
          <p:cNvGrpSpPr>
            <a:grpSpLocks/>
          </p:cNvGrpSpPr>
          <p:nvPr/>
        </p:nvGrpSpPr>
        <p:grpSpPr bwMode="auto">
          <a:xfrm>
            <a:off x="1271588" y="4848225"/>
            <a:ext cx="2238375" cy="1852613"/>
            <a:chOff x="2464" y="2297"/>
            <a:chExt cx="1410" cy="116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73927E8-47F2-4912-B990-50370ED4A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4" y="2582"/>
              <a:ext cx="741" cy="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0    0      </a:t>
              </a:r>
            </a:p>
            <a:p>
              <a:pPr marL="533400" marR="0" lvl="0" indent="-533400" algn="ctr" defTabSz="914400" rtl="0" eaLnBrk="1" fontAlgn="base" latinLnBrk="0" hangingPunct="1">
                <a:lnSpc>
                  <a:spcPct val="6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0    1      </a:t>
              </a:r>
            </a:p>
            <a:p>
              <a:pPr marL="533400" marR="0" lvl="0" indent="-533400" algn="ctr" defTabSz="914400" rtl="0" eaLnBrk="1" fontAlgn="base" latinLnBrk="0" hangingPunct="1">
                <a:lnSpc>
                  <a:spcPct val="6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1    0      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ctr" defTabSz="914400" rtl="0" eaLnBrk="1" fontAlgn="base" latinLnBrk="0" hangingPunct="1">
                <a:lnSpc>
                  <a:spcPct val="6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1    1      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4C99EF-CEF9-4A53-B03B-6A9AFAF22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2329"/>
              <a:ext cx="385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F5D409-3690-4AA2-98DD-4A366E789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2329"/>
              <a:ext cx="1079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30000" noProof="0" dirty="0" err="1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   </a:t>
              </a:r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4FEBC703-8DD5-4870-9151-E4D4BB8F3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2297"/>
              <a:ext cx="136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61D776C6-A970-4CE4-834C-9275562EF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2603"/>
              <a:ext cx="136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89CA6066-1294-486F-B559-3C2315DE3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3434"/>
              <a:ext cx="136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8C69B60C-4E9E-407F-B194-043349D6B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2297"/>
              <a:ext cx="0" cy="11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E4921CEB-6265-4E4D-834F-0C290FE2D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8" y="2312"/>
              <a:ext cx="0" cy="1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A9E50367-C38F-4FCA-842F-CE8645FE4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7" y="2297"/>
              <a:ext cx="0" cy="113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FAE745E3-14DC-4AF2-AC74-371E3B880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2543"/>
              <a:ext cx="55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51">
              <a:extLst>
                <a:ext uri="{FF2B5EF4-FFF2-40B4-BE49-F238E27FC236}">
                  <a16:creationId xmlns:a16="http://schemas.microsoft.com/office/drawing/2014/main" id="{B1C40287-BAD5-450F-A277-B8CBA2B23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2740"/>
              <a:ext cx="55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F07DAC2C-10A4-4F9B-8CF0-ADC21AD4F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2926"/>
              <a:ext cx="55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1</a:t>
              </a: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D91A4F7B-4C0C-4DF1-9BE0-54579E184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3117"/>
              <a:ext cx="55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0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281A591-A89B-4511-8433-6EAD8B12110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875"/>
            <a:ext cx="3067050" cy="2741613"/>
            <a:chOff x="3184" y="2154"/>
            <a:chExt cx="1932" cy="172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77AA548-6065-43C8-9BF7-C619D06DC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3334"/>
              <a:ext cx="317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x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996EBD8-063E-48A8-A0B4-C07F4B98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3334"/>
              <a:ext cx="318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x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23FDFCF-F966-468D-8889-8A62F99D2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3334"/>
              <a:ext cx="363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E6AD734-0AEF-495E-8BE0-E7793DFFA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34"/>
              <a:ext cx="366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4D446FF-3610-4C2E-9AEC-5AD56CFB4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3085"/>
              <a:ext cx="317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x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E9A56B-BFBC-404E-82D9-2C85EE5B3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3085"/>
              <a:ext cx="318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AFCE79E-402B-4F31-95EE-C460AD503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3085"/>
              <a:ext cx="363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4D69E4E-8FED-4799-9607-68E304060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085"/>
              <a:ext cx="366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 x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8091D3D-32EA-4919-9C6C-CF49A7310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2836"/>
              <a:ext cx="317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CD428CE-6B18-4834-BB72-A88CD548C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2836"/>
              <a:ext cx="318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2E37AB-E60E-4F42-8DD1-80463100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2836"/>
              <a:ext cx="363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B03C42B-0B07-4840-A7B8-6446AFECE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836"/>
              <a:ext cx="366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1D92FB5-FD44-4AB7-B1AB-7F53478B3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2587"/>
              <a:ext cx="317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504C9F-FEE6-488A-A2A7-7C52CEF00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2587"/>
              <a:ext cx="318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D3B7CE0-9F1F-4417-975A-B0B384449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2587"/>
              <a:ext cx="363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A8EF0E6-0EFD-4786-9F33-C10B6F188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587"/>
              <a:ext cx="366" cy="2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4D9F247E-0931-4F46-9B2C-55CE363D4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2587"/>
              <a:ext cx="1364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544EAFA6-1086-4DB3-A1F9-D5D8DB3A2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2836"/>
              <a:ext cx="1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851C26D2-CEEE-4A65-8410-8D064F58E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3085"/>
              <a:ext cx="1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9527B0C6-ACB6-4CCD-9A1D-DB2CDD004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3334"/>
              <a:ext cx="13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7EC4D389-6721-4A9F-B2AB-41BBF879A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3583"/>
              <a:ext cx="1364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4646A484-298A-4B0C-95E0-59A233A33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2587"/>
              <a:ext cx="0" cy="9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FC72F359-23F4-4950-8C66-CBB47D07C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587"/>
              <a:ext cx="0" cy="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72BEE788-833D-406F-9160-39825C17C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2587"/>
              <a:ext cx="0" cy="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68A1C021-85EC-4151-94E0-366DBA11D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" y="2587"/>
              <a:ext cx="0" cy="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41711C08-555C-4774-9BE2-1173A27C2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6" y="2587"/>
              <a:ext cx="0" cy="996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9D1E9CE5-5E0C-44CA-A679-BFD0CC582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3" y="2367"/>
              <a:ext cx="308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Text Box 82">
              <a:extLst>
                <a:ext uri="{FF2B5EF4-FFF2-40B4-BE49-F238E27FC236}">
                  <a16:creationId xmlns:a16="http://schemas.microsoft.com/office/drawing/2014/main" id="{F28846AA-7211-473D-99FB-9C93C990C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567"/>
              <a:ext cx="260" cy="101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84" name="Text Box 83">
              <a:extLst>
                <a:ext uri="{FF2B5EF4-FFF2-40B4-BE49-F238E27FC236}">
                  <a16:creationId xmlns:a16="http://schemas.microsoft.com/office/drawing/2014/main" id="{1CF8544C-C3D1-4C06-8997-E994F3312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" y="2363"/>
              <a:ext cx="1304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00     01       11     10</a:t>
              </a:r>
            </a:p>
          </p:txBody>
        </p:sp>
        <p:sp>
          <p:nvSpPr>
            <p:cNvPr id="85" name="Text Box 84">
              <a:extLst>
                <a:ext uri="{FF2B5EF4-FFF2-40B4-BE49-F238E27FC236}">
                  <a16:creationId xmlns:a16="http://schemas.microsoft.com/office/drawing/2014/main" id="{0B256C74-C72F-4BD6-A779-F19710FE1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3593"/>
              <a:ext cx="585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3</a:t>
              </a:r>
            </a:p>
          </p:txBody>
        </p:sp>
        <p:sp>
          <p:nvSpPr>
            <p:cNvPr id="86" name="Text Box 85">
              <a:extLst>
                <a:ext uri="{FF2B5EF4-FFF2-40B4-BE49-F238E27FC236}">
                  <a16:creationId xmlns:a16="http://schemas.microsoft.com/office/drawing/2014/main" id="{74F86D51-0C8B-4450-8EFC-79FEF30E4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2154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Text Box 86">
              <a:extLst>
                <a:ext uri="{FF2B5EF4-FFF2-40B4-BE49-F238E27FC236}">
                  <a16:creationId xmlns:a16="http://schemas.microsoft.com/office/drawing/2014/main" id="{E1DBFACF-A0C6-4147-AB1C-F87BE360D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" y="2308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Text Box 87">
              <a:extLst>
                <a:ext uri="{FF2B5EF4-FFF2-40B4-BE49-F238E27FC236}">
                  <a16:creationId xmlns:a16="http://schemas.microsoft.com/office/drawing/2014/main" id="{24C1E9F8-D476-4BC2-853E-7F6886071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2384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Text Box 88">
              <a:extLst>
                <a:ext uri="{FF2B5EF4-FFF2-40B4-BE49-F238E27FC236}">
                  <a16:creationId xmlns:a16="http://schemas.microsoft.com/office/drawing/2014/main" id="{6960F44F-F042-4DEE-B8E9-4D9453D0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263"/>
              <a:ext cx="295" cy="25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644091D-6B22-4230-8C44-44467CBAD5A7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1550988"/>
            <a:ext cx="949325" cy="1085850"/>
            <a:chOff x="4293" y="859"/>
            <a:chExt cx="598" cy="684"/>
          </a:xfrm>
        </p:grpSpPr>
        <p:sp>
          <p:nvSpPr>
            <p:cNvPr id="91" name="AutoShape 90">
              <a:extLst>
                <a:ext uri="{FF2B5EF4-FFF2-40B4-BE49-F238E27FC236}">
                  <a16:creationId xmlns:a16="http://schemas.microsoft.com/office/drawing/2014/main" id="{48A1F3AF-84A1-48C2-B753-DAEF04899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119"/>
              <a:ext cx="598" cy="42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AutoShape 91">
              <a:extLst>
                <a:ext uri="{FF2B5EF4-FFF2-40B4-BE49-F238E27FC236}">
                  <a16:creationId xmlns:a16="http://schemas.microsoft.com/office/drawing/2014/main" id="{05004D85-52E9-467D-BA8A-114188023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" y="859"/>
              <a:ext cx="228" cy="43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E1373F9-93D4-4803-8F13-CCFC1DF9D6E4}"/>
              </a:ext>
            </a:extLst>
          </p:cNvPr>
          <p:cNvGrpSpPr>
            <a:grpSpLocks/>
          </p:cNvGrpSpPr>
          <p:nvPr/>
        </p:nvGrpSpPr>
        <p:grpSpPr bwMode="auto">
          <a:xfrm>
            <a:off x="5151438" y="3279775"/>
            <a:ext cx="3211512" cy="541338"/>
            <a:chOff x="2821" y="2710"/>
            <a:chExt cx="2023" cy="34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27345CF-F56B-4919-882B-0DA0B0530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BD32959-91C2-4D12-B68D-CB1BC7108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B8A020E-2CDD-49CB-9CD0-185404371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811F98D-FF45-4E88-80B1-A57F7D292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B1A83B5-76F6-461E-A992-22A2EA295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93885A0-77DC-44D9-A991-D07CB967D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EC6C12F-10C3-4CBB-B956-A983D8B00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89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6295671-E915-4D57-8C47-841A06D3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" y="2736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88A748C-5F1C-4195-B48B-D6A462F64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736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1D17011-27BA-47FD-AD0C-0333EFDFF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" y="2736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9881C24-8C21-42BA-912F-435FD99E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98C9AE1-E193-43A6-9452-3EAEB8424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6C03412-C99C-4345-867A-D7B404C88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783585D-8AFC-48A8-BF34-79CA61904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0BFCC3A-636F-426D-B012-AC34BB6B5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9E28708-7F90-4F54-BF95-96B2269C9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2755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A31696A-AB60-4116-BC64-BB95EFF03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275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B703A7F-3C2A-47DC-82EA-140D965B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721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CFBC48C-9743-4615-A689-50B30B23B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2732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D3EEBF7-31FE-4DE6-B7D0-5E5084A3B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" y="2721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0FF1264-889D-441C-98A5-EABB976CB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" y="2710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B9F9352-B157-4977-8206-82ECE4DC8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2710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5F4F16F-D6EF-4BBC-8DB8-92567D8A522F}"/>
              </a:ext>
            </a:extLst>
          </p:cNvPr>
          <p:cNvGrpSpPr>
            <a:grpSpLocks/>
          </p:cNvGrpSpPr>
          <p:nvPr/>
        </p:nvGrpSpPr>
        <p:grpSpPr bwMode="auto">
          <a:xfrm>
            <a:off x="5868987" y="3883025"/>
            <a:ext cx="1901824" cy="1660525"/>
            <a:chOff x="2821" y="3058"/>
            <a:chExt cx="1198" cy="1046"/>
          </a:xfrm>
        </p:grpSpPr>
        <p:sp>
          <p:nvSpPr>
            <p:cNvPr id="117" name="Line 116">
              <a:extLst>
                <a:ext uri="{FF2B5EF4-FFF2-40B4-BE49-F238E27FC236}">
                  <a16:creationId xmlns:a16="http://schemas.microsoft.com/office/drawing/2014/main" id="{A6638924-4ADF-4C6B-BEEA-FEB213AAF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5" y="3489"/>
              <a:ext cx="170" cy="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3D81AE7-54D6-442F-ADC8-3473C7821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3950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8744221-F047-4429-A1EB-95BF91A01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3950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898EAA0-A7B6-42CA-A323-FAD95481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361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E090B70-4C84-47D4-92AA-144506C8E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361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25DE9C3-AB4F-41EE-8299-620BE1E0F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361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6F7EDD6-AACB-4E9B-B283-9298E078C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361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7A15696-5136-40F1-8147-200AE020F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3234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040C447-050D-4ED1-88A3-EEC5FBCED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5" y="3234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F4DD53A-853C-4D4D-9201-7994D4F96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3234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B2125C7-3FFD-4145-9843-6E7F569A8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" y="3234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2C80CB-4A65-4347-9CFA-B845A8665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81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12404DF-5DEA-411C-A785-7C6DB9A6D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788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2C025C5-A469-4C27-8243-84787FE38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5" y="3788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956923B-FE41-4CB4-9992-8F51A90B8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3451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CEC16CC-53A8-4A39-BD49-57010230E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451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7A1E469-4BD9-4AFB-A91B-07A23A54C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3073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F253167-4147-4A2F-9F6F-CE9C4DD82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7" y="3073"/>
              <a:ext cx="1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E2D5525-421B-497B-BE8F-962F0EACF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" y="3807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FBEEE8D-3037-467F-8B4E-76C2BC566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380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C7A19C6-CFD2-4F27-997C-648A19203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3470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F2AA618-942F-4444-83E6-9A53E11F6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46"/>
              <a:ext cx="25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A5D71A0-0478-4F8F-A4F1-07A3A0BE3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3470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AAD0FD05-61F3-4496-A1E6-E2C8A842F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347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0D671C09-E6F4-469F-840D-F247A54B8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092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59DA11C-61A7-4001-ACBC-CB7338336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092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F05B0A0-77A2-459D-9E43-DB2557525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3092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4666F01-99E3-4A13-94EB-5726B48C5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309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D8AE88A-972F-4630-A37A-DDCF97131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3058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EF1CE53-A876-406F-A68C-E216EFB78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" y="3068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9F11FAF-B475-4A56-BFCA-8E2CE2793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3449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BFFE24B-4EEE-42F8-905D-BF1DF23A1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3438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Text Box 148">
            <a:extLst>
              <a:ext uri="{FF2B5EF4-FFF2-40B4-BE49-F238E27FC236}">
                <a16:creationId xmlns:a16="http://schemas.microsoft.com/office/drawing/2014/main" id="{1677C7EB-5FB0-4264-B45B-735BB7CAD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550" y="5588000"/>
            <a:ext cx="4175125" cy="1011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原则：逻辑结构清晰，</a:t>
            </a: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            尽量用公用部分。</a:t>
            </a:r>
          </a:p>
        </p:txBody>
      </p:sp>
      <p:sp>
        <p:nvSpPr>
          <p:cNvPr id="150" name="Text Box 149">
            <a:extLst>
              <a:ext uri="{FF2B5EF4-FFF2-40B4-BE49-F238E27FC236}">
                <a16:creationId xmlns:a16="http://schemas.microsoft.com/office/drawing/2014/main" id="{967181BD-D82A-43AF-A9BE-5DB730787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3933825"/>
            <a:ext cx="1373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同理：</a:t>
            </a:r>
          </a:p>
        </p:txBody>
      </p:sp>
    </p:spTree>
    <p:extLst>
      <p:ext uri="{BB962C8B-B14F-4D97-AF65-F5344CB8AC3E}">
        <p14:creationId xmlns:p14="http://schemas.microsoft.com/office/powerpoint/2010/main" val="174767494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3" presetClass="entr" presetSubtype="3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39" grpId="0" autoUpdateAnimBg="0"/>
      <p:bldP spid="40" grpId="0" autoUpdateAnimBg="0"/>
      <p:bldP spid="149" grpId="0" autoUpdateAnimBg="0"/>
      <p:bldP spid="15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3416B7-6D41-4D25-BADD-CE17532814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25007" y="6519863"/>
            <a:ext cx="903288" cy="338137"/>
          </a:xfrm>
        </p:spPr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32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2CEC6D-177A-47E1-BCEF-32D322672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519" y="311070"/>
            <a:ext cx="71522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8.2 .2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集成中规模计数器芯片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BF8573-4BC6-4ED7-AC02-4CEB9876B8E1}"/>
              </a:ext>
            </a:extLst>
          </p:cNvPr>
          <p:cNvSpPr txBox="1">
            <a:spLocks noChangeArrowheads="1"/>
          </p:cNvSpPr>
          <p:nvPr/>
        </p:nvSpPr>
        <p:spPr>
          <a:xfrm>
            <a:off x="689840" y="1640681"/>
            <a:ext cx="8207375" cy="4342676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kumimoji="1" sz="28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 kumimoji="1" sz="28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 kumimoji="1" sz="24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四位同步二进制加法计数器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74LS161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四位同步二进制加法计数器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四位同步二进制加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减计数器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74LS191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四位同步二进制加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减计数器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74LS193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（双时钟）；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同步十进制加法计数器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74LS160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同步十进制加法计数器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74LS162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同步十进制加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减计数器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74LS190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异步二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十进制计数器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74LS290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640333"/>
      </p:ext>
    </p:extLst>
  </p:cSld>
  <p:clrMapOvr>
    <a:masterClrMapping/>
  </p:clrMapOvr>
  <p:transition>
    <p:blinds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26997B-144A-4D76-BDAA-BAD33FA84E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33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5503B-40D2-4745-A05B-9150882E704D}"/>
              </a:ext>
            </a:extLst>
          </p:cNvPr>
          <p:cNvSpPr txBox="1">
            <a:spLocks noChangeArrowheads="1"/>
          </p:cNvSpPr>
          <p:nvPr/>
        </p:nvSpPr>
        <p:spPr>
          <a:xfrm>
            <a:off x="103188" y="387728"/>
            <a:ext cx="7785100" cy="6794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一、器件实例</a:t>
            </a:r>
            <a:r>
              <a:rPr lang="en-US" altLang="zh-CN" sz="3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74LS161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74LS160</a:t>
            </a:r>
            <a:endParaRPr lang="en-US" altLang="zh-C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9F92C0C-FE87-49FA-98CB-2D8B4D839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7075" y="1898650"/>
          <a:ext cx="360363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0" name="Equation" r:id="rId3" imgW="304536" imgH="164957" progId="Equation.DSMT4">
                  <p:embed/>
                </p:oleObj>
              </mc:Choice>
              <mc:Fallback>
                <p:oleObj name="Equation" r:id="rId3" imgW="304536" imgH="164957" progId="Equation.DSMT4">
                  <p:embed/>
                  <p:pic>
                    <p:nvPicPr>
                      <p:cNvPr id="280579" name="Object 3">
                        <a:extLst>
                          <a:ext uri="{FF2B5EF4-FFF2-40B4-BE49-F238E27FC236}">
                            <a16:creationId xmlns:a16="http://schemas.microsoft.com/office/drawing/2014/main" id="{CAA464B9-28BA-4F20-807B-7D5ABF174D0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1898650"/>
                        <a:ext cx="360363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9C86342-C0CC-4B51-A6D4-9D68226CC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7075" y="2259013"/>
          <a:ext cx="4048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1" name="Equation" r:id="rId5" imgW="228600" imgH="228600" progId="Equation.DSMT4">
                  <p:embed/>
                </p:oleObj>
              </mc:Choice>
              <mc:Fallback>
                <p:oleObj name="Equation" r:id="rId5" imgW="228600" imgH="228600" progId="Equation.DSMT4">
                  <p:embed/>
                  <p:pic>
                    <p:nvPicPr>
                      <p:cNvPr id="280580" name="Object 4">
                        <a:extLst>
                          <a:ext uri="{FF2B5EF4-FFF2-40B4-BE49-F238E27FC236}">
                            <a16:creationId xmlns:a16="http://schemas.microsoft.com/office/drawing/2014/main" id="{E3E34CE8-DC3C-4591-9F4D-F7DDC8D7D9B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2259013"/>
                        <a:ext cx="4048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F8E5A2A9-0F15-4A51-B960-42F494BBF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20349"/>
              </p:ext>
            </p:extLst>
          </p:nvPr>
        </p:nvGraphicFramePr>
        <p:xfrm>
          <a:off x="4329113" y="1314450"/>
          <a:ext cx="4608512" cy="3413652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232024149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130344494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83174208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3462364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3656809907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3130935498"/>
                    </a:ext>
                  </a:extLst>
                </a:gridCol>
              </a:tblGrid>
              <a:tr h="5180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工作状态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812700"/>
                  </a:ext>
                </a:extLst>
              </a:tr>
              <a:tr h="5180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置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（异步）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02775"/>
                  </a:ext>
                </a:extLst>
              </a:tr>
              <a:tr h="8228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预置数（同步）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80866"/>
                  </a:ext>
                </a:extLst>
              </a:tr>
              <a:tr h="5180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保持（包括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164960"/>
                  </a:ext>
                </a:extLst>
              </a:tr>
              <a:tr h="5180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保持（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C=0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380431"/>
                  </a:ext>
                </a:extLst>
              </a:tr>
              <a:tr h="5180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计数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086179"/>
                  </a:ext>
                </a:extLst>
              </a:tr>
            </a:tbl>
          </a:graphicData>
        </a:graphic>
      </p:graphicFrame>
      <p:grpSp>
        <p:nvGrpSpPr>
          <p:cNvPr id="7" name="Group 70">
            <a:extLst>
              <a:ext uri="{FF2B5EF4-FFF2-40B4-BE49-F238E27FC236}">
                <a16:creationId xmlns:a16="http://schemas.microsoft.com/office/drawing/2014/main" id="{57BDD126-46E2-465A-BD29-98BB2330B034}"/>
              </a:ext>
            </a:extLst>
          </p:cNvPr>
          <p:cNvGrpSpPr>
            <a:grpSpLocks/>
          </p:cNvGrpSpPr>
          <p:nvPr/>
        </p:nvGrpSpPr>
        <p:grpSpPr bwMode="auto">
          <a:xfrm>
            <a:off x="4410075" y="2628900"/>
            <a:ext cx="431800" cy="215900"/>
            <a:chOff x="2789" y="1970"/>
            <a:chExt cx="545" cy="190"/>
          </a:xfrm>
        </p:grpSpPr>
        <p:sp>
          <p:nvSpPr>
            <p:cNvPr id="8" name="Line 71">
              <a:extLst>
                <a:ext uri="{FF2B5EF4-FFF2-40B4-BE49-F238E27FC236}">
                  <a16:creationId xmlns:a16="http://schemas.microsoft.com/office/drawing/2014/main" id="{B58469AA-B17C-42DD-9C05-B826CB8E9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72">
              <a:extLst>
                <a:ext uri="{FF2B5EF4-FFF2-40B4-BE49-F238E27FC236}">
                  <a16:creationId xmlns:a16="http://schemas.microsoft.com/office/drawing/2014/main" id="{DAF4DC18-EA54-4C52-BEF5-E1C415E2B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" y="197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Line 73">
              <a:extLst>
                <a:ext uri="{FF2B5EF4-FFF2-40B4-BE49-F238E27FC236}">
                  <a16:creationId xmlns:a16="http://schemas.microsoft.com/office/drawing/2014/main" id="{0F26B299-3062-4A4A-A69E-741D6E0C0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0" y="197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74">
              <a:extLst>
                <a:ext uri="{FF2B5EF4-FFF2-40B4-BE49-F238E27FC236}">
                  <a16:creationId xmlns:a16="http://schemas.microsoft.com/office/drawing/2014/main" id="{6FD5906F-56BF-4CF4-8F1D-A5BFB1BCE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97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75">
              <a:extLst>
                <a:ext uri="{FF2B5EF4-FFF2-40B4-BE49-F238E27FC236}">
                  <a16:creationId xmlns:a16="http://schemas.microsoft.com/office/drawing/2014/main" id="{0935F13F-B129-4282-B823-156B6F93C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76">
            <a:extLst>
              <a:ext uri="{FF2B5EF4-FFF2-40B4-BE49-F238E27FC236}">
                <a16:creationId xmlns:a16="http://schemas.microsoft.com/office/drawing/2014/main" id="{3209C764-5D47-49DC-B68A-F90393A74BF7}"/>
              </a:ext>
            </a:extLst>
          </p:cNvPr>
          <p:cNvGrpSpPr>
            <a:grpSpLocks/>
          </p:cNvGrpSpPr>
          <p:nvPr/>
        </p:nvGrpSpPr>
        <p:grpSpPr bwMode="auto">
          <a:xfrm>
            <a:off x="4329113" y="4375150"/>
            <a:ext cx="431800" cy="215900"/>
            <a:chOff x="2789" y="1970"/>
            <a:chExt cx="545" cy="190"/>
          </a:xfrm>
        </p:grpSpPr>
        <p:sp>
          <p:nvSpPr>
            <p:cNvPr id="14" name="Line 77">
              <a:extLst>
                <a:ext uri="{FF2B5EF4-FFF2-40B4-BE49-F238E27FC236}">
                  <a16:creationId xmlns:a16="http://schemas.microsoft.com/office/drawing/2014/main" id="{CD349134-B0DB-49C8-B470-6FFE77F1D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78">
              <a:extLst>
                <a:ext uri="{FF2B5EF4-FFF2-40B4-BE49-F238E27FC236}">
                  <a16:creationId xmlns:a16="http://schemas.microsoft.com/office/drawing/2014/main" id="{E6DD4811-63B2-4D34-BEE9-410AA8C496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" y="197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A7CD2846-CCFD-48D1-8D43-ED19B8D31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0" y="197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80">
              <a:extLst>
                <a:ext uri="{FF2B5EF4-FFF2-40B4-BE49-F238E27FC236}">
                  <a16:creationId xmlns:a16="http://schemas.microsoft.com/office/drawing/2014/main" id="{AAF94DA1-B52A-4E25-A57C-8572AC8F6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97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81">
              <a:extLst>
                <a:ext uri="{FF2B5EF4-FFF2-40B4-BE49-F238E27FC236}">
                  <a16:creationId xmlns:a16="http://schemas.microsoft.com/office/drawing/2014/main" id="{654D0A30-6803-4235-978B-ADACD86C4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9" name="Picture 82" descr="74161">
            <a:extLst>
              <a:ext uri="{FF2B5EF4-FFF2-40B4-BE49-F238E27FC236}">
                <a16:creationId xmlns:a16="http://schemas.microsoft.com/office/drawing/2014/main" id="{B8794DAF-DE81-4906-AF9D-8461DAC8D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358900"/>
            <a:ext cx="27352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83">
            <a:extLst>
              <a:ext uri="{FF2B5EF4-FFF2-40B4-BE49-F238E27FC236}">
                <a16:creationId xmlns:a16="http://schemas.microsoft.com/office/drawing/2014/main" id="{FC811DE0-C09E-49D5-BFC6-84335AF3A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024188"/>
            <a:ext cx="3744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~D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预置数据输入端；</a:t>
            </a:r>
          </a:p>
        </p:txBody>
      </p:sp>
      <p:sp>
        <p:nvSpPr>
          <p:cNvPr id="21" name="Rectangle 84">
            <a:extLst>
              <a:ext uri="{FF2B5EF4-FFF2-40B4-BE49-F238E27FC236}">
                <a16:creationId xmlns:a16="http://schemas.microsoft.com/office/drawing/2014/main" id="{4611A958-3607-4EF3-9851-01E23CF3E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519488"/>
            <a:ext cx="4043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工作状态控制端；</a:t>
            </a:r>
          </a:p>
        </p:txBody>
      </p:sp>
      <p:sp>
        <p:nvSpPr>
          <p:cNvPr id="22" name="Rectangle 85">
            <a:extLst>
              <a:ext uri="{FF2B5EF4-FFF2-40B4-BE49-F238E27FC236}">
                <a16:creationId xmlns:a16="http://schemas.microsoft.com/office/drawing/2014/main" id="{9FA962A8-4AD5-477B-8AE9-55B278152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968750"/>
            <a:ext cx="43211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进位输出端，对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74LS161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当计至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1111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C=1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74LS160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，当计至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1001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C=1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86">
                <a:extLst>
                  <a:ext uri="{FF2B5EF4-FFF2-40B4-BE49-F238E27FC236}">
                    <a16:creationId xmlns:a16="http://schemas.microsoft.com/office/drawing/2014/main" id="{6A5585C8-2B90-47B4-AE09-387AB2787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63" y="5499100"/>
                <a:ext cx="7966075" cy="863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LD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kumimoji="1" lang="zh-CN" altLang="en-US" sz="24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同步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预置数据控制端，当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LD</m:t>
                        </m:r>
                      </m:e>
                    </m:acc>
                  </m:oMath>
                </a14:m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=0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且来时钟时，    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置成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的状态；</a:t>
                </a:r>
              </a:p>
            </p:txBody>
          </p:sp>
        </mc:Choice>
        <mc:Fallback xmlns="">
          <p:sp>
            <p:nvSpPr>
              <p:cNvPr id="23" name="Rectangle 86">
                <a:extLst>
                  <a:ext uri="{FF2B5EF4-FFF2-40B4-BE49-F238E27FC236}">
                    <a16:creationId xmlns:a16="http://schemas.microsoft.com/office/drawing/2014/main" id="{6A5585C8-2B90-47B4-AE09-387AB2787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863" y="5499100"/>
                <a:ext cx="7966075" cy="863634"/>
              </a:xfrm>
              <a:prstGeom prst="rect">
                <a:avLst/>
              </a:prstGeom>
              <a:blipFill>
                <a:blip r:embed="rId8"/>
                <a:stretch>
                  <a:fillRect l="-1225" t="-7746" b="-119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87">
            <a:extLst>
              <a:ext uri="{FF2B5EF4-FFF2-40B4-BE49-F238E27FC236}">
                <a16:creationId xmlns:a16="http://schemas.microsoft.com/office/drawing/2014/main" id="{C0A57E1F-390D-4708-920C-41BABE4D0F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94175" y="1449386"/>
            <a:ext cx="2738438" cy="276224"/>
            <a:chOff x="2540" y="913"/>
            <a:chExt cx="1725" cy="174"/>
          </a:xfrm>
        </p:grpSpPr>
        <p:sp>
          <p:nvSpPr>
            <p:cNvPr id="25" name="AutoShape 88">
              <a:extLst>
                <a:ext uri="{FF2B5EF4-FFF2-40B4-BE49-F238E27FC236}">
                  <a16:creationId xmlns:a16="http://schemas.microsoft.com/office/drawing/2014/main" id="{2E81E702-B6F2-4BCD-9E68-1AD951973BE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40" y="913"/>
              <a:ext cx="17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89">
              <a:extLst>
                <a:ext uri="{FF2B5EF4-FFF2-40B4-BE49-F238E27FC236}">
                  <a16:creationId xmlns:a16="http://schemas.microsoft.com/office/drawing/2014/main" id="{B665F6B9-5F3B-4E52-8CCF-663199075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2" y="926"/>
              <a:ext cx="15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ET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90">
              <a:extLst>
                <a:ext uri="{FF2B5EF4-FFF2-40B4-BE49-F238E27FC236}">
                  <a16:creationId xmlns:a16="http://schemas.microsoft.com/office/drawing/2014/main" id="{3EA0BBD9-1EA7-4C30-B984-AEB34C6AD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6" y="926"/>
              <a:ext cx="15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EP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91">
              <a:extLst>
                <a:ext uri="{FF2B5EF4-FFF2-40B4-BE49-F238E27FC236}">
                  <a16:creationId xmlns:a16="http://schemas.microsoft.com/office/drawing/2014/main" id="{E040AA04-72C5-408C-B82F-6F2891108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926"/>
              <a:ext cx="8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1AB1BC96-7C02-4B51-A402-67E6594C1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926"/>
              <a:ext cx="7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93">
              <a:extLst>
                <a:ext uri="{FF2B5EF4-FFF2-40B4-BE49-F238E27FC236}">
                  <a16:creationId xmlns:a16="http://schemas.microsoft.com/office/drawing/2014/main" id="{79819696-AB72-412A-80D4-6BCDCBD8E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8" y="926"/>
              <a:ext cx="8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94">
              <a:extLst>
                <a:ext uri="{FF2B5EF4-FFF2-40B4-BE49-F238E27FC236}">
                  <a16:creationId xmlns:a16="http://schemas.microsoft.com/office/drawing/2014/main" id="{6DD399D4-3473-4086-BA03-843207C4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926"/>
              <a:ext cx="23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95">
              <a:extLst>
                <a:ext uri="{FF2B5EF4-FFF2-40B4-BE49-F238E27FC236}">
                  <a16:creationId xmlns:a16="http://schemas.microsoft.com/office/drawing/2014/main" id="{F6366F23-5783-448B-A824-B1C3C121B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1000"/>
              <a:ext cx="5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9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 Box 98">
            <a:extLst>
              <a:ext uri="{FF2B5EF4-FFF2-40B4-BE49-F238E27FC236}">
                <a16:creationId xmlns:a16="http://schemas.microsoft.com/office/drawing/2014/main" id="{68216E70-D86A-4553-B07F-EE2B7A233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1854200"/>
            <a:ext cx="1349375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74161/160</a:t>
            </a:r>
          </a:p>
        </p:txBody>
      </p:sp>
    </p:spTree>
    <p:extLst>
      <p:ext uri="{BB962C8B-B14F-4D97-AF65-F5344CB8AC3E}">
        <p14:creationId xmlns:p14="http://schemas.microsoft.com/office/powerpoint/2010/main" val="148142475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6137B7-7633-4CA0-ADE9-2109099D85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34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E20C5-70AD-4AFD-8A00-D81ECF9BF2C2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125538"/>
            <a:ext cx="3573462" cy="609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的状态循环为：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6F371-4CCD-44B4-ACB8-9F4AF011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32528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160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的状态循环为：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2D7943-AACF-4B3D-9622-8B636ED76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438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0000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DAF52F-A577-4158-AD26-24CF3DC3F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438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0001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EBAAB9-B072-4A6A-8C5F-B825040DC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438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1111</a:t>
            </a: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00F4F12F-072A-40FC-97F5-087A2CDAA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819400"/>
            <a:ext cx="6858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BD3F7697-5255-42C1-B18E-2D1CC155F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19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216697-072A-4D9E-9134-30A6A568855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057400"/>
            <a:ext cx="4343400" cy="381000"/>
            <a:chOff x="1296" y="1296"/>
            <a:chExt cx="2736" cy="240"/>
          </a:xfrm>
        </p:grpSpPr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D97A0F1-2BD9-496A-8C68-633F3B86C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296"/>
              <a:ext cx="2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0380EF9C-A14B-44DE-A34B-7DBE0BEF4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440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07834FBD-A999-431D-B68A-B632EAD85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E97DB44C-AAA6-422E-B1AC-C95CE2336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29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1F32A9CD-2199-4B6F-AA28-D91B8436D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0000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6B7C59-C3EB-44B1-91BF-07D44094C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724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0001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8C272C-4629-4191-B2FE-131A64D68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724400"/>
            <a:ext cx="1219200" cy="76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1001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6541B2E0-B931-4062-82FD-C212D5F66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105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96FBD67E-45B6-4BDB-A3A8-A260EF0EC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105400"/>
            <a:ext cx="6858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C8BC4C-44E0-48E1-A500-CA9D4F76059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486400"/>
            <a:ext cx="4572000" cy="381000"/>
            <a:chOff x="1200" y="3456"/>
            <a:chExt cx="2880" cy="240"/>
          </a:xfrm>
        </p:grpSpPr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25314A4-7BC3-47B2-BDF1-8671C857A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4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68719BF6-32B5-46C3-A862-AFD1C018B9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3696"/>
              <a:ext cx="28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015F1B14-0919-4EC0-B601-E9CDA596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486254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autoUpdateAnimBg="0"/>
      <p:bldP spid="5" grpId="0" animBg="1" autoUpdateAnimBg="0"/>
      <p:bldP spid="6" grpId="0" animBg="1" autoUpdateAnimBg="0"/>
      <p:bldP spid="7" grpId="0" animBg="1" autoUpdateAnimBg="0"/>
      <p:bldP spid="15" grpId="0" animBg="1" autoUpdateAnimBg="0"/>
      <p:bldP spid="16" grpId="0" animBg="1" autoUpdateAnimBg="0"/>
      <p:bldP spid="17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867920-610D-43DB-98E4-43E3520D22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35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2F2119-3E18-4C3A-99F5-C592C378317F}"/>
              </a:ext>
            </a:extLst>
          </p:cNvPr>
          <p:cNvSpPr txBox="1">
            <a:spLocks noChangeArrowheads="1"/>
          </p:cNvSpPr>
          <p:nvPr/>
        </p:nvSpPr>
        <p:spPr>
          <a:xfrm>
            <a:off x="303213" y="833438"/>
            <a:ext cx="3354387" cy="13843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用负边沿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触发器构成的同步二进制集成化计数器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163</a:t>
            </a:r>
            <a:endParaRPr kumimoji="0"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98699-DAD2-469C-AABC-7D28A8636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4238625"/>
            <a:ext cx="30432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用主—从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J—K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触发器构成的同步二进制集成化计数器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74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161</a:t>
            </a:r>
          </a:p>
        </p:txBody>
      </p:sp>
      <p:grpSp>
        <p:nvGrpSpPr>
          <p:cNvPr id="5" name="Group 72">
            <a:extLst>
              <a:ext uri="{FF2B5EF4-FFF2-40B4-BE49-F238E27FC236}">
                <a16:creationId xmlns:a16="http://schemas.microsoft.com/office/drawing/2014/main" id="{1F498887-BEDD-4A32-BC76-2A9840E594E5}"/>
              </a:ext>
            </a:extLst>
          </p:cNvPr>
          <p:cNvGrpSpPr>
            <a:grpSpLocks/>
          </p:cNvGrpSpPr>
          <p:nvPr/>
        </p:nvGrpSpPr>
        <p:grpSpPr bwMode="auto">
          <a:xfrm>
            <a:off x="3795713" y="219075"/>
            <a:ext cx="4670425" cy="2997200"/>
            <a:chOff x="2391" y="138"/>
            <a:chExt cx="2942" cy="18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81AF19-4FED-4997-968B-159A548F6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56" t="55441" r="28671" b="7747"/>
            <a:stretch>
              <a:fillRect/>
            </a:stretch>
          </p:blipFill>
          <p:spPr bwMode="auto">
            <a:xfrm>
              <a:off x="2391" y="138"/>
              <a:ext cx="2942" cy="1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916A6F-612B-4F4D-AFFE-636C80268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412"/>
              <a:ext cx="1174" cy="14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FA882430-35C7-40A7-B2FE-AF022B1EB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" y="1369"/>
              <a:ext cx="13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触发器保持，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CO=0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A2AE0C-7A58-4005-887B-C84515D22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1641"/>
              <a:ext cx="652" cy="14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85E30669-09FB-4B4E-9673-C500254C9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" y="1608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同步置“0”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E3E4D3-E473-4B2A-B75B-1F18E8DB6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162"/>
              <a:ext cx="304" cy="1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14CE13AD-2369-4A05-B14F-2580CD510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30"/>
              <a:ext cx="4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保持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C71AEB-1272-4F33-8FA9-AA38CC24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934"/>
              <a:ext cx="859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9D17076F-6E8F-406F-BAAF-68D383D75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869"/>
              <a:ext cx="10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并行输入数据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191C7-65C7-45FC-807A-7019C9CF5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706"/>
              <a:ext cx="326" cy="13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0948D49D-4253-4E30-830B-FD6A44E19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684"/>
              <a:ext cx="4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计数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52F411-AD93-4DF6-B6D0-97151EA8D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456"/>
              <a:ext cx="522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3EDA1EF2-7D34-4BE9-8899-B63DAF7E0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" y="423"/>
              <a:ext cx="4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8C64D3-79F6-4D2F-B215-4D5465E82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84"/>
              <a:ext cx="576" cy="17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3598B13A-73BF-48E8-B954-F9796DB96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196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163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功能表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E83627FC-E43C-45C9-9DBB-91A10D585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413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880AB878-2AB7-4208-ADB5-D6DD17D31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652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2211BE8-6E61-4009-A8BD-1BDB34A5F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" y="1836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474C451B-1F4B-4F40-B143-009B79D3D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4A4EF07-ED00-47CC-8B8D-F2A4FBCE7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2E704063-2C87-461B-9572-DDD43641F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434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805DE400-591B-41DC-AE78-A2E585F87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" y="434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55591B04-2F6C-49CE-A2ED-CCCA951A6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B231F31F-E7D7-4BE5-8D8D-49757A532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0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E8CBFFA2-4679-403B-8B0E-CCEB91F8B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60">
              <a:extLst>
                <a:ext uri="{FF2B5EF4-FFF2-40B4-BE49-F238E27FC236}">
                  <a16:creationId xmlns:a16="http://schemas.microsoft.com/office/drawing/2014/main" id="{A52A151B-64AE-495C-BF5A-AA91E92F0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61">
              <a:extLst>
                <a:ext uri="{FF2B5EF4-FFF2-40B4-BE49-F238E27FC236}">
                  <a16:creationId xmlns:a16="http://schemas.microsoft.com/office/drawing/2014/main" id="{1DD5A162-740D-4654-A56E-7115F90BF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62">
              <a:extLst>
                <a:ext uri="{FF2B5EF4-FFF2-40B4-BE49-F238E27FC236}">
                  <a16:creationId xmlns:a16="http://schemas.microsoft.com/office/drawing/2014/main" id="{C2AD9E3C-7A5F-4A60-A676-2B43AE5A6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63">
              <a:extLst>
                <a:ext uri="{FF2B5EF4-FFF2-40B4-BE49-F238E27FC236}">
                  <a16:creationId xmlns:a16="http://schemas.microsoft.com/office/drawing/2014/main" id="{F5FFCB3D-2A49-4285-B9B2-96EF78442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464"/>
              <a:ext cx="240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73C880E7-14AC-41DF-8F6F-F824D4519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464"/>
              <a:ext cx="200" cy="1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65">
              <a:extLst>
                <a:ext uri="{FF2B5EF4-FFF2-40B4-BE49-F238E27FC236}">
                  <a16:creationId xmlns:a16="http://schemas.microsoft.com/office/drawing/2014/main" id="{FC1D1515-5432-4A16-A8EC-4D816B071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8" y="480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CT</a:t>
              </a:r>
              <a:r>
                <a: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7" name="Text Box 66">
              <a:extLst>
                <a:ext uri="{FF2B5EF4-FFF2-40B4-BE49-F238E27FC236}">
                  <a16:creationId xmlns:a16="http://schemas.microsoft.com/office/drawing/2014/main" id="{6D9F1FCB-612B-4B23-BC8A-69A64A45C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0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CT</a:t>
              </a:r>
              <a:r>
                <a: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8" name="Text Box 67">
              <a:extLst>
                <a:ext uri="{FF2B5EF4-FFF2-40B4-BE49-F238E27FC236}">
                  <a16:creationId xmlns:a16="http://schemas.microsoft.com/office/drawing/2014/main" id="{C20A5EF0-B8B5-49CC-BCDA-89CD34FAA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6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LD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68">
              <a:extLst>
                <a:ext uri="{FF2B5EF4-FFF2-40B4-BE49-F238E27FC236}">
                  <a16:creationId xmlns:a16="http://schemas.microsoft.com/office/drawing/2014/main" id="{730788C2-F91A-49EA-A199-3640DBD5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CR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69">
              <a:extLst>
                <a:ext uri="{FF2B5EF4-FFF2-40B4-BE49-F238E27FC236}">
                  <a16:creationId xmlns:a16="http://schemas.microsoft.com/office/drawing/2014/main" id="{49407BD2-90F3-42FF-9C0A-F54DE5F47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456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70">
              <a:extLst>
                <a:ext uri="{FF2B5EF4-FFF2-40B4-BE49-F238E27FC236}">
                  <a16:creationId xmlns:a16="http://schemas.microsoft.com/office/drawing/2014/main" id="{8811A073-5740-4AB4-8D6C-DD3217F3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496"/>
              <a:ext cx="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71">
              <a:extLst>
                <a:ext uri="{FF2B5EF4-FFF2-40B4-BE49-F238E27FC236}">
                  <a16:creationId xmlns:a16="http://schemas.microsoft.com/office/drawing/2014/main" id="{60AE0CA4-C71A-46F2-A10B-A8E21A56D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4" y="496"/>
              <a:ext cx="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113">
            <a:extLst>
              <a:ext uri="{FF2B5EF4-FFF2-40B4-BE49-F238E27FC236}">
                <a16:creationId xmlns:a16="http://schemas.microsoft.com/office/drawing/2014/main" id="{72344FC1-86DA-4B68-AC4B-D919B37B2FDC}"/>
              </a:ext>
            </a:extLst>
          </p:cNvPr>
          <p:cNvGrpSpPr>
            <a:grpSpLocks/>
          </p:cNvGrpSpPr>
          <p:nvPr/>
        </p:nvGrpSpPr>
        <p:grpSpPr bwMode="auto">
          <a:xfrm>
            <a:off x="3808413" y="3508375"/>
            <a:ext cx="4670425" cy="2997200"/>
            <a:chOff x="2399" y="2210"/>
            <a:chExt cx="2942" cy="1888"/>
          </a:xfrm>
        </p:grpSpPr>
        <p:grpSp>
          <p:nvGrpSpPr>
            <p:cNvPr id="44" name="Group 73">
              <a:extLst>
                <a:ext uri="{FF2B5EF4-FFF2-40B4-BE49-F238E27FC236}">
                  <a16:creationId xmlns:a16="http://schemas.microsoft.com/office/drawing/2014/main" id="{AA7415DB-3242-4299-83B0-3E4134D46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210"/>
              <a:ext cx="2942" cy="1888"/>
              <a:chOff x="2391" y="138"/>
              <a:chExt cx="2942" cy="1888"/>
            </a:xfrm>
          </p:grpSpPr>
          <p:pic>
            <p:nvPicPr>
              <p:cNvPr id="47" name="Picture 74">
                <a:extLst>
                  <a:ext uri="{FF2B5EF4-FFF2-40B4-BE49-F238E27FC236}">
                    <a16:creationId xmlns:a16="http://schemas.microsoft.com/office/drawing/2014/main" id="{8AC6731B-85F1-4C91-94DC-BA0137B351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656" t="55441" r="28671" b="7747"/>
              <a:stretch>
                <a:fillRect/>
              </a:stretch>
            </p:blipFill>
            <p:spPr bwMode="auto">
              <a:xfrm>
                <a:off x="2391" y="138"/>
                <a:ext cx="2942" cy="1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8" name="Rectangle 75">
                <a:extLst>
                  <a:ext uri="{FF2B5EF4-FFF2-40B4-BE49-F238E27FC236}">
                    <a16:creationId xmlns:a16="http://schemas.microsoft.com/office/drawing/2014/main" id="{977D15D9-D34C-4A6F-8C68-737F2A979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2" y="1412"/>
                <a:ext cx="1174" cy="14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Text Box 76">
                <a:extLst>
                  <a:ext uri="{FF2B5EF4-FFF2-40B4-BE49-F238E27FC236}">
                    <a16:creationId xmlns:a16="http://schemas.microsoft.com/office/drawing/2014/main" id="{F419421C-2FD7-444F-8F52-C36F7A9A3B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" y="1369"/>
                <a:ext cx="139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触发器保持，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CO=0</a:t>
                </a:r>
              </a:p>
            </p:txBody>
          </p:sp>
          <p:sp>
            <p:nvSpPr>
              <p:cNvPr id="50" name="Rectangle 77">
                <a:extLst>
                  <a:ext uri="{FF2B5EF4-FFF2-40B4-BE49-F238E27FC236}">
                    <a16:creationId xmlns:a16="http://schemas.microsoft.com/office/drawing/2014/main" id="{EADB02E9-2F0C-4CA9-AA6B-F5182A044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1641"/>
                <a:ext cx="652" cy="141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 Box 78">
                <a:extLst>
                  <a:ext uri="{FF2B5EF4-FFF2-40B4-BE49-F238E27FC236}">
                    <a16:creationId xmlns:a16="http://schemas.microsoft.com/office/drawing/2014/main" id="{9EFD66F5-1A9C-4ADC-B8FD-4B96622505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3" y="1608"/>
                <a:ext cx="77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异步置“0”</a:t>
                </a:r>
              </a:p>
            </p:txBody>
          </p:sp>
          <p:sp>
            <p:nvSpPr>
              <p:cNvPr id="52" name="Rectangle 79">
                <a:extLst>
                  <a:ext uri="{FF2B5EF4-FFF2-40B4-BE49-F238E27FC236}">
                    <a16:creationId xmlns:a16="http://schemas.microsoft.com/office/drawing/2014/main" id="{7FB4B4B6-ADBC-49D8-B621-1ABADF71E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162"/>
                <a:ext cx="304" cy="15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 Box 80">
                <a:extLst>
                  <a:ext uri="{FF2B5EF4-FFF2-40B4-BE49-F238E27FC236}">
                    <a16:creationId xmlns:a16="http://schemas.microsoft.com/office/drawing/2014/main" id="{6EBD13DC-E37B-4400-BE7A-88B488FB0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2" y="1130"/>
                <a:ext cx="4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保持</a:t>
                </a:r>
              </a:p>
            </p:txBody>
          </p:sp>
          <p:sp>
            <p:nvSpPr>
              <p:cNvPr id="54" name="Rectangle 81">
                <a:extLst>
                  <a:ext uri="{FF2B5EF4-FFF2-40B4-BE49-F238E27FC236}">
                    <a16:creationId xmlns:a16="http://schemas.microsoft.com/office/drawing/2014/main" id="{8FD2061C-DD68-4114-BC9B-136BCB69F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4" y="934"/>
                <a:ext cx="859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82">
                <a:extLst>
                  <a:ext uri="{FF2B5EF4-FFF2-40B4-BE49-F238E27FC236}">
                    <a16:creationId xmlns:a16="http://schemas.microsoft.com/office/drawing/2014/main" id="{C6882C6A-4544-49FF-96E1-CC855160D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8" y="869"/>
                <a:ext cx="10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并行输入数据</a:t>
                </a:r>
              </a:p>
            </p:txBody>
          </p:sp>
          <p:sp>
            <p:nvSpPr>
              <p:cNvPr id="56" name="Rectangle 83">
                <a:extLst>
                  <a:ext uri="{FF2B5EF4-FFF2-40B4-BE49-F238E27FC236}">
                    <a16:creationId xmlns:a16="http://schemas.microsoft.com/office/drawing/2014/main" id="{58FC3681-13B9-4B9B-8A36-B2EF829D7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706"/>
                <a:ext cx="326" cy="13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 Box 84">
                <a:extLst>
                  <a:ext uri="{FF2B5EF4-FFF2-40B4-BE49-F238E27FC236}">
                    <a16:creationId xmlns:a16="http://schemas.microsoft.com/office/drawing/2014/main" id="{03F15D61-D7C5-41F1-8885-ACCE7B5DE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2" y="684"/>
                <a:ext cx="4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计数</a:t>
                </a:r>
              </a:p>
            </p:txBody>
          </p:sp>
          <p:sp>
            <p:nvSpPr>
              <p:cNvPr id="58" name="Rectangle 85">
                <a:extLst>
                  <a:ext uri="{FF2B5EF4-FFF2-40B4-BE49-F238E27FC236}">
                    <a16:creationId xmlns:a16="http://schemas.microsoft.com/office/drawing/2014/main" id="{7C707E2A-F4A2-4EA5-9BEB-AFB674CD8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0" y="456"/>
                <a:ext cx="522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 Box 86">
                <a:extLst>
                  <a:ext uri="{FF2B5EF4-FFF2-40B4-BE49-F238E27FC236}">
                    <a16:creationId xmlns:a16="http://schemas.microsoft.com/office/drawing/2014/main" id="{273EAF9A-FF00-45D1-BCDD-8C33922205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423"/>
                <a:ext cx="4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功能</a:t>
                </a: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8D824A0F-1C88-4A2C-8296-CD734DFA8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4" y="184"/>
                <a:ext cx="576" cy="174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 Box 88">
                <a:extLst>
                  <a:ext uri="{FF2B5EF4-FFF2-40B4-BE49-F238E27FC236}">
                    <a16:creationId xmlns:a16="http://schemas.microsoft.com/office/drawing/2014/main" id="{EE00FE42-7891-42C0-9542-34D924AEC3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0" y="196"/>
                <a:ext cx="1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161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功能表</a:t>
                </a:r>
              </a:p>
            </p:txBody>
          </p:sp>
          <p:sp>
            <p:nvSpPr>
              <p:cNvPr id="62" name="Line 89">
                <a:extLst>
                  <a:ext uri="{FF2B5EF4-FFF2-40B4-BE49-F238E27FC236}">
                    <a16:creationId xmlns:a16="http://schemas.microsoft.com/office/drawing/2014/main" id="{29B4B550-7157-44BB-A66D-6C51F8902D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8" y="413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Line 90">
                <a:extLst>
                  <a:ext uri="{FF2B5EF4-FFF2-40B4-BE49-F238E27FC236}">
                    <a16:creationId xmlns:a16="http://schemas.microsoft.com/office/drawing/2014/main" id="{758FBF9D-E645-4AF5-B92E-5A394410D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8" y="652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Line 91">
                <a:extLst>
                  <a:ext uri="{FF2B5EF4-FFF2-40B4-BE49-F238E27FC236}">
                    <a16:creationId xmlns:a16="http://schemas.microsoft.com/office/drawing/2014/main" id="{52AB7675-BE44-46A7-9BD8-A257E402F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0" y="1836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Line 92">
                <a:extLst>
                  <a:ext uri="{FF2B5EF4-FFF2-40B4-BE49-F238E27FC236}">
                    <a16:creationId xmlns:a16="http://schemas.microsoft.com/office/drawing/2014/main" id="{C354E713-E02A-47C2-86C7-97F269E77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8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Line 93">
                <a:extLst>
                  <a:ext uri="{FF2B5EF4-FFF2-40B4-BE49-F238E27FC236}">
                    <a16:creationId xmlns:a16="http://schemas.microsoft.com/office/drawing/2014/main" id="{45ED0A1D-D028-48A2-A166-5D68E7F43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3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94">
                <a:extLst>
                  <a:ext uri="{FF2B5EF4-FFF2-40B4-BE49-F238E27FC236}">
                    <a16:creationId xmlns:a16="http://schemas.microsoft.com/office/drawing/2014/main" id="{CBCB003D-0C82-49AE-9C61-A19F5B5CC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5" y="434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95">
                <a:extLst>
                  <a:ext uri="{FF2B5EF4-FFF2-40B4-BE49-F238E27FC236}">
                    <a16:creationId xmlns:a16="http://schemas.microsoft.com/office/drawing/2014/main" id="{BF22D627-599E-4CDC-891D-7E7680672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4" y="434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96">
                <a:extLst>
                  <a:ext uri="{FF2B5EF4-FFF2-40B4-BE49-F238E27FC236}">
                    <a16:creationId xmlns:a16="http://schemas.microsoft.com/office/drawing/2014/main" id="{B68EAEE0-3797-4370-8857-1CFA867B31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2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97">
                <a:extLst>
                  <a:ext uri="{FF2B5EF4-FFF2-40B4-BE49-F238E27FC236}">
                    <a16:creationId xmlns:a16="http://schemas.microsoft.com/office/drawing/2014/main" id="{D1DC4AC7-6BFF-4FC6-8565-EE807F235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0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Line 98">
                <a:extLst>
                  <a:ext uri="{FF2B5EF4-FFF2-40B4-BE49-F238E27FC236}">
                    <a16:creationId xmlns:a16="http://schemas.microsoft.com/office/drawing/2014/main" id="{5A56F158-01B1-443A-85F4-83AB52E9CF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9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Rectangle 99">
                <a:extLst>
                  <a:ext uri="{FF2B5EF4-FFF2-40B4-BE49-F238E27FC236}">
                    <a16:creationId xmlns:a16="http://schemas.microsoft.com/office/drawing/2014/main" id="{D23DBA83-DF0A-4D1A-8017-52D0A1CB2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4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Rectangle 100">
                <a:extLst>
                  <a:ext uri="{FF2B5EF4-FFF2-40B4-BE49-F238E27FC236}">
                    <a16:creationId xmlns:a16="http://schemas.microsoft.com/office/drawing/2014/main" id="{321D450C-6811-4439-A529-93637CAF5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8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Rectangle 101">
                <a:extLst>
                  <a:ext uri="{FF2B5EF4-FFF2-40B4-BE49-F238E27FC236}">
                    <a16:creationId xmlns:a16="http://schemas.microsoft.com/office/drawing/2014/main" id="{C8615059-0B13-4294-8DD1-E0F339469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8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Rectangle 102">
                <a:extLst>
                  <a:ext uri="{FF2B5EF4-FFF2-40B4-BE49-F238E27FC236}">
                    <a16:creationId xmlns:a16="http://schemas.microsoft.com/office/drawing/2014/main" id="{6F0294AA-B800-4AEF-93F9-CECA9A63E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6" y="464"/>
                <a:ext cx="240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103">
                <a:extLst>
                  <a:ext uri="{FF2B5EF4-FFF2-40B4-BE49-F238E27FC236}">
                    <a16:creationId xmlns:a16="http://schemas.microsoft.com/office/drawing/2014/main" id="{F7E39316-48C3-4C76-89BB-1978C92BA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6" y="464"/>
                <a:ext cx="200" cy="16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 Box 104">
                <a:extLst>
                  <a:ext uri="{FF2B5EF4-FFF2-40B4-BE49-F238E27FC236}">
                    <a16:creationId xmlns:a16="http://schemas.microsoft.com/office/drawing/2014/main" id="{F86C5E54-6EA1-4E11-BD5F-D8B9FDBE38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8" y="480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CT</a:t>
                </a:r>
                <a:r>
                  <a:rPr kumimoji="1" lang="en-US" altLang="zh-CN" sz="1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78" name="Text Box 105">
                <a:extLst>
                  <a:ext uri="{FF2B5EF4-FFF2-40B4-BE49-F238E27FC236}">
                    <a16:creationId xmlns:a16="http://schemas.microsoft.com/office/drawing/2014/main" id="{8E0DDAE3-4E42-4AC2-AE71-230CA7DD3B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0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CT</a:t>
                </a:r>
                <a:r>
                  <a:rPr kumimoji="1" lang="en-US" altLang="zh-CN" sz="1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79" name="Text Box 106">
                <a:extLst>
                  <a:ext uri="{FF2B5EF4-FFF2-40B4-BE49-F238E27FC236}">
                    <a16:creationId xmlns:a16="http://schemas.microsoft.com/office/drawing/2014/main" id="{A2982660-499F-4F63-8586-9D7CCF999C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6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LD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Text Box 107">
                <a:extLst>
                  <a:ext uri="{FF2B5EF4-FFF2-40B4-BE49-F238E27FC236}">
                    <a16:creationId xmlns:a16="http://schemas.microsoft.com/office/drawing/2014/main" id="{8604A2A3-2F3D-423C-B230-A5D10C335F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8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CR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Text Box 108">
                <a:extLst>
                  <a:ext uri="{FF2B5EF4-FFF2-40B4-BE49-F238E27FC236}">
                    <a16:creationId xmlns:a16="http://schemas.microsoft.com/office/drawing/2014/main" id="{70F0067F-D5FF-430C-95F2-B75485DA0F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456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Line 109">
                <a:extLst>
                  <a:ext uri="{FF2B5EF4-FFF2-40B4-BE49-F238E27FC236}">
                    <a16:creationId xmlns:a16="http://schemas.microsoft.com/office/drawing/2014/main" id="{F599574E-29BB-4D4E-8129-FB931BCD8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6" y="496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Line 110">
                <a:extLst>
                  <a:ext uri="{FF2B5EF4-FFF2-40B4-BE49-F238E27FC236}">
                    <a16:creationId xmlns:a16="http://schemas.microsoft.com/office/drawing/2014/main" id="{B9E27E8B-79A8-4E30-A2D4-C5D73F976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4" y="496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Rectangle 111">
              <a:extLst>
                <a:ext uri="{FF2B5EF4-FFF2-40B4-BE49-F238E27FC236}">
                  <a16:creationId xmlns:a16="http://schemas.microsoft.com/office/drawing/2014/main" id="{154B7250-CFB9-4844-A329-BC4E81607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3696"/>
              <a:ext cx="96" cy="176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112">
              <a:extLst>
                <a:ext uri="{FF2B5EF4-FFF2-40B4-BE49-F238E27FC236}">
                  <a16:creationId xmlns:a16="http://schemas.microsoft.com/office/drawing/2014/main" id="{E216FE18-068E-4249-9987-C720698D6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4" y="3632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77359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FEB252-C751-4D92-8ABC-6EA92BD151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36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F904E4-CEEE-44CC-9AC8-00C588BEDCC0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144588"/>
            <a:ext cx="3373437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用负边沿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触发器构成的同步十进制集成化计数器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162</a:t>
            </a:r>
            <a:endParaRPr kumimoji="0"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57">
            <a:extLst>
              <a:ext uri="{FF2B5EF4-FFF2-40B4-BE49-F238E27FC236}">
                <a16:creationId xmlns:a16="http://schemas.microsoft.com/office/drawing/2014/main" id="{2685336B-3D31-44C1-A411-F9C449AE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4059238"/>
            <a:ext cx="30432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用主—从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J—K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触发器构成的同步十进制集成化计数器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74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160</a:t>
            </a:r>
          </a:p>
        </p:txBody>
      </p:sp>
      <p:grpSp>
        <p:nvGrpSpPr>
          <p:cNvPr id="5" name="Group 60">
            <a:extLst>
              <a:ext uri="{FF2B5EF4-FFF2-40B4-BE49-F238E27FC236}">
                <a16:creationId xmlns:a16="http://schemas.microsoft.com/office/drawing/2014/main" id="{FF4DD246-536E-42AC-AA6D-B8D7C294CA09}"/>
              </a:ext>
            </a:extLst>
          </p:cNvPr>
          <p:cNvGrpSpPr>
            <a:grpSpLocks/>
          </p:cNvGrpSpPr>
          <p:nvPr/>
        </p:nvGrpSpPr>
        <p:grpSpPr bwMode="auto">
          <a:xfrm>
            <a:off x="3795713" y="219075"/>
            <a:ext cx="4670425" cy="2997200"/>
            <a:chOff x="2391" y="138"/>
            <a:chExt cx="2942" cy="1888"/>
          </a:xfrm>
        </p:grpSpPr>
        <p:pic>
          <p:nvPicPr>
            <p:cNvPr id="6" name="Picture 61">
              <a:extLst>
                <a:ext uri="{FF2B5EF4-FFF2-40B4-BE49-F238E27FC236}">
                  <a16:creationId xmlns:a16="http://schemas.microsoft.com/office/drawing/2014/main" id="{7F8AF464-F668-44A7-ADA3-FFCAFFA89C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56" t="55441" r="28671" b="7747"/>
            <a:stretch>
              <a:fillRect/>
            </a:stretch>
          </p:blipFill>
          <p:spPr bwMode="auto">
            <a:xfrm>
              <a:off x="2391" y="138"/>
              <a:ext cx="2942" cy="1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2">
              <a:extLst>
                <a:ext uri="{FF2B5EF4-FFF2-40B4-BE49-F238E27FC236}">
                  <a16:creationId xmlns:a16="http://schemas.microsoft.com/office/drawing/2014/main" id="{FB4959A6-E2A5-4813-A77B-78B6E5D02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412"/>
              <a:ext cx="1174" cy="14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63">
              <a:extLst>
                <a:ext uri="{FF2B5EF4-FFF2-40B4-BE49-F238E27FC236}">
                  <a16:creationId xmlns:a16="http://schemas.microsoft.com/office/drawing/2014/main" id="{4DC67CC3-03FE-4E1B-A422-47A7E40C9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" y="1369"/>
              <a:ext cx="13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触发器保持，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CO=0</a:t>
              </a:r>
            </a:p>
          </p:txBody>
        </p:sp>
        <p:sp>
          <p:nvSpPr>
            <p:cNvPr id="9" name="Rectangle 64">
              <a:extLst>
                <a:ext uri="{FF2B5EF4-FFF2-40B4-BE49-F238E27FC236}">
                  <a16:creationId xmlns:a16="http://schemas.microsoft.com/office/drawing/2014/main" id="{CDA9DAC2-1AF7-4845-BA06-045B29EC0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1641"/>
              <a:ext cx="652" cy="14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65">
              <a:extLst>
                <a:ext uri="{FF2B5EF4-FFF2-40B4-BE49-F238E27FC236}">
                  <a16:creationId xmlns:a16="http://schemas.microsoft.com/office/drawing/2014/main" id="{1CCEA0A7-99E9-4201-9565-28C899B2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" y="1608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同步置“0”</a:t>
              </a:r>
            </a:p>
          </p:txBody>
        </p:sp>
        <p:sp>
          <p:nvSpPr>
            <p:cNvPr id="11" name="Rectangle 66">
              <a:extLst>
                <a:ext uri="{FF2B5EF4-FFF2-40B4-BE49-F238E27FC236}">
                  <a16:creationId xmlns:a16="http://schemas.microsoft.com/office/drawing/2014/main" id="{976F05D2-E0F4-42F9-B5D1-4380AE849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162"/>
              <a:ext cx="304" cy="1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67">
              <a:extLst>
                <a:ext uri="{FF2B5EF4-FFF2-40B4-BE49-F238E27FC236}">
                  <a16:creationId xmlns:a16="http://schemas.microsoft.com/office/drawing/2014/main" id="{9A03235C-15F0-4C1A-81A6-F0006D35C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1130"/>
              <a:ext cx="4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保持</a:t>
              </a:r>
            </a:p>
          </p:txBody>
        </p:sp>
        <p:sp>
          <p:nvSpPr>
            <p:cNvPr id="13" name="Rectangle 68">
              <a:extLst>
                <a:ext uri="{FF2B5EF4-FFF2-40B4-BE49-F238E27FC236}">
                  <a16:creationId xmlns:a16="http://schemas.microsoft.com/office/drawing/2014/main" id="{C8670FB0-0199-48EC-A8DD-18024AE06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934"/>
              <a:ext cx="859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69">
              <a:extLst>
                <a:ext uri="{FF2B5EF4-FFF2-40B4-BE49-F238E27FC236}">
                  <a16:creationId xmlns:a16="http://schemas.microsoft.com/office/drawing/2014/main" id="{D02953BA-9609-45BF-9471-71400652F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869"/>
              <a:ext cx="10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并行输入数据</a:t>
              </a:r>
            </a:p>
          </p:txBody>
        </p:sp>
        <p:sp>
          <p:nvSpPr>
            <p:cNvPr id="15" name="Rectangle 70">
              <a:extLst>
                <a:ext uri="{FF2B5EF4-FFF2-40B4-BE49-F238E27FC236}">
                  <a16:creationId xmlns:a16="http://schemas.microsoft.com/office/drawing/2014/main" id="{B2F0C64A-ECBA-4A02-87A6-8B65A250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706"/>
              <a:ext cx="326" cy="13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71">
              <a:extLst>
                <a:ext uri="{FF2B5EF4-FFF2-40B4-BE49-F238E27FC236}">
                  <a16:creationId xmlns:a16="http://schemas.microsoft.com/office/drawing/2014/main" id="{1DDB505E-4CCA-4735-8D36-BA2A1A253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684"/>
              <a:ext cx="4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计数</a:t>
              </a:r>
            </a:p>
          </p:txBody>
        </p:sp>
        <p:sp>
          <p:nvSpPr>
            <p:cNvPr id="17" name="Rectangle 72">
              <a:extLst>
                <a:ext uri="{FF2B5EF4-FFF2-40B4-BE49-F238E27FC236}">
                  <a16:creationId xmlns:a16="http://schemas.microsoft.com/office/drawing/2014/main" id="{AEA865A8-AB2B-4C25-9844-3D71B8B50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456"/>
              <a:ext cx="522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73">
              <a:extLst>
                <a:ext uri="{FF2B5EF4-FFF2-40B4-BE49-F238E27FC236}">
                  <a16:creationId xmlns:a16="http://schemas.microsoft.com/office/drawing/2014/main" id="{197AA9E4-16B1-4A3C-BA68-84ED3E9E1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" y="423"/>
              <a:ext cx="4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</a:t>
              </a:r>
            </a:p>
          </p:txBody>
        </p:sp>
        <p:sp>
          <p:nvSpPr>
            <p:cNvPr id="19" name="Rectangle 74">
              <a:extLst>
                <a:ext uri="{FF2B5EF4-FFF2-40B4-BE49-F238E27FC236}">
                  <a16:creationId xmlns:a16="http://schemas.microsoft.com/office/drawing/2014/main" id="{AF60644F-A64B-4685-A240-8584F3254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84"/>
              <a:ext cx="576" cy="17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75">
              <a:extLst>
                <a:ext uri="{FF2B5EF4-FFF2-40B4-BE49-F238E27FC236}">
                  <a16:creationId xmlns:a16="http://schemas.microsoft.com/office/drawing/2014/main" id="{A40CA2D7-1602-4523-B109-0AD31F1C1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196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162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功能表</a:t>
              </a:r>
            </a:p>
          </p:txBody>
        </p:sp>
        <p:sp>
          <p:nvSpPr>
            <p:cNvPr id="21" name="Line 76">
              <a:extLst>
                <a:ext uri="{FF2B5EF4-FFF2-40B4-BE49-F238E27FC236}">
                  <a16:creationId xmlns:a16="http://schemas.microsoft.com/office/drawing/2014/main" id="{1B807435-C5B3-4ADD-AA99-0649CA52A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413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77">
              <a:extLst>
                <a:ext uri="{FF2B5EF4-FFF2-40B4-BE49-F238E27FC236}">
                  <a16:creationId xmlns:a16="http://schemas.microsoft.com/office/drawing/2014/main" id="{CF02919F-EE76-419D-AD92-D2E090C1F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652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78">
              <a:extLst>
                <a:ext uri="{FF2B5EF4-FFF2-40B4-BE49-F238E27FC236}">
                  <a16:creationId xmlns:a16="http://schemas.microsoft.com/office/drawing/2014/main" id="{99303C79-53B8-49BD-8001-8175C6509F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" y="1836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79">
              <a:extLst>
                <a:ext uri="{FF2B5EF4-FFF2-40B4-BE49-F238E27FC236}">
                  <a16:creationId xmlns:a16="http://schemas.microsoft.com/office/drawing/2014/main" id="{95A1EB33-C371-4273-A947-230432898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80">
              <a:extLst>
                <a:ext uri="{FF2B5EF4-FFF2-40B4-BE49-F238E27FC236}">
                  <a16:creationId xmlns:a16="http://schemas.microsoft.com/office/drawing/2014/main" id="{10257B96-1541-4E7B-B958-9F44BDDB7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81">
              <a:extLst>
                <a:ext uri="{FF2B5EF4-FFF2-40B4-BE49-F238E27FC236}">
                  <a16:creationId xmlns:a16="http://schemas.microsoft.com/office/drawing/2014/main" id="{9BC83502-3403-4DFC-BA47-79DFBFF39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434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82">
              <a:extLst>
                <a:ext uri="{FF2B5EF4-FFF2-40B4-BE49-F238E27FC236}">
                  <a16:creationId xmlns:a16="http://schemas.microsoft.com/office/drawing/2014/main" id="{E80D2D5A-7821-4E42-863B-60CCFBC8F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" y="434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83">
              <a:extLst>
                <a:ext uri="{FF2B5EF4-FFF2-40B4-BE49-F238E27FC236}">
                  <a16:creationId xmlns:a16="http://schemas.microsoft.com/office/drawing/2014/main" id="{16B61CA6-1BC2-4393-8FFC-E163CFF30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84">
              <a:extLst>
                <a:ext uri="{FF2B5EF4-FFF2-40B4-BE49-F238E27FC236}">
                  <a16:creationId xmlns:a16="http://schemas.microsoft.com/office/drawing/2014/main" id="{4D7C4C72-302B-499A-A6F0-30F97DB90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0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85">
              <a:extLst>
                <a:ext uri="{FF2B5EF4-FFF2-40B4-BE49-F238E27FC236}">
                  <a16:creationId xmlns:a16="http://schemas.microsoft.com/office/drawing/2014/main" id="{B13DA9C2-A448-4C0B-9FDD-9CD2C1B8E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42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86">
              <a:extLst>
                <a:ext uri="{FF2B5EF4-FFF2-40B4-BE49-F238E27FC236}">
                  <a16:creationId xmlns:a16="http://schemas.microsoft.com/office/drawing/2014/main" id="{76AD23C5-B827-4C98-A5D0-1FFA81CE6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87">
              <a:extLst>
                <a:ext uri="{FF2B5EF4-FFF2-40B4-BE49-F238E27FC236}">
                  <a16:creationId xmlns:a16="http://schemas.microsoft.com/office/drawing/2014/main" id="{88C23340-255D-4923-9A8F-9E8DA30B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88">
              <a:extLst>
                <a:ext uri="{FF2B5EF4-FFF2-40B4-BE49-F238E27FC236}">
                  <a16:creationId xmlns:a16="http://schemas.microsoft.com/office/drawing/2014/main" id="{916FB04C-E2B0-4C55-8FBE-E3254E2E9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464"/>
              <a:ext cx="128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89">
              <a:extLst>
                <a:ext uri="{FF2B5EF4-FFF2-40B4-BE49-F238E27FC236}">
                  <a16:creationId xmlns:a16="http://schemas.microsoft.com/office/drawing/2014/main" id="{727421AE-BB94-469F-B563-507E15196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464"/>
              <a:ext cx="240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90">
              <a:extLst>
                <a:ext uri="{FF2B5EF4-FFF2-40B4-BE49-F238E27FC236}">
                  <a16:creationId xmlns:a16="http://schemas.microsoft.com/office/drawing/2014/main" id="{B1C85E21-9977-4266-87AE-2034667DD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464"/>
              <a:ext cx="200" cy="1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91">
              <a:extLst>
                <a:ext uri="{FF2B5EF4-FFF2-40B4-BE49-F238E27FC236}">
                  <a16:creationId xmlns:a16="http://schemas.microsoft.com/office/drawing/2014/main" id="{45248E65-DC71-46CD-922B-93A8DBA31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8" y="480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CT</a:t>
              </a:r>
              <a:r>
                <a: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7" name="Text Box 92">
              <a:extLst>
                <a:ext uri="{FF2B5EF4-FFF2-40B4-BE49-F238E27FC236}">
                  <a16:creationId xmlns:a16="http://schemas.microsoft.com/office/drawing/2014/main" id="{F557449E-2A5C-41D3-AB47-E4394C8DB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0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CT</a:t>
              </a:r>
              <a:r>
                <a: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8" name="Text Box 93">
              <a:extLst>
                <a:ext uri="{FF2B5EF4-FFF2-40B4-BE49-F238E27FC236}">
                  <a16:creationId xmlns:a16="http://schemas.microsoft.com/office/drawing/2014/main" id="{1021AF38-BAD1-46B1-8238-12C3BA9CE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6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LD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94">
              <a:extLst>
                <a:ext uri="{FF2B5EF4-FFF2-40B4-BE49-F238E27FC236}">
                  <a16:creationId xmlns:a16="http://schemas.microsoft.com/office/drawing/2014/main" id="{F72C8AB7-14E0-49C6-907D-D1C6CC5D3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472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CR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95">
              <a:extLst>
                <a:ext uri="{FF2B5EF4-FFF2-40B4-BE49-F238E27FC236}">
                  <a16:creationId xmlns:a16="http://schemas.microsoft.com/office/drawing/2014/main" id="{C1DA0644-F98B-4A33-BAFA-F200BCF8D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456"/>
              <a:ext cx="4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kumimoji="1" lang="en-US" altLang="zh-CN" sz="14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96">
              <a:extLst>
                <a:ext uri="{FF2B5EF4-FFF2-40B4-BE49-F238E27FC236}">
                  <a16:creationId xmlns:a16="http://schemas.microsoft.com/office/drawing/2014/main" id="{D27A5D00-5A12-4C4C-837F-88BA6AF72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496"/>
              <a:ext cx="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97">
              <a:extLst>
                <a:ext uri="{FF2B5EF4-FFF2-40B4-BE49-F238E27FC236}">
                  <a16:creationId xmlns:a16="http://schemas.microsoft.com/office/drawing/2014/main" id="{6BD65CE4-7672-46E1-86EC-5AEF6F72B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4" y="496"/>
              <a:ext cx="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137">
            <a:extLst>
              <a:ext uri="{FF2B5EF4-FFF2-40B4-BE49-F238E27FC236}">
                <a16:creationId xmlns:a16="http://schemas.microsoft.com/office/drawing/2014/main" id="{40C9BD32-3537-405D-BE40-C7F081ADB07B}"/>
              </a:ext>
            </a:extLst>
          </p:cNvPr>
          <p:cNvGrpSpPr>
            <a:grpSpLocks/>
          </p:cNvGrpSpPr>
          <p:nvPr/>
        </p:nvGrpSpPr>
        <p:grpSpPr bwMode="auto">
          <a:xfrm>
            <a:off x="3808413" y="3508375"/>
            <a:ext cx="4670425" cy="2997200"/>
            <a:chOff x="2399" y="2210"/>
            <a:chExt cx="2942" cy="1888"/>
          </a:xfrm>
        </p:grpSpPr>
        <p:grpSp>
          <p:nvGrpSpPr>
            <p:cNvPr id="44" name="Group 98">
              <a:extLst>
                <a:ext uri="{FF2B5EF4-FFF2-40B4-BE49-F238E27FC236}">
                  <a16:creationId xmlns:a16="http://schemas.microsoft.com/office/drawing/2014/main" id="{06A5DFAF-93B7-4903-B12B-E6E106EEDD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210"/>
              <a:ext cx="2942" cy="1888"/>
              <a:chOff x="2391" y="138"/>
              <a:chExt cx="2942" cy="1888"/>
            </a:xfrm>
          </p:grpSpPr>
          <p:pic>
            <p:nvPicPr>
              <p:cNvPr id="46" name="Picture 99">
                <a:extLst>
                  <a:ext uri="{FF2B5EF4-FFF2-40B4-BE49-F238E27FC236}">
                    <a16:creationId xmlns:a16="http://schemas.microsoft.com/office/drawing/2014/main" id="{DF27D35E-017E-4273-A0B5-AA07B83233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656" t="55441" r="28671" b="7747"/>
              <a:stretch>
                <a:fillRect/>
              </a:stretch>
            </p:blipFill>
            <p:spPr bwMode="auto">
              <a:xfrm>
                <a:off x="2391" y="138"/>
                <a:ext cx="2942" cy="1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7" name="Rectangle 100">
                <a:extLst>
                  <a:ext uri="{FF2B5EF4-FFF2-40B4-BE49-F238E27FC236}">
                    <a16:creationId xmlns:a16="http://schemas.microsoft.com/office/drawing/2014/main" id="{33BCAC3F-D505-4891-A534-238789CC0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2" y="1412"/>
                <a:ext cx="1174" cy="14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 Box 101">
                <a:extLst>
                  <a:ext uri="{FF2B5EF4-FFF2-40B4-BE49-F238E27FC236}">
                    <a16:creationId xmlns:a16="http://schemas.microsoft.com/office/drawing/2014/main" id="{EF98F4F7-E352-4226-A4F5-12D046BBF2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" y="1369"/>
                <a:ext cx="139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触发器保持，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CO=0</a:t>
                </a:r>
              </a:p>
            </p:txBody>
          </p:sp>
          <p:sp>
            <p:nvSpPr>
              <p:cNvPr id="49" name="Rectangle 102">
                <a:extLst>
                  <a:ext uri="{FF2B5EF4-FFF2-40B4-BE49-F238E27FC236}">
                    <a16:creationId xmlns:a16="http://schemas.microsoft.com/office/drawing/2014/main" id="{11E98CBE-D997-48CE-ACEE-2679FA4FB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1641"/>
                <a:ext cx="652" cy="141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Text Box 103">
                <a:extLst>
                  <a:ext uri="{FF2B5EF4-FFF2-40B4-BE49-F238E27FC236}">
                    <a16:creationId xmlns:a16="http://schemas.microsoft.com/office/drawing/2014/main" id="{C02EF6CC-E8AC-4BDE-902A-37166BC3E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3" y="1608"/>
                <a:ext cx="77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异步置“0”</a:t>
                </a:r>
              </a:p>
            </p:txBody>
          </p:sp>
          <p:sp>
            <p:nvSpPr>
              <p:cNvPr id="51" name="Rectangle 104">
                <a:extLst>
                  <a:ext uri="{FF2B5EF4-FFF2-40B4-BE49-F238E27FC236}">
                    <a16:creationId xmlns:a16="http://schemas.microsoft.com/office/drawing/2014/main" id="{D4982864-04FA-4AA6-9379-057E4E6DD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162"/>
                <a:ext cx="304" cy="15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 Box 105">
                <a:extLst>
                  <a:ext uri="{FF2B5EF4-FFF2-40B4-BE49-F238E27FC236}">
                    <a16:creationId xmlns:a16="http://schemas.microsoft.com/office/drawing/2014/main" id="{A53D4D92-AEAD-4588-B164-34E37C3A1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2" y="1130"/>
                <a:ext cx="4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保持</a:t>
                </a:r>
              </a:p>
            </p:txBody>
          </p:sp>
          <p:sp>
            <p:nvSpPr>
              <p:cNvPr id="53" name="Rectangle 106">
                <a:extLst>
                  <a:ext uri="{FF2B5EF4-FFF2-40B4-BE49-F238E27FC236}">
                    <a16:creationId xmlns:a16="http://schemas.microsoft.com/office/drawing/2014/main" id="{BE6CACE0-4AA5-4821-A1F0-50F761995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4" y="934"/>
                <a:ext cx="859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 Box 107">
                <a:extLst>
                  <a:ext uri="{FF2B5EF4-FFF2-40B4-BE49-F238E27FC236}">
                    <a16:creationId xmlns:a16="http://schemas.microsoft.com/office/drawing/2014/main" id="{81930B05-F176-4011-964B-4ACEF0A776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8" y="869"/>
                <a:ext cx="10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并行输入数据</a:t>
                </a:r>
              </a:p>
            </p:txBody>
          </p:sp>
          <p:sp>
            <p:nvSpPr>
              <p:cNvPr id="55" name="Rectangle 108">
                <a:extLst>
                  <a:ext uri="{FF2B5EF4-FFF2-40B4-BE49-F238E27FC236}">
                    <a16:creationId xmlns:a16="http://schemas.microsoft.com/office/drawing/2014/main" id="{DE2BAD3B-7EDE-49AA-AAC4-C5F3191E0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706"/>
                <a:ext cx="326" cy="13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 Box 109">
                <a:extLst>
                  <a:ext uri="{FF2B5EF4-FFF2-40B4-BE49-F238E27FC236}">
                    <a16:creationId xmlns:a16="http://schemas.microsoft.com/office/drawing/2014/main" id="{12CB7EEA-EE03-4816-B4AA-F97DBC407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2" y="684"/>
                <a:ext cx="4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计数</a:t>
                </a:r>
              </a:p>
            </p:txBody>
          </p:sp>
          <p:sp>
            <p:nvSpPr>
              <p:cNvPr id="57" name="Rectangle 110">
                <a:extLst>
                  <a:ext uri="{FF2B5EF4-FFF2-40B4-BE49-F238E27FC236}">
                    <a16:creationId xmlns:a16="http://schemas.microsoft.com/office/drawing/2014/main" id="{C45D2B9D-0863-44E6-9BF9-9420B80FF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0" y="456"/>
                <a:ext cx="522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 Box 111">
                <a:extLst>
                  <a:ext uri="{FF2B5EF4-FFF2-40B4-BE49-F238E27FC236}">
                    <a16:creationId xmlns:a16="http://schemas.microsoft.com/office/drawing/2014/main" id="{0A393F49-9DD8-4E38-860A-6EAAD9CF6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423"/>
                <a:ext cx="4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功能</a:t>
                </a:r>
              </a:p>
            </p:txBody>
          </p:sp>
          <p:sp>
            <p:nvSpPr>
              <p:cNvPr id="59" name="Rectangle 112">
                <a:extLst>
                  <a:ext uri="{FF2B5EF4-FFF2-40B4-BE49-F238E27FC236}">
                    <a16:creationId xmlns:a16="http://schemas.microsoft.com/office/drawing/2014/main" id="{11B32B07-7B27-456D-BC1B-4FD9010FB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4" y="184"/>
                <a:ext cx="576" cy="174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 Box 113">
                <a:extLst>
                  <a:ext uri="{FF2B5EF4-FFF2-40B4-BE49-F238E27FC236}">
                    <a16:creationId xmlns:a16="http://schemas.microsoft.com/office/drawing/2014/main" id="{A910841F-9E3B-42F4-A8B5-657E9044F6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0" y="196"/>
                <a:ext cx="13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160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功能表</a:t>
                </a:r>
              </a:p>
            </p:txBody>
          </p:sp>
          <p:sp>
            <p:nvSpPr>
              <p:cNvPr id="61" name="Line 114">
                <a:extLst>
                  <a:ext uri="{FF2B5EF4-FFF2-40B4-BE49-F238E27FC236}">
                    <a16:creationId xmlns:a16="http://schemas.microsoft.com/office/drawing/2014/main" id="{AA719549-7DEF-4DBE-8493-A0B05445E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8" y="413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Line 115">
                <a:extLst>
                  <a:ext uri="{FF2B5EF4-FFF2-40B4-BE49-F238E27FC236}">
                    <a16:creationId xmlns:a16="http://schemas.microsoft.com/office/drawing/2014/main" id="{014F3584-9F44-49AC-89FA-FF4A91972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8" y="652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Line 116">
                <a:extLst>
                  <a:ext uri="{FF2B5EF4-FFF2-40B4-BE49-F238E27FC236}">
                    <a16:creationId xmlns:a16="http://schemas.microsoft.com/office/drawing/2014/main" id="{F74338A8-34CE-4AF3-BA04-1B6FD595A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0" y="1836"/>
                <a:ext cx="2684" cy="10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Line 117">
                <a:extLst>
                  <a:ext uri="{FF2B5EF4-FFF2-40B4-BE49-F238E27FC236}">
                    <a16:creationId xmlns:a16="http://schemas.microsoft.com/office/drawing/2014/main" id="{98DD5B64-4106-4592-809D-976B38BDB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8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Line 118">
                <a:extLst>
                  <a:ext uri="{FF2B5EF4-FFF2-40B4-BE49-F238E27FC236}">
                    <a16:creationId xmlns:a16="http://schemas.microsoft.com/office/drawing/2014/main" id="{B69A0D28-B670-40E6-AC1B-D14408E55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3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Line 119">
                <a:extLst>
                  <a:ext uri="{FF2B5EF4-FFF2-40B4-BE49-F238E27FC236}">
                    <a16:creationId xmlns:a16="http://schemas.microsoft.com/office/drawing/2014/main" id="{47A94E4A-ED4B-44B9-AC64-3F1C8F86C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5" y="434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120">
                <a:extLst>
                  <a:ext uri="{FF2B5EF4-FFF2-40B4-BE49-F238E27FC236}">
                    <a16:creationId xmlns:a16="http://schemas.microsoft.com/office/drawing/2014/main" id="{415AF6C5-DDB6-4929-9D75-BF64CC472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4" y="434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121">
                <a:extLst>
                  <a:ext uri="{FF2B5EF4-FFF2-40B4-BE49-F238E27FC236}">
                    <a16:creationId xmlns:a16="http://schemas.microsoft.com/office/drawing/2014/main" id="{2FC66CF3-C739-4E00-B48C-EB3FD0CF2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2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122">
                <a:extLst>
                  <a:ext uri="{FF2B5EF4-FFF2-40B4-BE49-F238E27FC236}">
                    <a16:creationId xmlns:a16="http://schemas.microsoft.com/office/drawing/2014/main" id="{78C2DB9E-CF22-4872-AAD7-4FCF2A9A6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0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123">
                <a:extLst>
                  <a:ext uri="{FF2B5EF4-FFF2-40B4-BE49-F238E27FC236}">
                    <a16:creationId xmlns:a16="http://schemas.microsoft.com/office/drawing/2014/main" id="{7FDF4452-93A7-48C7-AF35-233927537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9" y="423"/>
                <a:ext cx="0" cy="1424"/>
              </a:xfrm>
              <a:prstGeom prst="line">
                <a:avLst/>
              </a:prstGeom>
              <a:noFill/>
              <a:ln w="38100">
                <a:solidFill>
                  <a:srgbClr val="FF8D1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124">
                <a:extLst>
                  <a:ext uri="{FF2B5EF4-FFF2-40B4-BE49-F238E27FC236}">
                    <a16:creationId xmlns:a16="http://schemas.microsoft.com/office/drawing/2014/main" id="{CD72A2A9-7FAB-4845-B994-1CCF5E26A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4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Rectangle 125">
                <a:extLst>
                  <a:ext uri="{FF2B5EF4-FFF2-40B4-BE49-F238E27FC236}">
                    <a16:creationId xmlns:a16="http://schemas.microsoft.com/office/drawing/2014/main" id="{49272C8F-73A5-429F-866F-B2A65025D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8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Rectangle 126">
                <a:extLst>
                  <a:ext uri="{FF2B5EF4-FFF2-40B4-BE49-F238E27FC236}">
                    <a16:creationId xmlns:a16="http://schemas.microsoft.com/office/drawing/2014/main" id="{4896D6BB-5624-4F68-8006-EE95F2F25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8" y="464"/>
                <a:ext cx="128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Rectangle 127">
                <a:extLst>
                  <a:ext uri="{FF2B5EF4-FFF2-40B4-BE49-F238E27FC236}">
                    <a16:creationId xmlns:a16="http://schemas.microsoft.com/office/drawing/2014/main" id="{FEBD3754-C846-4258-94AE-C1FC5CFCB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6" y="464"/>
                <a:ext cx="240" cy="1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Rectangle 128">
                <a:extLst>
                  <a:ext uri="{FF2B5EF4-FFF2-40B4-BE49-F238E27FC236}">
                    <a16:creationId xmlns:a16="http://schemas.microsoft.com/office/drawing/2014/main" id="{26CB988D-7AED-43F6-906B-FDF83D786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6" y="464"/>
                <a:ext cx="200" cy="16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 Box 129">
                <a:extLst>
                  <a:ext uri="{FF2B5EF4-FFF2-40B4-BE49-F238E27FC236}">
                    <a16:creationId xmlns:a16="http://schemas.microsoft.com/office/drawing/2014/main" id="{EE407E93-EE8D-4E44-A894-571DDED6D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8" y="480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CT</a:t>
                </a:r>
                <a:r>
                  <a:rPr kumimoji="1" lang="en-US" altLang="zh-CN" sz="1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77" name="Text Box 130">
                <a:extLst>
                  <a:ext uri="{FF2B5EF4-FFF2-40B4-BE49-F238E27FC236}">
                    <a16:creationId xmlns:a16="http://schemas.microsoft.com/office/drawing/2014/main" id="{C8758EBF-C0F1-4A1B-B37C-1A23F482B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0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CT</a:t>
                </a:r>
                <a:r>
                  <a:rPr kumimoji="1" lang="en-US" altLang="zh-CN" sz="14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78" name="Text Box 131">
                <a:extLst>
                  <a:ext uri="{FF2B5EF4-FFF2-40B4-BE49-F238E27FC236}">
                    <a16:creationId xmlns:a16="http://schemas.microsoft.com/office/drawing/2014/main" id="{D21CBB0E-C1FB-477F-BB81-DA1B25D5F2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6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LD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Text Box 132">
                <a:extLst>
                  <a:ext uri="{FF2B5EF4-FFF2-40B4-BE49-F238E27FC236}">
                    <a16:creationId xmlns:a16="http://schemas.microsoft.com/office/drawing/2014/main" id="{3A3AFE56-9F5E-41F8-8623-70674C2380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8" y="47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CR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Text Box 133">
                <a:extLst>
                  <a:ext uri="{FF2B5EF4-FFF2-40B4-BE49-F238E27FC236}">
                    <a16:creationId xmlns:a16="http://schemas.microsoft.com/office/drawing/2014/main" id="{C25A5D6D-D4D5-451F-92D7-A01012AFC8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456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  <a:endParaRPr kumimoji="1" lang="en-US" altLang="zh-CN" sz="14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Line 134">
                <a:extLst>
                  <a:ext uri="{FF2B5EF4-FFF2-40B4-BE49-F238E27FC236}">
                    <a16:creationId xmlns:a16="http://schemas.microsoft.com/office/drawing/2014/main" id="{3FAF844E-F87C-4BB6-BD3B-BE9A5CCC9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6" y="496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Line 135">
                <a:extLst>
                  <a:ext uri="{FF2B5EF4-FFF2-40B4-BE49-F238E27FC236}">
                    <a16:creationId xmlns:a16="http://schemas.microsoft.com/office/drawing/2014/main" id="{3E7021F0-509F-4728-BEF8-7D577B5C0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4" y="496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Text Box 136">
              <a:extLst>
                <a:ext uri="{FF2B5EF4-FFF2-40B4-BE49-F238E27FC236}">
                  <a16:creationId xmlns:a16="http://schemas.microsoft.com/office/drawing/2014/main" id="{5417D56F-9E76-47BD-95E5-F8228C9FA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3672"/>
              <a:ext cx="232" cy="2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648779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D94E66-55C4-4302-B1AB-6166A55C2A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37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 descr="棚架">
            <a:extLst>
              <a:ext uri="{FF2B5EF4-FFF2-40B4-BE49-F238E27FC236}">
                <a16:creationId xmlns:a16="http://schemas.microsoft.com/office/drawing/2014/main" id="{59B0DA00-D99E-44DA-8956-480F0C50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4930775"/>
            <a:ext cx="8605838" cy="154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AC1192-9713-4CBA-90C8-1CCB3FC13F5F}"/>
              </a:ext>
            </a:extLst>
          </p:cNvPr>
          <p:cNvSpPr txBox="1">
            <a:spLocks noChangeArrowheads="1"/>
          </p:cNvSpPr>
          <p:nvPr/>
        </p:nvSpPr>
        <p:spPr>
          <a:xfrm>
            <a:off x="398463" y="303213"/>
            <a:ext cx="4510087" cy="533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单时钟可逆计数器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D7819-FA7D-4B37-9035-44A2C0670581}"/>
              </a:ext>
            </a:extLst>
          </p:cNvPr>
          <p:cNvGrpSpPr>
            <a:grpSpLocks/>
          </p:cNvGrpSpPr>
          <p:nvPr/>
        </p:nvGrpSpPr>
        <p:grpSpPr bwMode="auto">
          <a:xfrm>
            <a:off x="247650" y="1201738"/>
            <a:ext cx="5197475" cy="2997200"/>
            <a:chOff x="306" y="1367"/>
            <a:chExt cx="3274" cy="18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10988CC-3CCB-4734-A12B-07EF7890B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56" t="55441" r="28671" b="7747"/>
            <a:stretch>
              <a:fillRect/>
            </a:stretch>
          </p:blipFill>
          <p:spPr bwMode="auto">
            <a:xfrm>
              <a:off x="306" y="1367"/>
              <a:ext cx="2942" cy="1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56F53F-4CFC-43F5-B19C-E2626522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2641"/>
              <a:ext cx="1174" cy="14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934C2F81-C627-496C-8A7D-31B52DA08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2598"/>
              <a:ext cx="13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触发器保持，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RC=0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F8393-BD5C-41BF-B877-416E7807A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870"/>
              <a:ext cx="652" cy="14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5AC24962-2EA8-4877-A247-369EB6E1B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" y="2837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异步置“0”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80CDB6-5EE1-4DA6-80FF-2F29D54C6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" y="2391"/>
              <a:ext cx="304" cy="1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795DFE5-5000-4DE2-9425-689A79B8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7" y="2359"/>
              <a:ext cx="4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保持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4339ED-C3C0-42F9-81D5-1D492069E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9" y="2163"/>
              <a:ext cx="859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CF190223-CECD-4ACF-AD60-205036F6E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3" y="2098"/>
              <a:ext cx="10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并行输入数据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988ABC-549F-42C7-AF56-D5E3F1B2C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" y="1935"/>
              <a:ext cx="326" cy="13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A187A73B-CB60-4DFA-9907-49598B4EB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7" y="1913"/>
              <a:ext cx="4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计数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2D6949-82E5-4C9B-97EA-D1B156056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685"/>
              <a:ext cx="522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25D4287-CA44-482D-9BA6-15CC6D9EB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0" y="1664"/>
              <a:ext cx="7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   能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9B7F4A-C132-436C-9CE0-97671A154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413"/>
              <a:ext cx="576" cy="17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F0D35F2-447E-4FCA-8947-28F806356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" y="1642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B75A40E3-CF10-478A-8146-1E3B75068B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" y="1881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1007D7DC-8BD5-41C3-8AA1-EA3A797AC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" y="3065"/>
              <a:ext cx="2684" cy="1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44024D3A-2F51-4C81-97CC-650C66136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" y="1652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B8CE5BE1-98F4-45C8-914B-554C2EC57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8" y="1652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9E729F96-E276-4CA1-833F-8AA7ABF87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166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08F6AEDB-D187-4024-8526-64DD8B96A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1663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73A92ABF-E3CA-45CE-AECA-5F9715CB6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7" y="1652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B6974B91-C123-49D2-A638-780496C02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5" y="1652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73EA4023-1017-4917-94D0-BA6935DE6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" y="1652"/>
              <a:ext cx="0" cy="1424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C1E54709-891F-41C8-B202-B9DFEF714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1392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191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功能表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8B32F2-AB73-49AB-BE8C-84769429B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2871"/>
              <a:ext cx="142" cy="15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38312560-C96A-4117-A850-3760E01F4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3" y="276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DE1BB3-3526-4483-B2F2-468A7F81C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" y="1931"/>
              <a:ext cx="13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6FC83D7-A193-4FBD-985A-4AA4E33FF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" y="1920"/>
              <a:ext cx="13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9EE0706-9A43-40AA-B1D0-6CDDA3A5B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1920"/>
              <a:ext cx="13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8EE99F-1AEC-4205-BBB7-43F5F65AC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1920"/>
              <a:ext cx="13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0B0C82C-DB60-49B0-A7D9-9585EF54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1942"/>
              <a:ext cx="13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22B8A-3E5A-4FED-B392-19D085427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931"/>
              <a:ext cx="1265" cy="1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0DD7903-76CE-4D31-BB46-B42A16BB0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1683"/>
              <a:ext cx="237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64D51C5-823A-4475-878E-657232E88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7" y="1650"/>
              <a:ext cx="429" cy="250"/>
              <a:chOff x="3750" y="2564"/>
              <a:chExt cx="429" cy="250"/>
            </a:xfrm>
          </p:grpSpPr>
          <p:sp>
            <p:nvSpPr>
              <p:cNvPr id="54" name="Text Box 40">
                <a:extLst>
                  <a:ext uri="{FF2B5EF4-FFF2-40B4-BE49-F238E27FC236}">
                    <a16:creationId xmlns:a16="http://schemas.microsoft.com/office/drawing/2014/main" id="{3D0950ED-FF81-492B-88BA-983B8F745B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0" y="2564"/>
                <a:ext cx="4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U/D</a:t>
                </a:r>
              </a:p>
            </p:txBody>
          </p:sp>
          <p:sp>
            <p:nvSpPr>
              <p:cNvPr id="55" name="Line 41">
                <a:extLst>
                  <a:ext uri="{FF2B5EF4-FFF2-40B4-BE49-F238E27FC236}">
                    <a16:creationId xmlns:a16="http://schemas.microsoft.com/office/drawing/2014/main" id="{FB414474-3186-4FC1-AB29-D3C7360CB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3" y="2609"/>
                <a:ext cx="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A4FF34FC-7BFE-4A9A-8F96-3A90B008D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" y="1876"/>
              <a:ext cx="215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1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81DEA032-C56C-4468-99AA-74116DFC2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876"/>
              <a:ext cx="215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00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01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9506216E-3E14-4490-8D3C-F247E9ED9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" y="1854"/>
              <a:ext cx="215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011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6191D2CE-82C2-4BA5-8F2E-44F68ED5C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4" y="1843"/>
              <a:ext cx="215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01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  </a:t>
              </a:r>
            </a:p>
          </p:txBody>
        </p:sp>
        <p:sp>
          <p:nvSpPr>
            <p:cNvPr id="45" name="Text Box 46">
              <a:extLst>
                <a:ext uri="{FF2B5EF4-FFF2-40B4-BE49-F238E27FC236}">
                  <a16:creationId xmlns:a16="http://schemas.microsoft.com/office/drawing/2014/main" id="{D80845FB-9C83-473D-AF5F-E19CD33B4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1866"/>
              <a:ext cx="215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  </a:t>
              </a:r>
            </a:p>
          </p:txBody>
        </p:sp>
        <p:sp>
          <p:nvSpPr>
            <p:cNvPr id="46" name="Text Box 47">
              <a:extLst>
                <a:ext uri="{FF2B5EF4-FFF2-40B4-BE49-F238E27FC236}">
                  <a16:creationId xmlns:a16="http://schemas.microsoft.com/office/drawing/2014/main" id="{47D45BFB-E45D-4655-9043-3DE87F93C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1852"/>
              <a:ext cx="84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反向计数</a:t>
              </a:r>
            </a:p>
          </p:txBody>
        </p:sp>
        <p:sp>
          <p:nvSpPr>
            <p:cNvPr id="47" name="Text Box 48">
              <a:extLst>
                <a:ext uri="{FF2B5EF4-FFF2-40B4-BE49-F238E27FC236}">
                  <a16:creationId xmlns:a16="http://schemas.microsoft.com/office/drawing/2014/main" id="{BCC68B54-4542-45A0-9D11-7331DA785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100"/>
              <a:ext cx="84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正向计数</a:t>
              </a: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62025AFC-69C6-4558-B4AD-7C86F1C7F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359"/>
              <a:ext cx="84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</a:t>
              </a:r>
            </a:p>
          </p:txBody>
        </p:sp>
        <p:sp>
          <p:nvSpPr>
            <p:cNvPr id="49" name="Text Box 50">
              <a:extLst>
                <a:ext uri="{FF2B5EF4-FFF2-40B4-BE49-F238E27FC236}">
                  <a16:creationId xmlns:a16="http://schemas.microsoft.com/office/drawing/2014/main" id="{B9AC4CE8-759A-4EC3-81E1-98B57C82D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" y="2584"/>
              <a:ext cx="6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保持</a:t>
              </a: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F6988476-E19E-4442-961A-7A932428F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378"/>
              <a:ext cx="564" cy="186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0E6AD4CE-83E1-48EA-B7F7-272BB904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1649"/>
              <a:ext cx="565" cy="1423"/>
            </a:xfrm>
            <a:custGeom>
              <a:avLst/>
              <a:gdLst>
                <a:gd name="T0" fmla="*/ 57 w 565"/>
                <a:gd name="T1" fmla="*/ 0 h 1400"/>
                <a:gd name="T2" fmla="*/ 565 w 565"/>
                <a:gd name="T3" fmla="*/ 0 h 1400"/>
                <a:gd name="T4" fmla="*/ 565 w 565"/>
                <a:gd name="T5" fmla="*/ 1494 h 1400"/>
                <a:gd name="T6" fmla="*/ 0 w 565"/>
                <a:gd name="T7" fmla="*/ 1494 h 14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5" h="1400">
                  <a:moveTo>
                    <a:pt x="57" y="0"/>
                  </a:moveTo>
                  <a:lnTo>
                    <a:pt x="565" y="0"/>
                  </a:lnTo>
                  <a:lnTo>
                    <a:pt x="565" y="1400"/>
                  </a:lnTo>
                  <a:lnTo>
                    <a:pt x="0" y="1400"/>
                  </a:lnTo>
                </a:path>
              </a:pathLst>
            </a:custGeom>
            <a:noFill/>
            <a:ln w="38100" cap="flat" cmpd="sng">
              <a:solidFill>
                <a:srgbClr val="FF8D1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45DD2174-5942-49DD-94D1-02BD03FBE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886"/>
              <a:ext cx="553" cy="0"/>
            </a:xfrm>
            <a:prstGeom prst="line">
              <a:avLst/>
            </a:prstGeom>
            <a:noFill/>
            <a:ln w="38100">
              <a:solidFill>
                <a:srgbClr val="FF8D1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54">
              <a:extLst>
                <a:ext uri="{FF2B5EF4-FFF2-40B4-BE49-F238E27FC236}">
                  <a16:creationId xmlns:a16="http://schemas.microsoft.com/office/drawing/2014/main" id="{18128894-8B2B-45EF-9D4F-A80A062C9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798"/>
              <a:ext cx="16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触发器保持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RC/RB=1</a:t>
              </a:r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3CEC18C2-A90D-48B1-90AB-5D03E29E6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r="5687" b="6023"/>
          <a:stretch>
            <a:fillRect/>
          </a:stretch>
        </p:blipFill>
        <p:spPr bwMode="auto">
          <a:xfrm>
            <a:off x="5526088" y="273050"/>
            <a:ext cx="3617912" cy="444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 Box 56">
            <a:extLst>
              <a:ext uri="{FF2B5EF4-FFF2-40B4-BE49-F238E27FC236}">
                <a16:creationId xmlns:a16="http://schemas.microsoft.com/office/drawing/2014/main" id="{0E2DFA90-BA5A-48EE-B3B8-3488CD67A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5043488"/>
            <a:ext cx="86233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RC/RB(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进位/借位)以反码形式输出；正向计数时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=1111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RC=0,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其它时，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RC=1。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反向计数时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=0000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RB=0,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其它时，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RB=1。</a:t>
            </a:r>
          </a:p>
        </p:txBody>
      </p:sp>
    </p:spTree>
    <p:extLst>
      <p:ext uri="{BB962C8B-B14F-4D97-AF65-F5344CB8AC3E}">
        <p14:creationId xmlns:p14="http://schemas.microsoft.com/office/powerpoint/2010/main" val="16746064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utoUpdateAnimBg="0"/>
      <p:bldP spid="5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6439CE-1455-4287-8375-079632C4E5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2880" y="6158477"/>
            <a:ext cx="903288" cy="338137"/>
          </a:xfrm>
        </p:spPr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38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BF557-D30B-4627-8DF8-4B38B73289E6}"/>
              </a:ext>
            </a:extLst>
          </p:cNvPr>
          <p:cNvSpPr txBox="1">
            <a:spLocks noChangeArrowheads="1"/>
          </p:cNvSpPr>
          <p:nvPr/>
        </p:nvSpPr>
        <p:spPr>
          <a:xfrm>
            <a:off x="311944" y="409574"/>
            <a:ext cx="4975225" cy="53181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双时钟可逆计数器(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193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F9F6C2-AEE5-4ABF-AD72-540BBD09FC2D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1201738"/>
            <a:ext cx="4392613" cy="3263900"/>
            <a:chOff x="373" y="1367"/>
            <a:chExt cx="2767" cy="20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E3DB68-9AEE-44DE-A455-DFF30901E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1367"/>
              <a:ext cx="2767" cy="2056"/>
            </a:xfrm>
            <a:prstGeom prst="rect">
              <a:avLst/>
            </a:prstGeom>
            <a:solidFill>
              <a:srgbClr val="FFFFFF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520FFF-0855-41F8-93DB-F50C056C8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778"/>
              <a:ext cx="94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置“0”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82AA59-CA10-4DF7-998F-C7E033C1B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2778"/>
              <a:ext cx="42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746EBA-88D3-4ABB-AEFB-1E94078E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2778"/>
              <a:ext cx="327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F1819B-B59B-4F3F-8013-A7E715EE3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778"/>
              <a:ext cx="474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B72F33-20BB-4DD1-A682-27A36866A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2778"/>
              <a:ext cx="47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BB6E54-341E-4AAA-9716-3CC575E3F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529"/>
              <a:ext cx="94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37A671-29AE-4620-B26F-4A8255CB3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2529"/>
              <a:ext cx="42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D2F6A1-2D7E-47CA-A22F-3940EC42A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2529"/>
              <a:ext cx="327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689F2F-D48F-4D9D-B6A6-BEECB70E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529"/>
              <a:ext cx="47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CB5652-8614-4C86-8B82-541A44CB1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2529"/>
              <a:ext cx="47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0ADF19-1139-4204-A2E3-DC79DC29B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280"/>
              <a:ext cx="94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反向计数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CD50F66-8550-47E7-822F-9B7195263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2280"/>
              <a:ext cx="42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CE95B4-C65B-440C-9477-627B08416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2280"/>
              <a:ext cx="327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2B54EF-9ACE-45EF-A36A-F0A4EC14D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280"/>
              <a:ext cx="47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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86BB4F-5998-486C-BF00-2B232DC49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2280"/>
              <a:ext cx="47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A4E10D-447A-4199-8FA5-B7DEE06FD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031"/>
              <a:ext cx="94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正向计数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C1EB43-14F6-4DDA-94B0-16B69B1B6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2031"/>
              <a:ext cx="42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67E16F-B19B-40FB-AD0A-BF1F2ADD8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2031"/>
              <a:ext cx="327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1CB8D06-19D7-4829-96DB-87211A391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031"/>
              <a:ext cx="47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FE2EA6-5611-4F10-8BAD-1584E2DE9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2031"/>
              <a:ext cx="47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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8AF7CE-D0EF-4E63-AB53-9513D83CE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1782"/>
              <a:ext cx="94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功能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2B2C20-12D4-487F-91FA-B45B4E5DF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1782"/>
              <a:ext cx="42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0E973B-2068-4025-871E-092F720E1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1782"/>
              <a:ext cx="327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2649DE3-1211-4BF9-B67E-0AC9A904A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782"/>
              <a:ext cx="474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CK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59BF8BD-E0E4-45CF-960C-8B4C96654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1782"/>
              <a:ext cx="473" cy="249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CK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66C33C68-0464-4853-97FB-4E140C655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2031"/>
              <a:ext cx="2641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99325FB-D424-417F-BB13-FC1452D4F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2280"/>
              <a:ext cx="2641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59F81C2-FAA1-4406-ACCB-51FE16719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2529"/>
              <a:ext cx="2641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3A08F2B9-0C9C-4282-B4A9-6281B7EC8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2778"/>
              <a:ext cx="2641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61CF2C3-84D9-4C48-9BEC-497283122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" y="1782"/>
              <a:ext cx="0" cy="1284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ED7B0289-C9B5-4504-8418-B37977740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1782"/>
              <a:ext cx="0" cy="1284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5817789F-C71E-4A12-90BD-CD11DDF87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6" y="1782"/>
              <a:ext cx="0" cy="1284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F46F6ECB-EF82-4D08-B541-4AF06B583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0" y="1782"/>
              <a:ext cx="0" cy="1284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7FAF0E42-28BD-4047-88BC-5C5F08117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1782"/>
              <a:ext cx="2641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25AE0E41-3EAE-4C24-B651-D3D16360F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1782"/>
              <a:ext cx="0" cy="1284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5018F06A-6E7B-4BE7-9FB7-2AAD29DDD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1782"/>
              <a:ext cx="0" cy="1284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7D809EA8-D79F-4720-9CF3-C951C0A78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" y="3066"/>
              <a:ext cx="2641" cy="0"/>
            </a:xfrm>
            <a:prstGeom prst="line">
              <a:avLst/>
            </a:prstGeom>
            <a:noFill/>
            <a:ln w="38100" cap="sq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41685AC9-29AE-423C-8BC7-AE2199112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" y="1446"/>
              <a:ext cx="188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193功能表</a:t>
              </a:r>
            </a:p>
          </p:txBody>
        </p:sp>
      </p:grpSp>
      <p:sp>
        <p:nvSpPr>
          <p:cNvPr id="45" name="Text Box 44">
            <a:extLst>
              <a:ext uri="{FF2B5EF4-FFF2-40B4-BE49-F238E27FC236}">
                <a16:creationId xmlns:a16="http://schemas.microsoft.com/office/drawing/2014/main" id="{E8C256C6-FE0A-4090-8AB0-D4967DA6A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588" y="1235075"/>
            <a:ext cx="3567112" cy="104464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有正向脉冲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反向脉冲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2800" b="1" i="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764D4E9C-92C2-4FE8-8CEB-AD081E3B2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2365375"/>
            <a:ext cx="4010025" cy="2078774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正向计数时，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来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时钟，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=1;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反向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计数时，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来时钟， 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CK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=1。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7" name="Group 54">
            <a:extLst>
              <a:ext uri="{FF2B5EF4-FFF2-40B4-BE49-F238E27FC236}">
                <a16:creationId xmlns:a16="http://schemas.microsoft.com/office/drawing/2014/main" id="{171FB5FF-2294-4DB2-A264-A7343149402A}"/>
              </a:ext>
            </a:extLst>
          </p:cNvPr>
          <p:cNvGrpSpPr>
            <a:grpSpLocks/>
          </p:cNvGrpSpPr>
          <p:nvPr/>
        </p:nvGrpSpPr>
        <p:grpSpPr bwMode="auto">
          <a:xfrm>
            <a:off x="825500" y="4464741"/>
            <a:ext cx="7735888" cy="519113"/>
            <a:chOff x="520" y="2994"/>
            <a:chExt cx="4873" cy="327"/>
          </a:xfrm>
        </p:grpSpPr>
        <p:sp>
          <p:nvSpPr>
            <p:cNvPr id="48" name="Text Box 47">
              <a:extLst>
                <a:ext uri="{FF2B5EF4-FFF2-40B4-BE49-F238E27FC236}">
                  <a16:creationId xmlns:a16="http://schemas.microsoft.com/office/drawing/2014/main" id="{DC461C74-BEDD-441C-9008-A62A48937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" y="2994"/>
              <a:ext cx="4873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SzPct val="70000"/>
                <a:buFont typeface="Wingdings" panose="05000000000000000000" pitchFamily="2" charset="2"/>
                <a:buChar char="l"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并行输入时，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L,  R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直接控制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, 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不需要时钟。</a:t>
              </a:r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9E3C2DC7-0244-44D6-B7B2-813149126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3049"/>
              <a:ext cx="131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 Box 50">
            <a:extLst>
              <a:ext uri="{FF2B5EF4-FFF2-40B4-BE49-F238E27FC236}">
                <a16:creationId xmlns:a16="http://schemas.microsoft.com/office/drawing/2014/main" id="{F0A78B3C-1057-4205-9B27-D41E2D09F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5109266"/>
            <a:ext cx="781208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清零时，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=1,Q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=Q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=0,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此时，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L=1。</a:t>
            </a: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974743E8-821F-4A65-B789-8C1184B6E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5753791"/>
            <a:ext cx="448151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RC/RB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以反码形式出现。</a:t>
            </a:r>
          </a:p>
        </p:txBody>
      </p:sp>
    </p:spTree>
    <p:extLst>
      <p:ext uri="{BB962C8B-B14F-4D97-AF65-F5344CB8AC3E}">
        <p14:creationId xmlns:p14="http://schemas.microsoft.com/office/powerpoint/2010/main" val="139410501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5" grpId="0" animBg="1" autoUpdateAnimBg="0"/>
      <p:bldP spid="46" grpId="0" animBg="1" autoUpdateAnimBg="0"/>
      <p:bldP spid="50" grpId="0" animBg="1" autoUpdateAnimBg="0"/>
      <p:bldP spid="51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38A5DC-CCAE-4074-8E9A-80095CD389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39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49">
            <a:extLst>
              <a:ext uri="{FF2B5EF4-FFF2-40B4-BE49-F238E27FC236}">
                <a16:creationId xmlns:a16="http://schemas.microsoft.com/office/drawing/2014/main" id="{4E35E3EE-B3AC-4257-AB7C-9377C7ABEAA9}"/>
              </a:ext>
            </a:extLst>
          </p:cNvPr>
          <p:cNvGrpSpPr>
            <a:grpSpLocks/>
          </p:cNvGrpSpPr>
          <p:nvPr/>
        </p:nvGrpSpPr>
        <p:grpSpPr bwMode="auto">
          <a:xfrm>
            <a:off x="1422862" y="3651282"/>
            <a:ext cx="4876800" cy="3060700"/>
            <a:chOff x="2364" y="2116"/>
            <a:chExt cx="3072" cy="1928"/>
          </a:xfrm>
        </p:grpSpPr>
        <p:sp>
          <p:nvSpPr>
            <p:cNvPr id="4" name="Rectangle 50">
              <a:extLst>
                <a:ext uri="{FF2B5EF4-FFF2-40B4-BE49-F238E27FC236}">
                  <a16:creationId xmlns:a16="http://schemas.microsoft.com/office/drawing/2014/main" id="{8C4C7016-CB43-4174-ABCE-725D367EB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2200"/>
              <a:ext cx="2996" cy="18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" name="Group 51">
              <a:extLst>
                <a:ext uri="{FF2B5EF4-FFF2-40B4-BE49-F238E27FC236}">
                  <a16:creationId xmlns:a16="http://schemas.microsoft.com/office/drawing/2014/main" id="{62C13E26-0B24-4CFD-90FC-FE8C1CAEB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2" y="3299"/>
              <a:ext cx="82" cy="414"/>
              <a:chOff x="4446" y="3559"/>
              <a:chExt cx="82" cy="414"/>
            </a:xfrm>
          </p:grpSpPr>
          <p:sp>
            <p:nvSpPr>
              <p:cNvPr id="46" name="Line 52">
                <a:extLst>
                  <a:ext uri="{FF2B5EF4-FFF2-40B4-BE49-F238E27FC236}">
                    <a16:creationId xmlns:a16="http://schemas.microsoft.com/office/drawing/2014/main" id="{CE80E13D-B4A8-4DC8-BF5A-10EBCFEC8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9" y="3559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Oval 53">
                <a:extLst>
                  <a:ext uri="{FF2B5EF4-FFF2-40B4-BE49-F238E27FC236}">
                    <a16:creationId xmlns:a16="http://schemas.microsoft.com/office/drawing/2014/main" id="{03EC20FD-8BB8-4172-8B11-AFDCD92C5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446" y="3895"/>
                <a:ext cx="82" cy="7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4">
              <a:extLst>
                <a:ext uri="{FF2B5EF4-FFF2-40B4-BE49-F238E27FC236}">
                  <a16:creationId xmlns:a16="http://schemas.microsoft.com/office/drawing/2014/main" id="{96FB98D3-CADC-45C5-BFD6-EEFAF8FD86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4" y="3299"/>
              <a:ext cx="82" cy="414"/>
              <a:chOff x="4446" y="3559"/>
              <a:chExt cx="82" cy="414"/>
            </a:xfrm>
          </p:grpSpPr>
          <p:sp>
            <p:nvSpPr>
              <p:cNvPr id="44" name="Line 55">
                <a:extLst>
                  <a:ext uri="{FF2B5EF4-FFF2-40B4-BE49-F238E27FC236}">
                    <a16:creationId xmlns:a16="http://schemas.microsoft.com/office/drawing/2014/main" id="{3E1E4B2F-9265-4394-9908-097B86283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9" y="3559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E71D0FA1-F44E-423D-BB04-1EFE75123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446" y="3895"/>
                <a:ext cx="82" cy="7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57">
              <a:extLst>
                <a:ext uri="{FF2B5EF4-FFF2-40B4-BE49-F238E27FC236}">
                  <a16:creationId xmlns:a16="http://schemas.microsoft.com/office/drawing/2014/main" id="{A85DA9AD-253E-4C1F-A5B9-6EC99C8645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3311"/>
              <a:ext cx="82" cy="414"/>
              <a:chOff x="4446" y="3559"/>
              <a:chExt cx="82" cy="414"/>
            </a:xfrm>
          </p:grpSpPr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id="{1CAAD831-4806-439B-A063-65135AE82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9" y="3559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Oval 59">
                <a:extLst>
                  <a:ext uri="{FF2B5EF4-FFF2-40B4-BE49-F238E27FC236}">
                    <a16:creationId xmlns:a16="http://schemas.microsoft.com/office/drawing/2014/main" id="{6F5D33BD-A375-4DBF-BC64-A9D8E7016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446" y="3895"/>
                <a:ext cx="82" cy="7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60">
              <a:extLst>
                <a:ext uri="{FF2B5EF4-FFF2-40B4-BE49-F238E27FC236}">
                  <a16:creationId xmlns:a16="http://schemas.microsoft.com/office/drawing/2014/main" id="{0A89B714-57C0-47CE-9EDF-9A82BCEDE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8" y="3311"/>
              <a:ext cx="82" cy="414"/>
              <a:chOff x="4446" y="3559"/>
              <a:chExt cx="82" cy="414"/>
            </a:xfrm>
          </p:grpSpPr>
          <p:sp>
            <p:nvSpPr>
              <p:cNvPr id="40" name="Line 61">
                <a:extLst>
                  <a:ext uri="{FF2B5EF4-FFF2-40B4-BE49-F238E27FC236}">
                    <a16:creationId xmlns:a16="http://schemas.microsoft.com/office/drawing/2014/main" id="{88D5B89C-187B-449A-8410-4A19A21EB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9" y="3559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Oval 62">
                <a:extLst>
                  <a:ext uri="{FF2B5EF4-FFF2-40B4-BE49-F238E27FC236}">
                    <a16:creationId xmlns:a16="http://schemas.microsoft.com/office/drawing/2014/main" id="{D721D84F-4A9D-4CA0-9207-0A782A7B7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446" y="3895"/>
                <a:ext cx="82" cy="7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Rectangle 63">
              <a:extLst>
                <a:ext uri="{FF2B5EF4-FFF2-40B4-BE49-F238E27FC236}">
                  <a16:creationId xmlns:a16="http://schemas.microsoft.com/office/drawing/2014/main" id="{476BB879-E891-4BC9-8811-0BCF814BC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2668"/>
              <a:ext cx="2292" cy="912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1F08F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64">
              <a:extLst>
                <a:ext uri="{FF2B5EF4-FFF2-40B4-BE49-F238E27FC236}">
                  <a16:creationId xmlns:a16="http://schemas.microsoft.com/office/drawing/2014/main" id="{384CCAA9-4501-4BB5-A665-B62F6A4EF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12"/>
              <a:ext cx="1068" cy="6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65">
              <a:extLst>
                <a:ext uri="{FF2B5EF4-FFF2-40B4-BE49-F238E27FC236}">
                  <a16:creationId xmlns:a16="http://schemas.microsoft.com/office/drawing/2014/main" id="{1C179ADD-0C1D-419A-81E3-F060FABD4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64"/>
              <a:ext cx="504" cy="6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931C6890-365A-43C5-A173-6CBE8A6081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4" y="2434"/>
              <a:ext cx="0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Oval 67">
              <a:extLst>
                <a:ext uri="{FF2B5EF4-FFF2-40B4-BE49-F238E27FC236}">
                  <a16:creationId xmlns:a16="http://schemas.microsoft.com/office/drawing/2014/main" id="{582811A1-B304-4ECB-8479-075CBCC99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2434"/>
              <a:ext cx="77" cy="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D516BBAF-74EA-4360-BC24-1873FD1E2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6" y="2434"/>
              <a:ext cx="0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Oval 69">
              <a:extLst>
                <a:ext uri="{FF2B5EF4-FFF2-40B4-BE49-F238E27FC236}">
                  <a16:creationId xmlns:a16="http://schemas.microsoft.com/office/drawing/2014/main" id="{E55B7614-7E31-4EFB-ADCC-6B370E0B3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2434"/>
              <a:ext cx="77" cy="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70">
              <a:extLst>
                <a:ext uri="{FF2B5EF4-FFF2-40B4-BE49-F238E27FC236}">
                  <a16:creationId xmlns:a16="http://schemas.microsoft.com/office/drawing/2014/main" id="{49A290CD-F4A3-40F5-8B5A-F9ADC47C1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78" y="2434"/>
              <a:ext cx="0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Oval 71">
              <a:extLst>
                <a:ext uri="{FF2B5EF4-FFF2-40B4-BE49-F238E27FC236}">
                  <a16:creationId xmlns:a16="http://schemas.microsoft.com/office/drawing/2014/main" id="{03A101A2-86E7-40BC-A121-AABBAF0F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2434"/>
              <a:ext cx="77" cy="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72">
              <a:extLst>
                <a:ext uri="{FF2B5EF4-FFF2-40B4-BE49-F238E27FC236}">
                  <a16:creationId xmlns:a16="http://schemas.microsoft.com/office/drawing/2014/main" id="{9C1C46C4-A6AC-4187-9FF9-F20B40B877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995" y="2918"/>
              <a:ext cx="0" cy="2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BCE36D41-7DF3-4BBA-8070-A86CE337A7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824" y="3027"/>
              <a:ext cx="77" cy="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oup 74">
              <a:extLst>
                <a:ext uri="{FF2B5EF4-FFF2-40B4-BE49-F238E27FC236}">
                  <a16:creationId xmlns:a16="http://schemas.microsoft.com/office/drawing/2014/main" id="{78892431-4F16-4B80-B0A9-5B392D95B6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7" y="2446"/>
              <a:ext cx="157" cy="657"/>
              <a:chOff x="3799" y="2598"/>
              <a:chExt cx="157" cy="657"/>
            </a:xfrm>
          </p:grpSpPr>
          <p:sp>
            <p:nvSpPr>
              <p:cNvPr id="37" name="Line 75">
                <a:extLst>
                  <a:ext uri="{FF2B5EF4-FFF2-40B4-BE49-F238E27FC236}">
                    <a16:creationId xmlns:a16="http://schemas.microsoft.com/office/drawing/2014/main" id="{E24490B1-D75A-4576-9F15-C583C0DD6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6" y="2598"/>
                <a:ext cx="0" cy="6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Oval 76">
                <a:extLst>
                  <a:ext uri="{FF2B5EF4-FFF2-40B4-BE49-F238E27FC236}">
                    <a16:creationId xmlns:a16="http://schemas.microsoft.com/office/drawing/2014/main" id="{17611B6D-A6C0-43A5-893B-697CEFDBF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2598"/>
                <a:ext cx="77" cy="7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77">
                <a:extLst>
                  <a:ext uri="{FF2B5EF4-FFF2-40B4-BE49-F238E27FC236}">
                    <a16:creationId xmlns:a16="http://schemas.microsoft.com/office/drawing/2014/main" id="{FA9CE495-3E06-4CAA-94CF-A939C4277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865" y="3189"/>
                <a:ext cx="0" cy="1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Oval 78">
              <a:extLst>
                <a:ext uri="{FF2B5EF4-FFF2-40B4-BE49-F238E27FC236}">
                  <a16:creationId xmlns:a16="http://schemas.microsoft.com/office/drawing/2014/main" id="{95C3D0BD-2572-4A3A-A8C8-0E6B50B52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" y="3022"/>
              <a:ext cx="77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Text Box 79">
              <a:extLst>
                <a:ext uri="{FF2B5EF4-FFF2-40B4-BE49-F238E27FC236}">
                  <a16:creationId xmlns:a16="http://schemas.microsoft.com/office/drawing/2014/main" id="{AC30A846-2090-44BE-AE5D-4BF96F1CE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6" y="3646"/>
              <a:ext cx="113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9A       </a:t>
              </a:r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9B</a:t>
              </a:r>
              <a:endPara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80">
              <a:extLst>
                <a:ext uri="{FF2B5EF4-FFF2-40B4-BE49-F238E27FC236}">
                  <a16:creationId xmlns:a16="http://schemas.microsoft.com/office/drawing/2014/main" id="{6EC56338-C128-4EB8-9444-7C059DF5F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2116"/>
              <a:ext cx="17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  </a:t>
              </a:r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Q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  </a:t>
              </a:r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  </a:t>
              </a:r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" name="Rectangle 81">
              <a:extLst>
                <a:ext uri="{FF2B5EF4-FFF2-40B4-BE49-F238E27FC236}">
                  <a16:creationId xmlns:a16="http://schemas.microsoft.com/office/drawing/2014/main" id="{C137E32D-D3CE-481A-8A96-8248B4C5C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3662"/>
              <a:ext cx="9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0B     </a:t>
              </a:r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0A</a:t>
              </a:r>
            </a:p>
          </p:txBody>
        </p:sp>
        <p:grpSp>
          <p:nvGrpSpPr>
            <p:cNvPr id="25" name="Group 82">
              <a:extLst>
                <a:ext uri="{FF2B5EF4-FFF2-40B4-BE49-F238E27FC236}">
                  <a16:creationId xmlns:a16="http://schemas.microsoft.com/office/drawing/2014/main" id="{F9336DA9-F4E4-469B-9A81-834D5F3458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7" y="3109"/>
              <a:ext cx="1125" cy="318"/>
              <a:chOff x="2841" y="3243"/>
              <a:chExt cx="1203" cy="390"/>
            </a:xfrm>
          </p:grpSpPr>
          <p:sp>
            <p:nvSpPr>
              <p:cNvPr id="35" name="Line 83">
                <a:extLst>
                  <a:ext uri="{FF2B5EF4-FFF2-40B4-BE49-F238E27FC236}">
                    <a16:creationId xmlns:a16="http://schemas.microsoft.com/office/drawing/2014/main" id="{CE975CA2-786A-4447-BD87-45FF3B18E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443" y="3023"/>
                <a:ext cx="0" cy="12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84">
                <a:extLst>
                  <a:ext uri="{FF2B5EF4-FFF2-40B4-BE49-F238E27FC236}">
                    <a16:creationId xmlns:a16="http://schemas.microsoft.com/office/drawing/2014/main" id="{D354C52D-EFDF-4A36-8583-E11DF93A5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038" y="3243"/>
                <a:ext cx="0" cy="39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Oval 85">
              <a:extLst>
                <a:ext uri="{FF2B5EF4-FFF2-40B4-BE49-F238E27FC236}">
                  <a16:creationId xmlns:a16="http://schemas.microsoft.com/office/drawing/2014/main" id="{6D15225E-616C-4A7B-B25C-CAC867E488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841" y="3375"/>
              <a:ext cx="77" cy="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AutoShape 86">
              <a:extLst>
                <a:ext uri="{FF2B5EF4-FFF2-40B4-BE49-F238E27FC236}">
                  <a16:creationId xmlns:a16="http://schemas.microsoft.com/office/drawing/2014/main" id="{2C9CCAA1-4306-46BA-8F4B-E00939FDAC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8" y="3028"/>
              <a:ext cx="126" cy="90"/>
            </a:xfrm>
            <a:prstGeom prst="triangle">
              <a:avLst>
                <a:gd name="adj" fmla="val 50000"/>
              </a:avLst>
            </a:prstGeom>
            <a:solidFill>
              <a:srgbClr val="DDFFED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AutoShape 87">
              <a:extLst>
                <a:ext uri="{FF2B5EF4-FFF2-40B4-BE49-F238E27FC236}">
                  <a16:creationId xmlns:a16="http://schemas.microsoft.com/office/drawing/2014/main" id="{DC51280F-D322-4DD1-836E-5753DFFF3B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16" y="3052"/>
              <a:ext cx="126" cy="90"/>
            </a:xfrm>
            <a:prstGeom prst="triangle">
              <a:avLst>
                <a:gd name="adj" fmla="val 50000"/>
              </a:avLst>
            </a:prstGeom>
            <a:solidFill>
              <a:srgbClr val="DDFFED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88">
              <a:extLst>
                <a:ext uri="{FF2B5EF4-FFF2-40B4-BE49-F238E27FC236}">
                  <a16:creationId xmlns:a16="http://schemas.microsoft.com/office/drawing/2014/main" id="{E2EFD2F9-A5CF-4D12-AF9D-44F91855F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" y="2758"/>
              <a:ext cx="393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=2</a:t>
              </a:r>
            </a:p>
          </p:txBody>
        </p:sp>
        <p:sp>
          <p:nvSpPr>
            <p:cNvPr id="30" name="Text Box 89">
              <a:extLst>
                <a:ext uri="{FF2B5EF4-FFF2-40B4-BE49-F238E27FC236}">
                  <a16:creationId xmlns:a16="http://schemas.microsoft.com/office/drawing/2014/main" id="{0A8CC884-0968-4110-9431-E3BB1E541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932"/>
              <a:ext cx="8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 5</a:t>
              </a:r>
            </a:p>
          </p:txBody>
        </p:sp>
        <p:sp>
          <p:nvSpPr>
            <p:cNvPr id="31" name="Rectangle 90">
              <a:extLst>
                <a:ext uri="{FF2B5EF4-FFF2-40B4-BE49-F238E27FC236}">
                  <a16:creationId xmlns:a16="http://schemas.microsoft.com/office/drawing/2014/main" id="{4AB663E4-0709-4533-8D4E-FB8D789ED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4" y="2780"/>
              <a:ext cx="5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" name="Rectangle 91">
              <a:extLst>
                <a:ext uri="{FF2B5EF4-FFF2-40B4-BE49-F238E27FC236}">
                  <a16:creationId xmlns:a16="http://schemas.microsoft.com/office/drawing/2014/main" id="{47D28A2E-E61F-4D0C-8483-A3614A78B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3212"/>
              <a:ext cx="6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Line 92">
              <a:extLst>
                <a:ext uri="{FF2B5EF4-FFF2-40B4-BE49-F238E27FC236}">
                  <a16:creationId xmlns:a16="http://schemas.microsoft.com/office/drawing/2014/main" id="{F7B53F3C-93FF-466F-9DD7-B19D8AF2B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3112"/>
              <a:ext cx="1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93">
              <a:extLst>
                <a:ext uri="{FF2B5EF4-FFF2-40B4-BE49-F238E27FC236}">
                  <a16:creationId xmlns:a16="http://schemas.microsoft.com/office/drawing/2014/main" id="{354BFE55-8890-4F54-A828-D10BBC365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3070"/>
              <a:ext cx="77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">
            <a:extLst>
              <a:ext uri="{FF2B5EF4-FFF2-40B4-BE49-F238E27FC236}">
                <a16:creationId xmlns:a16="http://schemas.microsoft.com/office/drawing/2014/main" id="{EB80DF65-007F-4755-992E-3634A406D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6591"/>
            <a:ext cx="2687252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黑体" panose="02010609060101010101" pitchFamily="49" charset="-122"/>
                <a:cs typeface="Times New Roman" panose="02020603050405020304" pitchFamily="18" charset="0"/>
              </a:rPr>
              <a:t>    74</a:t>
            </a:r>
            <a:r>
              <a:rPr kumimoji="0" lang="zh-CN" altLang="en-US" sz="3200" dirty="0">
                <a:cs typeface="Times New Roman" panose="02020603050405020304" pitchFamily="18" charset="0"/>
                <a:sym typeface="Symbol" panose="05050102010706020507" pitchFamily="18" charset="2"/>
              </a:rPr>
              <a:t>  </a:t>
            </a:r>
            <a:r>
              <a:rPr lang="en-US" altLang="zh-CN" sz="3200" b="1" dirty="0">
                <a:ea typeface="黑体" panose="02010609060101010101" pitchFamily="49" charset="-122"/>
                <a:cs typeface="Times New Roman" panose="02020603050405020304" pitchFamily="18" charset="0"/>
              </a:rPr>
              <a:t>290</a:t>
            </a:r>
            <a:r>
              <a:rPr lang="zh-CN" altLang="en-US" sz="3200" b="1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9" name="Text Box 4">
            <a:extLst>
              <a:ext uri="{FF2B5EF4-FFF2-40B4-BE49-F238E27FC236}">
                <a16:creationId xmlns:a16="http://schemas.microsoft.com/office/drawing/2014/main" id="{7F13D968-5EB4-43AC-B61A-EBE11E463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57206"/>
            <a:ext cx="35718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异步十进制计数器，</a:t>
            </a:r>
          </a:p>
        </p:txBody>
      </p:sp>
      <p:sp>
        <p:nvSpPr>
          <p:cNvPr id="50" name="Text Box 5">
            <a:extLst>
              <a:ext uri="{FF2B5EF4-FFF2-40B4-BE49-F238E27FC236}">
                <a16:creationId xmlns:a16="http://schemas.microsoft.com/office/drawing/2014/main" id="{7A49BB0E-AE22-427E-92C7-CDD3C3BB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225456"/>
            <a:ext cx="38512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异步置数，异步清零。</a:t>
            </a:r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C2EE6BA4-D152-4F1A-B35A-8DF68E89C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68" y="947183"/>
            <a:ext cx="8389938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结构： 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74</a:t>
            </a:r>
            <a:r>
              <a:rPr kumimoji="0" lang="zh-CN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 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290 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内部含有两个独立的计数电路由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位二进制计数器和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个异步五进制计数器构成。又称二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五</a:t>
            </a: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十进制加法计数器。</a:t>
            </a:r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FB74E9DA-93FD-4771-A8A9-0AD8BFD05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2471697"/>
            <a:ext cx="21662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模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计数器：</a:t>
            </a:r>
          </a:p>
        </p:txBody>
      </p:sp>
      <p:sp>
        <p:nvSpPr>
          <p:cNvPr id="53" name="Text Box 8">
            <a:extLst>
              <a:ext uri="{FF2B5EF4-FFF2-40B4-BE49-F238E27FC236}">
                <a16:creationId xmlns:a16="http://schemas.microsoft.com/office/drawing/2014/main" id="{A7D3CFB1-2E31-446B-97DB-452A0B7DA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2471697"/>
            <a:ext cx="605155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lang="en-US" altLang="zh-CN" sz="2800" b="1" baseline="-25000"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为计数脉冲输入，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为输出；</a:t>
            </a:r>
          </a:p>
        </p:txBody>
      </p:sp>
      <p:sp>
        <p:nvSpPr>
          <p:cNvPr id="54" name="Text Box 9">
            <a:extLst>
              <a:ext uri="{FF2B5EF4-FFF2-40B4-BE49-F238E27FC236}">
                <a16:creationId xmlns:a16="http://schemas.microsoft.com/office/drawing/2014/main" id="{9A2FF351-C8D3-4B22-A052-BA45185B0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174960"/>
            <a:ext cx="21662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模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计数器：</a:t>
            </a:r>
          </a:p>
        </p:txBody>
      </p:sp>
      <p:sp>
        <p:nvSpPr>
          <p:cNvPr id="55" name="Text Box 10">
            <a:extLst>
              <a:ext uri="{FF2B5EF4-FFF2-40B4-BE49-F238E27FC236}">
                <a16:creationId xmlns:a16="http://schemas.microsoft.com/office/drawing/2014/main" id="{3BEB5924-3898-4B5C-8385-94F8C48CC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3136860"/>
            <a:ext cx="64166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lang="en-US" altLang="zh-CN" sz="2800" b="1" baseline="-2500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为计数脉冲输入，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en-US" altLang="zh-CN" sz="2800" b="1">
                <a:ea typeface="黑体" panose="02010609060101010101" pitchFamily="49" charset="-122"/>
                <a:cs typeface="Times New Roman" panose="02020603050405020304" pitchFamily="18" charset="0"/>
              </a:rPr>
              <a:t>~ Q</a:t>
            </a:r>
            <a:r>
              <a:rPr lang="en-US" altLang="zh-CN" sz="2800" b="1" baseline="-2500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ea typeface="黑体" panose="02010609060101010101" pitchFamily="49" charset="-122"/>
                <a:cs typeface="Times New Roman" panose="02020603050405020304" pitchFamily="18" charset="0"/>
              </a:rPr>
              <a:t>为输出；</a:t>
            </a:r>
          </a:p>
        </p:txBody>
      </p:sp>
    </p:spTree>
    <p:extLst>
      <p:ext uri="{BB962C8B-B14F-4D97-AF65-F5344CB8AC3E}">
        <p14:creationId xmlns:p14="http://schemas.microsoft.com/office/powerpoint/2010/main" val="326115949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  <p:bldP spid="52" grpId="0" autoUpdateAnimBg="0"/>
      <p:bldP spid="53" grpId="0" autoUpdateAnimBg="0"/>
      <p:bldP spid="54" grpId="0" autoUpdateAnimBg="0"/>
      <p:bldP spid="5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583726-9953-444B-A30F-80F3B40807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40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0FA40-A81F-4FBC-A3BC-0EE0F515AFBD}"/>
              </a:ext>
            </a:extLst>
          </p:cNvPr>
          <p:cNvSpPr txBox="1">
            <a:spLocks noChangeArrowheads="1"/>
          </p:cNvSpPr>
          <p:nvPr/>
        </p:nvSpPr>
        <p:spPr>
          <a:xfrm>
            <a:off x="563563" y="282575"/>
            <a:ext cx="3095625" cy="504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集成芯片管脚图例</a:t>
            </a:r>
          </a:p>
        </p:txBody>
      </p:sp>
      <p:sp>
        <p:nvSpPr>
          <p:cNvPr id="4" name="AutoShape 29">
            <a:extLst>
              <a:ext uri="{FF2B5EF4-FFF2-40B4-BE49-F238E27FC236}">
                <a16:creationId xmlns:a16="http://schemas.microsoft.com/office/drawing/2014/main" id="{F1C51B13-F1E8-452A-B4A4-0A7AD6FDB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1204913"/>
            <a:ext cx="1295400" cy="457200"/>
          </a:xfrm>
          <a:prstGeom prst="wedgeRoundRectCallout">
            <a:avLst>
              <a:gd name="adj1" fmla="val 20588"/>
              <a:gd name="adj2" fmla="val 112847"/>
              <a:gd name="adj3" fmla="val 16667"/>
            </a:avLst>
          </a:prstGeom>
          <a:solidFill>
            <a:srgbClr val="8BFF8B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进位端</a:t>
            </a:r>
          </a:p>
        </p:txBody>
      </p:sp>
      <p:sp>
        <p:nvSpPr>
          <p:cNvPr id="5" name="AutoShape 30">
            <a:extLst>
              <a:ext uri="{FF2B5EF4-FFF2-40B4-BE49-F238E27FC236}">
                <a16:creationId xmlns:a16="http://schemas.microsoft.com/office/drawing/2014/main" id="{FE13952B-A461-4AE1-94D2-3CB0FA68E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187450"/>
            <a:ext cx="1295400" cy="533400"/>
          </a:xfrm>
          <a:prstGeom prst="wedgeRoundRectCallout">
            <a:avLst>
              <a:gd name="adj1" fmla="val -43750"/>
              <a:gd name="adj2" fmla="val 87204"/>
              <a:gd name="adj3" fmla="val 16667"/>
            </a:avLst>
          </a:prstGeom>
          <a:solidFill>
            <a:srgbClr val="8BFF8B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预置端</a:t>
            </a:r>
          </a:p>
        </p:txBody>
      </p:sp>
      <p:sp>
        <p:nvSpPr>
          <p:cNvPr id="6" name="AutoShape 31">
            <a:extLst>
              <a:ext uri="{FF2B5EF4-FFF2-40B4-BE49-F238E27FC236}">
                <a16:creationId xmlns:a16="http://schemas.microsoft.com/office/drawing/2014/main" id="{71EDC680-6B0E-4F8F-B440-04CEC16E3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204913"/>
            <a:ext cx="1371600" cy="533400"/>
          </a:xfrm>
          <a:prstGeom prst="wedgeRoundRectCallout">
            <a:avLst>
              <a:gd name="adj1" fmla="val 47569"/>
              <a:gd name="adj2" fmla="val 92560"/>
              <a:gd name="adj3" fmla="val 16667"/>
            </a:avLst>
          </a:prstGeom>
          <a:solidFill>
            <a:srgbClr val="8BFF8B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使能端</a:t>
            </a:r>
          </a:p>
        </p:txBody>
      </p:sp>
      <p:sp>
        <p:nvSpPr>
          <p:cNvPr id="7" name="AutoShape 32">
            <a:extLst>
              <a:ext uri="{FF2B5EF4-FFF2-40B4-BE49-F238E27FC236}">
                <a16:creationId xmlns:a16="http://schemas.microsoft.com/office/drawing/2014/main" id="{09AF8228-71D3-4628-99FC-C214E5B50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5308600"/>
            <a:ext cx="1371600" cy="533400"/>
          </a:xfrm>
          <a:prstGeom prst="wedgeRoundRectCallout">
            <a:avLst>
              <a:gd name="adj1" fmla="val -41435"/>
              <a:gd name="adj2" fmla="val -105356"/>
              <a:gd name="adj3" fmla="val 16667"/>
            </a:avLst>
          </a:prstGeom>
          <a:solidFill>
            <a:srgbClr val="8BFF8B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使能端</a:t>
            </a:r>
          </a:p>
        </p:txBody>
      </p:sp>
      <p:sp>
        <p:nvSpPr>
          <p:cNvPr id="8" name="Text Box 33">
            <a:extLst>
              <a:ext uri="{FF2B5EF4-FFF2-40B4-BE49-F238E27FC236}">
                <a16:creationId xmlns:a16="http://schemas.microsoft.com/office/drawing/2014/main" id="{F3F19A6B-B042-43E9-ADF8-311D22AD1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5975350"/>
            <a:ext cx="5262563" cy="538163"/>
          </a:xfrm>
          <a:prstGeom prst="rect">
            <a:avLst/>
          </a:prstGeom>
          <a:solidFill>
            <a:srgbClr val="FFFFCC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=1111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CO=1 </a:t>
            </a:r>
          </a:p>
        </p:txBody>
      </p:sp>
      <p:grpSp>
        <p:nvGrpSpPr>
          <p:cNvPr id="9" name="Group 37">
            <a:extLst>
              <a:ext uri="{FF2B5EF4-FFF2-40B4-BE49-F238E27FC236}">
                <a16:creationId xmlns:a16="http://schemas.microsoft.com/office/drawing/2014/main" id="{9ED403B9-1E4A-4A8F-8D79-1F186759F4FE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1887538"/>
            <a:ext cx="5614988" cy="3167063"/>
            <a:chOff x="946" y="1189"/>
            <a:chExt cx="3537" cy="1995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4603571F-0A05-4ECA-878A-AD524B0FF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" y="2679"/>
              <a:ext cx="232" cy="19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9D48251-8F9F-40E4-A67C-515B2BC9A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685"/>
              <a:ext cx="231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00E6DE7B-BACC-474D-811E-07B5B5B79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685"/>
              <a:ext cx="232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3889E405-2CC4-4FD3-AA80-93518C2C0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685"/>
              <a:ext cx="232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AE2A8C9A-B83E-4EB8-A836-D62F06115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2685"/>
              <a:ext cx="231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16C69CC4-E1A7-4C09-8362-1CCD18F2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2685"/>
              <a:ext cx="232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B92D9AD8-8868-4924-A4CB-7A156D9C4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2685"/>
              <a:ext cx="232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E3A84580-7CE5-43F4-A312-F57F23447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2685"/>
              <a:ext cx="231" cy="186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2">
              <a:extLst>
                <a:ext uri="{FF2B5EF4-FFF2-40B4-BE49-F238E27FC236}">
                  <a16:creationId xmlns:a16="http://schemas.microsoft.com/office/drawing/2014/main" id="{F6A1198B-3444-4905-9790-5B6A8F395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1479"/>
              <a:ext cx="232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90A6BE6B-E9AD-4B38-BCA9-E3B3DCED4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1479"/>
              <a:ext cx="231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0624516F-7587-4848-87DE-7B5BA3704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1479"/>
              <a:ext cx="232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0C48305B-BF22-4919-B2D9-D444314AE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1479"/>
              <a:ext cx="232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DF7B37C-C613-4CEF-A9EB-3A9544DC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1479"/>
              <a:ext cx="231" cy="200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93BEACFE-BA44-40EB-B94D-AA0900BCF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1479"/>
              <a:ext cx="232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C1324AB2-E271-4E09-AA15-6F852B6E5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1479"/>
              <a:ext cx="232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AE50E7DA-B415-4C1B-81B5-8A05C6AC3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479"/>
              <a:ext cx="231" cy="162"/>
            </a:xfrm>
            <a:prstGeom prst="rect">
              <a:avLst/>
            </a:prstGeom>
            <a:solidFill>
              <a:srgbClr val="008080"/>
            </a:solidFill>
            <a:ln w="28575" cap="sq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476D91D0-0A4A-428D-8F5A-28B2E7115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2416"/>
              <a:ext cx="29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1        2        3        4        5        6       7       8</a:t>
              </a: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1">
              <a:extLst>
                <a:ext uri="{FF2B5EF4-FFF2-40B4-BE49-F238E27FC236}">
                  <a16:creationId xmlns:a16="http://schemas.microsoft.com/office/drawing/2014/main" id="{A10E320C-18F6-4551-99CE-815D620FC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" y="2893"/>
              <a:ext cx="339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 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CT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P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地     </a:t>
              </a: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kumimoji="1" lang="zh-CN" altLang="en-US" sz="2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</a:p>
          </p:txBody>
        </p:sp>
        <p:sp>
          <p:nvSpPr>
            <p:cNvPr id="28" name="Text Box 22">
              <a:extLst>
                <a:ext uri="{FF2B5EF4-FFF2-40B4-BE49-F238E27FC236}">
                  <a16:creationId xmlns:a16="http://schemas.microsoft.com/office/drawing/2014/main" id="{3A9D93AD-D87D-4FEC-AA43-F6E2D3A9C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6" y="1189"/>
              <a:ext cx="3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CC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CO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0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 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2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CT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LD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    </a:t>
              </a:r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7F694C01-6737-4A9D-AF0C-C3A9FDC35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" y="1641"/>
              <a:ext cx="3168" cy="1044"/>
            </a:xfrm>
            <a:prstGeom prst="rect">
              <a:avLst/>
            </a:prstGeom>
            <a:solidFill>
              <a:srgbClr val="FFFF99"/>
            </a:solidFill>
            <a:ln w="38100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               74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161(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74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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163)</a:t>
              </a:r>
            </a:p>
          </p:txBody>
        </p:sp>
        <p:sp>
          <p:nvSpPr>
            <p:cNvPr id="30" name="Text Box 24">
              <a:extLst>
                <a:ext uri="{FF2B5EF4-FFF2-40B4-BE49-F238E27FC236}">
                  <a16:creationId xmlns:a16="http://schemas.microsoft.com/office/drawing/2014/main" id="{2288058E-87E1-4F9C-8F67-558CB84B0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1644"/>
              <a:ext cx="30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16      15      14      13     12     11      10        9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5">
              <a:extLst>
                <a:ext uri="{FF2B5EF4-FFF2-40B4-BE49-F238E27FC236}">
                  <a16:creationId xmlns:a16="http://schemas.microsoft.com/office/drawing/2014/main" id="{CB7EEB98-AE0F-4B2E-99B0-369EB0C5A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2416"/>
              <a:ext cx="29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1        2        3        4        5        6       7       8</a:t>
              </a: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Arc 26">
              <a:extLst>
                <a:ext uri="{FF2B5EF4-FFF2-40B4-BE49-F238E27FC236}">
                  <a16:creationId xmlns:a16="http://schemas.microsoft.com/office/drawing/2014/main" id="{5EF79F1A-161C-4A26-8DF0-4861C70B7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2039"/>
              <a:ext cx="192" cy="1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Arc 27">
              <a:extLst>
                <a:ext uri="{FF2B5EF4-FFF2-40B4-BE49-F238E27FC236}">
                  <a16:creationId xmlns:a16="http://schemas.microsoft.com/office/drawing/2014/main" id="{524788C3-2B6A-496B-B39C-B17D4DCA4F8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52" y="2188"/>
              <a:ext cx="192" cy="1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28">
              <a:extLst>
                <a:ext uri="{FF2B5EF4-FFF2-40B4-BE49-F238E27FC236}">
                  <a16:creationId xmlns:a16="http://schemas.microsoft.com/office/drawing/2014/main" id="{F064C98C-1805-4A11-964B-285BFA8EA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6" y="2941"/>
              <a:ext cx="200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ABD0F26C-FCDA-4139-82B6-6A1E7C483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1237"/>
              <a:ext cx="200" cy="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990572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8E388C-57F2-4E6E-ACFE-9B6286E56E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41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5F6FB1-276C-40A1-B93C-4C92ADFE6F4E}"/>
              </a:ext>
            </a:extLst>
          </p:cNvPr>
          <p:cNvSpPr txBox="1">
            <a:spLocks noChangeArrowheads="1"/>
          </p:cNvSpPr>
          <p:nvPr/>
        </p:nvSpPr>
        <p:spPr>
          <a:xfrm>
            <a:off x="657225" y="773113"/>
            <a:ext cx="8229600" cy="679450"/>
          </a:xfrm>
          <a:prstGeom prst="rect">
            <a:avLst/>
          </a:prstGeom>
          <a:noFill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二、任意进制计数器的构成方法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C066EC3-D883-4C97-85A9-37ADCD077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032000"/>
            <a:ext cx="1600200" cy="971550"/>
          </a:xfrm>
          <a:prstGeom prst="rect">
            <a:avLst/>
          </a:prstGeom>
          <a:solidFill>
            <a:srgbClr val="FFFF00"/>
          </a:solidFill>
          <a:ln w="25400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3AF88F7-29DF-49BA-9045-5149EA020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336800"/>
            <a:ext cx="1066800" cy="381000"/>
          </a:xfrm>
          <a:prstGeom prst="rightArrow">
            <a:avLst>
              <a:gd name="adj1" fmla="val 50000"/>
              <a:gd name="adj2" fmla="val 7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9ADD413-AA8E-495A-B269-F0A9EE511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006600"/>
            <a:ext cx="1600200" cy="971550"/>
          </a:xfrm>
          <a:prstGeom prst="rect">
            <a:avLst/>
          </a:prstGeom>
          <a:solidFill>
            <a:srgbClr val="FFFF00"/>
          </a:solidFill>
          <a:ln w="25400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8B04225-E39A-4BA8-A365-0C300DE79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276600"/>
            <a:ext cx="457200" cy="838200"/>
          </a:xfrm>
          <a:prstGeom prst="down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37713FF-B516-489E-AC5C-3233C9D50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238625"/>
            <a:ext cx="48893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主要以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计数器为例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E9C0C00-50A5-4334-AC88-FE65F3F21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268790"/>
              </p:ext>
            </p:extLst>
          </p:nvPr>
        </p:nvGraphicFramePr>
        <p:xfrm>
          <a:off x="2141538" y="5003800"/>
          <a:ext cx="12160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3" imgW="583947" imgH="457002" progId="Equation.DSMT4">
                  <p:embed/>
                </p:oleObj>
              </mc:Choice>
              <mc:Fallback>
                <p:oleObj name="Equation" r:id="rId3" imgW="583947" imgH="457002" progId="Equation.DSMT4">
                  <p:embed/>
                  <p:pic>
                    <p:nvPicPr>
                      <p:cNvPr id="286729" name="Object 9">
                        <a:extLst>
                          <a:ext uri="{FF2B5EF4-FFF2-40B4-BE49-F238E27FC236}">
                            <a16:creationId xmlns:a16="http://schemas.microsoft.com/office/drawing/2014/main" id="{02CCF86D-68EA-41CE-9B05-36C702FC6EA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5003800"/>
                        <a:ext cx="12160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>
            <a:extLst>
              <a:ext uri="{FF2B5EF4-FFF2-40B4-BE49-F238E27FC236}">
                <a16:creationId xmlns:a16="http://schemas.microsoft.com/office/drawing/2014/main" id="{796C7BC1-4905-4B29-9415-B255D200F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08163"/>
            <a:ext cx="539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11548222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1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 autoUpdateAnimBg="0"/>
      <p:bldP spid="6" grpId="0" animBg="1" autoUpdateAnimBg="0"/>
      <p:bldP spid="8" grpId="0" autoUpdateAnimBg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F259E5-A9D4-435E-9D54-35F2A41EEB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42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C4E1BF-BEF8-40C3-819F-A03C9D999505}"/>
              </a:ext>
            </a:extLst>
          </p:cNvPr>
          <p:cNvSpPr txBox="1">
            <a:spLocks noChangeArrowheads="1"/>
          </p:cNvSpPr>
          <p:nvPr/>
        </p:nvSpPr>
        <p:spPr>
          <a:xfrm>
            <a:off x="792163" y="549275"/>
            <a:ext cx="2765425" cy="685800"/>
          </a:xfrm>
          <a:prstGeom prst="rect">
            <a:avLst/>
          </a:prstGeom>
          <a:noFill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（一） 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M&lt;N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609A8-651F-4087-B34D-126883CBA424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239838"/>
            <a:ext cx="6238875" cy="5238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思路：保证有效循环中包含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个状态。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B9E052B-A432-46BD-9880-1C2A7A95F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2079625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方法：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、清零法（复位法）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99CEF4-AB80-4A80-8193-6C09A5CF1CE6}"/>
              </a:ext>
            </a:extLst>
          </p:cNvPr>
          <p:cNvGrpSpPr>
            <a:grpSpLocks/>
          </p:cNvGrpSpPr>
          <p:nvPr/>
        </p:nvGrpSpPr>
        <p:grpSpPr bwMode="auto">
          <a:xfrm>
            <a:off x="1722438" y="3049588"/>
            <a:ext cx="4191000" cy="609600"/>
            <a:chOff x="2880" y="1968"/>
            <a:chExt cx="2256" cy="38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CA459A-F3BD-4197-944B-C4155256C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6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153067C-1760-48D6-954E-FEB446A9B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16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37D9DB-2717-4312-85F2-A5FE0FA3B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96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0299E2C9-7380-4B29-8452-41D1BEB59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16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65117A-844F-49BB-B63E-9AA9617F6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96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CB2019-E492-4435-AA2A-0B8BB63C5B41}"/>
              </a:ext>
            </a:extLst>
          </p:cNvPr>
          <p:cNvGrpSpPr>
            <a:grpSpLocks/>
          </p:cNvGrpSpPr>
          <p:nvPr/>
        </p:nvGrpSpPr>
        <p:grpSpPr bwMode="auto">
          <a:xfrm>
            <a:off x="4922838" y="3657600"/>
            <a:ext cx="1011237" cy="2287588"/>
            <a:chOff x="4640" y="2351"/>
            <a:chExt cx="544" cy="1441"/>
          </a:xfrm>
        </p:grpSpPr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7A88780-8FB2-41CC-BF0A-B6C24C86BC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27" y="2519"/>
              <a:ext cx="33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F73DE9-E11C-4E63-9F75-101EFC8EA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" y="268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M-2</a:t>
              </a: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D2490174-5227-4651-A218-D92675C7A2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43" y="3239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95E7B1-3750-4301-B530-62ECFE6B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40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M-1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1859AA-6CE9-4F4E-B3FD-7DC7CD81624F}"/>
              </a:ext>
            </a:extLst>
          </p:cNvPr>
          <p:cNvGrpSpPr>
            <a:grpSpLocks/>
          </p:cNvGrpSpPr>
          <p:nvPr/>
        </p:nvGrpSpPr>
        <p:grpSpPr bwMode="auto">
          <a:xfrm>
            <a:off x="1646238" y="5335588"/>
            <a:ext cx="3270250" cy="609600"/>
            <a:chOff x="2896" y="3408"/>
            <a:chExt cx="1760" cy="384"/>
          </a:xfrm>
        </p:grpSpPr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C7A1798-4448-42E3-9AC5-639BF54C4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60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22DFE1-EC51-4720-9722-56427CE38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40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C9B5B53-A035-430C-BD6D-6BC7562930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3600"/>
              <a:ext cx="33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9ADB11-EB5D-4FAA-9B3D-9D16D3BDF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408"/>
              <a:ext cx="52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N-1</a:t>
              </a:r>
            </a:p>
          </p:txBody>
        </p:sp>
      </p:grpSp>
      <p:sp>
        <p:nvSpPr>
          <p:cNvPr id="22" name="Line 21">
            <a:extLst>
              <a:ext uri="{FF2B5EF4-FFF2-40B4-BE49-F238E27FC236}">
                <a16:creationId xmlns:a16="http://schemas.microsoft.com/office/drawing/2014/main" id="{CE044813-404E-473B-8EC2-774266CEFC5C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1335882" y="4490244"/>
            <a:ext cx="1676400" cy="1428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F260D2BD-4E54-48C0-AB70-FDEFF0A569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3638" y="3563938"/>
            <a:ext cx="2700337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37CAE122-CCBE-4DF6-800C-2A2F0A73B15B}"/>
              </a:ext>
            </a:extLst>
          </p:cNvPr>
          <p:cNvSpPr>
            <a:spLocks noChangeArrowheads="1"/>
          </p:cNvSpPr>
          <p:nvPr/>
        </p:nvSpPr>
        <p:spPr bwMode="auto">
          <a:xfrm rot="1473028">
            <a:off x="3879850" y="3916363"/>
            <a:ext cx="966788" cy="655637"/>
          </a:xfrm>
          <a:prstGeom prst="curvedLeftArrow">
            <a:avLst>
              <a:gd name="adj1" fmla="val 20000"/>
              <a:gd name="adj2" fmla="val 40000"/>
              <a:gd name="adj3" fmla="val 491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123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1B0ED8C-14FA-46FE-AE9E-149AA80CD578}"/>
                  </a:ext>
                </a:extLst>
              </p:cNvPr>
              <p:cNvSpPr txBox="1"/>
              <p:nvPr/>
            </p:nvSpPr>
            <p:spPr bwMode="auto">
              <a:xfrm>
                <a:off x="613848" y="4918552"/>
                <a:ext cx="2344552" cy="4317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rtlCol="0"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B1B0ED8C-14FA-46FE-AE9E-149AA80CD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848" y="4918552"/>
                <a:ext cx="2344552" cy="43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AECFD3-457F-4BE7-93C9-CAC12E1964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43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F3E1365-88DA-4CC3-BBC2-B74049149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528638"/>
            <a:ext cx="8154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利用同步清零或置数端获得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7E32D6E-D066-4B87-8C8E-ED41192A5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042988"/>
            <a:ext cx="1093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思路：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330E7E7-6940-4FC4-9011-6BC9B0A3A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1093788"/>
            <a:ext cx="6821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 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进制计数到        </a:t>
            </a:r>
            <a:r>
              <a:rPr kumimoji="1"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？    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后回到  </a:t>
            </a:r>
            <a:r>
              <a:rPr kumimoji="1" lang="en-US" altLang="zh-CN" sz="24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状态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4C551DB-D6DD-4598-AF20-6F849CBD8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033588"/>
            <a:ext cx="4116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求归零逻辑表达式；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D1CD0F1-0195-42B1-A54F-FF041663B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538288"/>
            <a:ext cx="652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写出状态 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–1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的二进制代码；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EF695B-8E3C-4520-89F2-77F629332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452688"/>
            <a:ext cx="2706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画连线图。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A5D4CD1-8511-49DE-88CC-7DA512AE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1493838"/>
            <a:ext cx="1362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步骤：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5D508DE-A9FC-4C2F-9D9F-DC6B9A6D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2933700"/>
            <a:ext cx="8885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位二进制计数器 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74161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构成十二进制计数器。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28EB69B3-B781-4285-9CB6-7865C54B8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356393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6CCE8991-6218-47A2-9B80-1B473BE53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698875"/>
            <a:ext cx="644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E335DC9-3D3F-48ED-89AF-6BE224B5B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826871"/>
              </p:ext>
            </p:extLst>
          </p:nvPr>
        </p:nvGraphicFramePr>
        <p:xfrm>
          <a:off x="1376363" y="3654425"/>
          <a:ext cx="15525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2" name="Equation" r:id="rId5" imgW="640139" imgH="221200" progId="Equation.DSMT4">
                  <p:embed/>
                </p:oleObj>
              </mc:Choice>
              <mc:Fallback>
                <p:oleObj name="Equation" r:id="rId5" imgW="640139" imgH="221200" progId="Equation.DSMT4">
                  <p:embed/>
                  <p:pic>
                    <p:nvPicPr>
                      <p:cNvPr id="289804" name="Object 12">
                        <a:extLst>
                          <a:ext uri="{FF2B5EF4-FFF2-40B4-BE49-F238E27FC236}">
                            <a16:creationId xmlns:a16="http://schemas.microsoft.com/office/drawing/2014/main" id="{60589208-EFA3-4D9E-B321-24505B155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654425"/>
                        <a:ext cx="15525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>
            <a:extLst>
              <a:ext uri="{FF2B5EF4-FFF2-40B4-BE49-F238E27FC236}">
                <a16:creationId xmlns:a16="http://schemas.microsoft.com/office/drawing/2014/main" id="{816C8EE8-D8C0-4110-AE66-91530B615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3698875"/>
            <a:ext cx="14732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1011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DF1AA39D-B849-4814-A4B0-068EE7FEC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4284663"/>
            <a:ext cx="353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归零表达式：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3320BC77-2FA3-4062-8ACB-B59C0BC75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5543550"/>
            <a:ext cx="1954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连线图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CEDAA136-92B6-4A23-9F23-823D53D68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1042988"/>
            <a:ext cx="11525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–1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F7E84306-9740-44A3-B6F5-58D329E3C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124075"/>
            <a:ext cx="3662362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思考：进位端如何实现？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98459D-1268-4EFA-A450-4CDC551DD840}"/>
              </a:ext>
            </a:extLst>
          </p:cNvPr>
          <p:cNvGrpSpPr>
            <a:grpSpLocks/>
          </p:cNvGrpSpPr>
          <p:nvPr/>
        </p:nvGrpSpPr>
        <p:grpSpPr bwMode="auto">
          <a:xfrm>
            <a:off x="2097088" y="2528888"/>
            <a:ext cx="4287837" cy="2895600"/>
            <a:chOff x="1392" y="1921"/>
            <a:chExt cx="2701" cy="18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761F966-32AB-4C34-8B00-72917B34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921"/>
              <a:ext cx="2640" cy="384"/>
              <a:chOff x="2880" y="1968"/>
              <a:chExt cx="2256" cy="384"/>
            </a:xfrm>
          </p:grpSpPr>
          <p:sp>
            <p:nvSpPr>
              <p:cNvPr id="35" name="Oval 21">
                <a:extLst>
                  <a:ext uri="{FF2B5EF4-FFF2-40B4-BE49-F238E27FC236}">
                    <a16:creationId xmlns:a16="http://schemas.microsoft.com/office/drawing/2014/main" id="{8D6358A9-BE99-44DF-A1E0-08B7F1DD0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6" name="Line 22">
                <a:extLst>
                  <a:ext uri="{FF2B5EF4-FFF2-40B4-BE49-F238E27FC236}">
                    <a16:creationId xmlns:a16="http://schemas.microsoft.com/office/drawing/2014/main" id="{04C4CC5C-5581-4AF7-B9EE-2D32AB391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Oval 23">
                <a:extLst>
                  <a:ext uri="{FF2B5EF4-FFF2-40B4-BE49-F238E27FC236}">
                    <a16:creationId xmlns:a16="http://schemas.microsoft.com/office/drawing/2014/main" id="{AC001A4B-F422-433C-A7BE-5ACFB9ADB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1800D6F5-D9B6-4C2D-8FA7-1461F73AF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Oval 25">
                <a:extLst>
                  <a:ext uri="{FF2B5EF4-FFF2-40B4-BE49-F238E27FC236}">
                    <a16:creationId xmlns:a16="http://schemas.microsoft.com/office/drawing/2014/main" id="{4C637996-858E-47AC-B3FB-35BAD49F0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22" name="Group 26">
              <a:extLst>
                <a:ext uri="{FF2B5EF4-FFF2-40B4-BE49-F238E27FC236}">
                  <a16:creationId xmlns:a16="http://schemas.microsoft.com/office/drawing/2014/main" id="{6CBAE032-7110-4001-9A82-946479F3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304"/>
              <a:ext cx="637" cy="1441"/>
              <a:chOff x="4640" y="2351"/>
              <a:chExt cx="544" cy="1441"/>
            </a:xfrm>
          </p:grpSpPr>
          <p:sp>
            <p:nvSpPr>
              <p:cNvPr id="31" name="Line 27">
                <a:extLst>
                  <a:ext uri="{FF2B5EF4-FFF2-40B4-BE49-F238E27FC236}">
                    <a16:creationId xmlns:a16="http://schemas.microsoft.com/office/drawing/2014/main" id="{BAD29429-BF0D-4C38-873B-518AFF238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27" y="2519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Oval 28">
                <a:extLst>
                  <a:ext uri="{FF2B5EF4-FFF2-40B4-BE49-F238E27FC236}">
                    <a16:creationId xmlns:a16="http://schemas.microsoft.com/office/drawing/2014/main" id="{881DCD2A-C239-4090-ADA3-B889322A2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268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M-2</a:t>
                </a:r>
              </a:p>
            </p:txBody>
          </p:sp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970AD250-36C5-4F4B-971E-D062C06F9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3" y="3239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Oval 30">
                <a:extLst>
                  <a:ext uri="{FF2B5EF4-FFF2-40B4-BE49-F238E27FC236}">
                    <a16:creationId xmlns:a16="http://schemas.microsoft.com/office/drawing/2014/main" id="{0F7BD53D-CE45-4C79-8F4E-BBD1787A7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M-1</a:t>
                </a:r>
              </a:p>
            </p:txBody>
          </p:sp>
        </p:grpSp>
        <p:grpSp>
          <p:nvGrpSpPr>
            <p:cNvPr id="23" name="Group 31">
              <a:extLst>
                <a:ext uri="{FF2B5EF4-FFF2-40B4-BE49-F238E27FC236}">
                  <a16:creationId xmlns:a16="http://schemas.microsoft.com/office/drawing/2014/main" id="{5425BE05-E153-48CA-A7B0-78B15892F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361"/>
              <a:ext cx="2060" cy="384"/>
              <a:chOff x="2896" y="3408"/>
              <a:chExt cx="1760" cy="384"/>
            </a:xfrm>
          </p:grpSpPr>
          <p:sp>
            <p:nvSpPr>
              <p:cNvPr id="27" name="Line 32">
                <a:extLst>
                  <a:ext uri="{FF2B5EF4-FFF2-40B4-BE49-F238E27FC236}">
                    <a16:creationId xmlns:a16="http://schemas.microsoft.com/office/drawing/2014/main" id="{8D876A4D-94A1-4FEA-9894-09D4D0ACC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360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Oval 33">
                <a:extLst>
                  <a:ext uri="{FF2B5EF4-FFF2-40B4-BE49-F238E27FC236}">
                    <a16:creationId xmlns:a16="http://schemas.microsoft.com/office/drawing/2014/main" id="{FC3E1C34-DF13-4CC1-9096-0950C9127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9" name="Line 34">
                <a:extLst>
                  <a:ext uri="{FF2B5EF4-FFF2-40B4-BE49-F238E27FC236}">
                    <a16:creationId xmlns:a16="http://schemas.microsoft.com/office/drawing/2014/main" id="{4128B421-B526-4007-ABE6-90D4272D7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3600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Oval 35">
                <a:extLst>
                  <a:ext uri="{FF2B5EF4-FFF2-40B4-BE49-F238E27FC236}">
                    <a16:creationId xmlns:a16="http://schemas.microsoft.com/office/drawing/2014/main" id="{0FC421F3-AE03-4F3E-BBD1-4370922A4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N-1</a:t>
                </a:r>
              </a:p>
            </p:txBody>
          </p:sp>
        </p:grpSp>
        <p:sp>
          <p:nvSpPr>
            <p:cNvPr id="24" name="Line 36">
              <a:extLst>
                <a:ext uri="{FF2B5EF4-FFF2-40B4-BE49-F238E27FC236}">
                  <a16:creationId xmlns:a16="http://schemas.microsoft.com/office/drawing/2014/main" id="{4C18B6B3-9167-4DDE-B4CE-690B58032F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197" y="2828"/>
              <a:ext cx="105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37">
              <a:extLst>
                <a:ext uri="{FF2B5EF4-FFF2-40B4-BE49-F238E27FC236}">
                  <a16:creationId xmlns:a16="http://schemas.microsoft.com/office/drawing/2014/main" id="{759A818A-143F-4E01-8027-6B6174FF2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72" y="2257"/>
              <a:ext cx="1685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AutoShape 38">
              <a:extLst>
                <a:ext uri="{FF2B5EF4-FFF2-40B4-BE49-F238E27FC236}">
                  <a16:creationId xmlns:a16="http://schemas.microsoft.com/office/drawing/2014/main" id="{2B143E95-83A5-4B39-85C3-0163843A91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73028">
              <a:off x="2799" y="2467"/>
              <a:ext cx="609" cy="413"/>
            </a:xfrm>
            <a:prstGeom prst="curvedLeftArrow">
              <a:avLst>
                <a:gd name="adj1" fmla="val 20000"/>
                <a:gd name="adj2" fmla="val 40000"/>
                <a:gd name="adj3" fmla="val 491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276844-D1C8-4662-8701-8D043B4149D3}"/>
              </a:ext>
            </a:extLst>
          </p:cNvPr>
          <p:cNvGrpSpPr>
            <a:grpSpLocks/>
          </p:cNvGrpSpPr>
          <p:nvPr/>
        </p:nvGrpSpPr>
        <p:grpSpPr bwMode="auto">
          <a:xfrm>
            <a:off x="4295775" y="3517900"/>
            <a:ext cx="3776663" cy="2879725"/>
            <a:chOff x="2706" y="2216"/>
            <a:chExt cx="2379" cy="1814"/>
          </a:xfrm>
        </p:grpSpPr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2F3C0770-F440-4A83-9F61-66D03B7F4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5" y="2216"/>
              <a:ext cx="1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 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D5EF2C5-AFE6-4579-928C-E290CAD53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3010"/>
              <a:ext cx="4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LD'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0F920C-C5E8-440E-A7CC-9CF9C4EEC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2812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363A38E-B998-4C01-8D64-C266F76D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464"/>
              <a:ext cx="5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8BA4BEE-6ECE-455E-9BB8-445360C6D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6" y="3724"/>
              <a:ext cx="1050" cy="174"/>
              <a:chOff x="3384" y="3768"/>
              <a:chExt cx="1050" cy="174"/>
            </a:xfrm>
          </p:grpSpPr>
          <p:sp>
            <p:nvSpPr>
              <p:cNvPr id="86" name="Line 45">
                <a:extLst>
                  <a:ext uri="{FF2B5EF4-FFF2-40B4-BE49-F238E27FC236}">
                    <a16:creationId xmlns:a16="http://schemas.microsoft.com/office/drawing/2014/main" id="{4B624F3D-4AB1-4B0C-A601-F137CE588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4" y="3804"/>
                <a:ext cx="9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Line 46">
                <a:extLst>
                  <a:ext uri="{FF2B5EF4-FFF2-40B4-BE49-F238E27FC236}">
                    <a16:creationId xmlns:a16="http://schemas.microsoft.com/office/drawing/2014/main" id="{00BFA4EB-A70C-4EF8-BB45-3DD077F603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3804"/>
                <a:ext cx="0" cy="1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Line 47">
                <a:extLst>
                  <a:ext uri="{FF2B5EF4-FFF2-40B4-BE49-F238E27FC236}">
                    <a16:creationId xmlns:a16="http://schemas.microsoft.com/office/drawing/2014/main" id="{360D8FA3-C248-4390-99F4-42C597988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394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Oval 48">
                <a:extLst>
                  <a:ext uri="{FF2B5EF4-FFF2-40B4-BE49-F238E27FC236}">
                    <a16:creationId xmlns:a16="http://schemas.microsoft.com/office/drawing/2014/main" id="{506F6835-EA00-4390-A577-89ABF210F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768"/>
                <a:ext cx="54" cy="5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Oval 49">
                <a:extLst>
                  <a:ext uri="{FF2B5EF4-FFF2-40B4-BE49-F238E27FC236}">
                    <a16:creationId xmlns:a16="http://schemas.microsoft.com/office/drawing/2014/main" id="{9409FD89-C945-4CCC-B36F-50E26EC02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0" y="3774"/>
                <a:ext cx="54" cy="5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Oval 50">
                <a:extLst>
                  <a:ext uri="{FF2B5EF4-FFF2-40B4-BE49-F238E27FC236}">
                    <a16:creationId xmlns:a16="http://schemas.microsoft.com/office/drawing/2014/main" id="{7E76737F-79F9-4B6D-AEDF-A989325B3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3780"/>
                <a:ext cx="54" cy="5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6" name="Oval 51">
              <a:extLst>
                <a:ext uri="{FF2B5EF4-FFF2-40B4-BE49-F238E27FC236}">
                  <a16:creationId xmlns:a16="http://schemas.microsoft.com/office/drawing/2014/main" id="{317E910F-741C-486F-81B8-081626213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" y="2596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Oval 52">
              <a:extLst>
                <a:ext uri="{FF2B5EF4-FFF2-40B4-BE49-F238E27FC236}">
                  <a16:creationId xmlns:a16="http://schemas.microsoft.com/office/drawing/2014/main" id="{845F8896-A0BC-4F9D-B1EF-5FAED2002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2668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Oval 53">
              <a:extLst>
                <a:ext uri="{FF2B5EF4-FFF2-40B4-BE49-F238E27FC236}">
                  <a16:creationId xmlns:a16="http://schemas.microsoft.com/office/drawing/2014/main" id="{514B2CAB-A0CC-4198-8969-474C098C6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2752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54">
              <a:extLst>
                <a:ext uri="{FF2B5EF4-FFF2-40B4-BE49-F238E27FC236}">
                  <a16:creationId xmlns:a16="http://schemas.microsoft.com/office/drawing/2014/main" id="{F35F78D4-F8B0-4C36-880A-795763E2D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492"/>
              <a:ext cx="0" cy="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Oval 55">
              <a:extLst>
                <a:ext uri="{FF2B5EF4-FFF2-40B4-BE49-F238E27FC236}">
                  <a16:creationId xmlns:a16="http://schemas.microsoft.com/office/drawing/2014/main" id="{B88CC0D6-893C-447D-9815-97924A5D0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" y="2480"/>
              <a:ext cx="54" cy="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1" name="Group 56">
              <a:extLst>
                <a:ext uri="{FF2B5EF4-FFF2-40B4-BE49-F238E27FC236}">
                  <a16:creationId xmlns:a16="http://schemas.microsoft.com/office/drawing/2014/main" id="{E9357401-706D-4314-B5C4-119A57ABA4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0" y="2480"/>
              <a:ext cx="53" cy="400"/>
              <a:chOff x="3638" y="2524"/>
              <a:chExt cx="53" cy="400"/>
            </a:xfrm>
          </p:grpSpPr>
          <p:sp>
            <p:nvSpPr>
              <p:cNvPr id="84" name="Line 57">
                <a:extLst>
                  <a:ext uri="{FF2B5EF4-FFF2-40B4-BE49-F238E27FC236}">
                    <a16:creationId xmlns:a16="http://schemas.microsoft.com/office/drawing/2014/main" id="{507AADFB-BEA7-4338-BB36-6DE498D03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6" y="2536"/>
                <a:ext cx="0" cy="3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Oval 58">
                <a:extLst>
                  <a:ext uri="{FF2B5EF4-FFF2-40B4-BE49-F238E27FC236}">
                    <a16:creationId xmlns:a16="http://schemas.microsoft.com/office/drawing/2014/main" id="{A7D6B929-C5B6-4CE7-BF05-328A99E81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" y="2524"/>
                <a:ext cx="53" cy="5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2" name="Line 59">
              <a:extLst>
                <a:ext uri="{FF2B5EF4-FFF2-40B4-BE49-F238E27FC236}">
                  <a16:creationId xmlns:a16="http://schemas.microsoft.com/office/drawing/2014/main" id="{44E93E9A-F4BE-425C-9BB8-DDBF4BDB6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2492"/>
              <a:ext cx="0" cy="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Oval 60">
              <a:extLst>
                <a:ext uri="{FF2B5EF4-FFF2-40B4-BE49-F238E27FC236}">
                  <a16:creationId xmlns:a16="http://schemas.microsoft.com/office/drawing/2014/main" id="{E7311F8A-45ED-45C4-9022-D02FB5E8A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2480"/>
              <a:ext cx="53" cy="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61">
              <a:extLst>
                <a:ext uri="{FF2B5EF4-FFF2-40B4-BE49-F238E27FC236}">
                  <a16:creationId xmlns:a16="http://schemas.microsoft.com/office/drawing/2014/main" id="{D96A4702-D2CB-45C9-B147-FB7B1E26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" y="2492"/>
              <a:ext cx="0" cy="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Oval 62">
              <a:extLst>
                <a:ext uri="{FF2B5EF4-FFF2-40B4-BE49-F238E27FC236}">
                  <a16:creationId xmlns:a16="http://schemas.microsoft.com/office/drawing/2014/main" id="{5AF8D44F-5608-4488-A851-C974F425F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480"/>
              <a:ext cx="53" cy="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63">
              <a:extLst>
                <a:ext uri="{FF2B5EF4-FFF2-40B4-BE49-F238E27FC236}">
                  <a16:creationId xmlns:a16="http://schemas.microsoft.com/office/drawing/2014/main" id="{039CA661-AE81-4D4B-B6E1-7B4EF67413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36" y="3058"/>
              <a:ext cx="0" cy="3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58B25FFB-3B0A-4E12-B1BD-9EA460B11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892"/>
              <a:ext cx="1081" cy="704"/>
            </a:xfrm>
            <a:prstGeom prst="rect">
              <a:avLst/>
            </a:prstGeom>
            <a:gradFill rotWithShape="0">
              <a:gsLst>
                <a:gs pos="0">
                  <a:srgbClr val="F8F8F8"/>
                </a:gs>
                <a:gs pos="100000">
                  <a:srgbClr val="E2E2E2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65">
              <a:extLst>
                <a:ext uri="{FF2B5EF4-FFF2-40B4-BE49-F238E27FC236}">
                  <a16:creationId xmlns:a16="http://schemas.microsoft.com/office/drawing/2014/main" id="{CBF2C0F2-E505-446D-9623-989C8222C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" y="3601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66">
              <a:extLst>
                <a:ext uri="{FF2B5EF4-FFF2-40B4-BE49-F238E27FC236}">
                  <a16:creationId xmlns:a16="http://schemas.microsoft.com/office/drawing/2014/main" id="{1E12ABA0-DE0D-4E6A-8EE9-25C7113FB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6" y="3601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67">
              <a:extLst>
                <a:ext uri="{FF2B5EF4-FFF2-40B4-BE49-F238E27FC236}">
                  <a16:creationId xmlns:a16="http://schemas.microsoft.com/office/drawing/2014/main" id="{772C9A5E-A0D5-46E6-9EA0-00E0AAD7B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" y="3601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Line 68">
              <a:extLst>
                <a:ext uri="{FF2B5EF4-FFF2-40B4-BE49-F238E27FC236}">
                  <a16:creationId xmlns:a16="http://schemas.microsoft.com/office/drawing/2014/main" id="{2A215A10-1BA5-4992-A860-1D032BD32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8" y="3601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69">
              <a:extLst>
                <a:ext uri="{FF2B5EF4-FFF2-40B4-BE49-F238E27FC236}">
                  <a16:creationId xmlns:a16="http://schemas.microsoft.com/office/drawing/2014/main" id="{4A769AB8-680E-4757-A783-C10E09B7D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0" y="3070"/>
              <a:ext cx="8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74161</a:t>
              </a:r>
            </a:p>
          </p:txBody>
        </p:sp>
        <p:sp>
          <p:nvSpPr>
            <p:cNvPr id="63" name="Line 70">
              <a:extLst>
                <a:ext uri="{FF2B5EF4-FFF2-40B4-BE49-F238E27FC236}">
                  <a16:creationId xmlns:a16="http://schemas.microsoft.com/office/drawing/2014/main" id="{52A158E3-8ED3-4C58-9193-7B99D971B5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174" y="2842"/>
              <a:ext cx="0" cy="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Oval 71">
              <a:extLst>
                <a:ext uri="{FF2B5EF4-FFF2-40B4-BE49-F238E27FC236}">
                  <a16:creationId xmlns:a16="http://schemas.microsoft.com/office/drawing/2014/main" id="{F11750C9-7291-4415-9DE4-E0D5651766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979" y="3007"/>
              <a:ext cx="54" cy="5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72">
              <a:extLst>
                <a:ext uri="{FF2B5EF4-FFF2-40B4-BE49-F238E27FC236}">
                  <a16:creationId xmlns:a16="http://schemas.microsoft.com/office/drawing/2014/main" id="{22E0DD71-141D-4D75-9AA5-8875C6FFB8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3257"/>
              <a:ext cx="0" cy="3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Oval 73">
              <a:extLst>
                <a:ext uri="{FF2B5EF4-FFF2-40B4-BE49-F238E27FC236}">
                  <a16:creationId xmlns:a16="http://schemas.microsoft.com/office/drawing/2014/main" id="{2774EC67-7FB1-40FD-81F4-D0E3786A8B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979" y="3416"/>
              <a:ext cx="54" cy="5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7" name="Group 74">
              <a:extLst>
                <a:ext uri="{FF2B5EF4-FFF2-40B4-BE49-F238E27FC236}">
                  <a16:creationId xmlns:a16="http://schemas.microsoft.com/office/drawing/2014/main" id="{5E810735-3837-4165-9FA3-34337F512225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4493" y="2902"/>
              <a:ext cx="54" cy="160"/>
              <a:chOff x="2904" y="1272"/>
              <a:chExt cx="68" cy="204"/>
            </a:xfrm>
          </p:grpSpPr>
          <p:sp>
            <p:nvSpPr>
              <p:cNvPr id="82" name="Line 75">
                <a:extLst>
                  <a:ext uri="{FF2B5EF4-FFF2-40B4-BE49-F238E27FC236}">
                    <a16:creationId xmlns:a16="http://schemas.microsoft.com/office/drawing/2014/main" id="{BE10E9A0-4E63-4645-A28F-9B9E023CF1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0" y="1272"/>
                <a:ext cx="0" cy="2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Oval 76">
                <a:extLst>
                  <a:ext uri="{FF2B5EF4-FFF2-40B4-BE49-F238E27FC236}">
                    <a16:creationId xmlns:a16="http://schemas.microsoft.com/office/drawing/2014/main" id="{FB4FA7B9-F561-4D14-8A9C-C976F4917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1272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Line 77">
              <a:extLst>
                <a:ext uri="{FF2B5EF4-FFF2-40B4-BE49-F238E27FC236}">
                  <a16:creationId xmlns:a16="http://schemas.microsoft.com/office/drawing/2014/main" id="{D10194AC-5B39-45CB-A461-F3D91E04E1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4537" y="3178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78">
              <a:extLst>
                <a:ext uri="{FF2B5EF4-FFF2-40B4-BE49-F238E27FC236}">
                  <a16:creationId xmlns:a16="http://schemas.microsoft.com/office/drawing/2014/main" id="{97E2D2D3-7F7E-4B6F-8372-1441A474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99"/>
              <a:ext cx="6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ET</a:t>
              </a:r>
              <a:endPara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79">
              <a:extLst>
                <a:ext uri="{FF2B5EF4-FFF2-40B4-BE49-F238E27FC236}">
                  <a16:creationId xmlns:a16="http://schemas.microsoft.com/office/drawing/2014/main" id="{16A0A59A-E0BC-4F94-86D4-55538151D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746"/>
              <a:ext cx="6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EP</a:t>
              </a:r>
              <a:endPara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Oval 80">
              <a:extLst>
                <a:ext uri="{FF2B5EF4-FFF2-40B4-BE49-F238E27FC236}">
                  <a16:creationId xmlns:a16="http://schemas.microsoft.com/office/drawing/2014/main" id="{57E2910B-D090-4AFE-9161-31A92A7FC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3219"/>
              <a:ext cx="75" cy="7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81">
              <a:extLst>
                <a:ext uri="{FF2B5EF4-FFF2-40B4-BE49-F238E27FC236}">
                  <a16:creationId xmlns:a16="http://schemas.microsoft.com/office/drawing/2014/main" id="{8F059F12-F1E5-4269-B49F-9C6BD06DB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3742"/>
              <a:ext cx="1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10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 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82">
              <a:extLst>
                <a:ext uri="{FF2B5EF4-FFF2-40B4-BE49-F238E27FC236}">
                  <a16:creationId xmlns:a16="http://schemas.microsoft.com/office/drawing/2014/main" id="{96C2BD85-5434-44C4-B027-FE76AD118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" y="3294"/>
              <a:ext cx="33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83">
              <a:extLst>
                <a:ext uri="{FF2B5EF4-FFF2-40B4-BE49-F238E27FC236}">
                  <a16:creationId xmlns:a16="http://schemas.microsoft.com/office/drawing/2014/main" id="{E4B78CA0-D2C9-431D-B2E5-EDBC8917C0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4537" y="3394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Oval 84">
              <a:extLst>
                <a:ext uri="{FF2B5EF4-FFF2-40B4-BE49-F238E27FC236}">
                  <a16:creationId xmlns:a16="http://schemas.microsoft.com/office/drawing/2014/main" id="{BF1D027E-7A5E-4524-BCAE-9480945C4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3435"/>
              <a:ext cx="75" cy="7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Oval 85">
              <a:extLst>
                <a:ext uri="{FF2B5EF4-FFF2-40B4-BE49-F238E27FC236}">
                  <a16:creationId xmlns:a16="http://schemas.microsoft.com/office/drawing/2014/main" id="{A6F525E6-29F2-4F7C-9ADA-57BA92F05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3004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86">
              <a:extLst>
                <a:ext uri="{FF2B5EF4-FFF2-40B4-BE49-F238E27FC236}">
                  <a16:creationId xmlns:a16="http://schemas.microsoft.com/office/drawing/2014/main" id="{F6E8FF5C-F71B-4C96-AEB0-573FA8A12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3034"/>
              <a:ext cx="0" cy="2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87">
              <a:extLst>
                <a:ext uri="{FF2B5EF4-FFF2-40B4-BE49-F238E27FC236}">
                  <a16:creationId xmlns:a16="http://schemas.microsoft.com/office/drawing/2014/main" id="{C804BB0E-34C4-4FFD-BB81-AA69CDF59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824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9" name="Text Box 88">
              <a:extLst>
                <a:ext uri="{FF2B5EF4-FFF2-40B4-BE49-F238E27FC236}">
                  <a16:creationId xmlns:a16="http://schemas.microsoft.com/office/drawing/2014/main" id="{9BF69914-A314-48AA-8C29-959F938A6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9" y="3351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0" name="Line 89">
              <a:extLst>
                <a:ext uri="{FF2B5EF4-FFF2-40B4-BE49-F238E27FC236}">
                  <a16:creationId xmlns:a16="http://schemas.microsoft.com/office/drawing/2014/main" id="{1FB8957B-EE54-447E-8008-5CE23A1FE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3379"/>
              <a:ext cx="113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90">
              <a:extLst>
                <a:ext uri="{FF2B5EF4-FFF2-40B4-BE49-F238E27FC236}">
                  <a16:creationId xmlns:a16="http://schemas.microsoft.com/office/drawing/2014/main" id="{CB1FFCA4-7AEF-4D06-B5DC-C50FF23A6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2" y="3436"/>
              <a:ext cx="113" cy="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6684ECE-4609-4444-9B64-CCDAE51BD5EA}"/>
              </a:ext>
            </a:extLst>
          </p:cNvPr>
          <p:cNvGrpSpPr>
            <a:grpSpLocks/>
          </p:cNvGrpSpPr>
          <p:nvPr/>
        </p:nvGrpSpPr>
        <p:grpSpPr bwMode="auto">
          <a:xfrm>
            <a:off x="8535227" y="5026024"/>
            <a:ext cx="566738" cy="1541463"/>
            <a:chOff x="5160" y="436"/>
            <a:chExt cx="357" cy="971"/>
          </a:xfrm>
        </p:grpSpPr>
        <p:sp>
          <p:nvSpPr>
            <p:cNvPr id="103" name="Line 102">
              <a:extLst>
                <a:ext uri="{FF2B5EF4-FFF2-40B4-BE49-F238E27FC236}">
                  <a16:creationId xmlns:a16="http://schemas.microsoft.com/office/drawing/2014/main" id="{82DEFCD7-3FCF-42FD-A278-764327710C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8" y="436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Line 103">
              <a:extLst>
                <a:ext uri="{FF2B5EF4-FFF2-40B4-BE49-F238E27FC236}">
                  <a16:creationId xmlns:a16="http://schemas.microsoft.com/office/drawing/2014/main" id="{1FC747DD-2D7E-4D18-86B8-662DDA43A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" y="856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Text Box 104">
              <a:extLst>
                <a:ext uri="{FF2B5EF4-FFF2-40B4-BE49-F238E27FC236}">
                  <a16:creationId xmlns:a16="http://schemas.microsoft.com/office/drawing/2014/main" id="{8CC11F4F-B08D-4127-BEC4-3EEAA7C4B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0" y="884"/>
              <a:ext cx="35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106" name="AutoShape 105">
              <a:extLst>
                <a:ext uri="{FF2B5EF4-FFF2-40B4-BE49-F238E27FC236}">
                  <a16:creationId xmlns:a16="http://schemas.microsoft.com/office/drawing/2014/main" id="{B5C3143A-40B1-4C59-A45B-571B551F1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" y="572"/>
              <a:ext cx="312" cy="199"/>
            </a:xfrm>
            <a:prstGeom prst="flowChartMerg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2272B25-6F5F-4DBB-BC76-0E929CE3A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0" y="771"/>
              <a:ext cx="85" cy="8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D02B70E9-40B7-4243-B03E-1E5990D59858}"/>
              </a:ext>
            </a:extLst>
          </p:cNvPr>
          <p:cNvGrpSpPr/>
          <p:nvPr/>
        </p:nvGrpSpPr>
        <p:grpSpPr>
          <a:xfrm>
            <a:off x="5532438" y="3995303"/>
            <a:ext cx="3241675" cy="1167246"/>
            <a:chOff x="2820748" y="2802299"/>
            <a:chExt cx="3241675" cy="1167246"/>
          </a:xfrm>
        </p:grpSpPr>
        <p:grpSp>
          <p:nvGrpSpPr>
            <p:cNvPr id="109" name="Group 91">
              <a:extLst>
                <a:ext uri="{FF2B5EF4-FFF2-40B4-BE49-F238E27FC236}">
                  <a16:creationId xmlns:a16="http://schemas.microsoft.com/office/drawing/2014/main" id="{A0FC3E13-775F-41CC-9474-9DD33F876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0748" y="2978945"/>
              <a:ext cx="3241675" cy="990600"/>
              <a:chOff x="3475" y="2642"/>
              <a:chExt cx="2042" cy="624"/>
            </a:xfrm>
          </p:grpSpPr>
          <p:sp>
            <p:nvSpPr>
              <p:cNvPr id="112" name="Oval 94">
                <a:extLst>
                  <a:ext uri="{FF2B5EF4-FFF2-40B4-BE49-F238E27FC236}">
                    <a16:creationId xmlns:a16="http://schemas.microsoft.com/office/drawing/2014/main" id="{2096C3B4-8304-4BC7-9E72-EAFB85F16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5" y="2670"/>
                <a:ext cx="85" cy="8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95">
                <a:extLst>
                  <a:ext uri="{FF2B5EF4-FFF2-40B4-BE49-F238E27FC236}">
                    <a16:creationId xmlns:a16="http://schemas.microsoft.com/office/drawing/2014/main" id="{C4DF60B6-7BE6-4DB5-AE18-5C905D2F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5" y="2642"/>
                <a:ext cx="147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Line 96">
                <a:extLst>
                  <a:ext uri="{FF2B5EF4-FFF2-40B4-BE49-F238E27FC236}">
                    <a16:creationId xmlns:a16="http://schemas.microsoft.com/office/drawing/2014/main" id="{3F729BD6-A18B-4D73-912B-23FE188BD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9" y="2699"/>
                <a:ext cx="1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97">
                <a:extLst>
                  <a:ext uri="{FF2B5EF4-FFF2-40B4-BE49-F238E27FC236}">
                    <a16:creationId xmlns:a16="http://schemas.microsoft.com/office/drawing/2014/main" id="{C955D14A-F0A9-4DC6-9637-F5D3506C7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9" y="2784"/>
                <a:ext cx="6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Line 98">
                <a:extLst>
                  <a:ext uri="{FF2B5EF4-FFF2-40B4-BE49-F238E27FC236}">
                    <a16:creationId xmlns:a16="http://schemas.microsoft.com/office/drawing/2014/main" id="{524F9AA4-D626-48D9-872C-61E287C26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1" y="3266"/>
                <a:ext cx="9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Line 99">
                <a:extLst>
                  <a:ext uri="{FF2B5EF4-FFF2-40B4-BE49-F238E27FC236}">
                    <a16:creationId xmlns:a16="http://schemas.microsoft.com/office/drawing/2014/main" id="{821044DA-B6D6-4F7E-B691-858B64B5C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9" y="2727"/>
                <a:ext cx="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Line 100">
                <a:extLst>
                  <a:ext uri="{FF2B5EF4-FFF2-40B4-BE49-F238E27FC236}">
                    <a16:creationId xmlns:a16="http://schemas.microsoft.com/office/drawing/2014/main" id="{6B1BE487-1027-4540-ACAD-6ADAFB657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17" y="2727"/>
                <a:ext cx="0" cy="5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6A9AAE-99ED-4795-A5C5-DFD2B16FBEEB}"/>
                </a:ext>
              </a:extLst>
            </p:cNvPr>
            <p:cNvSpPr/>
            <p:nvPr/>
          </p:nvSpPr>
          <p:spPr>
            <a:xfrm>
              <a:off x="5150492" y="2831854"/>
              <a:ext cx="428450" cy="523220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B1AB2057-C35A-41E7-935D-73C26F58BB29}"/>
                </a:ext>
              </a:extLst>
            </p:cNvPr>
            <p:cNvSpPr txBox="1"/>
            <p:nvPr/>
          </p:nvSpPr>
          <p:spPr bwMode="auto">
            <a:xfrm>
              <a:off x="5145315" y="2802299"/>
              <a:ext cx="27627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185269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build="p" autoUpdateAnimBg="0"/>
      <p:bldP spid="12" grpId="0" build="p" autoUpdateAnimBg="0"/>
      <p:bldP spid="15" grpId="0" animBg="1" autoUpdateAnimBg="0"/>
      <p:bldP spid="16" grpId="0" build="p" autoUpdateAnimBg="0"/>
      <p:bldP spid="17" grpId="0" build="p" autoUpdateAnimBg="0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AF4605-C662-48F6-B749-3420A59F1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44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A2331673-F585-49EA-B9F2-B1AD6630B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476250"/>
            <a:ext cx="829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利用异步清零或置数端获得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6A24764-F176-4ACF-A8A8-34A7BF20A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971550"/>
            <a:ext cx="74549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当计数到</a:t>
            </a:r>
            <a:r>
              <a:rPr kumimoji="1"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？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时，立即产生清零或置数信号，</a:t>
            </a:r>
          </a:p>
          <a:p>
            <a:pPr eaLnBrk="1" hangingPunct="1"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使返回 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状态。（瞬间即逝）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7A2BD06-D8A9-406C-81DD-8B6C04DB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952500"/>
            <a:ext cx="1228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思路：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FDB9F76-AE91-4BE5-88A8-80ACC23B4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808163"/>
            <a:ext cx="1206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步骤：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0CB2AE8-2D73-40FB-8193-B3A3EC027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1847850"/>
            <a:ext cx="550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写出状态 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的二进制代码；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2DDC6545-9305-42F9-8FAC-AD9183A8C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317750"/>
            <a:ext cx="3276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求归零逻辑表达式；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55C99748-7905-4230-A72A-69F6CCFA9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755900"/>
            <a:ext cx="20393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画连线图。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FA484F44-8367-4E13-A462-F6F1D8F0B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3213100"/>
            <a:ext cx="5337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例、用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74LS160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进制计数器。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3CDFDB16-6E50-42CF-8D58-B92251771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4613"/>
            <a:ext cx="2952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解：∵ 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04F6EB06-C57A-4A19-AFDB-D55F38B9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93" y="4652964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∴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有效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4861BF28-4AF9-419E-AC32-9150ECDFD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981075"/>
            <a:ext cx="649287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15CDA4-5D7A-4092-990F-19FC7D5B2512}"/>
              </a:ext>
            </a:extLst>
          </p:cNvPr>
          <p:cNvGrpSpPr>
            <a:grpSpLocks/>
          </p:cNvGrpSpPr>
          <p:nvPr/>
        </p:nvGrpSpPr>
        <p:grpSpPr bwMode="auto">
          <a:xfrm>
            <a:off x="1916113" y="2303463"/>
            <a:ext cx="4287837" cy="2895600"/>
            <a:chOff x="1392" y="1921"/>
            <a:chExt cx="2701" cy="182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51B5B24-CA18-4128-B8CF-6CB5FBF2F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921"/>
              <a:ext cx="2640" cy="384"/>
              <a:chOff x="2880" y="1968"/>
              <a:chExt cx="2256" cy="384"/>
            </a:xfrm>
          </p:grpSpPr>
          <p:sp>
            <p:nvSpPr>
              <p:cNvPr id="32" name="Oval 18">
                <a:extLst>
                  <a:ext uri="{FF2B5EF4-FFF2-40B4-BE49-F238E27FC236}">
                    <a16:creationId xmlns:a16="http://schemas.microsoft.com/office/drawing/2014/main" id="{599CDCA1-3AB2-4F4A-AC61-A957D8E3F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3" name="Line 19">
                <a:extLst>
                  <a:ext uri="{FF2B5EF4-FFF2-40B4-BE49-F238E27FC236}">
                    <a16:creationId xmlns:a16="http://schemas.microsoft.com/office/drawing/2014/main" id="{97FC3875-FE66-4AD5-AC18-3A99DDFAA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Oval 20">
                <a:extLst>
                  <a:ext uri="{FF2B5EF4-FFF2-40B4-BE49-F238E27FC236}">
                    <a16:creationId xmlns:a16="http://schemas.microsoft.com/office/drawing/2014/main" id="{1E2B22FB-10C2-44CD-9F07-3F57E3B5D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5" name="Line 21">
                <a:extLst>
                  <a:ext uri="{FF2B5EF4-FFF2-40B4-BE49-F238E27FC236}">
                    <a16:creationId xmlns:a16="http://schemas.microsoft.com/office/drawing/2014/main" id="{596F1FE6-4825-452E-A451-03BD813FC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Oval 22">
                <a:extLst>
                  <a:ext uri="{FF2B5EF4-FFF2-40B4-BE49-F238E27FC236}">
                    <a16:creationId xmlns:a16="http://schemas.microsoft.com/office/drawing/2014/main" id="{A5F74F0E-A424-4789-9048-951FBEDCD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76D8C7CB-8E32-43DD-976B-7B8A1E060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304"/>
              <a:ext cx="637" cy="1441"/>
              <a:chOff x="4640" y="2351"/>
              <a:chExt cx="544" cy="1441"/>
            </a:xfrm>
          </p:grpSpPr>
          <p:sp>
            <p:nvSpPr>
              <p:cNvPr id="28" name="Line 24">
                <a:extLst>
                  <a:ext uri="{FF2B5EF4-FFF2-40B4-BE49-F238E27FC236}">
                    <a16:creationId xmlns:a16="http://schemas.microsoft.com/office/drawing/2014/main" id="{E16FB10C-C230-4C69-9BE2-C7098BE23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27" y="2519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Oval 25">
                <a:extLst>
                  <a:ext uri="{FF2B5EF4-FFF2-40B4-BE49-F238E27FC236}">
                    <a16:creationId xmlns:a16="http://schemas.microsoft.com/office/drawing/2014/main" id="{787BE490-BCFB-4456-AE31-3DDF34866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268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M-2</a:t>
                </a:r>
              </a:p>
            </p:txBody>
          </p:sp>
          <p:sp>
            <p:nvSpPr>
              <p:cNvPr id="30" name="Line 26">
                <a:extLst>
                  <a:ext uri="{FF2B5EF4-FFF2-40B4-BE49-F238E27FC236}">
                    <a16:creationId xmlns:a16="http://schemas.microsoft.com/office/drawing/2014/main" id="{B595EF45-8341-4232-AC32-E40FBD263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3" y="3239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Oval 27">
                <a:extLst>
                  <a:ext uri="{FF2B5EF4-FFF2-40B4-BE49-F238E27FC236}">
                    <a16:creationId xmlns:a16="http://schemas.microsoft.com/office/drawing/2014/main" id="{CF49925A-8052-4199-9F64-46A6F2757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M-1</a:t>
                </a:r>
              </a:p>
            </p:txBody>
          </p:sp>
        </p:grp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E915B15F-319E-460B-9592-A948EACADA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361"/>
              <a:ext cx="2060" cy="384"/>
              <a:chOff x="2896" y="3408"/>
              <a:chExt cx="1760" cy="384"/>
            </a:xfrm>
          </p:grpSpPr>
          <p:sp>
            <p:nvSpPr>
              <p:cNvPr id="24" name="Line 29">
                <a:extLst>
                  <a:ext uri="{FF2B5EF4-FFF2-40B4-BE49-F238E27FC236}">
                    <a16:creationId xmlns:a16="http://schemas.microsoft.com/office/drawing/2014/main" id="{2870BFE3-96FD-4E6B-94C0-13EB2613F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360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Oval 30">
                <a:extLst>
                  <a:ext uri="{FF2B5EF4-FFF2-40B4-BE49-F238E27FC236}">
                    <a16:creationId xmlns:a16="http://schemas.microsoft.com/office/drawing/2014/main" id="{42D30A79-73F6-408A-9832-17D6443F9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6" name="Line 31">
                <a:extLst>
                  <a:ext uri="{FF2B5EF4-FFF2-40B4-BE49-F238E27FC236}">
                    <a16:creationId xmlns:a16="http://schemas.microsoft.com/office/drawing/2014/main" id="{9A6B1839-0FCB-4486-8C42-1B3319BFE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3600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Oval 32">
                <a:extLst>
                  <a:ext uri="{FF2B5EF4-FFF2-40B4-BE49-F238E27FC236}">
                    <a16:creationId xmlns:a16="http://schemas.microsoft.com/office/drawing/2014/main" id="{D5161967-EF6A-4B8E-BCE7-57492D51D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N-1</a:t>
                </a:r>
              </a:p>
            </p:txBody>
          </p:sp>
        </p:grp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4AC91A76-A885-4177-97ED-35391696D4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197" y="2828"/>
              <a:ext cx="105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34">
              <a:extLst>
                <a:ext uri="{FF2B5EF4-FFF2-40B4-BE49-F238E27FC236}">
                  <a16:creationId xmlns:a16="http://schemas.microsoft.com/office/drawing/2014/main" id="{E13D0A83-C3C9-4DF2-A603-E79D13D85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72" y="2257"/>
              <a:ext cx="1685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35">
              <a:extLst>
                <a:ext uri="{FF2B5EF4-FFF2-40B4-BE49-F238E27FC236}">
                  <a16:creationId xmlns:a16="http://schemas.microsoft.com/office/drawing/2014/main" id="{E0F2A605-AEAA-41B8-B65D-E78F71152C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73028">
              <a:off x="2799" y="2467"/>
              <a:ext cx="609" cy="413"/>
            </a:xfrm>
            <a:prstGeom prst="curvedLeftArrow">
              <a:avLst>
                <a:gd name="adj1" fmla="val 20000"/>
                <a:gd name="adj2" fmla="val 40000"/>
                <a:gd name="adj3" fmla="val 491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AutoShape 36">
            <a:extLst>
              <a:ext uri="{FF2B5EF4-FFF2-40B4-BE49-F238E27FC236}">
                <a16:creationId xmlns:a16="http://schemas.microsoft.com/office/drawing/2014/main" id="{7586BBC2-6ABF-4F5C-AD63-AF3D45D96BF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500563" y="2781300"/>
            <a:ext cx="434340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EAEFD4A-9DE5-4D0E-970F-6EA45D16DABD}"/>
              </a:ext>
            </a:extLst>
          </p:cNvPr>
          <p:cNvGrpSpPr/>
          <p:nvPr/>
        </p:nvGrpSpPr>
        <p:grpSpPr>
          <a:xfrm>
            <a:off x="4706938" y="2393949"/>
            <a:ext cx="4232276" cy="2979739"/>
            <a:chOff x="4706938" y="2393949"/>
            <a:chExt cx="4232276" cy="2979739"/>
          </a:xfrm>
        </p:grpSpPr>
        <p:sp>
          <p:nvSpPr>
            <p:cNvPr id="115" name="Rectangle 38">
              <a:extLst>
                <a:ext uri="{FF2B5EF4-FFF2-40B4-BE49-F238E27FC236}">
                  <a16:creationId xmlns:a16="http://schemas.microsoft.com/office/drawing/2014/main" id="{DADF885C-D511-4C16-83C8-CCE68E41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1" y="3549650"/>
              <a:ext cx="2413000" cy="1387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" name="Rectangle 39">
              <a:extLst>
                <a:ext uri="{FF2B5EF4-FFF2-40B4-BE49-F238E27FC236}">
                  <a16:creationId xmlns:a16="http://schemas.microsoft.com/office/drawing/2014/main" id="{E3A23F50-18C5-4762-90A4-911C11A2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1" y="3549650"/>
              <a:ext cx="2413000" cy="1387475"/>
            </a:xfrm>
            <a:prstGeom prst="rect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40">
              <a:extLst>
                <a:ext uri="{FF2B5EF4-FFF2-40B4-BE49-F238E27FC236}">
                  <a16:creationId xmlns:a16="http://schemas.microsoft.com/office/drawing/2014/main" id="{A11F69CF-7885-4EB4-96A4-6CFC945FB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888" y="3603625"/>
              <a:ext cx="1699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Rectangle 41">
              <a:extLst>
                <a:ext uri="{FF2B5EF4-FFF2-40B4-BE49-F238E27FC236}">
                  <a16:creationId xmlns:a16="http://schemas.microsoft.com/office/drawing/2014/main" id="{93864A40-31AE-4D3A-ABB7-0C41C8169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88" y="3713163"/>
              <a:ext cx="698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9" name="Rectangle 42">
              <a:extLst>
                <a:ext uri="{FF2B5EF4-FFF2-40B4-BE49-F238E27FC236}">
                  <a16:creationId xmlns:a16="http://schemas.microsoft.com/office/drawing/2014/main" id="{4422969E-8CDB-46AD-A204-B2167140B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5876" y="3603625"/>
              <a:ext cx="1699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" name="Rectangle 43">
              <a:extLst>
                <a:ext uri="{FF2B5EF4-FFF2-40B4-BE49-F238E27FC236}">
                  <a16:creationId xmlns:a16="http://schemas.microsoft.com/office/drawing/2014/main" id="{180A9BA2-37E8-469F-8B81-0FCDBED94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6" y="3713163"/>
              <a:ext cx="24686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    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Rectangle 44">
              <a:extLst>
                <a:ext uri="{FF2B5EF4-FFF2-40B4-BE49-F238E27FC236}">
                  <a16:creationId xmlns:a16="http://schemas.microsoft.com/office/drawing/2014/main" id="{520D41F8-3D0C-46C4-B141-7FC42DEDF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8463" y="3603625"/>
              <a:ext cx="1699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Rectangle 45">
              <a:extLst>
                <a:ext uri="{FF2B5EF4-FFF2-40B4-BE49-F238E27FC236}">
                  <a16:creationId xmlns:a16="http://schemas.microsoft.com/office/drawing/2014/main" id="{31C1BA83-9F00-4FFE-849D-DB588E813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2451" y="3713163"/>
              <a:ext cx="28212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     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3" name="Rectangle 46">
              <a:extLst>
                <a:ext uri="{FF2B5EF4-FFF2-40B4-BE49-F238E27FC236}">
                  <a16:creationId xmlns:a16="http://schemas.microsoft.com/office/drawing/2014/main" id="{1191BDC4-BC2C-4CF7-8320-7AC37B7BC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1" y="3603625"/>
              <a:ext cx="1699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" name="Rectangle 47">
              <a:extLst>
                <a:ext uri="{FF2B5EF4-FFF2-40B4-BE49-F238E27FC236}">
                  <a16:creationId xmlns:a16="http://schemas.microsoft.com/office/drawing/2014/main" id="{836A1D34-2F6F-4006-B9EF-B3ECA3FA5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3713163"/>
              <a:ext cx="698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Rectangle 48">
              <a:extLst>
                <a:ext uri="{FF2B5EF4-FFF2-40B4-BE49-F238E27FC236}">
                  <a16:creationId xmlns:a16="http://schemas.microsoft.com/office/drawing/2014/main" id="{C70FE40A-2EAA-429F-B821-A0EAB31F8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888" y="4635500"/>
              <a:ext cx="1570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6" name="Rectangle 49">
              <a:extLst>
                <a:ext uri="{FF2B5EF4-FFF2-40B4-BE49-F238E27FC236}">
                  <a16:creationId xmlns:a16="http://schemas.microsoft.com/office/drawing/2014/main" id="{B7BCDEC3-C2E3-42CE-B1A3-63D8F2B76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88" y="4745038"/>
              <a:ext cx="698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Rectangle 50">
              <a:extLst>
                <a:ext uri="{FF2B5EF4-FFF2-40B4-BE49-F238E27FC236}">
                  <a16:creationId xmlns:a16="http://schemas.microsoft.com/office/drawing/2014/main" id="{F0547A28-5184-47CC-9205-D22FFA528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5876" y="4635500"/>
              <a:ext cx="1570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" name="Rectangle 51">
              <a:extLst>
                <a:ext uri="{FF2B5EF4-FFF2-40B4-BE49-F238E27FC236}">
                  <a16:creationId xmlns:a16="http://schemas.microsoft.com/office/drawing/2014/main" id="{C21C2376-4C06-4A40-A258-D6119C41C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6" y="4745038"/>
              <a:ext cx="24686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     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" name="Rectangle 52">
              <a:extLst>
                <a:ext uri="{FF2B5EF4-FFF2-40B4-BE49-F238E27FC236}">
                  <a16:creationId xmlns:a16="http://schemas.microsoft.com/office/drawing/2014/main" id="{A401E52F-6F81-48BE-A06D-123183A2B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8463" y="4635500"/>
              <a:ext cx="1570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0" name="Rectangle 53">
              <a:extLst>
                <a:ext uri="{FF2B5EF4-FFF2-40B4-BE49-F238E27FC236}">
                  <a16:creationId xmlns:a16="http://schemas.microsoft.com/office/drawing/2014/main" id="{CF970C1B-88B7-440C-81F2-6F0988557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2451" y="4745038"/>
              <a:ext cx="28212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      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1" name="Rectangle 54">
              <a:extLst>
                <a:ext uri="{FF2B5EF4-FFF2-40B4-BE49-F238E27FC236}">
                  <a16:creationId xmlns:a16="http://schemas.microsoft.com/office/drawing/2014/main" id="{24B4886B-4CBE-4E9A-8B09-118EB570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1" y="4635500"/>
              <a:ext cx="1570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2" name="Rectangle 55">
              <a:extLst>
                <a:ext uri="{FF2B5EF4-FFF2-40B4-BE49-F238E27FC236}">
                  <a16:creationId xmlns:a16="http://schemas.microsoft.com/office/drawing/2014/main" id="{F8E21C84-0AEA-405A-BACB-2A15531B1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4745038"/>
              <a:ext cx="698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1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Rectangle 56">
              <a:extLst>
                <a:ext uri="{FF2B5EF4-FFF2-40B4-BE49-F238E27FC236}">
                  <a16:creationId xmlns:a16="http://schemas.microsoft.com/office/drawing/2014/main" id="{10362266-C1A7-4708-A7F7-B3EB9644E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713" y="3821113"/>
              <a:ext cx="29174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ET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4" name="Rectangle 57">
              <a:extLst>
                <a:ext uri="{FF2B5EF4-FFF2-40B4-BE49-F238E27FC236}">
                  <a16:creationId xmlns:a16="http://schemas.microsoft.com/office/drawing/2014/main" id="{90EB6FAB-4053-4F64-976D-66ED2C0CD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713" y="4092575"/>
              <a:ext cx="27892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EP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6EDD54D3-3D10-49E9-AE29-7082516D9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4651" y="4422775"/>
              <a:ext cx="131763" cy="244475"/>
            </a:xfrm>
            <a:custGeom>
              <a:avLst/>
              <a:gdLst>
                <a:gd name="T0" fmla="*/ 0 w 83"/>
                <a:gd name="T1" fmla="*/ 0 h 154"/>
                <a:gd name="T2" fmla="*/ 83 w 83"/>
                <a:gd name="T3" fmla="*/ 88 h 154"/>
                <a:gd name="T4" fmla="*/ 0 w 83"/>
                <a:gd name="T5" fmla="*/ 154 h 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54">
                  <a:moveTo>
                    <a:pt x="0" y="0"/>
                  </a:moveTo>
                  <a:lnTo>
                    <a:pt x="83" y="88"/>
                  </a:lnTo>
                  <a:lnTo>
                    <a:pt x="0" y="154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" name="Rectangle 59">
              <a:extLst>
                <a:ext uri="{FF2B5EF4-FFF2-40B4-BE49-F238E27FC236}">
                  <a16:creationId xmlns:a16="http://schemas.microsoft.com/office/drawing/2014/main" id="{5EE7CB05-08B3-4FBE-A1A2-A6CD511A6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9351" y="3917950"/>
              <a:ext cx="30296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LD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7" name="Rectangle 60">
              <a:extLst>
                <a:ext uri="{FF2B5EF4-FFF2-40B4-BE49-F238E27FC236}">
                  <a16:creationId xmlns:a16="http://schemas.microsoft.com/office/drawing/2014/main" id="{CED44BDB-54A8-4F41-A0E2-81CF96964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8613" y="4638675"/>
              <a:ext cx="26129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7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1700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38" name="Oval 61">
              <a:extLst>
                <a:ext uri="{FF2B5EF4-FFF2-40B4-BE49-F238E27FC236}">
                  <a16:creationId xmlns:a16="http://schemas.microsoft.com/office/drawing/2014/main" id="{C0E077FD-B960-43F3-98EA-9534B6287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1" y="4521200"/>
              <a:ext cx="57150" cy="60325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9" name="Oval 62">
              <a:extLst>
                <a:ext uri="{FF2B5EF4-FFF2-40B4-BE49-F238E27FC236}">
                  <a16:creationId xmlns:a16="http://schemas.microsoft.com/office/drawing/2014/main" id="{A9F4B873-DF7B-4F0E-820A-948247F31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1" y="4521200"/>
              <a:ext cx="57150" cy="60325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0" name="Oval 63">
              <a:extLst>
                <a:ext uri="{FF2B5EF4-FFF2-40B4-BE49-F238E27FC236}">
                  <a16:creationId xmlns:a16="http://schemas.microsoft.com/office/drawing/2014/main" id="{43D1F926-8585-4624-A4F1-B9FA72657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1" y="3975100"/>
              <a:ext cx="57150" cy="61913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Oval 64">
              <a:extLst>
                <a:ext uri="{FF2B5EF4-FFF2-40B4-BE49-F238E27FC236}">
                  <a16:creationId xmlns:a16="http://schemas.microsoft.com/office/drawing/2014/main" id="{008FC911-FFBC-4E7F-924C-F66FFA019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1" y="3975100"/>
              <a:ext cx="57150" cy="61913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" name="Line 65">
              <a:extLst>
                <a:ext uri="{FF2B5EF4-FFF2-40B4-BE49-F238E27FC236}">
                  <a16:creationId xmlns:a16="http://schemas.microsoft.com/office/drawing/2014/main" id="{13ABEA2D-BC06-4970-8DBB-68E6BE18B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4426" y="3933825"/>
              <a:ext cx="530225" cy="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" name="Freeform 66">
              <a:extLst>
                <a:ext uri="{FF2B5EF4-FFF2-40B4-BE49-F238E27FC236}">
                  <a16:creationId xmlns:a16="http://schemas.microsoft.com/office/drawing/2014/main" id="{DE3337F9-555D-456E-A4AB-D53E19C60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351" y="3933825"/>
              <a:ext cx="241300" cy="266700"/>
            </a:xfrm>
            <a:custGeom>
              <a:avLst/>
              <a:gdLst>
                <a:gd name="T0" fmla="*/ 0 w 152"/>
                <a:gd name="T1" fmla="*/ 0 h 168"/>
                <a:gd name="T2" fmla="*/ 0 w 152"/>
                <a:gd name="T3" fmla="*/ 168 h 168"/>
                <a:gd name="T4" fmla="*/ 152 w 152"/>
                <a:gd name="T5" fmla="*/ 168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168">
                  <a:moveTo>
                    <a:pt x="0" y="0"/>
                  </a:moveTo>
                  <a:lnTo>
                    <a:pt x="0" y="168"/>
                  </a:lnTo>
                  <a:lnTo>
                    <a:pt x="152" y="168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Line 67">
              <a:extLst>
                <a:ext uri="{FF2B5EF4-FFF2-40B4-BE49-F238E27FC236}">
                  <a16:creationId xmlns:a16="http://schemas.microsoft.com/office/drawing/2014/main" id="{FD6B5F5A-1BB9-44CA-B3E0-9AFD7E1A9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9251" y="3995738"/>
              <a:ext cx="260350" cy="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5" name="Freeform 68">
              <a:extLst>
                <a:ext uri="{FF2B5EF4-FFF2-40B4-BE49-F238E27FC236}">
                  <a16:creationId xmlns:a16="http://schemas.microsoft.com/office/drawing/2014/main" id="{F5C014B1-AD3D-42CD-AFD4-2F504D8CC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488" y="2855913"/>
              <a:ext cx="974725" cy="1692275"/>
            </a:xfrm>
            <a:custGeom>
              <a:avLst/>
              <a:gdLst>
                <a:gd name="T0" fmla="*/ 0 w 517"/>
                <a:gd name="T1" fmla="*/ 1066 h 1068"/>
                <a:gd name="T2" fmla="*/ 614 w 517"/>
                <a:gd name="T3" fmla="*/ 1066 h 1068"/>
                <a:gd name="T4" fmla="*/ 614 w 517"/>
                <a:gd name="T5" fmla="*/ 0 h 10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7" h="1068">
                  <a:moveTo>
                    <a:pt x="0" y="1068"/>
                  </a:moveTo>
                  <a:lnTo>
                    <a:pt x="517" y="1068"/>
                  </a:lnTo>
                  <a:lnTo>
                    <a:pt x="517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Line 69">
              <a:extLst>
                <a:ext uri="{FF2B5EF4-FFF2-40B4-BE49-F238E27FC236}">
                  <a16:creationId xmlns:a16="http://schemas.microsoft.com/office/drawing/2014/main" id="{B8E4D9C3-0461-48F6-ACFB-EBD49BA48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4088" y="4937125"/>
              <a:ext cx="0" cy="436563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7" name="Line 70">
              <a:extLst>
                <a:ext uri="{FF2B5EF4-FFF2-40B4-BE49-F238E27FC236}">
                  <a16:creationId xmlns:a16="http://schemas.microsoft.com/office/drawing/2014/main" id="{0E855484-F524-4FD2-B599-E37BD7CF2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7476" y="4937125"/>
              <a:ext cx="0" cy="436563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" name="Line 71">
              <a:extLst>
                <a:ext uri="{FF2B5EF4-FFF2-40B4-BE49-F238E27FC236}">
                  <a16:creationId xmlns:a16="http://schemas.microsoft.com/office/drawing/2014/main" id="{E72E5F00-6570-4DAB-A7E9-33E5691B1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3238" y="4937125"/>
              <a:ext cx="0" cy="436563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Line 72">
              <a:extLst>
                <a:ext uri="{FF2B5EF4-FFF2-40B4-BE49-F238E27FC236}">
                  <a16:creationId xmlns:a16="http://schemas.microsoft.com/office/drawing/2014/main" id="{1A7D63B8-4F30-4AFA-B05B-7390855FF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0588" y="4937125"/>
              <a:ext cx="0" cy="436563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0" name="Line 73">
              <a:extLst>
                <a:ext uri="{FF2B5EF4-FFF2-40B4-BE49-F238E27FC236}">
                  <a16:creationId xmlns:a16="http://schemas.microsoft.com/office/drawing/2014/main" id="{04E37CF0-C75D-4D10-90E4-96FA68C2D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4088" y="2433638"/>
              <a:ext cx="0" cy="1116013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1" name="Line 74">
              <a:extLst>
                <a:ext uri="{FF2B5EF4-FFF2-40B4-BE49-F238E27FC236}">
                  <a16:creationId xmlns:a16="http://schemas.microsoft.com/office/drawing/2014/main" id="{54F1BAAB-ED3F-4B30-B8BF-3460A5F95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3026" y="2393950"/>
              <a:ext cx="0" cy="115570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2" name="Line 75">
              <a:extLst>
                <a:ext uri="{FF2B5EF4-FFF2-40B4-BE49-F238E27FC236}">
                  <a16:creationId xmlns:a16="http://schemas.microsoft.com/office/drawing/2014/main" id="{C555537D-4888-47AC-AE10-783EB55D8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5138" y="2393950"/>
              <a:ext cx="0" cy="115570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Line 76">
              <a:extLst>
                <a:ext uri="{FF2B5EF4-FFF2-40B4-BE49-F238E27FC236}">
                  <a16:creationId xmlns:a16="http://schemas.microsoft.com/office/drawing/2014/main" id="{D4889B26-0A2F-46D3-B186-0B3FC7F219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0588" y="2393950"/>
              <a:ext cx="0" cy="115570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" name="Line 77">
              <a:extLst>
                <a:ext uri="{FF2B5EF4-FFF2-40B4-BE49-F238E27FC236}">
                  <a16:creationId xmlns:a16="http://schemas.microsoft.com/office/drawing/2014/main" id="{CC929721-E245-417A-9375-1A34D833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3965" y="2836863"/>
              <a:ext cx="405249" cy="3174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Oval 78">
              <a:extLst>
                <a:ext uri="{FF2B5EF4-FFF2-40B4-BE49-F238E27FC236}">
                  <a16:creationId xmlns:a16="http://schemas.microsoft.com/office/drawing/2014/main" id="{697EF247-1877-4ACB-B379-2C50AA607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2888" y="3933825"/>
              <a:ext cx="106363" cy="112713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Oval 79">
              <a:extLst>
                <a:ext uri="{FF2B5EF4-FFF2-40B4-BE49-F238E27FC236}">
                  <a16:creationId xmlns:a16="http://schemas.microsoft.com/office/drawing/2014/main" id="{20C03F03-EBBA-4E9E-84F9-1874FA48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2888" y="3933825"/>
              <a:ext cx="106363" cy="112713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Oval 80">
              <a:extLst>
                <a:ext uri="{FF2B5EF4-FFF2-40B4-BE49-F238E27FC236}">
                  <a16:creationId xmlns:a16="http://schemas.microsoft.com/office/drawing/2014/main" id="{223273B5-F724-439B-93EF-521DE7BE1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2888" y="4494213"/>
              <a:ext cx="106363" cy="112713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Oval 81">
              <a:extLst>
                <a:ext uri="{FF2B5EF4-FFF2-40B4-BE49-F238E27FC236}">
                  <a16:creationId xmlns:a16="http://schemas.microsoft.com/office/drawing/2014/main" id="{51D2DAEB-0A23-4994-B348-6EF576680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2888" y="4494213"/>
              <a:ext cx="106363" cy="112713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Oval 82">
              <a:extLst>
                <a:ext uri="{FF2B5EF4-FFF2-40B4-BE49-F238E27FC236}">
                  <a16:creationId xmlns:a16="http://schemas.microsoft.com/office/drawing/2014/main" id="{27CB36E7-469E-482E-BA86-752F2BAE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9306" y="2772283"/>
              <a:ext cx="106363" cy="112713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" name="Rectangle 83">
              <a:extLst>
                <a:ext uri="{FF2B5EF4-FFF2-40B4-BE49-F238E27FC236}">
                  <a16:creationId xmlns:a16="http://schemas.microsoft.com/office/drawing/2014/main" id="{84507168-102E-4A7D-8634-16B594ED4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401" y="3875088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1" name="Rectangle 84">
              <a:extLst>
                <a:ext uri="{FF2B5EF4-FFF2-40B4-BE49-F238E27FC236}">
                  <a16:creationId xmlns:a16="http://schemas.microsoft.com/office/drawing/2014/main" id="{D618981C-0498-4375-8948-2C58B5670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821113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2" name="Rectangle 85">
              <a:extLst>
                <a:ext uri="{FF2B5EF4-FFF2-40B4-BE49-F238E27FC236}">
                  <a16:creationId xmlns:a16="http://schemas.microsoft.com/office/drawing/2014/main" id="{F1A56944-DCAD-4D2E-B6BD-C1495C99E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6938" y="4418013"/>
              <a:ext cx="47288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CLK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3" name="Rectangle 86">
              <a:extLst>
                <a:ext uri="{FF2B5EF4-FFF2-40B4-BE49-F238E27FC236}">
                  <a16:creationId xmlns:a16="http://schemas.microsoft.com/office/drawing/2014/main" id="{233AF8B9-BE92-44B5-ABE2-0245CA1D9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676" y="4119563"/>
              <a:ext cx="33182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160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" name="Oval 87">
              <a:extLst>
                <a:ext uri="{FF2B5EF4-FFF2-40B4-BE49-F238E27FC236}">
                  <a16:creationId xmlns:a16="http://schemas.microsoft.com/office/drawing/2014/main" id="{BD25FFA9-585A-4A96-8E01-8BBA4EF7A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276" y="2547938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5" name="Oval 88">
              <a:extLst>
                <a:ext uri="{FF2B5EF4-FFF2-40B4-BE49-F238E27FC236}">
                  <a16:creationId xmlns:a16="http://schemas.microsoft.com/office/drawing/2014/main" id="{BB5CC227-B226-45A9-AEA9-F4A7BF7A2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276" y="2547938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6" name="Oval 89">
              <a:extLst>
                <a:ext uri="{FF2B5EF4-FFF2-40B4-BE49-F238E27FC236}">
                  <a16:creationId xmlns:a16="http://schemas.microsoft.com/office/drawing/2014/main" id="{5275E720-CBBA-4BB5-98C3-23EDD36A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1" y="2701925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7" name="Oval 90">
              <a:extLst>
                <a:ext uri="{FF2B5EF4-FFF2-40B4-BE49-F238E27FC236}">
                  <a16:creationId xmlns:a16="http://schemas.microsoft.com/office/drawing/2014/main" id="{ECC8C3D3-4E18-4AAF-AD6C-C4AEA93C2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1" y="2701925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8" name="Oval 91">
              <a:extLst>
                <a:ext uri="{FF2B5EF4-FFF2-40B4-BE49-F238E27FC236}">
                  <a16:creationId xmlns:a16="http://schemas.microsoft.com/office/drawing/2014/main" id="{BFCE6B6C-09DF-4201-B355-9E49188C0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6088" y="2855913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9" name="Oval 92">
              <a:extLst>
                <a:ext uri="{FF2B5EF4-FFF2-40B4-BE49-F238E27FC236}">
                  <a16:creationId xmlns:a16="http://schemas.microsoft.com/office/drawing/2014/main" id="{C9C0F4CA-983A-4C91-9364-7EDCEA19C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6088" y="2855913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0" name="Oval 93">
              <a:extLst>
                <a:ext uri="{FF2B5EF4-FFF2-40B4-BE49-F238E27FC236}">
                  <a16:creationId xmlns:a16="http://schemas.microsoft.com/office/drawing/2014/main" id="{9A4684AF-B5A5-4DC3-B00D-3E09DA00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8738" y="2543175"/>
              <a:ext cx="106363" cy="112713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1" name="Oval 94">
              <a:extLst>
                <a:ext uri="{FF2B5EF4-FFF2-40B4-BE49-F238E27FC236}">
                  <a16:creationId xmlns:a16="http://schemas.microsoft.com/office/drawing/2014/main" id="{79DE8525-311A-4549-A12E-D8F9B9391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6776" y="3035300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Oval 95">
              <a:extLst>
                <a:ext uri="{FF2B5EF4-FFF2-40B4-BE49-F238E27FC236}">
                  <a16:creationId xmlns:a16="http://schemas.microsoft.com/office/drawing/2014/main" id="{45A10A1A-6DDA-40A7-9D07-AD669C7C3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6776" y="3035300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3" name="Oval 96">
              <a:extLst>
                <a:ext uri="{FF2B5EF4-FFF2-40B4-BE49-F238E27FC236}">
                  <a16:creationId xmlns:a16="http://schemas.microsoft.com/office/drawing/2014/main" id="{5CA9BADF-F163-4427-B520-516EB33E9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8738" y="3000375"/>
              <a:ext cx="106363" cy="111125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" name="Oval 97">
              <a:extLst>
                <a:ext uri="{FF2B5EF4-FFF2-40B4-BE49-F238E27FC236}">
                  <a16:creationId xmlns:a16="http://schemas.microsoft.com/office/drawing/2014/main" id="{0F7438BC-E0B9-4FE2-B5FF-12AA703CB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3267075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5" name="Oval 98">
              <a:extLst>
                <a:ext uri="{FF2B5EF4-FFF2-40B4-BE49-F238E27FC236}">
                  <a16:creationId xmlns:a16="http://schemas.microsoft.com/office/drawing/2014/main" id="{7869F791-20AF-46DF-87FD-467C89B0E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3267075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6" name="Oval 99">
              <a:extLst>
                <a:ext uri="{FF2B5EF4-FFF2-40B4-BE49-F238E27FC236}">
                  <a16:creationId xmlns:a16="http://schemas.microsoft.com/office/drawing/2014/main" id="{FE01B023-D5B4-4C91-8059-2CB6AF92E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6088" y="3421063"/>
              <a:ext cx="47625" cy="508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7" name="Oval 100">
              <a:extLst>
                <a:ext uri="{FF2B5EF4-FFF2-40B4-BE49-F238E27FC236}">
                  <a16:creationId xmlns:a16="http://schemas.microsoft.com/office/drawing/2014/main" id="{479DEA20-4CF1-4106-8C76-11A911ED1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6088" y="3421063"/>
              <a:ext cx="47625" cy="50800"/>
            </a:xfrm>
            <a:prstGeom prst="ellips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" name="Line 101">
              <a:extLst>
                <a:ext uri="{FF2B5EF4-FFF2-40B4-BE49-F238E27FC236}">
                  <a16:creationId xmlns:a16="http://schemas.microsoft.com/office/drawing/2014/main" id="{C636EBA3-A6AB-4543-AAD2-5EED760F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1826" y="3368675"/>
              <a:ext cx="192088" cy="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102">
              <a:extLst>
                <a:ext uri="{FF2B5EF4-FFF2-40B4-BE49-F238E27FC236}">
                  <a16:creationId xmlns:a16="http://schemas.microsoft.com/office/drawing/2014/main" id="{3BFD9507-A692-49BB-B25F-C974D1B33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8201" y="3249613"/>
              <a:ext cx="15709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7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endParaRPr kumimoji="1"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0" name="Line 105">
              <a:extLst>
                <a:ext uri="{FF2B5EF4-FFF2-40B4-BE49-F238E27FC236}">
                  <a16:creationId xmlns:a16="http://schemas.microsoft.com/office/drawing/2014/main" id="{2F7850E9-EB23-4243-A440-3EA3FE64B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451" y="2568575"/>
              <a:ext cx="1665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Line 106">
              <a:extLst>
                <a:ext uri="{FF2B5EF4-FFF2-40B4-BE49-F238E27FC236}">
                  <a16:creationId xmlns:a16="http://schemas.microsoft.com/office/drawing/2014/main" id="{48A0F0EE-698B-47ED-85F7-1E269924E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8263" y="2747963"/>
              <a:ext cx="13509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2" name="Line 107">
              <a:extLst>
                <a:ext uri="{FF2B5EF4-FFF2-40B4-BE49-F238E27FC236}">
                  <a16:creationId xmlns:a16="http://schemas.microsoft.com/office/drawing/2014/main" id="{989126C6-3B53-4CA5-B677-8C971D495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3076" y="2882900"/>
              <a:ext cx="9461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3" name="Line 108">
              <a:extLst>
                <a:ext uri="{FF2B5EF4-FFF2-40B4-BE49-F238E27FC236}">
                  <a16:creationId xmlns:a16="http://schemas.microsoft.com/office/drawing/2014/main" id="{3F312237-2B8A-44DC-8407-E10BA37EA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9476" y="3063875"/>
              <a:ext cx="449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Line 109">
              <a:extLst>
                <a:ext uri="{FF2B5EF4-FFF2-40B4-BE49-F238E27FC236}">
                  <a16:creationId xmlns:a16="http://schemas.microsoft.com/office/drawing/2014/main" id="{0311B211-2146-40B2-840E-251185670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451" y="3287713"/>
              <a:ext cx="198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Line 110">
              <a:extLst>
                <a:ext uri="{FF2B5EF4-FFF2-40B4-BE49-F238E27FC236}">
                  <a16:creationId xmlns:a16="http://schemas.microsoft.com/office/drawing/2014/main" id="{4640AD1D-23D5-446A-820F-87544D34A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8626" y="3422650"/>
              <a:ext cx="12160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Line 111">
              <a:extLst>
                <a:ext uri="{FF2B5EF4-FFF2-40B4-BE49-F238E27FC236}">
                  <a16:creationId xmlns:a16="http://schemas.microsoft.com/office/drawing/2014/main" id="{D8E845DA-03E2-4C44-AF53-CFE5A62E7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826" y="4548188"/>
              <a:ext cx="225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44812B7A-7B6F-49DC-BC41-98B0825744E3}"/>
                </a:ext>
              </a:extLst>
            </p:cNvPr>
            <p:cNvSpPr/>
            <p:nvPr/>
          </p:nvSpPr>
          <p:spPr>
            <a:xfrm>
              <a:off x="7775370" y="2393949"/>
              <a:ext cx="615640" cy="741691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09B31FF3-607B-4896-9C99-BC81BD459206}"/>
                </a:ext>
              </a:extLst>
            </p:cNvPr>
            <p:cNvSpPr/>
            <p:nvPr/>
          </p:nvSpPr>
          <p:spPr>
            <a:xfrm>
              <a:off x="7999414" y="3207078"/>
              <a:ext cx="233307" cy="369137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879E3CEA-CCA9-4E1A-ACD1-BDC59F3B76FD}"/>
                </a:ext>
              </a:extLst>
            </p:cNvPr>
            <p:cNvSpPr txBox="1"/>
            <p:nvPr/>
          </p:nvSpPr>
          <p:spPr bwMode="auto">
            <a:xfrm>
              <a:off x="7793043" y="2454832"/>
              <a:ext cx="28257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39D6C89A-DA95-4613-8010-EC2C912E142B}"/>
                </a:ext>
              </a:extLst>
            </p:cNvPr>
            <p:cNvSpPr txBox="1"/>
            <p:nvPr/>
          </p:nvSpPr>
          <p:spPr bwMode="auto">
            <a:xfrm>
              <a:off x="7915276" y="3173804"/>
              <a:ext cx="282571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&amp;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" name="Line 67">
              <a:extLst>
                <a:ext uri="{FF2B5EF4-FFF2-40B4-BE49-F238E27FC236}">
                  <a16:creationId xmlns:a16="http://schemas.microsoft.com/office/drawing/2014/main" id="{D80B6B79-4945-4CD0-8CBB-B1659E4A4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4488" y="4667250"/>
              <a:ext cx="260350" cy="0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54A389A8-98BB-45CB-A34D-F56CD08F9A5A}"/>
              </a:ext>
            </a:extLst>
          </p:cNvPr>
          <p:cNvGrpSpPr/>
          <p:nvPr/>
        </p:nvGrpSpPr>
        <p:grpSpPr>
          <a:xfrm>
            <a:off x="250825" y="5313126"/>
            <a:ext cx="7086600" cy="509823"/>
            <a:chOff x="250825" y="5313126"/>
            <a:chExt cx="7086600" cy="509823"/>
          </a:xfrm>
        </p:grpSpPr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E90D2C0A-C7C0-4094-A79E-FCEFEE425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825" y="5360987"/>
              <a:ext cx="7086600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∵ S</a:t>
              </a:r>
              <a:r>
                <a:rPr kumimoji="1" lang="en-US" altLang="zh-CN" sz="2400" b="1" baseline="-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＝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0110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，故令                                       即可实现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E75C3BEB-44DB-45B3-9DB3-4B1072A58EF7}"/>
                    </a:ext>
                  </a:extLst>
                </p:cNvPr>
                <p:cNvSpPr txBox="1"/>
                <p:nvPr/>
              </p:nvSpPr>
              <p:spPr bwMode="auto">
                <a:xfrm>
                  <a:off x="3005043" y="5313126"/>
                  <a:ext cx="2753766" cy="489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zh-CN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E75C3BEB-44DB-45B3-9DB3-4B1072A58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05043" y="5313126"/>
                  <a:ext cx="2753766" cy="48910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0139599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build="p" autoUpdateAnimBg="0"/>
      <p:bldP spid="8" grpId="0" build="p" autoUpdateAnimBg="0"/>
      <p:bldP spid="9" grpId="0" build="p" autoUpdateAnimBg="0"/>
      <p:bldP spid="10" grpId="0" autoUpdateAnimBg="0"/>
      <p:bldP spid="11" grpId="0"/>
      <p:bldP spid="15" grpId="0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51D3ABEA-AC54-4677-9A30-265E6A5B166D}"/>
              </a:ext>
            </a:extLst>
          </p:cNvPr>
          <p:cNvGrpSpPr/>
          <p:nvPr/>
        </p:nvGrpSpPr>
        <p:grpSpPr>
          <a:xfrm>
            <a:off x="385763" y="1314450"/>
            <a:ext cx="7772400" cy="1123950"/>
            <a:chOff x="385763" y="1314450"/>
            <a:chExt cx="7772400" cy="11239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68EDD8-4A98-4213-BAC2-7D533FBE6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63" y="1314450"/>
              <a:ext cx="7772400" cy="1123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）置入最大值法：从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0000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开始计数，当计数到某个状态时使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LD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有效，将计数器下一个状态置成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8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N-1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AC256AE-7BCC-4CCC-8405-3D730541B97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68204" y="1706880"/>
              <a:ext cx="44704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0C1573-0CA9-4B7E-ABC5-EB1DBAE85F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45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06CA93-F5BF-4BDF-82FC-87CF2CED5091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971800"/>
            <a:ext cx="4287838" cy="2895600"/>
            <a:chOff x="1296" y="1968"/>
            <a:chExt cx="2701" cy="18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FED080E-2E36-4F61-BB0D-259261ED3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968"/>
              <a:ext cx="2640" cy="384"/>
              <a:chOff x="2880" y="1968"/>
              <a:chExt cx="2256" cy="384"/>
            </a:xfrm>
          </p:grpSpPr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2F5358FF-CBF3-4533-8431-603B16242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" name="Line 7">
                <a:extLst>
                  <a:ext uri="{FF2B5EF4-FFF2-40B4-BE49-F238E27FC236}">
                    <a16:creationId xmlns:a16="http://schemas.microsoft.com/office/drawing/2014/main" id="{6F31949D-63F8-4867-9FA9-739AF20E2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8">
                <a:extLst>
                  <a:ext uri="{FF2B5EF4-FFF2-40B4-BE49-F238E27FC236}">
                    <a16:creationId xmlns:a16="http://schemas.microsoft.com/office/drawing/2014/main" id="{CE0F4135-43BB-4C4D-B024-4ED3F30AA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1" name="Line 9">
                <a:extLst>
                  <a:ext uri="{FF2B5EF4-FFF2-40B4-BE49-F238E27FC236}">
                    <a16:creationId xmlns:a16="http://schemas.microsoft.com/office/drawing/2014/main" id="{8577DA42-ED3D-4E79-A1B8-04BF5B1FB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16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Oval 10">
                <a:extLst>
                  <a:ext uri="{FF2B5EF4-FFF2-40B4-BE49-F238E27FC236}">
                    <a16:creationId xmlns:a16="http://schemas.microsoft.com/office/drawing/2014/main" id="{FDB66B9F-5739-4A67-9D2C-965BBF3F4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96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B438B0A8-F03A-4B00-954D-922978FC6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351"/>
              <a:ext cx="637" cy="1441"/>
              <a:chOff x="4640" y="2351"/>
              <a:chExt cx="544" cy="1441"/>
            </a:xfrm>
          </p:grpSpPr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id="{BE0B7F03-3B5F-47BA-A194-EFEF41929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27" y="2519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3">
                <a:extLst>
                  <a:ext uri="{FF2B5EF4-FFF2-40B4-BE49-F238E27FC236}">
                    <a16:creationId xmlns:a16="http://schemas.microsoft.com/office/drawing/2014/main" id="{ACD76AD6-3457-44FB-8721-EC0C0C5BA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268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M-2</a:t>
                </a:r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403458A2-A727-479F-9EFF-BF3B1EA56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3" y="3239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val 15">
                <a:extLst>
                  <a:ext uri="{FF2B5EF4-FFF2-40B4-BE49-F238E27FC236}">
                    <a16:creationId xmlns:a16="http://schemas.microsoft.com/office/drawing/2014/main" id="{679BA377-84B6-4CB9-93A0-F4F8E218B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M-1</a:t>
                </a:r>
              </a:p>
            </p:txBody>
          </p:sp>
        </p:grpSp>
        <p:grpSp>
          <p:nvGrpSpPr>
            <p:cNvPr id="8" name="Group 16">
              <a:extLst>
                <a:ext uri="{FF2B5EF4-FFF2-40B4-BE49-F238E27FC236}">
                  <a16:creationId xmlns:a16="http://schemas.microsoft.com/office/drawing/2014/main" id="{A9724DAA-AA42-4296-A672-E531C737D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3408"/>
              <a:ext cx="2060" cy="384"/>
              <a:chOff x="2896" y="3408"/>
              <a:chExt cx="1760" cy="384"/>
            </a:xfrm>
          </p:grpSpPr>
          <p:sp>
            <p:nvSpPr>
              <p:cNvPr id="10" name="Line 17">
                <a:extLst>
                  <a:ext uri="{FF2B5EF4-FFF2-40B4-BE49-F238E27FC236}">
                    <a16:creationId xmlns:a16="http://schemas.microsoft.com/office/drawing/2014/main" id="{97C36DB7-550E-4798-B156-22603C2EA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3600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val 18">
                <a:extLst>
                  <a:ext uri="{FF2B5EF4-FFF2-40B4-BE49-F238E27FC236}">
                    <a16:creationId xmlns:a16="http://schemas.microsoft.com/office/drawing/2014/main" id="{94292D10-90E7-48D8-AE15-B307564B0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2" name="Line 19">
                <a:extLst>
                  <a:ext uri="{FF2B5EF4-FFF2-40B4-BE49-F238E27FC236}">
                    <a16:creationId xmlns:a16="http://schemas.microsoft.com/office/drawing/2014/main" id="{50F2D4FE-5C46-46BC-B828-9A7206354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3600"/>
                <a:ext cx="336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Oval 20">
                <a:extLst>
                  <a:ext uri="{FF2B5EF4-FFF2-40B4-BE49-F238E27FC236}">
                    <a16:creationId xmlns:a16="http://schemas.microsoft.com/office/drawing/2014/main" id="{1F6791EE-1B2F-4CC1-B4F6-32AC083A3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6" y="3408"/>
                <a:ext cx="52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N-1</a:t>
                </a:r>
              </a:p>
            </p:txBody>
          </p:sp>
        </p:grpSp>
        <p:sp>
          <p:nvSpPr>
            <p:cNvPr id="9" name="Line 21">
              <a:extLst>
                <a:ext uri="{FF2B5EF4-FFF2-40B4-BE49-F238E27FC236}">
                  <a16:creationId xmlns:a16="http://schemas.microsoft.com/office/drawing/2014/main" id="{712A226A-62F7-4C44-B280-463E7B115A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101" y="2875"/>
              <a:ext cx="105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Line 22">
            <a:extLst>
              <a:ext uri="{FF2B5EF4-FFF2-40B4-BE49-F238E27FC236}">
                <a16:creationId xmlns:a16="http://schemas.microsoft.com/office/drawing/2014/main" id="{B98B8071-0CA4-4D51-945A-8DD635D7B3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4365625"/>
            <a:ext cx="2446337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41DBCF68-432D-4E15-8663-A6896BAA6086}"/>
              </a:ext>
            </a:extLst>
          </p:cNvPr>
          <p:cNvSpPr>
            <a:spLocks noChangeArrowheads="1"/>
          </p:cNvSpPr>
          <p:nvPr/>
        </p:nvSpPr>
        <p:spPr bwMode="auto">
          <a:xfrm rot="19597413">
            <a:off x="3059113" y="3789363"/>
            <a:ext cx="966787" cy="655637"/>
          </a:xfrm>
          <a:prstGeom prst="curvedLeftArrow">
            <a:avLst>
              <a:gd name="adj1" fmla="val 20000"/>
              <a:gd name="adj2" fmla="val 40000"/>
              <a:gd name="adj3" fmla="val 491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6430CDF4-756F-4C63-8C89-936FFEE06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1584325"/>
            <a:ext cx="1387475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S</a:t>
            </a:r>
            <a:r>
              <a:rPr lang="en-US" altLang="zh-CN" sz="2800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M-2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F4A0FF07-3026-43FD-893C-8B269C037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573463"/>
            <a:ext cx="2160588" cy="18002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思考：这种设计方法进位端如何实现？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8D355E6-712C-4722-8578-8455543EDEF3}"/>
              </a:ext>
            </a:extLst>
          </p:cNvPr>
          <p:cNvGrpSpPr/>
          <p:nvPr/>
        </p:nvGrpSpPr>
        <p:grpSpPr>
          <a:xfrm>
            <a:off x="385763" y="549275"/>
            <a:ext cx="8283575" cy="600075"/>
            <a:chOff x="385763" y="549275"/>
            <a:chExt cx="8283575" cy="6000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A75A96-EB7E-45EE-A2F4-9873E425708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85763" y="549275"/>
              <a:ext cx="8283575" cy="600075"/>
            </a:xfrm>
            <a:prstGeom prst="rect">
              <a:avLst/>
            </a:prstGeom>
            <a:noFill/>
          </p:spPr>
          <p:txBody>
            <a:bodyPr/>
            <a:lstStyle>
              <a:lvl1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  <a:cs typeface="+mj-cs"/>
                </a:defRPr>
              </a:lvl1pPr>
              <a:lvl2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、置数法：利用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LD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（同步置数端）进行置数 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64D36CF-6015-4A46-8FCC-EC82F9C64D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80080" y="629920"/>
              <a:ext cx="44704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60553705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444876-C99D-456F-8E72-DE2E9C6782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46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8146F0-BDA8-416E-99EF-B3EA8268D2CB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685800"/>
            <a:ext cx="6096000" cy="609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例、用</a:t>
            </a:r>
            <a:r>
              <a:rPr lang="en-US" altLang="zh-CN" sz="2800" b="1" dirty="0">
                <a:ea typeface="楷体_GB2312" pitchFamily="49" charset="-122"/>
              </a:rPr>
              <a:t>74LS160</a:t>
            </a:r>
            <a:r>
              <a:rPr lang="zh-CN" altLang="en-US" sz="2800" b="1" dirty="0">
                <a:ea typeface="楷体_GB2312" pitchFamily="49" charset="-122"/>
              </a:rPr>
              <a:t>实现</a:t>
            </a:r>
            <a:r>
              <a:rPr lang="en-US" altLang="zh-CN" sz="2800" b="1" dirty="0">
                <a:ea typeface="楷体_GB2312" pitchFamily="49" charset="-122"/>
              </a:rPr>
              <a:t>6</a:t>
            </a:r>
            <a:r>
              <a:rPr lang="zh-CN" altLang="en-US" sz="2800" b="1" dirty="0">
                <a:ea typeface="楷体_GB2312" pitchFamily="49" charset="-122"/>
              </a:rPr>
              <a:t>进制计数器。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C9C47A7D-B38F-401A-B57A-8ED1B68F0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225" y="1314450"/>
                <a:ext cx="58674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解：∵ 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＝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6   ∴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用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S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使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kumimoji="1" lang="en-US" altLang="zh-CN" sz="2400" b="1" i="1" dirty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𝑳𝑫</m:t>
                        </m:r>
                      </m:e>
                    </m:acc>
                    <m:r>
                      <a:rPr kumimoji="1" lang="en-US" altLang="zh-CN" sz="2400" b="1" i="1" dirty="0">
                        <a:latin typeface="Cambria Math" panose="02040503050406030204" pitchFamily="18" charset="0"/>
                        <a:ea typeface="楷体_GB2312" pitchFamily="49" charset="-122"/>
                      </a:rPr>
                      <m:t>  </m:t>
                    </m:r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有效</a:t>
                </a: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C9C47A7D-B38F-401A-B57A-8ED1B68F0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225" y="1314450"/>
                <a:ext cx="5867400" cy="461665"/>
              </a:xfrm>
              <a:prstGeom prst="rect">
                <a:avLst/>
              </a:prstGeom>
              <a:blipFill>
                <a:blip r:embed="rId2"/>
                <a:stretch>
                  <a:fillRect l="-1663" t="-14667" b="-32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03966127-DEA3-4E56-826E-0298A333E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1995488"/>
                <a:ext cx="8077200" cy="4624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∵ S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＝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0100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，故令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𝑳𝑫</m:t>
                        </m:r>
                      </m:e>
                    </m:acc>
                    <m:r>
                      <a:rPr kumimoji="1" lang="en-US" altLang="zh-CN" sz="24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且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=1001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即可实现 </a:t>
                </a: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03966127-DEA3-4E56-826E-0298A333E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995488"/>
                <a:ext cx="8077200" cy="462434"/>
              </a:xfrm>
              <a:prstGeom prst="rect">
                <a:avLst/>
              </a:prstGeom>
              <a:blipFill>
                <a:blip r:embed="rId3"/>
                <a:stretch>
                  <a:fillRect l="-1208" t="-14474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293FE37-2A34-40A0-B170-2B5A31634CA3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429000"/>
            <a:ext cx="3860800" cy="2057400"/>
            <a:chOff x="3136" y="2304"/>
            <a:chExt cx="2432" cy="129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FDA67EC-16AE-4F81-B8A0-0C21DB4227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2304"/>
              <a:ext cx="2400" cy="816"/>
              <a:chOff x="3168" y="2448"/>
              <a:chExt cx="2400" cy="816"/>
            </a:xfrm>
          </p:grpSpPr>
          <p:sp>
            <p:nvSpPr>
              <p:cNvPr id="17" name="Oval 9">
                <a:extLst>
                  <a:ext uri="{FF2B5EF4-FFF2-40B4-BE49-F238E27FC236}">
                    <a16:creationId xmlns:a16="http://schemas.microsoft.com/office/drawing/2014/main" id="{1BF17424-CD22-471E-9ABE-52755DB76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4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18" name="Line 10">
                <a:extLst>
                  <a:ext uri="{FF2B5EF4-FFF2-40B4-BE49-F238E27FC236}">
                    <a16:creationId xmlns:a16="http://schemas.microsoft.com/office/drawing/2014/main" id="{F43CC07B-7CB9-4AE3-9311-BA98F3625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6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" name="Line 11">
                <a:extLst>
                  <a:ext uri="{FF2B5EF4-FFF2-40B4-BE49-F238E27FC236}">
                    <a16:creationId xmlns:a16="http://schemas.microsoft.com/office/drawing/2014/main" id="{0606E193-158A-44D5-B9F0-B60B192AA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0" y="2880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" name="Oval 12">
                <a:extLst>
                  <a:ext uri="{FF2B5EF4-FFF2-40B4-BE49-F238E27FC236}">
                    <a16:creationId xmlns:a16="http://schemas.microsoft.com/office/drawing/2014/main" id="{895EA45F-1CE4-4D6D-A330-90146226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480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21" name="Line 13">
                <a:extLst>
                  <a:ext uri="{FF2B5EF4-FFF2-40B4-BE49-F238E27FC236}">
                    <a16:creationId xmlns:a16="http://schemas.microsoft.com/office/drawing/2014/main" id="{D220B1AC-41BF-4E8A-9CA1-76124A170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72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Oval 14">
                <a:extLst>
                  <a:ext uri="{FF2B5EF4-FFF2-40B4-BE49-F238E27FC236}">
                    <a16:creationId xmlns:a16="http://schemas.microsoft.com/office/drawing/2014/main" id="{A054CBAA-4704-4C28-A63F-0E0786D40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448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0001</a:t>
                </a:r>
              </a:p>
            </p:txBody>
          </p:sp>
        </p:grp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76B43E5F-E56A-4429-AD5F-B4E415856A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120"/>
              <a:ext cx="2400" cy="480"/>
              <a:chOff x="3200" y="3264"/>
              <a:chExt cx="2400" cy="480"/>
            </a:xfrm>
          </p:grpSpPr>
          <p:sp>
            <p:nvSpPr>
              <p:cNvPr id="12" name="Oval 16">
                <a:extLst>
                  <a:ext uri="{FF2B5EF4-FFF2-40B4-BE49-F238E27FC236}">
                    <a16:creationId xmlns:a16="http://schemas.microsoft.com/office/drawing/2014/main" id="{7AB5B18F-D3F2-4785-9E31-C5B73CDA4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0" y="3312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E116860A-1368-476A-A6C6-1BBC20D33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76" y="3504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Oval 18">
                <a:extLst>
                  <a:ext uri="{FF2B5EF4-FFF2-40B4-BE49-F238E27FC236}">
                    <a16:creationId xmlns:a16="http://schemas.microsoft.com/office/drawing/2014/main" id="{B4610A8A-0A0E-4D29-87FA-E6C3A2D82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2" y="32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15" name="Line 19">
                <a:extLst>
                  <a:ext uri="{FF2B5EF4-FFF2-40B4-BE49-F238E27FC236}">
                    <a16:creationId xmlns:a16="http://schemas.microsoft.com/office/drawing/2014/main" id="{44B00B5F-E885-4831-BD40-5E37FD5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88" y="34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" name="Oval 20">
                <a:extLst>
                  <a:ext uri="{FF2B5EF4-FFF2-40B4-BE49-F238E27FC236}">
                    <a16:creationId xmlns:a16="http://schemas.microsoft.com/office/drawing/2014/main" id="{3C19CBCF-4FBA-45EF-9CF3-DAFE4EBF9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3264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0010</a:t>
                </a:r>
              </a:p>
            </p:txBody>
          </p:sp>
        </p:grpSp>
        <p:sp>
          <p:nvSpPr>
            <p:cNvPr id="11" name="Line 21">
              <a:extLst>
                <a:ext uri="{FF2B5EF4-FFF2-40B4-BE49-F238E27FC236}">
                  <a16:creationId xmlns:a16="http://schemas.microsoft.com/office/drawing/2014/main" id="{15B8BC23-421D-4EFE-BA3A-572F22A5B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8" y="2784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4" name="AutoShape 23">
            <a:extLst>
              <a:ext uri="{FF2B5EF4-FFF2-40B4-BE49-F238E27FC236}">
                <a16:creationId xmlns:a16="http://schemas.microsoft.com/office/drawing/2014/main" id="{F95DE534-4FE2-4487-A54A-E8AA1010606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6375" y="2933700"/>
            <a:ext cx="44958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1A08A7-F6E8-4D62-95E0-4C3BEB419500}"/>
              </a:ext>
            </a:extLst>
          </p:cNvPr>
          <p:cNvGrpSpPr>
            <a:grpSpLocks/>
          </p:cNvGrpSpPr>
          <p:nvPr/>
        </p:nvGrpSpPr>
        <p:grpSpPr bwMode="auto">
          <a:xfrm>
            <a:off x="354013" y="2965450"/>
            <a:ext cx="4362450" cy="3208338"/>
            <a:chOff x="223" y="1868"/>
            <a:chExt cx="2748" cy="20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1731301-FB63-441F-89D6-110B484963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2296"/>
              <a:ext cx="681" cy="333"/>
              <a:chOff x="2290" y="2296"/>
              <a:chExt cx="681" cy="333"/>
            </a:xfrm>
          </p:grpSpPr>
          <p:sp>
            <p:nvSpPr>
              <p:cNvPr id="91" name="Line 26">
                <a:extLst>
                  <a:ext uri="{FF2B5EF4-FFF2-40B4-BE49-F238E27FC236}">
                    <a16:creationId xmlns:a16="http://schemas.microsoft.com/office/drawing/2014/main" id="{08AF14CB-9A84-45E2-B243-2E0A36644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2" y="2478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" name="Text Box 27">
                <a:extLst>
                  <a:ext uri="{FF2B5EF4-FFF2-40B4-BE49-F238E27FC236}">
                    <a16:creationId xmlns:a16="http://schemas.microsoft.com/office/drawing/2014/main" id="{D78F5121-07A3-4C0D-B9E3-6E88CDBA1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2341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3" name="Text Box 28">
                <a:extLst>
                  <a:ext uri="{FF2B5EF4-FFF2-40B4-BE49-F238E27FC236}">
                    <a16:creationId xmlns:a16="http://schemas.microsoft.com/office/drawing/2014/main" id="{F4A563D0-066B-49C2-81A5-EB521C3D75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9" y="2296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65855DC8-1514-4A68-B97B-AB2FCA9B1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90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49A81110-B7F0-4103-B5AB-F8E61D1B0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905"/>
              <a:ext cx="226" cy="1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9926B634-B594-4A96-ACB2-2D09E683CE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6" y="2047"/>
              <a:ext cx="226" cy="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2">
              <a:extLst>
                <a:ext uri="{FF2B5EF4-FFF2-40B4-BE49-F238E27FC236}">
                  <a16:creationId xmlns:a16="http://schemas.microsoft.com/office/drawing/2014/main" id="{E562D46E-AAD1-4DC1-A9DF-6E66B4C25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391"/>
              <a:ext cx="1705" cy="9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33">
              <a:extLst>
                <a:ext uri="{FF2B5EF4-FFF2-40B4-BE49-F238E27FC236}">
                  <a16:creationId xmlns:a16="http://schemas.microsoft.com/office/drawing/2014/main" id="{B81A4A1C-8AA0-4E70-865C-6CDB6927F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391"/>
              <a:ext cx="1705" cy="9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Rectangle 34">
              <a:extLst>
                <a:ext uri="{FF2B5EF4-FFF2-40B4-BE49-F238E27FC236}">
                  <a16:creationId xmlns:a16="http://schemas.microsoft.com/office/drawing/2014/main" id="{C1086F4D-3191-4F77-8883-92E53ECE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427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" name="Rectangle 35">
              <a:extLst>
                <a:ext uri="{FF2B5EF4-FFF2-40B4-BE49-F238E27FC236}">
                  <a16:creationId xmlns:a16="http://schemas.microsoft.com/office/drawing/2014/main" id="{C3BC5AED-CDD0-44F2-B9D7-735805F67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" y="249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" name="Rectangle 36">
              <a:extLst>
                <a:ext uri="{FF2B5EF4-FFF2-40B4-BE49-F238E27FC236}">
                  <a16:creationId xmlns:a16="http://schemas.microsoft.com/office/drawing/2014/main" id="{E605DB3A-23BB-4D64-A6BB-9EC478982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2427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5" name="Rectangle 37">
              <a:extLst>
                <a:ext uri="{FF2B5EF4-FFF2-40B4-BE49-F238E27FC236}">
                  <a16:creationId xmlns:a16="http://schemas.microsoft.com/office/drawing/2014/main" id="{2F741E1F-0E47-4E97-B7C5-B7B1EE32B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427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" name="Rectangle 38">
              <a:extLst>
                <a:ext uri="{FF2B5EF4-FFF2-40B4-BE49-F238E27FC236}">
                  <a16:creationId xmlns:a16="http://schemas.microsoft.com/office/drawing/2014/main" id="{FC6F59AE-3310-4D2D-8F97-5D586E4FA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2494"/>
              <a:ext cx="16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 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" name="Rectangle 39">
              <a:extLst>
                <a:ext uri="{FF2B5EF4-FFF2-40B4-BE49-F238E27FC236}">
                  <a16:creationId xmlns:a16="http://schemas.microsoft.com/office/drawing/2014/main" id="{129EC9AD-B33F-4283-9341-43E24EBE8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2427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" name="Rectangle 40">
              <a:extLst>
                <a:ext uri="{FF2B5EF4-FFF2-40B4-BE49-F238E27FC236}">
                  <a16:creationId xmlns:a16="http://schemas.microsoft.com/office/drawing/2014/main" id="{E1DA2367-68F0-4B15-9779-23D4B4D75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49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  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" name="Rectangle 41">
              <a:extLst>
                <a:ext uri="{FF2B5EF4-FFF2-40B4-BE49-F238E27FC236}">
                  <a16:creationId xmlns:a16="http://schemas.microsoft.com/office/drawing/2014/main" id="{99C9CE49-86C4-4557-9911-863F720B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2427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5EC45159-A1C6-4681-B397-93C650C16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49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FFB0A977-1509-40CF-9696-A28E53111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3148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D6900CE8-CC70-47DC-A02E-CDFD30823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" y="321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" name="Rectangle 45">
              <a:extLst>
                <a:ext uri="{FF2B5EF4-FFF2-40B4-BE49-F238E27FC236}">
                  <a16:creationId xmlns:a16="http://schemas.microsoft.com/office/drawing/2014/main" id="{864A4816-3089-4231-A2E2-0BEF5C1B6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3148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69C34636-2CE7-4EA9-A700-1315F88D1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3148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5" name="Rectangle 47">
              <a:extLst>
                <a:ext uri="{FF2B5EF4-FFF2-40B4-BE49-F238E27FC236}">
                  <a16:creationId xmlns:a16="http://schemas.microsoft.com/office/drawing/2014/main" id="{1764923E-D65D-45DE-8838-7126F61AC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3215"/>
              <a:ext cx="16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 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" name="Rectangle 48">
              <a:extLst>
                <a:ext uri="{FF2B5EF4-FFF2-40B4-BE49-F238E27FC236}">
                  <a16:creationId xmlns:a16="http://schemas.microsoft.com/office/drawing/2014/main" id="{68DDFB27-5C44-4451-972D-6AB06DF09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3148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" name="Rectangle 49">
              <a:extLst>
                <a:ext uri="{FF2B5EF4-FFF2-40B4-BE49-F238E27FC236}">
                  <a16:creationId xmlns:a16="http://schemas.microsoft.com/office/drawing/2014/main" id="{65181013-45CF-448D-BBE6-86CF59872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3215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      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" name="Rectangle 50">
              <a:extLst>
                <a:ext uri="{FF2B5EF4-FFF2-40B4-BE49-F238E27FC236}">
                  <a16:creationId xmlns:a16="http://schemas.microsoft.com/office/drawing/2014/main" id="{CB226861-A074-4ACC-8850-7F77E9B53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3148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9" name="Rectangle 51">
              <a:extLst>
                <a:ext uri="{FF2B5EF4-FFF2-40B4-BE49-F238E27FC236}">
                  <a16:creationId xmlns:a16="http://schemas.microsoft.com/office/drawing/2014/main" id="{8F7397F4-6CED-4A05-8C13-206126E9F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321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0" name="Rectangle 52">
              <a:extLst>
                <a:ext uri="{FF2B5EF4-FFF2-40B4-BE49-F238E27FC236}">
                  <a16:creationId xmlns:a16="http://schemas.microsoft.com/office/drawing/2014/main" id="{9370228E-4A2C-42FD-BF23-EAD6D12E7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" y="2577"/>
              <a:ext cx="18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ET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" name="Rectangle 53">
              <a:extLst>
                <a:ext uri="{FF2B5EF4-FFF2-40B4-BE49-F238E27FC236}">
                  <a16:creationId xmlns:a16="http://schemas.microsoft.com/office/drawing/2014/main" id="{2E0CA1DC-EBD4-4E0C-8FBC-CE9DF945F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2761"/>
              <a:ext cx="17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EP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" name="Freeform 54">
              <a:extLst>
                <a:ext uri="{FF2B5EF4-FFF2-40B4-BE49-F238E27FC236}">
                  <a16:creationId xmlns:a16="http://schemas.microsoft.com/office/drawing/2014/main" id="{FB078C88-07BE-49B9-8E44-5DD7CBCF4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" y="3003"/>
              <a:ext cx="94" cy="172"/>
            </a:xfrm>
            <a:custGeom>
              <a:avLst/>
              <a:gdLst>
                <a:gd name="T0" fmla="*/ 0 w 94"/>
                <a:gd name="T1" fmla="*/ 0 h 172"/>
                <a:gd name="T2" fmla="*/ 94 w 94"/>
                <a:gd name="T3" fmla="*/ 100 h 172"/>
                <a:gd name="T4" fmla="*/ 0 w 94"/>
                <a:gd name="T5" fmla="*/ 172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172">
                  <a:moveTo>
                    <a:pt x="0" y="0"/>
                  </a:moveTo>
                  <a:lnTo>
                    <a:pt x="94" y="100"/>
                  </a:lnTo>
                  <a:lnTo>
                    <a:pt x="0" y="17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5">
              <a:extLst>
                <a:ext uri="{FF2B5EF4-FFF2-40B4-BE49-F238E27FC236}">
                  <a16:creationId xmlns:a16="http://schemas.microsoft.com/office/drawing/2014/main" id="{8FD20473-FE8D-4FD2-8090-BC4D4C4FE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2715"/>
              <a:ext cx="25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LD</a:t>
              </a:r>
              <a:r>
                <a:rPr kumimoji="1" lang="en-US" altLang="zh-CN" sz="19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3EFB5D44-B299-4247-B5F3-F9B2E21EC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" y="3209"/>
              <a:ext cx="20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'</a:t>
              </a:r>
              <a:r>
                <a:rPr kumimoji="1" lang="en-US" altLang="zh-CN" sz="1900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</a:p>
          </p:txBody>
        </p:sp>
        <p:sp>
          <p:nvSpPr>
            <p:cNvPr id="55" name="Freeform 57">
              <a:extLst>
                <a:ext uri="{FF2B5EF4-FFF2-40B4-BE49-F238E27FC236}">
                  <a16:creationId xmlns:a16="http://schemas.microsoft.com/office/drawing/2014/main" id="{84F4DFCC-7E67-44B3-9220-B7A27D607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3072"/>
              <a:ext cx="40" cy="44"/>
            </a:xfrm>
            <a:custGeom>
              <a:avLst/>
              <a:gdLst>
                <a:gd name="T0" fmla="*/ 40 w 40"/>
                <a:gd name="T1" fmla="*/ 21 h 44"/>
                <a:gd name="T2" fmla="*/ 40 w 40"/>
                <a:gd name="T3" fmla="*/ 17 h 44"/>
                <a:gd name="T4" fmla="*/ 40 w 40"/>
                <a:gd name="T5" fmla="*/ 14 h 44"/>
                <a:gd name="T6" fmla="*/ 36 w 40"/>
                <a:gd name="T7" fmla="*/ 10 h 44"/>
                <a:gd name="T8" fmla="*/ 35 w 40"/>
                <a:gd name="T9" fmla="*/ 6 h 44"/>
                <a:gd name="T10" fmla="*/ 31 w 40"/>
                <a:gd name="T11" fmla="*/ 4 h 44"/>
                <a:gd name="T12" fmla="*/ 29 w 40"/>
                <a:gd name="T13" fmla="*/ 2 h 44"/>
                <a:gd name="T14" fmla="*/ 24 w 40"/>
                <a:gd name="T15" fmla="*/ 0 h 44"/>
                <a:gd name="T16" fmla="*/ 20 w 40"/>
                <a:gd name="T17" fmla="*/ 0 h 44"/>
                <a:gd name="T18" fmla="*/ 17 w 40"/>
                <a:gd name="T19" fmla="*/ 0 h 44"/>
                <a:gd name="T20" fmla="*/ 13 w 40"/>
                <a:gd name="T21" fmla="*/ 2 h 44"/>
                <a:gd name="T22" fmla="*/ 9 w 40"/>
                <a:gd name="T23" fmla="*/ 4 h 44"/>
                <a:gd name="T24" fmla="*/ 6 w 40"/>
                <a:gd name="T25" fmla="*/ 6 h 44"/>
                <a:gd name="T26" fmla="*/ 4 w 40"/>
                <a:gd name="T27" fmla="*/ 10 h 44"/>
                <a:gd name="T28" fmla="*/ 2 w 40"/>
                <a:gd name="T29" fmla="*/ 14 h 44"/>
                <a:gd name="T30" fmla="*/ 0 w 40"/>
                <a:gd name="T31" fmla="*/ 17 h 44"/>
                <a:gd name="T32" fmla="*/ 0 w 40"/>
                <a:gd name="T33" fmla="*/ 21 h 44"/>
                <a:gd name="T34" fmla="*/ 0 w 40"/>
                <a:gd name="T35" fmla="*/ 25 h 44"/>
                <a:gd name="T36" fmla="*/ 2 w 40"/>
                <a:gd name="T37" fmla="*/ 31 h 44"/>
                <a:gd name="T38" fmla="*/ 4 w 40"/>
                <a:gd name="T39" fmla="*/ 35 h 44"/>
                <a:gd name="T40" fmla="*/ 6 w 40"/>
                <a:gd name="T41" fmla="*/ 36 h 44"/>
                <a:gd name="T42" fmla="*/ 9 w 40"/>
                <a:gd name="T43" fmla="*/ 40 h 44"/>
                <a:gd name="T44" fmla="*/ 13 w 40"/>
                <a:gd name="T45" fmla="*/ 42 h 44"/>
                <a:gd name="T46" fmla="*/ 17 w 40"/>
                <a:gd name="T47" fmla="*/ 42 h 44"/>
                <a:gd name="T48" fmla="*/ 20 w 40"/>
                <a:gd name="T49" fmla="*/ 44 h 44"/>
                <a:gd name="T50" fmla="*/ 24 w 40"/>
                <a:gd name="T51" fmla="*/ 42 h 44"/>
                <a:gd name="T52" fmla="*/ 29 w 40"/>
                <a:gd name="T53" fmla="*/ 42 h 44"/>
                <a:gd name="T54" fmla="*/ 31 w 40"/>
                <a:gd name="T55" fmla="*/ 40 h 44"/>
                <a:gd name="T56" fmla="*/ 35 w 40"/>
                <a:gd name="T57" fmla="*/ 36 h 44"/>
                <a:gd name="T58" fmla="*/ 36 w 40"/>
                <a:gd name="T59" fmla="*/ 35 h 44"/>
                <a:gd name="T60" fmla="*/ 40 w 40"/>
                <a:gd name="T61" fmla="*/ 31 h 44"/>
                <a:gd name="T62" fmla="*/ 40 w 40"/>
                <a:gd name="T63" fmla="*/ 25 h 44"/>
                <a:gd name="T64" fmla="*/ 40 w 40"/>
                <a:gd name="T65" fmla="*/ 21 h 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0" h="44">
                  <a:moveTo>
                    <a:pt x="40" y="21"/>
                  </a:moveTo>
                  <a:lnTo>
                    <a:pt x="40" y="17"/>
                  </a:lnTo>
                  <a:lnTo>
                    <a:pt x="40" y="14"/>
                  </a:lnTo>
                  <a:lnTo>
                    <a:pt x="36" y="10"/>
                  </a:lnTo>
                  <a:lnTo>
                    <a:pt x="35" y="6"/>
                  </a:lnTo>
                  <a:lnTo>
                    <a:pt x="31" y="4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6" y="6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31"/>
                  </a:lnTo>
                  <a:lnTo>
                    <a:pt x="4" y="35"/>
                  </a:lnTo>
                  <a:lnTo>
                    <a:pt x="6" y="36"/>
                  </a:lnTo>
                  <a:lnTo>
                    <a:pt x="9" y="40"/>
                  </a:lnTo>
                  <a:lnTo>
                    <a:pt x="13" y="42"/>
                  </a:lnTo>
                  <a:lnTo>
                    <a:pt x="17" y="42"/>
                  </a:lnTo>
                  <a:lnTo>
                    <a:pt x="20" y="44"/>
                  </a:lnTo>
                  <a:lnTo>
                    <a:pt x="24" y="42"/>
                  </a:lnTo>
                  <a:lnTo>
                    <a:pt x="29" y="42"/>
                  </a:lnTo>
                  <a:lnTo>
                    <a:pt x="31" y="40"/>
                  </a:lnTo>
                  <a:lnTo>
                    <a:pt x="35" y="36"/>
                  </a:lnTo>
                  <a:lnTo>
                    <a:pt x="36" y="35"/>
                  </a:lnTo>
                  <a:lnTo>
                    <a:pt x="40" y="31"/>
                  </a:lnTo>
                  <a:lnTo>
                    <a:pt x="40" y="25"/>
                  </a:lnTo>
                  <a:lnTo>
                    <a:pt x="4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8">
              <a:extLst>
                <a:ext uri="{FF2B5EF4-FFF2-40B4-BE49-F238E27FC236}">
                  <a16:creationId xmlns:a16="http://schemas.microsoft.com/office/drawing/2014/main" id="{54FB24F2-06EE-400F-A627-65E1D8BA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3072"/>
              <a:ext cx="40" cy="44"/>
            </a:xfrm>
            <a:custGeom>
              <a:avLst/>
              <a:gdLst>
                <a:gd name="T0" fmla="*/ 40 w 40"/>
                <a:gd name="T1" fmla="*/ 21 h 44"/>
                <a:gd name="T2" fmla="*/ 40 w 40"/>
                <a:gd name="T3" fmla="*/ 17 h 44"/>
                <a:gd name="T4" fmla="*/ 40 w 40"/>
                <a:gd name="T5" fmla="*/ 14 h 44"/>
                <a:gd name="T6" fmla="*/ 36 w 40"/>
                <a:gd name="T7" fmla="*/ 10 h 44"/>
                <a:gd name="T8" fmla="*/ 35 w 40"/>
                <a:gd name="T9" fmla="*/ 6 h 44"/>
                <a:gd name="T10" fmla="*/ 31 w 40"/>
                <a:gd name="T11" fmla="*/ 4 h 44"/>
                <a:gd name="T12" fmla="*/ 29 w 40"/>
                <a:gd name="T13" fmla="*/ 2 h 44"/>
                <a:gd name="T14" fmla="*/ 24 w 40"/>
                <a:gd name="T15" fmla="*/ 0 h 44"/>
                <a:gd name="T16" fmla="*/ 20 w 40"/>
                <a:gd name="T17" fmla="*/ 0 h 44"/>
                <a:gd name="T18" fmla="*/ 17 w 40"/>
                <a:gd name="T19" fmla="*/ 0 h 44"/>
                <a:gd name="T20" fmla="*/ 13 w 40"/>
                <a:gd name="T21" fmla="*/ 2 h 44"/>
                <a:gd name="T22" fmla="*/ 9 w 40"/>
                <a:gd name="T23" fmla="*/ 4 h 44"/>
                <a:gd name="T24" fmla="*/ 6 w 40"/>
                <a:gd name="T25" fmla="*/ 6 h 44"/>
                <a:gd name="T26" fmla="*/ 4 w 40"/>
                <a:gd name="T27" fmla="*/ 10 h 44"/>
                <a:gd name="T28" fmla="*/ 2 w 40"/>
                <a:gd name="T29" fmla="*/ 14 h 44"/>
                <a:gd name="T30" fmla="*/ 0 w 40"/>
                <a:gd name="T31" fmla="*/ 17 h 44"/>
                <a:gd name="T32" fmla="*/ 0 w 40"/>
                <a:gd name="T33" fmla="*/ 21 h 44"/>
                <a:gd name="T34" fmla="*/ 0 w 40"/>
                <a:gd name="T35" fmla="*/ 25 h 44"/>
                <a:gd name="T36" fmla="*/ 2 w 40"/>
                <a:gd name="T37" fmla="*/ 31 h 44"/>
                <a:gd name="T38" fmla="*/ 4 w 40"/>
                <a:gd name="T39" fmla="*/ 35 h 44"/>
                <a:gd name="T40" fmla="*/ 6 w 40"/>
                <a:gd name="T41" fmla="*/ 36 h 44"/>
                <a:gd name="T42" fmla="*/ 9 w 40"/>
                <a:gd name="T43" fmla="*/ 40 h 44"/>
                <a:gd name="T44" fmla="*/ 13 w 40"/>
                <a:gd name="T45" fmla="*/ 42 h 44"/>
                <a:gd name="T46" fmla="*/ 17 w 40"/>
                <a:gd name="T47" fmla="*/ 42 h 44"/>
                <a:gd name="T48" fmla="*/ 20 w 40"/>
                <a:gd name="T49" fmla="*/ 44 h 44"/>
                <a:gd name="T50" fmla="*/ 24 w 40"/>
                <a:gd name="T51" fmla="*/ 42 h 44"/>
                <a:gd name="T52" fmla="*/ 29 w 40"/>
                <a:gd name="T53" fmla="*/ 42 h 44"/>
                <a:gd name="T54" fmla="*/ 31 w 40"/>
                <a:gd name="T55" fmla="*/ 40 h 44"/>
                <a:gd name="T56" fmla="*/ 35 w 40"/>
                <a:gd name="T57" fmla="*/ 36 h 44"/>
                <a:gd name="T58" fmla="*/ 36 w 40"/>
                <a:gd name="T59" fmla="*/ 35 h 44"/>
                <a:gd name="T60" fmla="*/ 40 w 40"/>
                <a:gd name="T61" fmla="*/ 31 h 44"/>
                <a:gd name="T62" fmla="*/ 40 w 40"/>
                <a:gd name="T63" fmla="*/ 25 h 44"/>
                <a:gd name="T64" fmla="*/ 40 w 40"/>
                <a:gd name="T65" fmla="*/ 21 h 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0" h="44">
                  <a:moveTo>
                    <a:pt x="40" y="21"/>
                  </a:moveTo>
                  <a:lnTo>
                    <a:pt x="40" y="17"/>
                  </a:lnTo>
                  <a:lnTo>
                    <a:pt x="40" y="14"/>
                  </a:lnTo>
                  <a:lnTo>
                    <a:pt x="36" y="10"/>
                  </a:lnTo>
                  <a:lnTo>
                    <a:pt x="35" y="6"/>
                  </a:lnTo>
                  <a:lnTo>
                    <a:pt x="31" y="4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6" y="6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31"/>
                  </a:lnTo>
                  <a:lnTo>
                    <a:pt x="4" y="35"/>
                  </a:lnTo>
                  <a:lnTo>
                    <a:pt x="6" y="36"/>
                  </a:lnTo>
                  <a:lnTo>
                    <a:pt x="9" y="40"/>
                  </a:lnTo>
                  <a:lnTo>
                    <a:pt x="13" y="42"/>
                  </a:lnTo>
                  <a:lnTo>
                    <a:pt x="17" y="42"/>
                  </a:lnTo>
                  <a:lnTo>
                    <a:pt x="20" y="44"/>
                  </a:lnTo>
                  <a:lnTo>
                    <a:pt x="24" y="42"/>
                  </a:lnTo>
                  <a:lnTo>
                    <a:pt x="29" y="42"/>
                  </a:lnTo>
                  <a:lnTo>
                    <a:pt x="31" y="40"/>
                  </a:lnTo>
                  <a:lnTo>
                    <a:pt x="35" y="36"/>
                  </a:lnTo>
                  <a:lnTo>
                    <a:pt x="36" y="35"/>
                  </a:lnTo>
                  <a:lnTo>
                    <a:pt x="40" y="31"/>
                  </a:lnTo>
                  <a:lnTo>
                    <a:pt x="40" y="25"/>
                  </a:lnTo>
                  <a:lnTo>
                    <a:pt x="40" y="2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57B119B8-907F-4D88-8398-135DFBFBB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2690"/>
              <a:ext cx="40" cy="42"/>
            </a:xfrm>
            <a:custGeom>
              <a:avLst/>
              <a:gdLst>
                <a:gd name="T0" fmla="*/ 40 w 40"/>
                <a:gd name="T1" fmla="*/ 21 h 42"/>
                <a:gd name="T2" fmla="*/ 40 w 40"/>
                <a:gd name="T3" fmla="*/ 18 h 42"/>
                <a:gd name="T4" fmla="*/ 40 w 40"/>
                <a:gd name="T5" fmla="*/ 12 h 42"/>
                <a:gd name="T6" fmla="*/ 36 w 40"/>
                <a:gd name="T7" fmla="*/ 10 h 42"/>
                <a:gd name="T8" fmla="*/ 35 w 40"/>
                <a:gd name="T9" fmla="*/ 6 h 42"/>
                <a:gd name="T10" fmla="*/ 31 w 40"/>
                <a:gd name="T11" fmla="*/ 2 h 42"/>
                <a:gd name="T12" fmla="*/ 29 w 40"/>
                <a:gd name="T13" fmla="*/ 0 h 42"/>
                <a:gd name="T14" fmla="*/ 24 w 40"/>
                <a:gd name="T15" fmla="*/ 0 h 42"/>
                <a:gd name="T16" fmla="*/ 20 w 40"/>
                <a:gd name="T17" fmla="*/ 0 h 42"/>
                <a:gd name="T18" fmla="*/ 17 w 40"/>
                <a:gd name="T19" fmla="*/ 0 h 42"/>
                <a:gd name="T20" fmla="*/ 13 w 40"/>
                <a:gd name="T21" fmla="*/ 0 h 42"/>
                <a:gd name="T22" fmla="*/ 9 w 40"/>
                <a:gd name="T23" fmla="*/ 2 h 42"/>
                <a:gd name="T24" fmla="*/ 6 w 40"/>
                <a:gd name="T25" fmla="*/ 6 h 42"/>
                <a:gd name="T26" fmla="*/ 4 w 40"/>
                <a:gd name="T27" fmla="*/ 10 h 42"/>
                <a:gd name="T28" fmla="*/ 2 w 40"/>
                <a:gd name="T29" fmla="*/ 12 h 42"/>
                <a:gd name="T30" fmla="*/ 0 w 40"/>
                <a:gd name="T31" fmla="*/ 18 h 42"/>
                <a:gd name="T32" fmla="*/ 0 w 40"/>
                <a:gd name="T33" fmla="*/ 21 h 42"/>
                <a:gd name="T34" fmla="*/ 0 w 40"/>
                <a:gd name="T35" fmla="*/ 25 h 42"/>
                <a:gd name="T36" fmla="*/ 2 w 40"/>
                <a:gd name="T37" fmla="*/ 29 h 42"/>
                <a:gd name="T38" fmla="*/ 4 w 40"/>
                <a:gd name="T39" fmla="*/ 33 h 42"/>
                <a:gd name="T40" fmla="*/ 6 w 40"/>
                <a:gd name="T41" fmla="*/ 37 h 42"/>
                <a:gd name="T42" fmla="*/ 9 w 40"/>
                <a:gd name="T43" fmla="*/ 39 h 42"/>
                <a:gd name="T44" fmla="*/ 13 w 40"/>
                <a:gd name="T45" fmla="*/ 41 h 42"/>
                <a:gd name="T46" fmla="*/ 17 w 40"/>
                <a:gd name="T47" fmla="*/ 42 h 42"/>
                <a:gd name="T48" fmla="*/ 20 w 40"/>
                <a:gd name="T49" fmla="*/ 42 h 42"/>
                <a:gd name="T50" fmla="*/ 24 w 40"/>
                <a:gd name="T51" fmla="*/ 42 h 42"/>
                <a:gd name="T52" fmla="*/ 29 w 40"/>
                <a:gd name="T53" fmla="*/ 41 h 42"/>
                <a:gd name="T54" fmla="*/ 31 w 40"/>
                <a:gd name="T55" fmla="*/ 39 h 42"/>
                <a:gd name="T56" fmla="*/ 35 w 40"/>
                <a:gd name="T57" fmla="*/ 37 h 42"/>
                <a:gd name="T58" fmla="*/ 36 w 40"/>
                <a:gd name="T59" fmla="*/ 33 h 42"/>
                <a:gd name="T60" fmla="*/ 40 w 40"/>
                <a:gd name="T61" fmla="*/ 29 h 42"/>
                <a:gd name="T62" fmla="*/ 40 w 40"/>
                <a:gd name="T63" fmla="*/ 25 h 42"/>
                <a:gd name="T64" fmla="*/ 40 w 40"/>
                <a:gd name="T65" fmla="*/ 21 h 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0" h="42">
                  <a:moveTo>
                    <a:pt x="40" y="21"/>
                  </a:moveTo>
                  <a:lnTo>
                    <a:pt x="40" y="18"/>
                  </a:lnTo>
                  <a:lnTo>
                    <a:pt x="40" y="12"/>
                  </a:lnTo>
                  <a:lnTo>
                    <a:pt x="36" y="10"/>
                  </a:lnTo>
                  <a:lnTo>
                    <a:pt x="35" y="6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6" y="6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29"/>
                  </a:lnTo>
                  <a:lnTo>
                    <a:pt x="4" y="33"/>
                  </a:lnTo>
                  <a:lnTo>
                    <a:pt x="6" y="37"/>
                  </a:lnTo>
                  <a:lnTo>
                    <a:pt x="9" y="39"/>
                  </a:lnTo>
                  <a:lnTo>
                    <a:pt x="13" y="41"/>
                  </a:lnTo>
                  <a:lnTo>
                    <a:pt x="17" y="42"/>
                  </a:lnTo>
                  <a:lnTo>
                    <a:pt x="20" y="42"/>
                  </a:lnTo>
                  <a:lnTo>
                    <a:pt x="24" y="42"/>
                  </a:lnTo>
                  <a:lnTo>
                    <a:pt x="29" y="41"/>
                  </a:lnTo>
                  <a:lnTo>
                    <a:pt x="31" y="39"/>
                  </a:lnTo>
                  <a:lnTo>
                    <a:pt x="35" y="37"/>
                  </a:lnTo>
                  <a:lnTo>
                    <a:pt x="36" y="33"/>
                  </a:lnTo>
                  <a:lnTo>
                    <a:pt x="40" y="29"/>
                  </a:lnTo>
                  <a:lnTo>
                    <a:pt x="40" y="25"/>
                  </a:lnTo>
                  <a:lnTo>
                    <a:pt x="4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60">
              <a:extLst>
                <a:ext uri="{FF2B5EF4-FFF2-40B4-BE49-F238E27FC236}">
                  <a16:creationId xmlns:a16="http://schemas.microsoft.com/office/drawing/2014/main" id="{EE497759-0498-48A2-809F-12D69717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2690"/>
              <a:ext cx="40" cy="42"/>
            </a:xfrm>
            <a:custGeom>
              <a:avLst/>
              <a:gdLst>
                <a:gd name="T0" fmla="*/ 40 w 40"/>
                <a:gd name="T1" fmla="*/ 21 h 42"/>
                <a:gd name="T2" fmla="*/ 40 w 40"/>
                <a:gd name="T3" fmla="*/ 18 h 42"/>
                <a:gd name="T4" fmla="*/ 40 w 40"/>
                <a:gd name="T5" fmla="*/ 12 h 42"/>
                <a:gd name="T6" fmla="*/ 36 w 40"/>
                <a:gd name="T7" fmla="*/ 10 h 42"/>
                <a:gd name="T8" fmla="*/ 35 w 40"/>
                <a:gd name="T9" fmla="*/ 6 h 42"/>
                <a:gd name="T10" fmla="*/ 31 w 40"/>
                <a:gd name="T11" fmla="*/ 2 h 42"/>
                <a:gd name="T12" fmla="*/ 29 w 40"/>
                <a:gd name="T13" fmla="*/ 0 h 42"/>
                <a:gd name="T14" fmla="*/ 24 w 40"/>
                <a:gd name="T15" fmla="*/ 0 h 42"/>
                <a:gd name="T16" fmla="*/ 20 w 40"/>
                <a:gd name="T17" fmla="*/ 0 h 42"/>
                <a:gd name="T18" fmla="*/ 17 w 40"/>
                <a:gd name="T19" fmla="*/ 0 h 42"/>
                <a:gd name="T20" fmla="*/ 13 w 40"/>
                <a:gd name="T21" fmla="*/ 0 h 42"/>
                <a:gd name="T22" fmla="*/ 9 w 40"/>
                <a:gd name="T23" fmla="*/ 2 h 42"/>
                <a:gd name="T24" fmla="*/ 6 w 40"/>
                <a:gd name="T25" fmla="*/ 6 h 42"/>
                <a:gd name="T26" fmla="*/ 4 w 40"/>
                <a:gd name="T27" fmla="*/ 10 h 42"/>
                <a:gd name="T28" fmla="*/ 2 w 40"/>
                <a:gd name="T29" fmla="*/ 12 h 42"/>
                <a:gd name="T30" fmla="*/ 0 w 40"/>
                <a:gd name="T31" fmla="*/ 18 h 42"/>
                <a:gd name="T32" fmla="*/ 0 w 40"/>
                <a:gd name="T33" fmla="*/ 21 h 42"/>
                <a:gd name="T34" fmla="*/ 0 w 40"/>
                <a:gd name="T35" fmla="*/ 25 h 42"/>
                <a:gd name="T36" fmla="*/ 2 w 40"/>
                <a:gd name="T37" fmla="*/ 29 h 42"/>
                <a:gd name="T38" fmla="*/ 4 w 40"/>
                <a:gd name="T39" fmla="*/ 33 h 42"/>
                <a:gd name="T40" fmla="*/ 6 w 40"/>
                <a:gd name="T41" fmla="*/ 37 h 42"/>
                <a:gd name="T42" fmla="*/ 9 w 40"/>
                <a:gd name="T43" fmla="*/ 39 h 42"/>
                <a:gd name="T44" fmla="*/ 13 w 40"/>
                <a:gd name="T45" fmla="*/ 41 h 42"/>
                <a:gd name="T46" fmla="*/ 17 w 40"/>
                <a:gd name="T47" fmla="*/ 42 h 42"/>
                <a:gd name="T48" fmla="*/ 20 w 40"/>
                <a:gd name="T49" fmla="*/ 42 h 42"/>
                <a:gd name="T50" fmla="*/ 24 w 40"/>
                <a:gd name="T51" fmla="*/ 42 h 42"/>
                <a:gd name="T52" fmla="*/ 29 w 40"/>
                <a:gd name="T53" fmla="*/ 41 h 42"/>
                <a:gd name="T54" fmla="*/ 31 w 40"/>
                <a:gd name="T55" fmla="*/ 39 h 42"/>
                <a:gd name="T56" fmla="*/ 35 w 40"/>
                <a:gd name="T57" fmla="*/ 37 h 42"/>
                <a:gd name="T58" fmla="*/ 36 w 40"/>
                <a:gd name="T59" fmla="*/ 33 h 42"/>
                <a:gd name="T60" fmla="*/ 40 w 40"/>
                <a:gd name="T61" fmla="*/ 29 h 42"/>
                <a:gd name="T62" fmla="*/ 40 w 40"/>
                <a:gd name="T63" fmla="*/ 25 h 42"/>
                <a:gd name="T64" fmla="*/ 40 w 40"/>
                <a:gd name="T65" fmla="*/ 21 h 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0" h="42">
                  <a:moveTo>
                    <a:pt x="40" y="21"/>
                  </a:moveTo>
                  <a:lnTo>
                    <a:pt x="40" y="18"/>
                  </a:lnTo>
                  <a:lnTo>
                    <a:pt x="40" y="12"/>
                  </a:lnTo>
                  <a:lnTo>
                    <a:pt x="36" y="10"/>
                  </a:lnTo>
                  <a:lnTo>
                    <a:pt x="35" y="6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6" y="6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29"/>
                  </a:lnTo>
                  <a:lnTo>
                    <a:pt x="4" y="33"/>
                  </a:lnTo>
                  <a:lnTo>
                    <a:pt x="6" y="37"/>
                  </a:lnTo>
                  <a:lnTo>
                    <a:pt x="9" y="39"/>
                  </a:lnTo>
                  <a:lnTo>
                    <a:pt x="13" y="41"/>
                  </a:lnTo>
                  <a:lnTo>
                    <a:pt x="17" y="42"/>
                  </a:lnTo>
                  <a:lnTo>
                    <a:pt x="20" y="42"/>
                  </a:lnTo>
                  <a:lnTo>
                    <a:pt x="24" y="42"/>
                  </a:lnTo>
                  <a:lnTo>
                    <a:pt x="29" y="41"/>
                  </a:lnTo>
                  <a:lnTo>
                    <a:pt x="31" y="39"/>
                  </a:lnTo>
                  <a:lnTo>
                    <a:pt x="35" y="37"/>
                  </a:lnTo>
                  <a:lnTo>
                    <a:pt x="36" y="33"/>
                  </a:lnTo>
                  <a:lnTo>
                    <a:pt x="40" y="29"/>
                  </a:lnTo>
                  <a:lnTo>
                    <a:pt x="40" y="25"/>
                  </a:lnTo>
                  <a:lnTo>
                    <a:pt x="40" y="2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1">
              <a:extLst>
                <a:ext uri="{FF2B5EF4-FFF2-40B4-BE49-F238E27FC236}">
                  <a16:creationId xmlns:a16="http://schemas.microsoft.com/office/drawing/2014/main" id="{F65AA41E-FDB2-4881-97FF-EE50D7C43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" y="3093"/>
              <a:ext cx="235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2EAB1571-AC39-4705-A2B6-81501EEC2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" y="2660"/>
              <a:ext cx="3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779996DC-605A-4257-937A-EC79A2768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" y="2660"/>
              <a:ext cx="169" cy="189"/>
            </a:xfrm>
            <a:custGeom>
              <a:avLst/>
              <a:gdLst>
                <a:gd name="T0" fmla="*/ 0 w 169"/>
                <a:gd name="T1" fmla="*/ 0 h 189"/>
                <a:gd name="T2" fmla="*/ 0 w 169"/>
                <a:gd name="T3" fmla="*/ 189 h 189"/>
                <a:gd name="T4" fmla="*/ 169 w 169"/>
                <a:gd name="T5" fmla="*/ 189 h 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89">
                  <a:moveTo>
                    <a:pt x="0" y="0"/>
                  </a:moveTo>
                  <a:lnTo>
                    <a:pt x="0" y="189"/>
                  </a:lnTo>
                  <a:lnTo>
                    <a:pt x="169" y="18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541A8F32-9E98-48EE-965A-372B1B405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1" y="3093"/>
              <a:ext cx="1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B3CFAAF3-11D0-4717-B12F-1E100CDCB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2047"/>
              <a:ext cx="444" cy="653"/>
            </a:xfrm>
            <a:custGeom>
              <a:avLst/>
              <a:gdLst>
                <a:gd name="T0" fmla="*/ 0 w 444"/>
                <a:gd name="T1" fmla="*/ 653 h 653"/>
                <a:gd name="T2" fmla="*/ 444 w 444"/>
                <a:gd name="T3" fmla="*/ 653 h 653"/>
                <a:gd name="T4" fmla="*/ 444 w 444"/>
                <a:gd name="T5" fmla="*/ 0 h 6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4" h="653">
                  <a:moveTo>
                    <a:pt x="0" y="653"/>
                  </a:moveTo>
                  <a:lnTo>
                    <a:pt x="444" y="653"/>
                  </a:lnTo>
                  <a:lnTo>
                    <a:pt x="44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6">
              <a:extLst>
                <a:ext uri="{FF2B5EF4-FFF2-40B4-BE49-F238E27FC236}">
                  <a16:creationId xmlns:a16="http://schemas.microsoft.com/office/drawing/2014/main" id="{A5F54215-C3AA-46C1-8D08-3D51381CE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2" y="3364"/>
              <a:ext cx="0" cy="3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FA616BE9-24F0-4710-88AF-8D16EC15A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3364"/>
              <a:ext cx="0" cy="3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241AE3D8-C4C2-4010-B67A-0A755AA12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" y="3364"/>
              <a:ext cx="0" cy="3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9">
              <a:extLst>
                <a:ext uri="{FF2B5EF4-FFF2-40B4-BE49-F238E27FC236}">
                  <a16:creationId xmlns:a16="http://schemas.microsoft.com/office/drawing/2014/main" id="{E12A31A6-9D77-4698-BB12-8FFD343A2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5" y="3364"/>
              <a:ext cx="0" cy="3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70">
              <a:extLst>
                <a:ext uri="{FF2B5EF4-FFF2-40B4-BE49-F238E27FC236}">
                  <a16:creationId xmlns:a16="http://schemas.microsoft.com/office/drawing/2014/main" id="{93E8C8E4-8AE7-4D62-93D6-DBA48413D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2" y="1868"/>
              <a:ext cx="0" cy="5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1">
              <a:extLst>
                <a:ext uri="{FF2B5EF4-FFF2-40B4-BE49-F238E27FC236}">
                  <a16:creationId xmlns:a16="http://schemas.microsoft.com/office/drawing/2014/main" id="{1F575AF7-DDD8-43CA-B835-D4F00AFF4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8" y="1868"/>
              <a:ext cx="0" cy="5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2">
              <a:extLst>
                <a:ext uri="{FF2B5EF4-FFF2-40B4-BE49-F238E27FC236}">
                  <a16:creationId xmlns:a16="http://schemas.microsoft.com/office/drawing/2014/main" id="{CF7B59C9-E39D-46E3-9A62-B5932788A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1868"/>
              <a:ext cx="0" cy="5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3">
              <a:extLst>
                <a:ext uri="{FF2B5EF4-FFF2-40B4-BE49-F238E27FC236}">
                  <a16:creationId xmlns:a16="http://schemas.microsoft.com/office/drawing/2014/main" id="{6FBDA8D0-67CE-43A8-8DF8-C0C7F8E83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5" y="1868"/>
              <a:ext cx="0" cy="5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58530C19-05D2-4621-8174-71E436098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9" y="2047"/>
              <a:ext cx="2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5">
              <a:extLst>
                <a:ext uri="{FF2B5EF4-FFF2-40B4-BE49-F238E27FC236}">
                  <a16:creationId xmlns:a16="http://schemas.microsoft.com/office/drawing/2014/main" id="{DD80577F-10AD-4676-8EC0-AB37CDD39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660"/>
              <a:ext cx="76" cy="80"/>
            </a:xfrm>
            <a:custGeom>
              <a:avLst/>
              <a:gdLst>
                <a:gd name="T0" fmla="*/ 76 w 76"/>
                <a:gd name="T1" fmla="*/ 40 h 80"/>
                <a:gd name="T2" fmla="*/ 74 w 76"/>
                <a:gd name="T3" fmla="*/ 32 h 80"/>
                <a:gd name="T4" fmla="*/ 72 w 76"/>
                <a:gd name="T5" fmla="*/ 25 h 80"/>
                <a:gd name="T6" fmla="*/ 69 w 76"/>
                <a:gd name="T7" fmla="*/ 19 h 80"/>
                <a:gd name="T8" fmla="*/ 65 w 76"/>
                <a:gd name="T9" fmla="*/ 13 h 80"/>
                <a:gd name="T10" fmla="*/ 60 w 76"/>
                <a:gd name="T11" fmla="*/ 8 h 80"/>
                <a:gd name="T12" fmla="*/ 53 w 76"/>
                <a:gd name="T13" fmla="*/ 4 h 80"/>
                <a:gd name="T14" fmla="*/ 45 w 76"/>
                <a:gd name="T15" fmla="*/ 2 h 80"/>
                <a:gd name="T16" fmla="*/ 38 w 76"/>
                <a:gd name="T17" fmla="*/ 0 h 80"/>
                <a:gd name="T18" fmla="*/ 31 w 76"/>
                <a:gd name="T19" fmla="*/ 2 h 80"/>
                <a:gd name="T20" fmla="*/ 24 w 76"/>
                <a:gd name="T21" fmla="*/ 4 h 80"/>
                <a:gd name="T22" fmla="*/ 17 w 76"/>
                <a:gd name="T23" fmla="*/ 8 h 80"/>
                <a:gd name="T24" fmla="*/ 11 w 76"/>
                <a:gd name="T25" fmla="*/ 13 h 80"/>
                <a:gd name="T26" fmla="*/ 7 w 76"/>
                <a:gd name="T27" fmla="*/ 19 h 80"/>
                <a:gd name="T28" fmla="*/ 4 w 76"/>
                <a:gd name="T29" fmla="*/ 25 h 80"/>
                <a:gd name="T30" fmla="*/ 2 w 76"/>
                <a:gd name="T31" fmla="*/ 32 h 80"/>
                <a:gd name="T32" fmla="*/ 0 w 76"/>
                <a:gd name="T33" fmla="*/ 40 h 80"/>
                <a:gd name="T34" fmla="*/ 2 w 76"/>
                <a:gd name="T35" fmla="*/ 48 h 80"/>
                <a:gd name="T36" fmla="*/ 4 w 76"/>
                <a:gd name="T37" fmla="*/ 55 h 80"/>
                <a:gd name="T38" fmla="*/ 7 w 76"/>
                <a:gd name="T39" fmla="*/ 63 h 80"/>
                <a:gd name="T40" fmla="*/ 11 w 76"/>
                <a:gd name="T41" fmla="*/ 69 h 80"/>
                <a:gd name="T42" fmla="*/ 17 w 76"/>
                <a:gd name="T43" fmla="*/ 72 h 80"/>
                <a:gd name="T44" fmla="*/ 24 w 76"/>
                <a:gd name="T45" fmla="*/ 76 h 80"/>
                <a:gd name="T46" fmla="*/ 31 w 76"/>
                <a:gd name="T47" fmla="*/ 80 h 80"/>
                <a:gd name="T48" fmla="*/ 38 w 76"/>
                <a:gd name="T49" fmla="*/ 80 h 80"/>
                <a:gd name="T50" fmla="*/ 45 w 76"/>
                <a:gd name="T51" fmla="*/ 80 h 80"/>
                <a:gd name="T52" fmla="*/ 53 w 76"/>
                <a:gd name="T53" fmla="*/ 76 h 80"/>
                <a:gd name="T54" fmla="*/ 60 w 76"/>
                <a:gd name="T55" fmla="*/ 72 h 80"/>
                <a:gd name="T56" fmla="*/ 65 w 76"/>
                <a:gd name="T57" fmla="*/ 69 h 80"/>
                <a:gd name="T58" fmla="*/ 69 w 76"/>
                <a:gd name="T59" fmla="*/ 63 h 80"/>
                <a:gd name="T60" fmla="*/ 72 w 76"/>
                <a:gd name="T61" fmla="*/ 55 h 80"/>
                <a:gd name="T62" fmla="*/ 74 w 76"/>
                <a:gd name="T63" fmla="*/ 48 h 80"/>
                <a:gd name="T64" fmla="*/ 76 w 76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6" h="80">
                  <a:moveTo>
                    <a:pt x="76" y="40"/>
                  </a:moveTo>
                  <a:lnTo>
                    <a:pt x="74" y="32"/>
                  </a:lnTo>
                  <a:lnTo>
                    <a:pt x="72" y="25"/>
                  </a:lnTo>
                  <a:lnTo>
                    <a:pt x="69" y="19"/>
                  </a:lnTo>
                  <a:lnTo>
                    <a:pt x="65" y="13"/>
                  </a:lnTo>
                  <a:lnTo>
                    <a:pt x="60" y="8"/>
                  </a:lnTo>
                  <a:lnTo>
                    <a:pt x="53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4"/>
                  </a:lnTo>
                  <a:lnTo>
                    <a:pt x="17" y="8"/>
                  </a:lnTo>
                  <a:lnTo>
                    <a:pt x="11" y="13"/>
                  </a:lnTo>
                  <a:lnTo>
                    <a:pt x="7" y="19"/>
                  </a:lnTo>
                  <a:lnTo>
                    <a:pt x="4" y="25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2" y="48"/>
                  </a:lnTo>
                  <a:lnTo>
                    <a:pt x="4" y="55"/>
                  </a:lnTo>
                  <a:lnTo>
                    <a:pt x="7" y="63"/>
                  </a:lnTo>
                  <a:lnTo>
                    <a:pt x="11" y="69"/>
                  </a:lnTo>
                  <a:lnTo>
                    <a:pt x="17" y="72"/>
                  </a:lnTo>
                  <a:lnTo>
                    <a:pt x="24" y="76"/>
                  </a:lnTo>
                  <a:lnTo>
                    <a:pt x="31" y="80"/>
                  </a:lnTo>
                  <a:lnTo>
                    <a:pt x="38" y="80"/>
                  </a:lnTo>
                  <a:lnTo>
                    <a:pt x="45" y="80"/>
                  </a:lnTo>
                  <a:lnTo>
                    <a:pt x="53" y="76"/>
                  </a:lnTo>
                  <a:lnTo>
                    <a:pt x="60" y="72"/>
                  </a:lnTo>
                  <a:lnTo>
                    <a:pt x="65" y="69"/>
                  </a:lnTo>
                  <a:lnTo>
                    <a:pt x="69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6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6">
              <a:extLst>
                <a:ext uri="{FF2B5EF4-FFF2-40B4-BE49-F238E27FC236}">
                  <a16:creationId xmlns:a16="http://schemas.microsoft.com/office/drawing/2014/main" id="{3B06BAB4-8B04-444F-AE83-9A0B3F029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660"/>
              <a:ext cx="76" cy="80"/>
            </a:xfrm>
            <a:custGeom>
              <a:avLst/>
              <a:gdLst>
                <a:gd name="T0" fmla="*/ 76 w 76"/>
                <a:gd name="T1" fmla="*/ 40 h 80"/>
                <a:gd name="T2" fmla="*/ 74 w 76"/>
                <a:gd name="T3" fmla="*/ 32 h 80"/>
                <a:gd name="T4" fmla="*/ 72 w 76"/>
                <a:gd name="T5" fmla="*/ 25 h 80"/>
                <a:gd name="T6" fmla="*/ 69 w 76"/>
                <a:gd name="T7" fmla="*/ 19 h 80"/>
                <a:gd name="T8" fmla="*/ 65 w 76"/>
                <a:gd name="T9" fmla="*/ 13 h 80"/>
                <a:gd name="T10" fmla="*/ 60 w 76"/>
                <a:gd name="T11" fmla="*/ 8 h 80"/>
                <a:gd name="T12" fmla="*/ 53 w 76"/>
                <a:gd name="T13" fmla="*/ 4 h 80"/>
                <a:gd name="T14" fmla="*/ 45 w 76"/>
                <a:gd name="T15" fmla="*/ 2 h 80"/>
                <a:gd name="T16" fmla="*/ 38 w 76"/>
                <a:gd name="T17" fmla="*/ 0 h 80"/>
                <a:gd name="T18" fmla="*/ 31 w 76"/>
                <a:gd name="T19" fmla="*/ 2 h 80"/>
                <a:gd name="T20" fmla="*/ 24 w 76"/>
                <a:gd name="T21" fmla="*/ 4 h 80"/>
                <a:gd name="T22" fmla="*/ 17 w 76"/>
                <a:gd name="T23" fmla="*/ 8 h 80"/>
                <a:gd name="T24" fmla="*/ 11 w 76"/>
                <a:gd name="T25" fmla="*/ 13 h 80"/>
                <a:gd name="T26" fmla="*/ 7 w 76"/>
                <a:gd name="T27" fmla="*/ 19 h 80"/>
                <a:gd name="T28" fmla="*/ 4 w 76"/>
                <a:gd name="T29" fmla="*/ 25 h 80"/>
                <a:gd name="T30" fmla="*/ 2 w 76"/>
                <a:gd name="T31" fmla="*/ 32 h 80"/>
                <a:gd name="T32" fmla="*/ 0 w 76"/>
                <a:gd name="T33" fmla="*/ 40 h 80"/>
                <a:gd name="T34" fmla="*/ 2 w 76"/>
                <a:gd name="T35" fmla="*/ 48 h 80"/>
                <a:gd name="T36" fmla="*/ 4 w 76"/>
                <a:gd name="T37" fmla="*/ 55 h 80"/>
                <a:gd name="T38" fmla="*/ 7 w 76"/>
                <a:gd name="T39" fmla="*/ 63 h 80"/>
                <a:gd name="T40" fmla="*/ 11 w 76"/>
                <a:gd name="T41" fmla="*/ 69 h 80"/>
                <a:gd name="T42" fmla="*/ 17 w 76"/>
                <a:gd name="T43" fmla="*/ 72 h 80"/>
                <a:gd name="T44" fmla="*/ 24 w 76"/>
                <a:gd name="T45" fmla="*/ 76 h 80"/>
                <a:gd name="T46" fmla="*/ 31 w 76"/>
                <a:gd name="T47" fmla="*/ 80 h 80"/>
                <a:gd name="T48" fmla="*/ 38 w 76"/>
                <a:gd name="T49" fmla="*/ 80 h 80"/>
                <a:gd name="T50" fmla="*/ 45 w 76"/>
                <a:gd name="T51" fmla="*/ 80 h 80"/>
                <a:gd name="T52" fmla="*/ 53 w 76"/>
                <a:gd name="T53" fmla="*/ 76 h 80"/>
                <a:gd name="T54" fmla="*/ 60 w 76"/>
                <a:gd name="T55" fmla="*/ 72 h 80"/>
                <a:gd name="T56" fmla="*/ 65 w 76"/>
                <a:gd name="T57" fmla="*/ 69 h 80"/>
                <a:gd name="T58" fmla="*/ 69 w 76"/>
                <a:gd name="T59" fmla="*/ 63 h 80"/>
                <a:gd name="T60" fmla="*/ 72 w 76"/>
                <a:gd name="T61" fmla="*/ 55 h 80"/>
                <a:gd name="T62" fmla="*/ 74 w 76"/>
                <a:gd name="T63" fmla="*/ 48 h 80"/>
                <a:gd name="T64" fmla="*/ 76 w 76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6" h="80">
                  <a:moveTo>
                    <a:pt x="76" y="40"/>
                  </a:moveTo>
                  <a:lnTo>
                    <a:pt x="74" y="32"/>
                  </a:lnTo>
                  <a:lnTo>
                    <a:pt x="72" y="25"/>
                  </a:lnTo>
                  <a:lnTo>
                    <a:pt x="69" y="19"/>
                  </a:lnTo>
                  <a:lnTo>
                    <a:pt x="65" y="13"/>
                  </a:lnTo>
                  <a:lnTo>
                    <a:pt x="60" y="8"/>
                  </a:lnTo>
                  <a:lnTo>
                    <a:pt x="53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4"/>
                  </a:lnTo>
                  <a:lnTo>
                    <a:pt x="17" y="8"/>
                  </a:lnTo>
                  <a:lnTo>
                    <a:pt x="11" y="13"/>
                  </a:lnTo>
                  <a:lnTo>
                    <a:pt x="7" y="19"/>
                  </a:lnTo>
                  <a:lnTo>
                    <a:pt x="4" y="25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2" y="48"/>
                  </a:lnTo>
                  <a:lnTo>
                    <a:pt x="4" y="55"/>
                  </a:lnTo>
                  <a:lnTo>
                    <a:pt x="7" y="63"/>
                  </a:lnTo>
                  <a:lnTo>
                    <a:pt x="11" y="69"/>
                  </a:lnTo>
                  <a:lnTo>
                    <a:pt x="17" y="72"/>
                  </a:lnTo>
                  <a:lnTo>
                    <a:pt x="24" y="76"/>
                  </a:lnTo>
                  <a:lnTo>
                    <a:pt x="31" y="80"/>
                  </a:lnTo>
                  <a:lnTo>
                    <a:pt x="38" y="80"/>
                  </a:lnTo>
                  <a:lnTo>
                    <a:pt x="45" y="80"/>
                  </a:lnTo>
                  <a:lnTo>
                    <a:pt x="53" y="76"/>
                  </a:lnTo>
                  <a:lnTo>
                    <a:pt x="60" y="72"/>
                  </a:lnTo>
                  <a:lnTo>
                    <a:pt x="65" y="69"/>
                  </a:lnTo>
                  <a:lnTo>
                    <a:pt x="69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6" y="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EA51F5A0-3809-40DB-8B3D-2954B499D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3053"/>
              <a:ext cx="76" cy="80"/>
            </a:xfrm>
            <a:custGeom>
              <a:avLst/>
              <a:gdLst>
                <a:gd name="T0" fmla="*/ 76 w 76"/>
                <a:gd name="T1" fmla="*/ 40 h 80"/>
                <a:gd name="T2" fmla="*/ 74 w 76"/>
                <a:gd name="T3" fmla="*/ 33 h 80"/>
                <a:gd name="T4" fmla="*/ 72 w 76"/>
                <a:gd name="T5" fmla="*/ 25 h 80"/>
                <a:gd name="T6" fmla="*/ 69 w 76"/>
                <a:gd name="T7" fmla="*/ 19 h 80"/>
                <a:gd name="T8" fmla="*/ 65 w 76"/>
                <a:gd name="T9" fmla="*/ 12 h 80"/>
                <a:gd name="T10" fmla="*/ 60 w 76"/>
                <a:gd name="T11" fmla="*/ 8 h 80"/>
                <a:gd name="T12" fmla="*/ 53 w 76"/>
                <a:gd name="T13" fmla="*/ 4 h 80"/>
                <a:gd name="T14" fmla="*/ 45 w 76"/>
                <a:gd name="T15" fmla="*/ 2 h 80"/>
                <a:gd name="T16" fmla="*/ 38 w 76"/>
                <a:gd name="T17" fmla="*/ 0 h 80"/>
                <a:gd name="T18" fmla="*/ 31 w 76"/>
                <a:gd name="T19" fmla="*/ 2 h 80"/>
                <a:gd name="T20" fmla="*/ 24 w 76"/>
                <a:gd name="T21" fmla="*/ 4 h 80"/>
                <a:gd name="T22" fmla="*/ 17 w 76"/>
                <a:gd name="T23" fmla="*/ 8 h 80"/>
                <a:gd name="T24" fmla="*/ 11 w 76"/>
                <a:gd name="T25" fmla="*/ 12 h 80"/>
                <a:gd name="T26" fmla="*/ 7 w 76"/>
                <a:gd name="T27" fmla="*/ 19 h 80"/>
                <a:gd name="T28" fmla="*/ 4 w 76"/>
                <a:gd name="T29" fmla="*/ 25 h 80"/>
                <a:gd name="T30" fmla="*/ 2 w 76"/>
                <a:gd name="T31" fmla="*/ 33 h 80"/>
                <a:gd name="T32" fmla="*/ 0 w 76"/>
                <a:gd name="T33" fmla="*/ 40 h 80"/>
                <a:gd name="T34" fmla="*/ 2 w 76"/>
                <a:gd name="T35" fmla="*/ 48 h 80"/>
                <a:gd name="T36" fmla="*/ 4 w 76"/>
                <a:gd name="T37" fmla="*/ 55 h 80"/>
                <a:gd name="T38" fmla="*/ 7 w 76"/>
                <a:gd name="T39" fmla="*/ 63 h 80"/>
                <a:gd name="T40" fmla="*/ 11 w 76"/>
                <a:gd name="T41" fmla="*/ 69 h 80"/>
                <a:gd name="T42" fmla="*/ 17 w 76"/>
                <a:gd name="T43" fmla="*/ 73 h 80"/>
                <a:gd name="T44" fmla="*/ 24 w 76"/>
                <a:gd name="T45" fmla="*/ 76 h 80"/>
                <a:gd name="T46" fmla="*/ 31 w 76"/>
                <a:gd name="T47" fmla="*/ 80 h 80"/>
                <a:gd name="T48" fmla="*/ 38 w 76"/>
                <a:gd name="T49" fmla="*/ 80 h 80"/>
                <a:gd name="T50" fmla="*/ 45 w 76"/>
                <a:gd name="T51" fmla="*/ 80 h 80"/>
                <a:gd name="T52" fmla="*/ 53 w 76"/>
                <a:gd name="T53" fmla="*/ 76 h 80"/>
                <a:gd name="T54" fmla="*/ 60 w 76"/>
                <a:gd name="T55" fmla="*/ 73 h 80"/>
                <a:gd name="T56" fmla="*/ 65 w 76"/>
                <a:gd name="T57" fmla="*/ 69 h 80"/>
                <a:gd name="T58" fmla="*/ 69 w 76"/>
                <a:gd name="T59" fmla="*/ 63 h 80"/>
                <a:gd name="T60" fmla="*/ 72 w 76"/>
                <a:gd name="T61" fmla="*/ 55 h 80"/>
                <a:gd name="T62" fmla="*/ 74 w 76"/>
                <a:gd name="T63" fmla="*/ 48 h 80"/>
                <a:gd name="T64" fmla="*/ 76 w 76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6" h="80">
                  <a:moveTo>
                    <a:pt x="76" y="40"/>
                  </a:moveTo>
                  <a:lnTo>
                    <a:pt x="74" y="33"/>
                  </a:lnTo>
                  <a:lnTo>
                    <a:pt x="72" y="25"/>
                  </a:lnTo>
                  <a:lnTo>
                    <a:pt x="69" y="19"/>
                  </a:lnTo>
                  <a:lnTo>
                    <a:pt x="65" y="12"/>
                  </a:lnTo>
                  <a:lnTo>
                    <a:pt x="60" y="8"/>
                  </a:lnTo>
                  <a:lnTo>
                    <a:pt x="53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4"/>
                  </a:lnTo>
                  <a:lnTo>
                    <a:pt x="17" y="8"/>
                  </a:lnTo>
                  <a:lnTo>
                    <a:pt x="11" y="12"/>
                  </a:lnTo>
                  <a:lnTo>
                    <a:pt x="7" y="19"/>
                  </a:lnTo>
                  <a:lnTo>
                    <a:pt x="4" y="25"/>
                  </a:lnTo>
                  <a:lnTo>
                    <a:pt x="2" y="33"/>
                  </a:lnTo>
                  <a:lnTo>
                    <a:pt x="0" y="40"/>
                  </a:lnTo>
                  <a:lnTo>
                    <a:pt x="2" y="48"/>
                  </a:lnTo>
                  <a:lnTo>
                    <a:pt x="4" y="55"/>
                  </a:lnTo>
                  <a:lnTo>
                    <a:pt x="7" y="63"/>
                  </a:lnTo>
                  <a:lnTo>
                    <a:pt x="11" y="69"/>
                  </a:lnTo>
                  <a:lnTo>
                    <a:pt x="17" y="73"/>
                  </a:lnTo>
                  <a:lnTo>
                    <a:pt x="24" y="76"/>
                  </a:lnTo>
                  <a:lnTo>
                    <a:pt x="31" y="80"/>
                  </a:lnTo>
                  <a:lnTo>
                    <a:pt x="38" y="80"/>
                  </a:lnTo>
                  <a:lnTo>
                    <a:pt x="45" y="80"/>
                  </a:lnTo>
                  <a:lnTo>
                    <a:pt x="53" y="76"/>
                  </a:lnTo>
                  <a:lnTo>
                    <a:pt x="60" y="73"/>
                  </a:lnTo>
                  <a:lnTo>
                    <a:pt x="65" y="69"/>
                  </a:lnTo>
                  <a:lnTo>
                    <a:pt x="69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6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8360F79D-E147-4034-82CD-7BEB042FF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3053"/>
              <a:ext cx="76" cy="80"/>
            </a:xfrm>
            <a:custGeom>
              <a:avLst/>
              <a:gdLst>
                <a:gd name="T0" fmla="*/ 76 w 76"/>
                <a:gd name="T1" fmla="*/ 40 h 80"/>
                <a:gd name="T2" fmla="*/ 74 w 76"/>
                <a:gd name="T3" fmla="*/ 33 h 80"/>
                <a:gd name="T4" fmla="*/ 72 w 76"/>
                <a:gd name="T5" fmla="*/ 25 h 80"/>
                <a:gd name="T6" fmla="*/ 69 w 76"/>
                <a:gd name="T7" fmla="*/ 19 h 80"/>
                <a:gd name="T8" fmla="*/ 65 w 76"/>
                <a:gd name="T9" fmla="*/ 12 h 80"/>
                <a:gd name="T10" fmla="*/ 60 w 76"/>
                <a:gd name="T11" fmla="*/ 8 h 80"/>
                <a:gd name="T12" fmla="*/ 53 w 76"/>
                <a:gd name="T13" fmla="*/ 4 h 80"/>
                <a:gd name="T14" fmla="*/ 45 w 76"/>
                <a:gd name="T15" fmla="*/ 2 h 80"/>
                <a:gd name="T16" fmla="*/ 38 w 76"/>
                <a:gd name="T17" fmla="*/ 0 h 80"/>
                <a:gd name="T18" fmla="*/ 31 w 76"/>
                <a:gd name="T19" fmla="*/ 2 h 80"/>
                <a:gd name="T20" fmla="*/ 24 w 76"/>
                <a:gd name="T21" fmla="*/ 4 h 80"/>
                <a:gd name="T22" fmla="*/ 17 w 76"/>
                <a:gd name="T23" fmla="*/ 8 h 80"/>
                <a:gd name="T24" fmla="*/ 11 w 76"/>
                <a:gd name="T25" fmla="*/ 12 h 80"/>
                <a:gd name="T26" fmla="*/ 7 w 76"/>
                <a:gd name="T27" fmla="*/ 19 h 80"/>
                <a:gd name="T28" fmla="*/ 4 w 76"/>
                <a:gd name="T29" fmla="*/ 25 h 80"/>
                <a:gd name="T30" fmla="*/ 2 w 76"/>
                <a:gd name="T31" fmla="*/ 33 h 80"/>
                <a:gd name="T32" fmla="*/ 0 w 76"/>
                <a:gd name="T33" fmla="*/ 40 h 80"/>
                <a:gd name="T34" fmla="*/ 2 w 76"/>
                <a:gd name="T35" fmla="*/ 48 h 80"/>
                <a:gd name="T36" fmla="*/ 4 w 76"/>
                <a:gd name="T37" fmla="*/ 55 h 80"/>
                <a:gd name="T38" fmla="*/ 7 w 76"/>
                <a:gd name="T39" fmla="*/ 63 h 80"/>
                <a:gd name="T40" fmla="*/ 11 w 76"/>
                <a:gd name="T41" fmla="*/ 69 h 80"/>
                <a:gd name="T42" fmla="*/ 17 w 76"/>
                <a:gd name="T43" fmla="*/ 73 h 80"/>
                <a:gd name="T44" fmla="*/ 24 w 76"/>
                <a:gd name="T45" fmla="*/ 76 h 80"/>
                <a:gd name="T46" fmla="*/ 31 w 76"/>
                <a:gd name="T47" fmla="*/ 80 h 80"/>
                <a:gd name="T48" fmla="*/ 38 w 76"/>
                <a:gd name="T49" fmla="*/ 80 h 80"/>
                <a:gd name="T50" fmla="*/ 45 w 76"/>
                <a:gd name="T51" fmla="*/ 80 h 80"/>
                <a:gd name="T52" fmla="*/ 53 w 76"/>
                <a:gd name="T53" fmla="*/ 76 h 80"/>
                <a:gd name="T54" fmla="*/ 60 w 76"/>
                <a:gd name="T55" fmla="*/ 73 h 80"/>
                <a:gd name="T56" fmla="*/ 65 w 76"/>
                <a:gd name="T57" fmla="*/ 69 h 80"/>
                <a:gd name="T58" fmla="*/ 69 w 76"/>
                <a:gd name="T59" fmla="*/ 63 h 80"/>
                <a:gd name="T60" fmla="*/ 72 w 76"/>
                <a:gd name="T61" fmla="*/ 55 h 80"/>
                <a:gd name="T62" fmla="*/ 74 w 76"/>
                <a:gd name="T63" fmla="*/ 48 h 80"/>
                <a:gd name="T64" fmla="*/ 76 w 76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6" h="80">
                  <a:moveTo>
                    <a:pt x="76" y="40"/>
                  </a:moveTo>
                  <a:lnTo>
                    <a:pt x="74" y="33"/>
                  </a:lnTo>
                  <a:lnTo>
                    <a:pt x="72" y="25"/>
                  </a:lnTo>
                  <a:lnTo>
                    <a:pt x="69" y="19"/>
                  </a:lnTo>
                  <a:lnTo>
                    <a:pt x="65" y="12"/>
                  </a:lnTo>
                  <a:lnTo>
                    <a:pt x="60" y="8"/>
                  </a:lnTo>
                  <a:lnTo>
                    <a:pt x="53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4"/>
                  </a:lnTo>
                  <a:lnTo>
                    <a:pt x="17" y="8"/>
                  </a:lnTo>
                  <a:lnTo>
                    <a:pt x="11" y="12"/>
                  </a:lnTo>
                  <a:lnTo>
                    <a:pt x="7" y="19"/>
                  </a:lnTo>
                  <a:lnTo>
                    <a:pt x="4" y="25"/>
                  </a:lnTo>
                  <a:lnTo>
                    <a:pt x="2" y="33"/>
                  </a:lnTo>
                  <a:lnTo>
                    <a:pt x="0" y="40"/>
                  </a:lnTo>
                  <a:lnTo>
                    <a:pt x="2" y="48"/>
                  </a:lnTo>
                  <a:lnTo>
                    <a:pt x="4" y="55"/>
                  </a:lnTo>
                  <a:lnTo>
                    <a:pt x="7" y="63"/>
                  </a:lnTo>
                  <a:lnTo>
                    <a:pt x="11" y="69"/>
                  </a:lnTo>
                  <a:lnTo>
                    <a:pt x="17" y="73"/>
                  </a:lnTo>
                  <a:lnTo>
                    <a:pt x="24" y="76"/>
                  </a:lnTo>
                  <a:lnTo>
                    <a:pt x="31" y="80"/>
                  </a:lnTo>
                  <a:lnTo>
                    <a:pt x="38" y="80"/>
                  </a:lnTo>
                  <a:lnTo>
                    <a:pt x="45" y="80"/>
                  </a:lnTo>
                  <a:lnTo>
                    <a:pt x="53" y="76"/>
                  </a:lnTo>
                  <a:lnTo>
                    <a:pt x="60" y="73"/>
                  </a:lnTo>
                  <a:lnTo>
                    <a:pt x="65" y="69"/>
                  </a:lnTo>
                  <a:lnTo>
                    <a:pt x="69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6" y="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CEE952A8-AF46-4CE0-96F5-42716B852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007"/>
              <a:ext cx="74" cy="80"/>
            </a:xfrm>
            <a:custGeom>
              <a:avLst/>
              <a:gdLst>
                <a:gd name="T0" fmla="*/ 74 w 74"/>
                <a:gd name="T1" fmla="*/ 40 h 80"/>
                <a:gd name="T2" fmla="*/ 74 w 74"/>
                <a:gd name="T3" fmla="*/ 33 h 80"/>
                <a:gd name="T4" fmla="*/ 72 w 74"/>
                <a:gd name="T5" fmla="*/ 25 h 80"/>
                <a:gd name="T6" fmla="*/ 68 w 74"/>
                <a:gd name="T7" fmla="*/ 19 h 80"/>
                <a:gd name="T8" fmla="*/ 63 w 74"/>
                <a:gd name="T9" fmla="*/ 12 h 80"/>
                <a:gd name="T10" fmla="*/ 57 w 74"/>
                <a:gd name="T11" fmla="*/ 8 h 80"/>
                <a:gd name="T12" fmla="*/ 52 w 74"/>
                <a:gd name="T13" fmla="*/ 4 h 80"/>
                <a:gd name="T14" fmla="*/ 45 w 74"/>
                <a:gd name="T15" fmla="*/ 2 h 80"/>
                <a:gd name="T16" fmla="*/ 38 w 74"/>
                <a:gd name="T17" fmla="*/ 0 h 80"/>
                <a:gd name="T18" fmla="*/ 29 w 74"/>
                <a:gd name="T19" fmla="*/ 2 h 80"/>
                <a:gd name="T20" fmla="*/ 21 w 74"/>
                <a:gd name="T21" fmla="*/ 4 h 80"/>
                <a:gd name="T22" fmla="*/ 16 w 74"/>
                <a:gd name="T23" fmla="*/ 8 h 80"/>
                <a:gd name="T24" fmla="*/ 10 w 74"/>
                <a:gd name="T25" fmla="*/ 12 h 80"/>
                <a:gd name="T26" fmla="*/ 5 w 74"/>
                <a:gd name="T27" fmla="*/ 19 h 80"/>
                <a:gd name="T28" fmla="*/ 1 w 74"/>
                <a:gd name="T29" fmla="*/ 25 h 80"/>
                <a:gd name="T30" fmla="*/ 0 w 74"/>
                <a:gd name="T31" fmla="*/ 33 h 80"/>
                <a:gd name="T32" fmla="*/ 0 w 74"/>
                <a:gd name="T33" fmla="*/ 40 h 80"/>
                <a:gd name="T34" fmla="*/ 0 w 74"/>
                <a:gd name="T35" fmla="*/ 48 h 80"/>
                <a:gd name="T36" fmla="*/ 1 w 74"/>
                <a:gd name="T37" fmla="*/ 55 h 80"/>
                <a:gd name="T38" fmla="*/ 5 w 74"/>
                <a:gd name="T39" fmla="*/ 63 h 80"/>
                <a:gd name="T40" fmla="*/ 10 w 74"/>
                <a:gd name="T41" fmla="*/ 69 h 80"/>
                <a:gd name="T42" fmla="*/ 16 w 74"/>
                <a:gd name="T43" fmla="*/ 73 h 80"/>
                <a:gd name="T44" fmla="*/ 21 w 74"/>
                <a:gd name="T45" fmla="*/ 76 h 80"/>
                <a:gd name="T46" fmla="*/ 29 w 74"/>
                <a:gd name="T47" fmla="*/ 78 h 80"/>
                <a:gd name="T48" fmla="*/ 38 w 74"/>
                <a:gd name="T49" fmla="*/ 80 h 80"/>
                <a:gd name="T50" fmla="*/ 45 w 74"/>
                <a:gd name="T51" fmla="*/ 78 h 80"/>
                <a:gd name="T52" fmla="*/ 52 w 74"/>
                <a:gd name="T53" fmla="*/ 76 h 80"/>
                <a:gd name="T54" fmla="*/ 57 w 74"/>
                <a:gd name="T55" fmla="*/ 73 h 80"/>
                <a:gd name="T56" fmla="*/ 63 w 74"/>
                <a:gd name="T57" fmla="*/ 69 h 80"/>
                <a:gd name="T58" fmla="*/ 68 w 74"/>
                <a:gd name="T59" fmla="*/ 63 h 80"/>
                <a:gd name="T60" fmla="*/ 72 w 74"/>
                <a:gd name="T61" fmla="*/ 55 h 80"/>
                <a:gd name="T62" fmla="*/ 74 w 74"/>
                <a:gd name="T63" fmla="*/ 48 h 80"/>
                <a:gd name="T64" fmla="*/ 74 w 74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4" h="80">
                  <a:moveTo>
                    <a:pt x="74" y="40"/>
                  </a:moveTo>
                  <a:lnTo>
                    <a:pt x="74" y="33"/>
                  </a:lnTo>
                  <a:lnTo>
                    <a:pt x="72" y="25"/>
                  </a:lnTo>
                  <a:lnTo>
                    <a:pt x="68" y="19"/>
                  </a:lnTo>
                  <a:lnTo>
                    <a:pt x="63" y="12"/>
                  </a:lnTo>
                  <a:lnTo>
                    <a:pt x="57" y="8"/>
                  </a:lnTo>
                  <a:lnTo>
                    <a:pt x="52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29" y="2"/>
                  </a:lnTo>
                  <a:lnTo>
                    <a:pt x="21" y="4"/>
                  </a:lnTo>
                  <a:lnTo>
                    <a:pt x="16" y="8"/>
                  </a:lnTo>
                  <a:lnTo>
                    <a:pt x="10" y="12"/>
                  </a:lnTo>
                  <a:lnTo>
                    <a:pt x="5" y="19"/>
                  </a:lnTo>
                  <a:lnTo>
                    <a:pt x="1" y="25"/>
                  </a:lnTo>
                  <a:lnTo>
                    <a:pt x="0" y="33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1" y="55"/>
                  </a:lnTo>
                  <a:lnTo>
                    <a:pt x="5" y="63"/>
                  </a:lnTo>
                  <a:lnTo>
                    <a:pt x="10" y="69"/>
                  </a:lnTo>
                  <a:lnTo>
                    <a:pt x="16" y="73"/>
                  </a:lnTo>
                  <a:lnTo>
                    <a:pt x="21" y="76"/>
                  </a:lnTo>
                  <a:lnTo>
                    <a:pt x="29" y="78"/>
                  </a:lnTo>
                  <a:lnTo>
                    <a:pt x="38" y="80"/>
                  </a:lnTo>
                  <a:lnTo>
                    <a:pt x="45" y="78"/>
                  </a:lnTo>
                  <a:lnTo>
                    <a:pt x="52" y="76"/>
                  </a:lnTo>
                  <a:lnTo>
                    <a:pt x="57" y="73"/>
                  </a:lnTo>
                  <a:lnTo>
                    <a:pt x="63" y="69"/>
                  </a:lnTo>
                  <a:lnTo>
                    <a:pt x="68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97637283-079D-4BEA-9811-DC9E67090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007"/>
              <a:ext cx="74" cy="80"/>
            </a:xfrm>
            <a:custGeom>
              <a:avLst/>
              <a:gdLst>
                <a:gd name="T0" fmla="*/ 74 w 74"/>
                <a:gd name="T1" fmla="*/ 40 h 80"/>
                <a:gd name="T2" fmla="*/ 74 w 74"/>
                <a:gd name="T3" fmla="*/ 33 h 80"/>
                <a:gd name="T4" fmla="*/ 72 w 74"/>
                <a:gd name="T5" fmla="*/ 25 h 80"/>
                <a:gd name="T6" fmla="*/ 68 w 74"/>
                <a:gd name="T7" fmla="*/ 19 h 80"/>
                <a:gd name="T8" fmla="*/ 63 w 74"/>
                <a:gd name="T9" fmla="*/ 12 h 80"/>
                <a:gd name="T10" fmla="*/ 57 w 74"/>
                <a:gd name="T11" fmla="*/ 8 h 80"/>
                <a:gd name="T12" fmla="*/ 52 w 74"/>
                <a:gd name="T13" fmla="*/ 4 h 80"/>
                <a:gd name="T14" fmla="*/ 45 w 74"/>
                <a:gd name="T15" fmla="*/ 2 h 80"/>
                <a:gd name="T16" fmla="*/ 38 w 74"/>
                <a:gd name="T17" fmla="*/ 0 h 80"/>
                <a:gd name="T18" fmla="*/ 29 w 74"/>
                <a:gd name="T19" fmla="*/ 2 h 80"/>
                <a:gd name="T20" fmla="*/ 21 w 74"/>
                <a:gd name="T21" fmla="*/ 4 h 80"/>
                <a:gd name="T22" fmla="*/ 16 w 74"/>
                <a:gd name="T23" fmla="*/ 8 h 80"/>
                <a:gd name="T24" fmla="*/ 10 w 74"/>
                <a:gd name="T25" fmla="*/ 12 h 80"/>
                <a:gd name="T26" fmla="*/ 5 w 74"/>
                <a:gd name="T27" fmla="*/ 19 h 80"/>
                <a:gd name="T28" fmla="*/ 1 w 74"/>
                <a:gd name="T29" fmla="*/ 25 h 80"/>
                <a:gd name="T30" fmla="*/ 0 w 74"/>
                <a:gd name="T31" fmla="*/ 33 h 80"/>
                <a:gd name="T32" fmla="*/ 0 w 74"/>
                <a:gd name="T33" fmla="*/ 40 h 80"/>
                <a:gd name="T34" fmla="*/ 0 w 74"/>
                <a:gd name="T35" fmla="*/ 48 h 80"/>
                <a:gd name="T36" fmla="*/ 1 w 74"/>
                <a:gd name="T37" fmla="*/ 55 h 80"/>
                <a:gd name="T38" fmla="*/ 5 w 74"/>
                <a:gd name="T39" fmla="*/ 63 h 80"/>
                <a:gd name="T40" fmla="*/ 10 w 74"/>
                <a:gd name="T41" fmla="*/ 69 h 80"/>
                <a:gd name="T42" fmla="*/ 16 w 74"/>
                <a:gd name="T43" fmla="*/ 73 h 80"/>
                <a:gd name="T44" fmla="*/ 21 w 74"/>
                <a:gd name="T45" fmla="*/ 76 h 80"/>
                <a:gd name="T46" fmla="*/ 29 w 74"/>
                <a:gd name="T47" fmla="*/ 78 h 80"/>
                <a:gd name="T48" fmla="*/ 38 w 74"/>
                <a:gd name="T49" fmla="*/ 80 h 80"/>
                <a:gd name="T50" fmla="*/ 45 w 74"/>
                <a:gd name="T51" fmla="*/ 78 h 80"/>
                <a:gd name="T52" fmla="*/ 52 w 74"/>
                <a:gd name="T53" fmla="*/ 76 h 80"/>
                <a:gd name="T54" fmla="*/ 57 w 74"/>
                <a:gd name="T55" fmla="*/ 73 h 80"/>
                <a:gd name="T56" fmla="*/ 63 w 74"/>
                <a:gd name="T57" fmla="*/ 69 h 80"/>
                <a:gd name="T58" fmla="*/ 68 w 74"/>
                <a:gd name="T59" fmla="*/ 63 h 80"/>
                <a:gd name="T60" fmla="*/ 72 w 74"/>
                <a:gd name="T61" fmla="*/ 55 h 80"/>
                <a:gd name="T62" fmla="*/ 74 w 74"/>
                <a:gd name="T63" fmla="*/ 48 h 80"/>
                <a:gd name="T64" fmla="*/ 74 w 74"/>
                <a:gd name="T65" fmla="*/ 40 h 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4" h="80">
                  <a:moveTo>
                    <a:pt x="74" y="40"/>
                  </a:moveTo>
                  <a:lnTo>
                    <a:pt x="74" y="33"/>
                  </a:lnTo>
                  <a:lnTo>
                    <a:pt x="72" y="25"/>
                  </a:lnTo>
                  <a:lnTo>
                    <a:pt x="68" y="19"/>
                  </a:lnTo>
                  <a:lnTo>
                    <a:pt x="63" y="12"/>
                  </a:lnTo>
                  <a:lnTo>
                    <a:pt x="57" y="8"/>
                  </a:lnTo>
                  <a:lnTo>
                    <a:pt x="52" y="4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29" y="2"/>
                  </a:lnTo>
                  <a:lnTo>
                    <a:pt x="21" y="4"/>
                  </a:lnTo>
                  <a:lnTo>
                    <a:pt x="16" y="8"/>
                  </a:lnTo>
                  <a:lnTo>
                    <a:pt x="10" y="12"/>
                  </a:lnTo>
                  <a:lnTo>
                    <a:pt x="5" y="19"/>
                  </a:lnTo>
                  <a:lnTo>
                    <a:pt x="1" y="25"/>
                  </a:lnTo>
                  <a:lnTo>
                    <a:pt x="0" y="33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1" y="55"/>
                  </a:lnTo>
                  <a:lnTo>
                    <a:pt x="5" y="63"/>
                  </a:lnTo>
                  <a:lnTo>
                    <a:pt x="10" y="69"/>
                  </a:lnTo>
                  <a:lnTo>
                    <a:pt x="16" y="73"/>
                  </a:lnTo>
                  <a:lnTo>
                    <a:pt x="21" y="76"/>
                  </a:lnTo>
                  <a:lnTo>
                    <a:pt x="29" y="78"/>
                  </a:lnTo>
                  <a:lnTo>
                    <a:pt x="38" y="80"/>
                  </a:lnTo>
                  <a:lnTo>
                    <a:pt x="45" y="78"/>
                  </a:lnTo>
                  <a:lnTo>
                    <a:pt x="52" y="76"/>
                  </a:lnTo>
                  <a:lnTo>
                    <a:pt x="57" y="73"/>
                  </a:lnTo>
                  <a:lnTo>
                    <a:pt x="63" y="69"/>
                  </a:lnTo>
                  <a:lnTo>
                    <a:pt x="68" y="63"/>
                  </a:lnTo>
                  <a:lnTo>
                    <a:pt x="72" y="55"/>
                  </a:lnTo>
                  <a:lnTo>
                    <a:pt x="74" y="48"/>
                  </a:lnTo>
                  <a:lnTo>
                    <a:pt x="74" y="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81">
              <a:extLst>
                <a:ext uri="{FF2B5EF4-FFF2-40B4-BE49-F238E27FC236}">
                  <a16:creationId xmlns:a16="http://schemas.microsoft.com/office/drawing/2014/main" id="{3F07E1A3-9657-42B9-B531-61F9A8E75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300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id="{C29EB29E-BA16-4B35-BB95-8CAAB3C0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57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1" name="Rectangle 83">
              <a:extLst>
                <a:ext uri="{FF2B5EF4-FFF2-40B4-BE49-F238E27FC236}">
                  <a16:creationId xmlns:a16="http://schemas.microsoft.com/office/drawing/2014/main" id="{92464419-3C72-415D-AF75-67A759E4D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2787"/>
              <a:ext cx="2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160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2" name="Line 84">
              <a:extLst>
                <a:ext uri="{FF2B5EF4-FFF2-40B4-BE49-F238E27FC236}">
                  <a16:creationId xmlns:a16="http://schemas.microsoft.com/office/drawing/2014/main" id="{42B3F0C4-3A4A-4539-AE2A-18FB0F6AB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2047"/>
              <a:ext cx="702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09A62597-F9BE-4824-A0A4-BA4CE1AE1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030"/>
              <a:ext cx="34" cy="36"/>
            </a:xfrm>
            <a:custGeom>
              <a:avLst/>
              <a:gdLst>
                <a:gd name="T0" fmla="*/ 34 w 34"/>
                <a:gd name="T1" fmla="*/ 17 h 36"/>
                <a:gd name="T2" fmla="*/ 33 w 34"/>
                <a:gd name="T3" fmla="*/ 13 h 36"/>
                <a:gd name="T4" fmla="*/ 33 w 34"/>
                <a:gd name="T5" fmla="*/ 10 h 36"/>
                <a:gd name="T6" fmla="*/ 31 w 34"/>
                <a:gd name="T7" fmla="*/ 8 h 36"/>
                <a:gd name="T8" fmla="*/ 29 w 34"/>
                <a:gd name="T9" fmla="*/ 4 h 36"/>
                <a:gd name="T10" fmla="*/ 25 w 34"/>
                <a:gd name="T11" fmla="*/ 2 h 36"/>
                <a:gd name="T12" fmla="*/ 24 w 34"/>
                <a:gd name="T13" fmla="*/ 0 h 36"/>
                <a:gd name="T14" fmla="*/ 20 w 34"/>
                <a:gd name="T15" fmla="*/ 0 h 36"/>
                <a:gd name="T16" fmla="*/ 16 w 34"/>
                <a:gd name="T17" fmla="*/ 0 h 36"/>
                <a:gd name="T18" fmla="*/ 13 w 34"/>
                <a:gd name="T19" fmla="*/ 0 h 36"/>
                <a:gd name="T20" fmla="*/ 9 w 34"/>
                <a:gd name="T21" fmla="*/ 0 h 36"/>
                <a:gd name="T22" fmla="*/ 7 w 34"/>
                <a:gd name="T23" fmla="*/ 2 h 36"/>
                <a:gd name="T24" fmla="*/ 4 w 34"/>
                <a:gd name="T25" fmla="*/ 4 h 36"/>
                <a:gd name="T26" fmla="*/ 2 w 34"/>
                <a:gd name="T27" fmla="*/ 8 h 36"/>
                <a:gd name="T28" fmla="*/ 0 w 34"/>
                <a:gd name="T29" fmla="*/ 10 h 36"/>
                <a:gd name="T30" fmla="*/ 0 w 34"/>
                <a:gd name="T31" fmla="*/ 13 h 36"/>
                <a:gd name="T32" fmla="*/ 0 w 34"/>
                <a:gd name="T33" fmla="*/ 17 h 36"/>
                <a:gd name="T34" fmla="*/ 0 w 34"/>
                <a:gd name="T35" fmla="*/ 21 h 36"/>
                <a:gd name="T36" fmla="*/ 0 w 34"/>
                <a:gd name="T37" fmla="*/ 25 h 36"/>
                <a:gd name="T38" fmla="*/ 2 w 34"/>
                <a:gd name="T39" fmla="*/ 27 h 36"/>
                <a:gd name="T40" fmla="*/ 4 w 34"/>
                <a:gd name="T41" fmla="*/ 31 h 36"/>
                <a:gd name="T42" fmla="*/ 7 w 34"/>
                <a:gd name="T43" fmla="*/ 32 h 36"/>
                <a:gd name="T44" fmla="*/ 9 w 34"/>
                <a:gd name="T45" fmla="*/ 34 h 36"/>
                <a:gd name="T46" fmla="*/ 13 w 34"/>
                <a:gd name="T47" fmla="*/ 34 h 36"/>
                <a:gd name="T48" fmla="*/ 16 w 34"/>
                <a:gd name="T49" fmla="*/ 36 h 36"/>
                <a:gd name="T50" fmla="*/ 20 w 34"/>
                <a:gd name="T51" fmla="*/ 34 h 36"/>
                <a:gd name="T52" fmla="*/ 24 w 34"/>
                <a:gd name="T53" fmla="*/ 34 h 36"/>
                <a:gd name="T54" fmla="*/ 25 w 34"/>
                <a:gd name="T55" fmla="*/ 32 h 36"/>
                <a:gd name="T56" fmla="*/ 29 w 34"/>
                <a:gd name="T57" fmla="*/ 31 h 36"/>
                <a:gd name="T58" fmla="*/ 31 w 34"/>
                <a:gd name="T59" fmla="*/ 27 h 36"/>
                <a:gd name="T60" fmla="*/ 33 w 34"/>
                <a:gd name="T61" fmla="*/ 25 h 36"/>
                <a:gd name="T62" fmla="*/ 33 w 34"/>
                <a:gd name="T63" fmla="*/ 21 h 36"/>
                <a:gd name="T64" fmla="*/ 34 w 34"/>
                <a:gd name="T65" fmla="*/ 17 h 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4" h="36">
                  <a:moveTo>
                    <a:pt x="34" y="17"/>
                  </a:moveTo>
                  <a:lnTo>
                    <a:pt x="33" y="13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29" y="4"/>
                  </a:lnTo>
                  <a:lnTo>
                    <a:pt x="25" y="2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27"/>
                  </a:lnTo>
                  <a:lnTo>
                    <a:pt x="4" y="31"/>
                  </a:lnTo>
                  <a:lnTo>
                    <a:pt x="7" y="32"/>
                  </a:lnTo>
                  <a:lnTo>
                    <a:pt x="9" y="34"/>
                  </a:lnTo>
                  <a:lnTo>
                    <a:pt x="13" y="34"/>
                  </a:lnTo>
                  <a:lnTo>
                    <a:pt x="16" y="36"/>
                  </a:lnTo>
                  <a:lnTo>
                    <a:pt x="20" y="34"/>
                  </a:lnTo>
                  <a:lnTo>
                    <a:pt x="24" y="34"/>
                  </a:lnTo>
                  <a:lnTo>
                    <a:pt x="25" y="32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3" y="25"/>
                  </a:lnTo>
                  <a:lnTo>
                    <a:pt x="33" y="21"/>
                  </a:lnTo>
                  <a:lnTo>
                    <a:pt x="34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7456FFC7-C80D-41AA-BCF2-8624877A5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030"/>
              <a:ext cx="34" cy="36"/>
            </a:xfrm>
            <a:custGeom>
              <a:avLst/>
              <a:gdLst>
                <a:gd name="T0" fmla="*/ 34 w 34"/>
                <a:gd name="T1" fmla="*/ 17 h 36"/>
                <a:gd name="T2" fmla="*/ 33 w 34"/>
                <a:gd name="T3" fmla="*/ 13 h 36"/>
                <a:gd name="T4" fmla="*/ 33 w 34"/>
                <a:gd name="T5" fmla="*/ 10 h 36"/>
                <a:gd name="T6" fmla="*/ 31 w 34"/>
                <a:gd name="T7" fmla="*/ 8 h 36"/>
                <a:gd name="T8" fmla="*/ 29 w 34"/>
                <a:gd name="T9" fmla="*/ 4 h 36"/>
                <a:gd name="T10" fmla="*/ 25 w 34"/>
                <a:gd name="T11" fmla="*/ 2 h 36"/>
                <a:gd name="T12" fmla="*/ 24 w 34"/>
                <a:gd name="T13" fmla="*/ 0 h 36"/>
                <a:gd name="T14" fmla="*/ 20 w 34"/>
                <a:gd name="T15" fmla="*/ 0 h 36"/>
                <a:gd name="T16" fmla="*/ 16 w 34"/>
                <a:gd name="T17" fmla="*/ 0 h 36"/>
                <a:gd name="T18" fmla="*/ 13 w 34"/>
                <a:gd name="T19" fmla="*/ 0 h 36"/>
                <a:gd name="T20" fmla="*/ 9 w 34"/>
                <a:gd name="T21" fmla="*/ 0 h 36"/>
                <a:gd name="T22" fmla="*/ 7 w 34"/>
                <a:gd name="T23" fmla="*/ 2 h 36"/>
                <a:gd name="T24" fmla="*/ 4 w 34"/>
                <a:gd name="T25" fmla="*/ 4 h 36"/>
                <a:gd name="T26" fmla="*/ 2 w 34"/>
                <a:gd name="T27" fmla="*/ 8 h 36"/>
                <a:gd name="T28" fmla="*/ 0 w 34"/>
                <a:gd name="T29" fmla="*/ 10 h 36"/>
                <a:gd name="T30" fmla="*/ 0 w 34"/>
                <a:gd name="T31" fmla="*/ 13 h 36"/>
                <a:gd name="T32" fmla="*/ 0 w 34"/>
                <a:gd name="T33" fmla="*/ 17 h 36"/>
                <a:gd name="T34" fmla="*/ 0 w 34"/>
                <a:gd name="T35" fmla="*/ 21 h 36"/>
                <a:gd name="T36" fmla="*/ 0 w 34"/>
                <a:gd name="T37" fmla="*/ 25 h 36"/>
                <a:gd name="T38" fmla="*/ 2 w 34"/>
                <a:gd name="T39" fmla="*/ 27 h 36"/>
                <a:gd name="T40" fmla="*/ 4 w 34"/>
                <a:gd name="T41" fmla="*/ 31 h 36"/>
                <a:gd name="T42" fmla="*/ 7 w 34"/>
                <a:gd name="T43" fmla="*/ 32 h 36"/>
                <a:gd name="T44" fmla="*/ 9 w 34"/>
                <a:gd name="T45" fmla="*/ 34 h 36"/>
                <a:gd name="T46" fmla="*/ 13 w 34"/>
                <a:gd name="T47" fmla="*/ 34 h 36"/>
                <a:gd name="T48" fmla="*/ 16 w 34"/>
                <a:gd name="T49" fmla="*/ 36 h 36"/>
                <a:gd name="T50" fmla="*/ 20 w 34"/>
                <a:gd name="T51" fmla="*/ 34 h 36"/>
                <a:gd name="T52" fmla="*/ 24 w 34"/>
                <a:gd name="T53" fmla="*/ 34 h 36"/>
                <a:gd name="T54" fmla="*/ 25 w 34"/>
                <a:gd name="T55" fmla="*/ 32 h 36"/>
                <a:gd name="T56" fmla="*/ 29 w 34"/>
                <a:gd name="T57" fmla="*/ 31 h 36"/>
                <a:gd name="T58" fmla="*/ 31 w 34"/>
                <a:gd name="T59" fmla="*/ 27 h 36"/>
                <a:gd name="T60" fmla="*/ 33 w 34"/>
                <a:gd name="T61" fmla="*/ 25 h 36"/>
                <a:gd name="T62" fmla="*/ 33 w 34"/>
                <a:gd name="T63" fmla="*/ 21 h 36"/>
                <a:gd name="T64" fmla="*/ 34 w 34"/>
                <a:gd name="T65" fmla="*/ 17 h 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4" h="36">
                  <a:moveTo>
                    <a:pt x="34" y="17"/>
                  </a:moveTo>
                  <a:lnTo>
                    <a:pt x="33" y="13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29" y="4"/>
                  </a:lnTo>
                  <a:lnTo>
                    <a:pt x="25" y="2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" y="27"/>
                  </a:lnTo>
                  <a:lnTo>
                    <a:pt x="4" y="31"/>
                  </a:lnTo>
                  <a:lnTo>
                    <a:pt x="7" y="32"/>
                  </a:lnTo>
                  <a:lnTo>
                    <a:pt x="9" y="34"/>
                  </a:lnTo>
                  <a:lnTo>
                    <a:pt x="13" y="34"/>
                  </a:lnTo>
                  <a:lnTo>
                    <a:pt x="16" y="36"/>
                  </a:lnTo>
                  <a:lnTo>
                    <a:pt x="20" y="34"/>
                  </a:lnTo>
                  <a:lnTo>
                    <a:pt x="24" y="34"/>
                  </a:lnTo>
                  <a:lnTo>
                    <a:pt x="25" y="32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3" y="25"/>
                  </a:lnTo>
                  <a:lnTo>
                    <a:pt x="33" y="21"/>
                  </a:lnTo>
                  <a:lnTo>
                    <a:pt x="34" y="17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Rectangle 87">
              <a:extLst>
                <a:ext uri="{FF2B5EF4-FFF2-40B4-BE49-F238E27FC236}">
                  <a16:creationId xmlns:a16="http://schemas.microsoft.com/office/drawing/2014/main" id="{01CE4EDA-4DB2-42AD-A3D8-232EA2A75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370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" name="Rectangle 88">
              <a:extLst>
                <a:ext uri="{FF2B5EF4-FFF2-40B4-BE49-F238E27FC236}">
                  <a16:creationId xmlns:a16="http://schemas.microsoft.com/office/drawing/2014/main" id="{C1333135-F8BD-4CEA-82AC-FD183C8B9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70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" name="Rectangle 89">
              <a:extLst>
                <a:ext uri="{FF2B5EF4-FFF2-40B4-BE49-F238E27FC236}">
                  <a16:creationId xmlns:a16="http://schemas.microsoft.com/office/drawing/2014/main" id="{2226F0D8-C589-4B0B-8294-3D1EA36BB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370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" name="Rectangle 90">
              <a:extLst>
                <a:ext uri="{FF2B5EF4-FFF2-40B4-BE49-F238E27FC236}">
                  <a16:creationId xmlns:a16="http://schemas.microsoft.com/office/drawing/2014/main" id="{61743F38-09A9-40A2-B1FC-1C5BAF316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370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" name="Rectangle 91">
              <a:extLst>
                <a:ext uri="{FF2B5EF4-FFF2-40B4-BE49-F238E27FC236}">
                  <a16:creationId xmlns:a16="http://schemas.microsoft.com/office/drawing/2014/main" id="{9AC596F6-571A-4BF6-95E5-E56766952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" y="3022"/>
              <a:ext cx="30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" name="Rectangle 92">
              <a:extLst>
                <a:ext uri="{FF2B5EF4-FFF2-40B4-BE49-F238E27FC236}">
                  <a16:creationId xmlns:a16="http://schemas.microsoft.com/office/drawing/2014/main" id="{6C2E140A-5004-4566-9B22-965FD0B4F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" y="2387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85823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957B90-DB3D-4169-BB7A-A07201C63C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47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B9E6E-43FC-485E-8780-C8EB0CC48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zh-CN" sz="2800" b="1">
              <a:solidFill>
                <a:srgbClr val="CC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DD92D0-8FA5-45DC-ADB0-346B20791F81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1943100"/>
            <a:ext cx="4287838" cy="2895600"/>
            <a:chOff x="1235" y="1344"/>
            <a:chExt cx="2701" cy="182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24C2422-E74D-4E25-8512-CBFACB71C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134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26BA6DED-CB9D-4E73-8EFD-3BE31EE4A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1" y="1536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D31403-CAA1-4E73-AB15-078804FF3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134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9FECC6B-BDF8-421D-822F-775BEBEBB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536"/>
              <a:ext cx="393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32013C-1FCF-469A-9BA4-FF3D4B620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134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N-M-1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B3EDCBB5-AEBD-43A5-95BC-CD75726C15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30" y="189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75984BB-E2D4-457D-846C-DB85C6340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" y="206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N-M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A25DECD-CDD9-4321-93E8-AB068D7D13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48" y="2615"/>
              <a:ext cx="33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AB5BEED-A211-40F8-83B0-1CA2B80BA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278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N-3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9A4CC98E-0F08-4204-A80B-DDF3A0AAA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2" y="2976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B53D706-2CD6-4217-AB42-4014CF263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4" y="278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N-2</a:t>
              </a: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14D37AE6-3177-41FD-BDB9-0CFDCBD47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0" y="2976"/>
              <a:ext cx="3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1A93BE1-7830-409D-9B25-60DAFCD57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2784"/>
              <a:ext cx="61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90B0EF3-BC08-4339-AE92-B564B9A415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040" y="2251"/>
              <a:ext cx="105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Line 18">
            <a:extLst>
              <a:ext uri="{FF2B5EF4-FFF2-40B4-BE49-F238E27FC236}">
                <a16:creationId xmlns:a16="http://schemas.microsoft.com/office/drawing/2014/main" id="{4531E63A-0B6A-43BB-B25C-25F5106952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2563" y="3276600"/>
            <a:ext cx="2535237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058A40FC-B955-4898-BA1E-8CA55E0187D0}"/>
              </a:ext>
            </a:extLst>
          </p:cNvPr>
          <p:cNvSpPr>
            <a:spLocks noChangeArrowheads="1"/>
          </p:cNvSpPr>
          <p:nvPr/>
        </p:nvSpPr>
        <p:spPr bwMode="auto">
          <a:xfrm rot="19597413">
            <a:off x="4724400" y="3581400"/>
            <a:ext cx="685800" cy="655638"/>
          </a:xfrm>
          <a:prstGeom prst="curvedLeftArrow">
            <a:avLst>
              <a:gd name="adj1" fmla="val 20000"/>
              <a:gd name="adj2" fmla="val 40000"/>
              <a:gd name="adj3" fmla="val 348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1">
                <a:extLst>
                  <a:ext uri="{FF2B5EF4-FFF2-40B4-BE49-F238E27FC236}">
                    <a16:creationId xmlns:a16="http://schemas.microsoft.com/office/drawing/2014/main" id="{B135539F-5DEE-45BA-A984-796884859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613" y="5049838"/>
                <a:ext cx="4495800" cy="1108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、用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="1" baseline="-30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N-1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kumimoji="1" lang="en-US" altLang="zh-CN" sz="2400" b="1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   </m:t>
                    </m:r>
                    <m:acc>
                      <m:accPr>
                        <m:chr m:val="̅"/>
                        <m:ctrlPr>
                          <a:rPr kumimoji="1" lang="zh-CN" altLang="en-US" sz="2400" b="1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1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𝑳𝑫</m:t>
                        </m:r>
                      </m:e>
                    </m:acc>
                    <m:r>
                      <a:rPr kumimoji="1" lang="zh-CN" altLang="en-US" sz="24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有效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、用进位端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使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𝑳𝑫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有效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 Box 21">
                <a:extLst>
                  <a:ext uri="{FF2B5EF4-FFF2-40B4-BE49-F238E27FC236}">
                    <a16:creationId xmlns:a16="http://schemas.microsoft.com/office/drawing/2014/main" id="{B135539F-5DEE-45BA-A984-79688485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613" y="5049838"/>
                <a:ext cx="4495800" cy="1108075"/>
              </a:xfrm>
              <a:prstGeom prst="rect">
                <a:avLst/>
              </a:prstGeom>
              <a:blipFill>
                <a:blip r:embed="rId3"/>
                <a:stretch>
                  <a:fillRect l="-2033" t="-6044" b="-104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22EE6C8-143D-4D24-BE2D-49D28739CF9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31800" y="638175"/>
                <a:ext cx="8505825" cy="1368425"/>
              </a:xfrm>
              <a:prstGeom prst="rect">
                <a:avLst/>
              </a:prstGeom>
            </p:spPr>
            <p:txBody>
              <a:bodyPr/>
              <a:lstStyle>
                <a:lvl1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3200" b="1" kern="1200">
                    <a:solidFill>
                      <a:schemeClr val="tx2"/>
                    </a:solidFill>
                    <a:latin typeface="+mj-lt"/>
                    <a:ea typeface="黑体" panose="02010609060101010101" pitchFamily="49" charset="-122"/>
                    <a:cs typeface="+mj-cs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）置入最小值法：在计到</a:t>
                </a:r>
                <a:r>
                  <a:rPr lang="en-US" altLang="zh-CN" sz="2800" dirty="0">
                    <a:solidFill>
                      <a:srgbClr val="00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30000" dirty="0">
                    <a:solidFill>
                      <a:srgbClr val="00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𝑳𝑫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有效，</a:t>
                </a:r>
                <a:b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下一状态为       </a:t>
                </a:r>
                <a:r>
                  <a:rPr lang="zh-CN" alt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？  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，该状态为下一个循环的起点。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22EE6C8-143D-4D24-BE2D-49D28739C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638175"/>
                <a:ext cx="8505825" cy="1368425"/>
              </a:xfrm>
              <a:prstGeom prst="rect">
                <a:avLst/>
              </a:prstGeom>
              <a:blipFill>
                <a:blip r:embed="rId4"/>
                <a:stretch>
                  <a:fillRect l="-1505" t="-6250" r="-4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utoShape 25">
            <a:extLst>
              <a:ext uri="{FF2B5EF4-FFF2-40B4-BE49-F238E27FC236}">
                <a16:creationId xmlns:a16="http://schemas.microsoft.com/office/drawing/2014/main" id="{CADF5CF9-562F-4AA0-8BDD-0C3FC61E4C3D}"/>
              </a:ext>
            </a:extLst>
          </p:cNvPr>
          <p:cNvSpPr>
            <a:spLocks/>
          </p:cNvSpPr>
          <p:nvPr/>
        </p:nvSpPr>
        <p:spPr bwMode="auto">
          <a:xfrm>
            <a:off x="5076825" y="5105400"/>
            <a:ext cx="228600" cy="838200"/>
          </a:xfrm>
          <a:prstGeom prst="righ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4F574-2E26-439C-B5AE-66036AFBA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5257800"/>
            <a:ext cx="341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置为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baseline="-300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N-M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C156384-0923-44C6-BE07-699CDAC6C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122363"/>
            <a:ext cx="1214438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N-M  </a:t>
            </a:r>
            <a:endParaRPr lang="en-US" altLang="zh-CN" sz="2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4E98D318-42D8-45C6-A7E4-5FC6A1C87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2565400"/>
            <a:ext cx="216058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这种设计方法进位端也可用芯片进位端实现。</a:t>
            </a:r>
          </a:p>
        </p:txBody>
      </p:sp>
    </p:spTree>
    <p:extLst>
      <p:ext uri="{BB962C8B-B14F-4D97-AF65-F5344CB8AC3E}">
        <p14:creationId xmlns:p14="http://schemas.microsoft.com/office/powerpoint/2010/main" val="316778108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autoUpdateAnimBg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A50093-EC8E-47D1-B295-E750F168C9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48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21463-5093-4EA1-835A-89D908FBE68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685800"/>
            <a:ext cx="6096000" cy="609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例、用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74LS160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进制计数器。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BA91A12-9F3A-41D9-A7AE-D6D777920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71600"/>
            <a:ext cx="7707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解：方法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：∵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   ∴S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N-M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=S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10-6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=S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=0100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6644F8E1-77AE-4BDA-94F3-3458D8329F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95491"/>
                <a:ext cx="7521575" cy="5241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故令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𝑳𝑫</m:t>
                        </m:r>
                      </m:e>
                    </m:acc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𝟎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且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=0100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即可实现 </a:t>
                </a: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6644F8E1-77AE-4BDA-94F3-3458D8329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1995491"/>
                <a:ext cx="7521575" cy="524118"/>
              </a:xfrm>
              <a:prstGeom prst="rect">
                <a:avLst/>
              </a:prstGeom>
              <a:blipFill>
                <a:blip r:embed="rId2"/>
                <a:stretch>
                  <a:fillRect l="-1621" t="-15116" b="-337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B49E816-612F-4D5C-B519-3333F1104E0C}"/>
              </a:ext>
            </a:extLst>
          </p:cNvPr>
          <p:cNvGrpSpPr>
            <a:grpSpLocks/>
          </p:cNvGrpSpPr>
          <p:nvPr/>
        </p:nvGrpSpPr>
        <p:grpSpPr bwMode="auto">
          <a:xfrm>
            <a:off x="4902200" y="3429000"/>
            <a:ext cx="3860800" cy="2057400"/>
            <a:chOff x="3136" y="2304"/>
            <a:chExt cx="2432" cy="129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279A94E-C0DC-4F1F-92F7-1CB2803F3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2304"/>
              <a:ext cx="2400" cy="816"/>
              <a:chOff x="3168" y="2448"/>
              <a:chExt cx="2400" cy="816"/>
            </a:xfrm>
          </p:grpSpPr>
          <p:sp>
            <p:nvSpPr>
              <p:cNvPr id="17" name="Oval 9">
                <a:extLst>
                  <a:ext uri="{FF2B5EF4-FFF2-40B4-BE49-F238E27FC236}">
                    <a16:creationId xmlns:a16="http://schemas.microsoft.com/office/drawing/2014/main" id="{827B7EEF-B2AB-41F6-BE7A-643DDE3CD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4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8" name="Line 10">
                <a:extLst>
                  <a:ext uri="{FF2B5EF4-FFF2-40B4-BE49-F238E27FC236}">
                    <a16:creationId xmlns:a16="http://schemas.microsoft.com/office/drawing/2014/main" id="{45DCBC9D-B1F8-4525-9F61-AF0535178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6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Line 11">
                <a:extLst>
                  <a:ext uri="{FF2B5EF4-FFF2-40B4-BE49-F238E27FC236}">
                    <a16:creationId xmlns:a16="http://schemas.microsoft.com/office/drawing/2014/main" id="{97EB8FA3-C4EF-47B7-93F7-01F1D0FA2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0" y="2880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12">
                <a:extLst>
                  <a:ext uri="{FF2B5EF4-FFF2-40B4-BE49-F238E27FC236}">
                    <a16:creationId xmlns:a16="http://schemas.microsoft.com/office/drawing/2014/main" id="{C97B42F9-C4E0-4A58-97F9-0049658E3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480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21" name="Line 13">
                <a:extLst>
                  <a:ext uri="{FF2B5EF4-FFF2-40B4-BE49-F238E27FC236}">
                    <a16:creationId xmlns:a16="http://schemas.microsoft.com/office/drawing/2014/main" id="{6FE48111-94EC-4398-9495-842B85D87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72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Oval 14">
                <a:extLst>
                  <a:ext uri="{FF2B5EF4-FFF2-40B4-BE49-F238E27FC236}">
                    <a16:creationId xmlns:a16="http://schemas.microsoft.com/office/drawing/2014/main" id="{9886F2C2-AF28-4E97-91C5-FC3C227AD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448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0110</a:t>
                </a:r>
              </a:p>
            </p:txBody>
          </p:sp>
        </p:grp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FA5D23F5-9E78-466A-A1BF-C6BC3777D6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120"/>
              <a:ext cx="2400" cy="480"/>
              <a:chOff x="3200" y="3264"/>
              <a:chExt cx="2400" cy="480"/>
            </a:xfrm>
          </p:grpSpPr>
          <p:sp>
            <p:nvSpPr>
              <p:cNvPr id="12" name="Oval 16">
                <a:extLst>
                  <a:ext uri="{FF2B5EF4-FFF2-40B4-BE49-F238E27FC236}">
                    <a16:creationId xmlns:a16="http://schemas.microsoft.com/office/drawing/2014/main" id="{8A4E8EEF-B2D8-43DB-9526-25B5F2C3D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0" y="3312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4337036C-8555-401E-9B75-3ADDEAFE4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76" y="3504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val 18">
                <a:extLst>
                  <a:ext uri="{FF2B5EF4-FFF2-40B4-BE49-F238E27FC236}">
                    <a16:creationId xmlns:a16="http://schemas.microsoft.com/office/drawing/2014/main" id="{D6A55BDE-460E-43F4-B577-CF154F15D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2" y="32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15" name="Line 19">
                <a:extLst>
                  <a:ext uri="{FF2B5EF4-FFF2-40B4-BE49-F238E27FC236}">
                    <a16:creationId xmlns:a16="http://schemas.microsoft.com/office/drawing/2014/main" id="{FCAF2707-4F87-4BAE-A2B3-8A66B4939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88" y="34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20">
                <a:extLst>
                  <a:ext uri="{FF2B5EF4-FFF2-40B4-BE49-F238E27FC236}">
                    <a16:creationId xmlns:a16="http://schemas.microsoft.com/office/drawing/2014/main" id="{D62A9C06-58E2-4A57-9813-8C2F86445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3264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0111</a:t>
                </a:r>
              </a:p>
            </p:txBody>
          </p:sp>
        </p:grpSp>
        <p:sp>
          <p:nvSpPr>
            <p:cNvPr id="11" name="Line 21">
              <a:extLst>
                <a:ext uri="{FF2B5EF4-FFF2-40B4-BE49-F238E27FC236}">
                  <a16:creationId xmlns:a16="http://schemas.microsoft.com/office/drawing/2014/main" id="{3E1C7D21-F954-4716-90EC-D56BAC0A5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8" y="2784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Text Box 22">
            <a:extLst>
              <a:ext uri="{FF2B5EF4-FFF2-40B4-BE49-F238E27FC236}">
                <a16:creationId xmlns:a16="http://schemas.microsoft.com/office/drawing/2014/main" id="{BE57C455-1348-4CB9-B5F9-4143F814C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949950"/>
            <a:ext cx="4751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思考：用方法</a:t>
            </a:r>
            <a:r>
              <a:rPr lang="en-US" altLang="zh-CN" sz="28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如何实现？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11F70667-DC47-42A3-A61E-A235C795D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90842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E1A6A07-A53B-4720-9806-8EA33A059919}"/>
              </a:ext>
            </a:extLst>
          </p:cNvPr>
          <p:cNvGrpSpPr/>
          <p:nvPr/>
        </p:nvGrpSpPr>
        <p:grpSpPr>
          <a:xfrm>
            <a:off x="146050" y="2971800"/>
            <a:ext cx="4437063" cy="3363913"/>
            <a:chOff x="146050" y="2971800"/>
            <a:chExt cx="4437063" cy="3363913"/>
          </a:xfrm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5AABA995-D1BA-473C-ADB6-334C8031AC3B}"/>
                </a:ext>
              </a:extLst>
            </p:cNvPr>
            <p:cNvGrpSpPr/>
            <p:nvPr/>
          </p:nvGrpSpPr>
          <p:grpSpPr>
            <a:xfrm>
              <a:off x="146050" y="2971800"/>
              <a:ext cx="4437063" cy="3363913"/>
              <a:chOff x="146050" y="2971800"/>
              <a:chExt cx="4437063" cy="3363913"/>
            </a:xfrm>
          </p:grpSpPr>
          <p:grpSp>
            <p:nvGrpSpPr>
              <p:cNvPr id="165" name="Group 24">
                <a:extLst>
                  <a:ext uri="{FF2B5EF4-FFF2-40B4-BE49-F238E27FC236}">
                    <a16:creationId xmlns:a16="http://schemas.microsoft.com/office/drawing/2014/main" id="{022A7D53-F63B-4787-911D-032A5F0FEA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050" y="2971800"/>
                <a:ext cx="4437063" cy="3363913"/>
                <a:chOff x="92" y="1872"/>
                <a:chExt cx="2795" cy="2119"/>
              </a:xfrm>
            </p:grpSpPr>
            <p:sp>
              <p:nvSpPr>
                <p:cNvPr id="168" name="AutoShape 25">
                  <a:extLst>
                    <a:ext uri="{FF2B5EF4-FFF2-40B4-BE49-F238E27FC236}">
                      <a16:creationId xmlns:a16="http://schemas.microsoft.com/office/drawing/2014/main" id="{39511F74-7F68-45A9-A8ED-A76157858A2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40" y="1872"/>
                  <a:ext cx="2592" cy="20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Rectangle 26">
                  <a:extLst>
                    <a:ext uri="{FF2B5EF4-FFF2-40B4-BE49-F238E27FC236}">
                      <a16:creationId xmlns:a16="http://schemas.microsoft.com/office/drawing/2014/main" id="{65E7D0D9-1536-4DE0-B260-19277B555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" y="2480"/>
                  <a:ext cx="1667" cy="9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Rectangle 27">
                  <a:extLst>
                    <a:ext uri="{FF2B5EF4-FFF2-40B4-BE49-F238E27FC236}">
                      <a16:creationId xmlns:a16="http://schemas.microsoft.com/office/drawing/2014/main" id="{AAA4B5CF-D0C3-40C8-9D29-2DD140CF6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" y="2480"/>
                  <a:ext cx="1667" cy="924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Rectangle 28">
                  <a:extLst>
                    <a:ext uri="{FF2B5EF4-FFF2-40B4-BE49-F238E27FC236}">
                      <a16:creationId xmlns:a16="http://schemas.microsoft.com/office/drawing/2014/main" id="{4EEDC27C-9309-4F5F-B5CB-DD4B20AA1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2" y="2479"/>
                  <a:ext cx="17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Rectangle 29">
                  <a:extLst>
                    <a:ext uri="{FF2B5EF4-FFF2-40B4-BE49-F238E27FC236}">
                      <a16:creationId xmlns:a16="http://schemas.microsoft.com/office/drawing/2014/main" id="{012FC6CC-96B2-483E-A328-FBCD4282DB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5" y="2579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3" name="Rectangle 30">
                  <a:extLst>
                    <a:ext uri="{FF2B5EF4-FFF2-40B4-BE49-F238E27FC236}">
                      <a16:creationId xmlns:a16="http://schemas.microsoft.com/office/drawing/2014/main" id="{FB39972B-6D31-49C6-A264-6C7200E064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" y="2517"/>
                  <a:ext cx="22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" name="Rectangle 31">
                  <a:extLst>
                    <a:ext uri="{FF2B5EF4-FFF2-40B4-BE49-F238E27FC236}">
                      <a16:creationId xmlns:a16="http://schemas.microsoft.com/office/drawing/2014/main" id="{739A41DE-1060-4532-BEC2-47B7CD48B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8" y="2479"/>
                  <a:ext cx="17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5" name="Rectangle 32">
                  <a:extLst>
                    <a:ext uri="{FF2B5EF4-FFF2-40B4-BE49-F238E27FC236}">
                      <a16:creationId xmlns:a16="http://schemas.microsoft.com/office/drawing/2014/main" id="{830A3542-9E01-418A-AED6-A4D446E7F1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" y="2579"/>
                  <a:ext cx="170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 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6" name="Rectangle 33">
                  <a:extLst>
                    <a:ext uri="{FF2B5EF4-FFF2-40B4-BE49-F238E27FC236}">
                      <a16:creationId xmlns:a16="http://schemas.microsoft.com/office/drawing/2014/main" id="{1195E2D5-E069-4C57-A57B-7C60D934B4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4" y="2465"/>
                  <a:ext cx="17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7" name="Rectangle 34">
                  <a:extLst>
                    <a:ext uri="{FF2B5EF4-FFF2-40B4-BE49-F238E27FC236}">
                      <a16:creationId xmlns:a16="http://schemas.microsoft.com/office/drawing/2014/main" id="{A8C21412-8C27-4BB1-A729-3534551382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5" y="2579"/>
                  <a:ext cx="194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  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8" name="Rectangle 35">
                  <a:extLst>
                    <a:ext uri="{FF2B5EF4-FFF2-40B4-BE49-F238E27FC236}">
                      <a16:creationId xmlns:a16="http://schemas.microsoft.com/office/drawing/2014/main" id="{EA104CC1-4404-49A1-A384-3C73DD89F1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6" y="2485"/>
                  <a:ext cx="17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9" name="Rectangle 36">
                  <a:extLst>
                    <a:ext uri="{FF2B5EF4-FFF2-40B4-BE49-F238E27FC236}">
                      <a16:creationId xmlns:a16="http://schemas.microsoft.com/office/drawing/2014/main" id="{F63C3F6B-E61B-4BED-91EB-0E9F299A3D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32" y="2579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" name="Rectangle 37">
                  <a:extLst>
                    <a:ext uri="{FF2B5EF4-FFF2-40B4-BE49-F238E27FC236}">
                      <a16:creationId xmlns:a16="http://schemas.microsoft.com/office/drawing/2014/main" id="{E2C4D702-608D-4B20-A6AE-4E50BECAE3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" y="3149"/>
                  <a:ext cx="1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1" name="Rectangle 38">
                  <a:extLst>
                    <a:ext uri="{FF2B5EF4-FFF2-40B4-BE49-F238E27FC236}">
                      <a16:creationId xmlns:a16="http://schemas.microsoft.com/office/drawing/2014/main" id="{88DA9DB6-BCCE-498B-9C12-8B1733943E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5" y="3263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2" name="Rectangle 39">
                  <a:extLst>
                    <a:ext uri="{FF2B5EF4-FFF2-40B4-BE49-F238E27FC236}">
                      <a16:creationId xmlns:a16="http://schemas.microsoft.com/office/drawing/2014/main" id="{8096284D-B6A1-441D-81CA-6653BAA1A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" y="3200"/>
                  <a:ext cx="22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3" name="Rectangle 40">
                  <a:extLst>
                    <a:ext uri="{FF2B5EF4-FFF2-40B4-BE49-F238E27FC236}">
                      <a16:creationId xmlns:a16="http://schemas.microsoft.com/office/drawing/2014/main" id="{52654F68-DA6B-4694-B027-4F590B22F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1" y="3149"/>
                  <a:ext cx="1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" name="Rectangle 41">
                  <a:extLst>
                    <a:ext uri="{FF2B5EF4-FFF2-40B4-BE49-F238E27FC236}">
                      <a16:creationId xmlns:a16="http://schemas.microsoft.com/office/drawing/2014/main" id="{63A8AB43-3BF3-4385-B21A-B7ED3B51E0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" y="3263"/>
                  <a:ext cx="170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 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" name="Rectangle 42">
                  <a:extLst>
                    <a:ext uri="{FF2B5EF4-FFF2-40B4-BE49-F238E27FC236}">
                      <a16:creationId xmlns:a16="http://schemas.microsoft.com/office/drawing/2014/main" id="{C29C99CF-3237-44EC-8346-4D6D5C5CD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0" y="3156"/>
                  <a:ext cx="1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" name="Rectangle 43">
                  <a:extLst>
                    <a:ext uri="{FF2B5EF4-FFF2-40B4-BE49-F238E27FC236}">
                      <a16:creationId xmlns:a16="http://schemas.microsoft.com/office/drawing/2014/main" id="{51656716-AC43-40B6-A106-47B7E8CC7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5" y="3263"/>
                  <a:ext cx="194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      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7" name="Rectangle 44">
                  <a:extLst>
                    <a:ext uri="{FF2B5EF4-FFF2-40B4-BE49-F238E27FC236}">
                      <a16:creationId xmlns:a16="http://schemas.microsoft.com/office/drawing/2014/main" id="{DC5FDD1C-4A10-4926-8353-99E61038A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" y="3161"/>
                  <a:ext cx="1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8" name="Rectangle 45">
                  <a:extLst>
                    <a:ext uri="{FF2B5EF4-FFF2-40B4-BE49-F238E27FC236}">
                      <a16:creationId xmlns:a16="http://schemas.microsoft.com/office/drawing/2014/main" id="{9C49B26B-7A8D-4A29-B353-8419072615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32" y="3263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9" name="Rectangle 46">
                  <a:extLst>
                    <a:ext uri="{FF2B5EF4-FFF2-40B4-BE49-F238E27FC236}">
                      <a16:creationId xmlns:a16="http://schemas.microsoft.com/office/drawing/2014/main" id="{3C4BBC77-B410-4F62-85FC-D586DADA8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1" y="2659"/>
                  <a:ext cx="30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ET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0" name="Rectangle 47">
                  <a:extLst>
                    <a:ext uri="{FF2B5EF4-FFF2-40B4-BE49-F238E27FC236}">
                      <a16:creationId xmlns:a16="http://schemas.microsoft.com/office/drawing/2014/main" id="{C80BAFC1-2FF7-46DF-8A3F-280EF309A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" y="2833"/>
                  <a:ext cx="289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EP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1" name="Freeform 48">
                  <a:extLst>
                    <a:ext uri="{FF2B5EF4-FFF2-40B4-BE49-F238E27FC236}">
                      <a16:creationId xmlns:a16="http://schemas.microsoft.com/office/drawing/2014/main" id="{49F0847A-4EEA-40E1-8DF1-ED404C8B8B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" y="3062"/>
                  <a:ext cx="92" cy="161"/>
                </a:xfrm>
                <a:custGeom>
                  <a:avLst/>
                  <a:gdLst>
                    <a:gd name="T0" fmla="*/ 0 w 92"/>
                    <a:gd name="T1" fmla="*/ 0 h 161"/>
                    <a:gd name="T2" fmla="*/ 92 w 92"/>
                    <a:gd name="T3" fmla="*/ 95 h 161"/>
                    <a:gd name="T4" fmla="*/ 0 w 92"/>
                    <a:gd name="T5" fmla="*/ 161 h 16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2" h="161">
                      <a:moveTo>
                        <a:pt x="0" y="0"/>
                      </a:moveTo>
                      <a:lnTo>
                        <a:pt x="92" y="95"/>
                      </a:lnTo>
                      <a:lnTo>
                        <a:pt x="0" y="161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2" name="Rectangle 49">
                      <a:extLst>
                        <a:ext uri="{FF2B5EF4-FFF2-40B4-BE49-F238E27FC236}">
                          <a16:creationId xmlns:a16="http://schemas.microsoft.com/office/drawing/2014/main" id="{AAD9C413-3AC1-41E7-B294-7DFD40E665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94" y="2756"/>
                      <a:ext cx="384" cy="2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eaLnBrk="1" hangingPunct="1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kumimoji="1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𝑳𝑫</m:t>
                                </m:r>
                              </m:e>
                            </m:acc>
                          </m:oMath>
                        </m:oMathPara>
                      </a14:m>
                      <a:endParaRPr kumimoji="1" lang="en-US" altLang="zh-CN" sz="2400" b="1" dirty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92" name="Rectangle 49">
                      <a:extLst>
                        <a:ext uri="{FF2B5EF4-FFF2-40B4-BE49-F238E27FC236}">
                          <a16:creationId xmlns:a16="http://schemas.microsoft.com/office/drawing/2014/main" id="{AAD9C413-3AC1-41E7-B294-7DFD40E665B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894" y="2756"/>
                      <a:ext cx="384" cy="27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3" name="Rectangle 50">
                  <a:extLst>
                    <a:ext uri="{FF2B5EF4-FFF2-40B4-BE49-F238E27FC236}">
                      <a16:creationId xmlns:a16="http://schemas.microsoft.com/office/drawing/2014/main" id="{1E14AC45-ECFF-48B8-885C-75569C0737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9" y="3029"/>
                  <a:ext cx="27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</a:t>
                  </a:r>
                  <a:r>
                    <a:rPr kumimoji="1" lang="en-US" altLang="zh-CN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94" name="Freeform 51">
                  <a:extLst>
                    <a:ext uri="{FF2B5EF4-FFF2-40B4-BE49-F238E27FC236}">
                      <a16:creationId xmlns:a16="http://schemas.microsoft.com/office/drawing/2014/main" id="{ABA5A0EE-43E1-4CAE-8BDB-B95557EC89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2" y="3195"/>
                  <a:ext cx="41" cy="41"/>
                </a:xfrm>
                <a:custGeom>
                  <a:avLst/>
                  <a:gdLst>
                    <a:gd name="T0" fmla="*/ 41 w 41"/>
                    <a:gd name="T1" fmla="*/ 21 h 41"/>
                    <a:gd name="T2" fmla="*/ 39 w 41"/>
                    <a:gd name="T3" fmla="*/ 16 h 41"/>
                    <a:gd name="T4" fmla="*/ 39 w 41"/>
                    <a:gd name="T5" fmla="*/ 12 h 41"/>
                    <a:gd name="T6" fmla="*/ 37 w 41"/>
                    <a:gd name="T7" fmla="*/ 9 h 41"/>
                    <a:gd name="T8" fmla="*/ 34 w 41"/>
                    <a:gd name="T9" fmla="*/ 7 h 41"/>
                    <a:gd name="T10" fmla="*/ 32 w 41"/>
                    <a:gd name="T11" fmla="*/ 3 h 41"/>
                    <a:gd name="T12" fmla="*/ 29 w 41"/>
                    <a:gd name="T13" fmla="*/ 1 h 41"/>
                    <a:gd name="T14" fmla="*/ 25 w 41"/>
                    <a:gd name="T15" fmla="*/ 1 h 41"/>
                    <a:gd name="T16" fmla="*/ 20 w 41"/>
                    <a:gd name="T17" fmla="*/ 0 h 41"/>
                    <a:gd name="T18" fmla="*/ 16 w 41"/>
                    <a:gd name="T19" fmla="*/ 1 h 41"/>
                    <a:gd name="T20" fmla="*/ 13 w 41"/>
                    <a:gd name="T21" fmla="*/ 1 h 41"/>
                    <a:gd name="T22" fmla="*/ 9 w 41"/>
                    <a:gd name="T23" fmla="*/ 3 h 41"/>
                    <a:gd name="T24" fmla="*/ 6 w 41"/>
                    <a:gd name="T25" fmla="*/ 7 h 41"/>
                    <a:gd name="T26" fmla="*/ 4 w 41"/>
                    <a:gd name="T27" fmla="*/ 9 h 41"/>
                    <a:gd name="T28" fmla="*/ 2 w 41"/>
                    <a:gd name="T29" fmla="*/ 12 h 41"/>
                    <a:gd name="T30" fmla="*/ 0 w 41"/>
                    <a:gd name="T31" fmla="*/ 16 h 41"/>
                    <a:gd name="T32" fmla="*/ 0 w 41"/>
                    <a:gd name="T33" fmla="*/ 21 h 41"/>
                    <a:gd name="T34" fmla="*/ 0 w 41"/>
                    <a:gd name="T35" fmla="*/ 25 h 41"/>
                    <a:gd name="T36" fmla="*/ 2 w 41"/>
                    <a:gd name="T37" fmla="*/ 28 h 41"/>
                    <a:gd name="T38" fmla="*/ 4 w 41"/>
                    <a:gd name="T39" fmla="*/ 32 h 41"/>
                    <a:gd name="T40" fmla="*/ 6 w 41"/>
                    <a:gd name="T41" fmla="*/ 36 h 41"/>
                    <a:gd name="T42" fmla="*/ 9 w 41"/>
                    <a:gd name="T43" fmla="*/ 38 h 41"/>
                    <a:gd name="T44" fmla="*/ 13 w 41"/>
                    <a:gd name="T45" fmla="*/ 39 h 41"/>
                    <a:gd name="T46" fmla="*/ 16 w 41"/>
                    <a:gd name="T47" fmla="*/ 41 h 41"/>
                    <a:gd name="T48" fmla="*/ 20 w 41"/>
                    <a:gd name="T49" fmla="*/ 41 h 41"/>
                    <a:gd name="T50" fmla="*/ 25 w 41"/>
                    <a:gd name="T51" fmla="*/ 41 h 41"/>
                    <a:gd name="T52" fmla="*/ 29 w 41"/>
                    <a:gd name="T53" fmla="*/ 39 h 41"/>
                    <a:gd name="T54" fmla="*/ 32 w 41"/>
                    <a:gd name="T55" fmla="*/ 38 h 41"/>
                    <a:gd name="T56" fmla="*/ 34 w 41"/>
                    <a:gd name="T57" fmla="*/ 36 h 41"/>
                    <a:gd name="T58" fmla="*/ 37 w 41"/>
                    <a:gd name="T59" fmla="*/ 32 h 41"/>
                    <a:gd name="T60" fmla="*/ 39 w 41"/>
                    <a:gd name="T61" fmla="*/ 28 h 41"/>
                    <a:gd name="T62" fmla="*/ 39 w 41"/>
                    <a:gd name="T63" fmla="*/ 25 h 41"/>
                    <a:gd name="T64" fmla="*/ 41 w 41"/>
                    <a:gd name="T65" fmla="*/ 21 h 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41" h="41">
                      <a:moveTo>
                        <a:pt x="41" y="21"/>
                      </a:moveTo>
                      <a:lnTo>
                        <a:pt x="39" y="16"/>
                      </a:lnTo>
                      <a:lnTo>
                        <a:pt x="39" y="12"/>
                      </a:lnTo>
                      <a:lnTo>
                        <a:pt x="37" y="9"/>
                      </a:lnTo>
                      <a:lnTo>
                        <a:pt x="34" y="7"/>
                      </a:lnTo>
                      <a:lnTo>
                        <a:pt x="32" y="3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0" y="0"/>
                      </a:lnTo>
                      <a:lnTo>
                        <a:pt x="16" y="1"/>
                      </a:lnTo>
                      <a:lnTo>
                        <a:pt x="13" y="1"/>
                      </a:lnTo>
                      <a:lnTo>
                        <a:pt x="9" y="3"/>
                      </a:lnTo>
                      <a:lnTo>
                        <a:pt x="6" y="7"/>
                      </a:lnTo>
                      <a:lnTo>
                        <a:pt x="4" y="9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0" y="21"/>
                      </a:lnTo>
                      <a:lnTo>
                        <a:pt x="0" y="25"/>
                      </a:lnTo>
                      <a:lnTo>
                        <a:pt x="2" y="28"/>
                      </a:lnTo>
                      <a:lnTo>
                        <a:pt x="4" y="32"/>
                      </a:lnTo>
                      <a:lnTo>
                        <a:pt x="6" y="36"/>
                      </a:lnTo>
                      <a:lnTo>
                        <a:pt x="9" y="38"/>
                      </a:lnTo>
                      <a:lnTo>
                        <a:pt x="13" y="39"/>
                      </a:lnTo>
                      <a:lnTo>
                        <a:pt x="16" y="41"/>
                      </a:lnTo>
                      <a:lnTo>
                        <a:pt x="20" y="41"/>
                      </a:lnTo>
                      <a:lnTo>
                        <a:pt x="25" y="41"/>
                      </a:lnTo>
                      <a:lnTo>
                        <a:pt x="29" y="39"/>
                      </a:lnTo>
                      <a:lnTo>
                        <a:pt x="32" y="38"/>
                      </a:lnTo>
                      <a:lnTo>
                        <a:pt x="34" y="36"/>
                      </a:lnTo>
                      <a:lnTo>
                        <a:pt x="37" y="32"/>
                      </a:lnTo>
                      <a:lnTo>
                        <a:pt x="39" y="28"/>
                      </a:lnTo>
                      <a:lnTo>
                        <a:pt x="39" y="25"/>
                      </a:lnTo>
                      <a:lnTo>
                        <a:pt x="41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171B915F-4138-4959-A206-2BD41D20C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2" y="3195"/>
                  <a:ext cx="41" cy="41"/>
                </a:xfrm>
                <a:custGeom>
                  <a:avLst/>
                  <a:gdLst>
                    <a:gd name="T0" fmla="*/ 41 w 41"/>
                    <a:gd name="T1" fmla="*/ 21 h 41"/>
                    <a:gd name="T2" fmla="*/ 39 w 41"/>
                    <a:gd name="T3" fmla="*/ 16 h 41"/>
                    <a:gd name="T4" fmla="*/ 39 w 41"/>
                    <a:gd name="T5" fmla="*/ 12 h 41"/>
                    <a:gd name="T6" fmla="*/ 37 w 41"/>
                    <a:gd name="T7" fmla="*/ 9 h 41"/>
                    <a:gd name="T8" fmla="*/ 34 w 41"/>
                    <a:gd name="T9" fmla="*/ 7 h 41"/>
                    <a:gd name="T10" fmla="*/ 32 w 41"/>
                    <a:gd name="T11" fmla="*/ 3 h 41"/>
                    <a:gd name="T12" fmla="*/ 29 w 41"/>
                    <a:gd name="T13" fmla="*/ 1 h 41"/>
                    <a:gd name="T14" fmla="*/ 25 w 41"/>
                    <a:gd name="T15" fmla="*/ 1 h 41"/>
                    <a:gd name="T16" fmla="*/ 20 w 41"/>
                    <a:gd name="T17" fmla="*/ 0 h 41"/>
                    <a:gd name="T18" fmla="*/ 16 w 41"/>
                    <a:gd name="T19" fmla="*/ 1 h 41"/>
                    <a:gd name="T20" fmla="*/ 13 w 41"/>
                    <a:gd name="T21" fmla="*/ 1 h 41"/>
                    <a:gd name="T22" fmla="*/ 9 w 41"/>
                    <a:gd name="T23" fmla="*/ 3 h 41"/>
                    <a:gd name="T24" fmla="*/ 6 w 41"/>
                    <a:gd name="T25" fmla="*/ 7 h 41"/>
                    <a:gd name="T26" fmla="*/ 4 w 41"/>
                    <a:gd name="T27" fmla="*/ 9 h 41"/>
                    <a:gd name="T28" fmla="*/ 2 w 41"/>
                    <a:gd name="T29" fmla="*/ 12 h 41"/>
                    <a:gd name="T30" fmla="*/ 0 w 41"/>
                    <a:gd name="T31" fmla="*/ 16 h 41"/>
                    <a:gd name="T32" fmla="*/ 0 w 41"/>
                    <a:gd name="T33" fmla="*/ 21 h 41"/>
                    <a:gd name="T34" fmla="*/ 0 w 41"/>
                    <a:gd name="T35" fmla="*/ 25 h 41"/>
                    <a:gd name="T36" fmla="*/ 2 w 41"/>
                    <a:gd name="T37" fmla="*/ 28 h 41"/>
                    <a:gd name="T38" fmla="*/ 4 w 41"/>
                    <a:gd name="T39" fmla="*/ 32 h 41"/>
                    <a:gd name="T40" fmla="*/ 6 w 41"/>
                    <a:gd name="T41" fmla="*/ 36 h 41"/>
                    <a:gd name="T42" fmla="*/ 9 w 41"/>
                    <a:gd name="T43" fmla="*/ 38 h 41"/>
                    <a:gd name="T44" fmla="*/ 13 w 41"/>
                    <a:gd name="T45" fmla="*/ 39 h 41"/>
                    <a:gd name="T46" fmla="*/ 16 w 41"/>
                    <a:gd name="T47" fmla="*/ 41 h 41"/>
                    <a:gd name="T48" fmla="*/ 20 w 41"/>
                    <a:gd name="T49" fmla="*/ 41 h 41"/>
                    <a:gd name="T50" fmla="*/ 25 w 41"/>
                    <a:gd name="T51" fmla="*/ 41 h 41"/>
                    <a:gd name="T52" fmla="*/ 29 w 41"/>
                    <a:gd name="T53" fmla="*/ 39 h 41"/>
                    <a:gd name="T54" fmla="*/ 32 w 41"/>
                    <a:gd name="T55" fmla="*/ 38 h 41"/>
                    <a:gd name="T56" fmla="*/ 34 w 41"/>
                    <a:gd name="T57" fmla="*/ 36 h 41"/>
                    <a:gd name="T58" fmla="*/ 37 w 41"/>
                    <a:gd name="T59" fmla="*/ 32 h 41"/>
                    <a:gd name="T60" fmla="*/ 39 w 41"/>
                    <a:gd name="T61" fmla="*/ 28 h 41"/>
                    <a:gd name="T62" fmla="*/ 39 w 41"/>
                    <a:gd name="T63" fmla="*/ 25 h 41"/>
                    <a:gd name="T64" fmla="*/ 41 w 41"/>
                    <a:gd name="T65" fmla="*/ 21 h 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41" h="41">
                      <a:moveTo>
                        <a:pt x="41" y="21"/>
                      </a:moveTo>
                      <a:lnTo>
                        <a:pt x="39" y="16"/>
                      </a:lnTo>
                      <a:lnTo>
                        <a:pt x="39" y="12"/>
                      </a:lnTo>
                      <a:lnTo>
                        <a:pt x="37" y="9"/>
                      </a:lnTo>
                      <a:lnTo>
                        <a:pt x="34" y="7"/>
                      </a:lnTo>
                      <a:lnTo>
                        <a:pt x="32" y="3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0" y="0"/>
                      </a:lnTo>
                      <a:lnTo>
                        <a:pt x="16" y="1"/>
                      </a:lnTo>
                      <a:lnTo>
                        <a:pt x="13" y="1"/>
                      </a:lnTo>
                      <a:lnTo>
                        <a:pt x="9" y="3"/>
                      </a:lnTo>
                      <a:lnTo>
                        <a:pt x="6" y="7"/>
                      </a:lnTo>
                      <a:lnTo>
                        <a:pt x="4" y="9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0" y="21"/>
                      </a:lnTo>
                      <a:lnTo>
                        <a:pt x="0" y="25"/>
                      </a:lnTo>
                      <a:lnTo>
                        <a:pt x="2" y="28"/>
                      </a:lnTo>
                      <a:lnTo>
                        <a:pt x="4" y="32"/>
                      </a:lnTo>
                      <a:lnTo>
                        <a:pt x="6" y="36"/>
                      </a:lnTo>
                      <a:lnTo>
                        <a:pt x="9" y="38"/>
                      </a:lnTo>
                      <a:lnTo>
                        <a:pt x="13" y="39"/>
                      </a:lnTo>
                      <a:lnTo>
                        <a:pt x="16" y="41"/>
                      </a:lnTo>
                      <a:lnTo>
                        <a:pt x="20" y="41"/>
                      </a:lnTo>
                      <a:lnTo>
                        <a:pt x="25" y="41"/>
                      </a:lnTo>
                      <a:lnTo>
                        <a:pt x="29" y="39"/>
                      </a:lnTo>
                      <a:lnTo>
                        <a:pt x="32" y="38"/>
                      </a:lnTo>
                      <a:lnTo>
                        <a:pt x="34" y="36"/>
                      </a:lnTo>
                      <a:lnTo>
                        <a:pt x="37" y="32"/>
                      </a:lnTo>
                      <a:lnTo>
                        <a:pt x="39" y="28"/>
                      </a:lnTo>
                      <a:lnTo>
                        <a:pt x="39" y="25"/>
                      </a:lnTo>
                      <a:lnTo>
                        <a:pt x="41" y="21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905DDB3E-7D85-42C3-9496-7704CBE6FC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2" y="2833"/>
                  <a:ext cx="41" cy="41"/>
                </a:xfrm>
                <a:custGeom>
                  <a:avLst/>
                  <a:gdLst>
                    <a:gd name="T0" fmla="*/ 41 w 41"/>
                    <a:gd name="T1" fmla="*/ 20 h 41"/>
                    <a:gd name="T2" fmla="*/ 39 w 41"/>
                    <a:gd name="T3" fmla="*/ 16 h 41"/>
                    <a:gd name="T4" fmla="*/ 39 w 41"/>
                    <a:gd name="T5" fmla="*/ 12 h 41"/>
                    <a:gd name="T6" fmla="*/ 37 w 41"/>
                    <a:gd name="T7" fmla="*/ 9 h 41"/>
                    <a:gd name="T8" fmla="*/ 34 w 41"/>
                    <a:gd name="T9" fmla="*/ 5 h 41"/>
                    <a:gd name="T10" fmla="*/ 32 w 41"/>
                    <a:gd name="T11" fmla="*/ 3 h 41"/>
                    <a:gd name="T12" fmla="*/ 29 w 41"/>
                    <a:gd name="T13" fmla="*/ 1 h 41"/>
                    <a:gd name="T14" fmla="*/ 25 w 41"/>
                    <a:gd name="T15" fmla="*/ 0 h 41"/>
                    <a:gd name="T16" fmla="*/ 20 w 41"/>
                    <a:gd name="T17" fmla="*/ 0 h 41"/>
                    <a:gd name="T18" fmla="*/ 16 w 41"/>
                    <a:gd name="T19" fmla="*/ 0 h 41"/>
                    <a:gd name="T20" fmla="*/ 13 w 41"/>
                    <a:gd name="T21" fmla="*/ 1 h 41"/>
                    <a:gd name="T22" fmla="*/ 9 w 41"/>
                    <a:gd name="T23" fmla="*/ 3 h 41"/>
                    <a:gd name="T24" fmla="*/ 6 w 41"/>
                    <a:gd name="T25" fmla="*/ 5 h 41"/>
                    <a:gd name="T26" fmla="*/ 4 w 41"/>
                    <a:gd name="T27" fmla="*/ 9 h 41"/>
                    <a:gd name="T28" fmla="*/ 2 w 41"/>
                    <a:gd name="T29" fmla="*/ 12 h 41"/>
                    <a:gd name="T30" fmla="*/ 0 w 41"/>
                    <a:gd name="T31" fmla="*/ 16 h 41"/>
                    <a:gd name="T32" fmla="*/ 0 w 41"/>
                    <a:gd name="T33" fmla="*/ 20 h 41"/>
                    <a:gd name="T34" fmla="*/ 0 w 41"/>
                    <a:gd name="T35" fmla="*/ 25 h 41"/>
                    <a:gd name="T36" fmla="*/ 2 w 41"/>
                    <a:gd name="T37" fmla="*/ 29 h 41"/>
                    <a:gd name="T38" fmla="*/ 4 w 41"/>
                    <a:gd name="T39" fmla="*/ 32 h 41"/>
                    <a:gd name="T40" fmla="*/ 6 w 41"/>
                    <a:gd name="T41" fmla="*/ 34 h 41"/>
                    <a:gd name="T42" fmla="*/ 9 w 41"/>
                    <a:gd name="T43" fmla="*/ 38 h 41"/>
                    <a:gd name="T44" fmla="*/ 13 w 41"/>
                    <a:gd name="T45" fmla="*/ 39 h 41"/>
                    <a:gd name="T46" fmla="*/ 16 w 41"/>
                    <a:gd name="T47" fmla="*/ 41 h 41"/>
                    <a:gd name="T48" fmla="*/ 20 w 41"/>
                    <a:gd name="T49" fmla="*/ 41 h 41"/>
                    <a:gd name="T50" fmla="*/ 25 w 41"/>
                    <a:gd name="T51" fmla="*/ 41 h 41"/>
                    <a:gd name="T52" fmla="*/ 29 w 41"/>
                    <a:gd name="T53" fmla="*/ 39 h 41"/>
                    <a:gd name="T54" fmla="*/ 32 w 41"/>
                    <a:gd name="T55" fmla="*/ 38 h 41"/>
                    <a:gd name="T56" fmla="*/ 34 w 41"/>
                    <a:gd name="T57" fmla="*/ 34 h 41"/>
                    <a:gd name="T58" fmla="*/ 37 w 41"/>
                    <a:gd name="T59" fmla="*/ 32 h 41"/>
                    <a:gd name="T60" fmla="*/ 39 w 41"/>
                    <a:gd name="T61" fmla="*/ 29 h 41"/>
                    <a:gd name="T62" fmla="*/ 39 w 41"/>
                    <a:gd name="T63" fmla="*/ 25 h 41"/>
                    <a:gd name="T64" fmla="*/ 41 w 41"/>
                    <a:gd name="T65" fmla="*/ 20 h 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41" h="41">
                      <a:moveTo>
                        <a:pt x="41" y="20"/>
                      </a:moveTo>
                      <a:lnTo>
                        <a:pt x="39" y="16"/>
                      </a:lnTo>
                      <a:lnTo>
                        <a:pt x="39" y="12"/>
                      </a:lnTo>
                      <a:lnTo>
                        <a:pt x="37" y="9"/>
                      </a:lnTo>
                      <a:lnTo>
                        <a:pt x="34" y="5"/>
                      </a:lnTo>
                      <a:lnTo>
                        <a:pt x="32" y="3"/>
                      </a:lnTo>
                      <a:lnTo>
                        <a:pt x="29" y="1"/>
                      </a:lnTo>
                      <a:lnTo>
                        <a:pt x="25" y="0"/>
                      </a:lnTo>
                      <a:lnTo>
                        <a:pt x="20" y="0"/>
                      </a:lnTo>
                      <a:lnTo>
                        <a:pt x="16" y="0"/>
                      </a:lnTo>
                      <a:lnTo>
                        <a:pt x="13" y="1"/>
                      </a:lnTo>
                      <a:lnTo>
                        <a:pt x="9" y="3"/>
                      </a:lnTo>
                      <a:lnTo>
                        <a:pt x="6" y="5"/>
                      </a:lnTo>
                      <a:lnTo>
                        <a:pt x="4" y="9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0" y="20"/>
                      </a:lnTo>
                      <a:lnTo>
                        <a:pt x="0" y="25"/>
                      </a:lnTo>
                      <a:lnTo>
                        <a:pt x="2" y="29"/>
                      </a:lnTo>
                      <a:lnTo>
                        <a:pt x="4" y="32"/>
                      </a:lnTo>
                      <a:lnTo>
                        <a:pt x="6" y="34"/>
                      </a:lnTo>
                      <a:lnTo>
                        <a:pt x="9" y="38"/>
                      </a:lnTo>
                      <a:lnTo>
                        <a:pt x="13" y="39"/>
                      </a:lnTo>
                      <a:lnTo>
                        <a:pt x="16" y="41"/>
                      </a:lnTo>
                      <a:lnTo>
                        <a:pt x="20" y="41"/>
                      </a:lnTo>
                      <a:lnTo>
                        <a:pt x="25" y="41"/>
                      </a:lnTo>
                      <a:lnTo>
                        <a:pt x="29" y="39"/>
                      </a:lnTo>
                      <a:lnTo>
                        <a:pt x="32" y="38"/>
                      </a:lnTo>
                      <a:lnTo>
                        <a:pt x="34" y="34"/>
                      </a:lnTo>
                      <a:lnTo>
                        <a:pt x="37" y="32"/>
                      </a:lnTo>
                      <a:lnTo>
                        <a:pt x="39" y="29"/>
                      </a:lnTo>
                      <a:lnTo>
                        <a:pt x="39" y="25"/>
                      </a:lnTo>
                      <a:lnTo>
                        <a:pt x="41" y="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B06EA5C4-2FAA-4D0E-AC14-D2AA6DE4B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2" y="2833"/>
                  <a:ext cx="41" cy="41"/>
                </a:xfrm>
                <a:custGeom>
                  <a:avLst/>
                  <a:gdLst>
                    <a:gd name="T0" fmla="*/ 41 w 41"/>
                    <a:gd name="T1" fmla="*/ 20 h 41"/>
                    <a:gd name="T2" fmla="*/ 39 w 41"/>
                    <a:gd name="T3" fmla="*/ 16 h 41"/>
                    <a:gd name="T4" fmla="*/ 39 w 41"/>
                    <a:gd name="T5" fmla="*/ 12 h 41"/>
                    <a:gd name="T6" fmla="*/ 37 w 41"/>
                    <a:gd name="T7" fmla="*/ 9 h 41"/>
                    <a:gd name="T8" fmla="*/ 34 w 41"/>
                    <a:gd name="T9" fmla="*/ 5 h 41"/>
                    <a:gd name="T10" fmla="*/ 32 w 41"/>
                    <a:gd name="T11" fmla="*/ 3 h 41"/>
                    <a:gd name="T12" fmla="*/ 29 w 41"/>
                    <a:gd name="T13" fmla="*/ 1 h 41"/>
                    <a:gd name="T14" fmla="*/ 25 w 41"/>
                    <a:gd name="T15" fmla="*/ 0 h 41"/>
                    <a:gd name="T16" fmla="*/ 20 w 41"/>
                    <a:gd name="T17" fmla="*/ 0 h 41"/>
                    <a:gd name="T18" fmla="*/ 16 w 41"/>
                    <a:gd name="T19" fmla="*/ 0 h 41"/>
                    <a:gd name="T20" fmla="*/ 13 w 41"/>
                    <a:gd name="T21" fmla="*/ 1 h 41"/>
                    <a:gd name="T22" fmla="*/ 9 w 41"/>
                    <a:gd name="T23" fmla="*/ 3 h 41"/>
                    <a:gd name="T24" fmla="*/ 6 w 41"/>
                    <a:gd name="T25" fmla="*/ 5 h 41"/>
                    <a:gd name="T26" fmla="*/ 4 w 41"/>
                    <a:gd name="T27" fmla="*/ 9 h 41"/>
                    <a:gd name="T28" fmla="*/ 2 w 41"/>
                    <a:gd name="T29" fmla="*/ 12 h 41"/>
                    <a:gd name="T30" fmla="*/ 0 w 41"/>
                    <a:gd name="T31" fmla="*/ 16 h 41"/>
                    <a:gd name="T32" fmla="*/ 0 w 41"/>
                    <a:gd name="T33" fmla="*/ 20 h 41"/>
                    <a:gd name="T34" fmla="*/ 0 w 41"/>
                    <a:gd name="T35" fmla="*/ 25 h 41"/>
                    <a:gd name="T36" fmla="*/ 2 w 41"/>
                    <a:gd name="T37" fmla="*/ 29 h 41"/>
                    <a:gd name="T38" fmla="*/ 4 w 41"/>
                    <a:gd name="T39" fmla="*/ 32 h 41"/>
                    <a:gd name="T40" fmla="*/ 6 w 41"/>
                    <a:gd name="T41" fmla="*/ 34 h 41"/>
                    <a:gd name="T42" fmla="*/ 9 w 41"/>
                    <a:gd name="T43" fmla="*/ 38 h 41"/>
                    <a:gd name="T44" fmla="*/ 13 w 41"/>
                    <a:gd name="T45" fmla="*/ 39 h 41"/>
                    <a:gd name="T46" fmla="*/ 16 w 41"/>
                    <a:gd name="T47" fmla="*/ 41 h 41"/>
                    <a:gd name="T48" fmla="*/ 20 w 41"/>
                    <a:gd name="T49" fmla="*/ 41 h 41"/>
                    <a:gd name="T50" fmla="*/ 25 w 41"/>
                    <a:gd name="T51" fmla="*/ 41 h 41"/>
                    <a:gd name="T52" fmla="*/ 29 w 41"/>
                    <a:gd name="T53" fmla="*/ 39 h 41"/>
                    <a:gd name="T54" fmla="*/ 32 w 41"/>
                    <a:gd name="T55" fmla="*/ 38 h 41"/>
                    <a:gd name="T56" fmla="*/ 34 w 41"/>
                    <a:gd name="T57" fmla="*/ 34 h 41"/>
                    <a:gd name="T58" fmla="*/ 37 w 41"/>
                    <a:gd name="T59" fmla="*/ 32 h 41"/>
                    <a:gd name="T60" fmla="*/ 39 w 41"/>
                    <a:gd name="T61" fmla="*/ 29 h 41"/>
                    <a:gd name="T62" fmla="*/ 39 w 41"/>
                    <a:gd name="T63" fmla="*/ 25 h 41"/>
                    <a:gd name="T64" fmla="*/ 41 w 41"/>
                    <a:gd name="T65" fmla="*/ 20 h 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41" h="41">
                      <a:moveTo>
                        <a:pt x="41" y="20"/>
                      </a:moveTo>
                      <a:lnTo>
                        <a:pt x="39" y="16"/>
                      </a:lnTo>
                      <a:lnTo>
                        <a:pt x="39" y="12"/>
                      </a:lnTo>
                      <a:lnTo>
                        <a:pt x="37" y="9"/>
                      </a:lnTo>
                      <a:lnTo>
                        <a:pt x="34" y="5"/>
                      </a:lnTo>
                      <a:lnTo>
                        <a:pt x="32" y="3"/>
                      </a:lnTo>
                      <a:lnTo>
                        <a:pt x="29" y="1"/>
                      </a:lnTo>
                      <a:lnTo>
                        <a:pt x="25" y="0"/>
                      </a:lnTo>
                      <a:lnTo>
                        <a:pt x="20" y="0"/>
                      </a:lnTo>
                      <a:lnTo>
                        <a:pt x="16" y="0"/>
                      </a:lnTo>
                      <a:lnTo>
                        <a:pt x="13" y="1"/>
                      </a:lnTo>
                      <a:lnTo>
                        <a:pt x="9" y="3"/>
                      </a:lnTo>
                      <a:lnTo>
                        <a:pt x="6" y="5"/>
                      </a:lnTo>
                      <a:lnTo>
                        <a:pt x="4" y="9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0" y="20"/>
                      </a:lnTo>
                      <a:lnTo>
                        <a:pt x="0" y="25"/>
                      </a:lnTo>
                      <a:lnTo>
                        <a:pt x="2" y="29"/>
                      </a:lnTo>
                      <a:lnTo>
                        <a:pt x="4" y="32"/>
                      </a:lnTo>
                      <a:lnTo>
                        <a:pt x="6" y="34"/>
                      </a:lnTo>
                      <a:lnTo>
                        <a:pt x="9" y="38"/>
                      </a:lnTo>
                      <a:lnTo>
                        <a:pt x="13" y="39"/>
                      </a:lnTo>
                      <a:lnTo>
                        <a:pt x="16" y="41"/>
                      </a:lnTo>
                      <a:lnTo>
                        <a:pt x="20" y="41"/>
                      </a:lnTo>
                      <a:lnTo>
                        <a:pt x="25" y="41"/>
                      </a:lnTo>
                      <a:lnTo>
                        <a:pt x="29" y="39"/>
                      </a:lnTo>
                      <a:lnTo>
                        <a:pt x="32" y="38"/>
                      </a:lnTo>
                      <a:lnTo>
                        <a:pt x="34" y="34"/>
                      </a:lnTo>
                      <a:lnTo>
                        <a:pt x="37" y="32"/>
                      </a:lnTo>
                      <a:lnTo>
                        <a:pt x="39" y="29"/>
                      </a:lnTo>
                      <a:lnTo>
                        <a:pt x="39" y="25"/>
                      </a:lnTo>
                      <a:lnTo>
                        <a:pt x="41" y="20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Line 55">
                  <a:extLst>
                    <a:ext uri="{FF2B5EF4-FFF2-40B4-BE49-F238E27FC236}">
                      <a16:creationId xmlns:a16="http://schemas.microsoft.com/office/drawing/2014/main" id="{4EF0A969-B3E5-4818-B7D5-7D97EA93F2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7" y="2737"/>
                  <a:ext cx="28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AC10923F-36AB-4C69-86CE-B458E1868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" y="2737"/>
                  <a:ext cx="167" cy="177"/>
                </a:xfrm>
                <a:custGeom>
                  <a:avLst/>
                  <a:gdLst>
                    <a:gd name="T0" fmla="*/ 0 w 167"/>
                    <a:gd name="T1" fmla="*/ 0 h 177"/>
                    <a:gd name="T2" fmla="*/ 0 w 167"/>
                    <a:gd name="T3" fmla="*/ 177 h 177"/>
                    <a:gd name="T4" fmla="*/ 167 w 167"/>
                    <a:gd name="T5" fmla="*/ 177 h 17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67" h="177">
                      <a:moveTo>
                        <a:pt x="0" y="0"/>
                      </a:moveTo>
                      <a:lnTo>
                        <a:pt x="0" y="177"/>
                      </a:lnTo>
                      <a:lnTo>
                        <a:pt x="167" y="177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0" name="Line 57">
                  <a:extLst>
                    <a:ext uri="{FF2B5EF4-FFF2-40B4-BE49-F238E27FC236}">
                      <a16:creationId xmlns:a16="http://schemas.microsoft.com/office/drawing/2014/main" id="{A45A273A-8E2B-4F60-885E-57B693E80D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3" y="3216"/>
                  <a:ext cx="1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Freeform 58">
                  <a:extLst>
                    <a:ext uri="{FF2B5EF4-FFF2-40B4-BE49-F238E27FC236}">
                      <a16:creationId xmlns:a16="http://schemas.microsoft.com/office/drawing/2014/main" id="{D0DCE700-2937-47E7-83A5-B0AB7A87F0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2" y="2156"/>
                  <a:ext cx="434" cy="677"/>
                </a:xfrm>
                <a:custGeom>
                  <a:avLst/>
                  <a:gdLst>
                    <a:gd name="T0" fmla="*/ 0 w 434"/>
                    <a:gd name="T1" fmla="*/ 677 h 677"/>
                    <a:gd name="T2" fmla="*/ 434 w 434"/>
                    <a:gd name="T3" fmla="*/ 677 h 677"/>
                    <a:gd name="T4" fmla="*/ 434 w 434"/>
                    <a:gd name="T5" fmla="*/ 0 h 67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4" h="677">
                      <a:moveTo>
                        <a:pt x="0" y="677"/>
                      </a:moveTo>
                      <a:lnTo>
                        <a:pt x="434" y="677"/>
                      </a:lnTo>
                      <a:lnTo>
                        <a:pt x="434" y="0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Line 59">
                  <a:extLst>
                    <a:ext uri="{FF2B5EF4-FFF2-40B4-BE49-F238E27FC236}">
                      <a16:creationId xmlns:a16="http://schemas.microsoft.com/office/drawing/2014/main" id="{4D4D6565-7A1E-4EE4-BEED-6A0C1C10AA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0" y="3404"/>
                  <a:ext cx="0" cy="2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Line 60">
                  <a:extLst>
                    <a:ext uri="{FF2B5EF4-FFF2-40B4-BE49-F238E27FC236}">
                      <a16:creationId xmlns:a16="http://schemas.microsoft.com/office/drawing/2014/main" id="{5C6490D7-97BE-4949-B34C-567C48F597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" y="3404"/>
                  <a:ext cx="0" cy="2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4" name="Line 61">
                  <a:extLst>
                    <a:ext uri="{FF2B5EF4-FFF2-40B4-BE49-F238E27FC236}">
                      <a16:creationId xmlns:a16="http://schemas.microsoft.com/office/drawing/2014/main" id="{09579817-B405-43E9-B975-279C13C132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19" y="3404"/>
                  <a:ext cx="0" cy="2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5" name="Line 62">
                  <a:extLst>
                    <a:ext uri="{FF2B5EF4-FFF2-40B4-BE49-F238E27FC236}">
                      <a16:creationId xmlns:a16="http://schemas.microsoft.com/office/drawing/2014/main" id="{475C7BE2-3608-486E-9D59-0C1232AB9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86" y="3404"/>
                  <a:ext cx="0" cy="2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6" name="Line 63">
                  <a:extLst>
                    <a:ext uri="{FF2B5EF4-FFF2-40B4-BE49-F238E27FC236}">
                      <a16:creationId xmlns:a16="http://schemas.microsoft.com/office/drawing/2014/main" id="{5B32BFB2-BF49-49EA-88D4-C615BE85A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50" y="1917"/>
                  <a:ext cx="0" cy="56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7" name="Line 64">
                  <a:extLst>
                    <a:ext uri="{FF2B5EF4-FFF2-40B4-BE49-F238E27FC236}">
                      <a16:creationId xmlns:a16="http://schemas.microsoft.com/office/drawing/2014/main" id="{9C77DAD1-4DE3-492F-BBD7-D31EA38F0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21" y="1917"/>
                  <a:ext cx="0" cy="56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8" name="Line 65">
                  <a:extLst>
                    <a:ext uri="{FF2B5EF4-FFF2-40B4-BE49-F238E27FC236}">
                      <a16:creationId xmlns:a16="http://schemas.microsoft.com/office/drawing/2014/main" id="{09533207-87A4-4619-8F54-492C6F7391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91" y="1917"/>
                  <a:ext cx="0" cy="56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9" name="Line 66">
                  <a:extLst>
                    <a:ext uri="{FF2B5EF4-FFF2-40B4-BE49-F238E27FC236}">
                      <a16:creationId xmlns:a16="http://schemas.microsoft.com/office/drawing/2014/main" id="{1AAA3EBE-6B6A-40A9-AF82-68298972B2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86" y="1917"/>
                  <a:ext cx="0" cy="56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0" name="Line 67">
                  <a:extLst>
                    <a:ext uri="{FF2B5EF4-FFF2-40B4-BE49-F238E27FC236}">
                      <a16:creationId xmlns:a16="http://schemas.microsoft.com/office/drawing/2014/main" id="{A9523476-BA8C-4658-B442-8E7B5F7DF6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7" y="2156"/>
                  <a:ext cx="22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1" name="Freeform 68">
                  <a:extLst>
                    <a:ext uri="{FF2B5EF4-FFF2-40B4-BE49-F238E27FC236}">
                      <a16:creationId xmlns:a16="http://schemas.microsoft.com/office/drawing/2014/main" id="{C06AA3BB-3ED2-46E4-A538-41C2A2B94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6" y="2806"/>
                  <a:ext cx="73" cy="76"/>
                </a:xfrm>
                <a:custGeom>
                  <a:avLst/>
                  <a:gdLst>
                    <a:gd name="T0" fmla="*/ 73 w 73"/>
                    <a:gd name="T1" fmla="*/ 38 h 76"/>
                    <a:gd name="T2" fmla="*/ 73 w 73"/>
                    <a:gd name="T3" fmla="*/ 30 h 76"/>
                    <a:gd name="T4" fmla="*/ 69 w 73"/>
                    <a:gd name="T5" fmla="*/ 23 h 76"/>
                    <a:gd name="T6" fmla="*/ 68 w 73"/>
                    <a:gd name="T7" fmla="*/ 16 h 76"/>
                    <a:gd name="T8" fmla="*/ 62 w 73"/>
                    <a:gd name="T9" fmla="*/ 10 h 76"/>
                    <a:gd name="T10" fmla="*/ 57 w 73"/>
                    <a:gd name="T11" fmla="*/ 7 h 76"/>
                    <a:gd name="T12" fmla="*/ 50 w 73"/>
                    <a:gd name="T13" fmla="*/ 3 h 76"/>
                    <a:gd name="T14" fmla="*/ 45 w 73"/>
                    <a:gd name="T15" fmla="*/ 0 h 76"/>
                    <a:gd name="T16" fmla="*/ 36 w 73"/>
                    <a:gd name="T17" fmla="*/ 0 h 76"/>
                    <a:gd name="T18" fmla="*/ 29 w 73"/>
                    <a:gd name="T19" fmla="*/ 0 h 76"/>
                    <a:gd name="T20" fmla="*/ 22 w 73"/>
                    <a:gd name="T21" fmla="*/ 3 h 76"/>
                    <a:gd name="T22" fmla="*/ 16 w 73"/>
                    <a:gd name="T23" fmla="*/ 7 h 76"/>
                    <a:gd name="T24" fmla="*/ 11 w 73"/>
                    <a:gd name="T25" fmla="*/ 10 h 76"/>
                    <a:gd name="T26" fmla="*/ 6 w 73"/>
                    <a:gd name="T27" fmla="*/ 16 h 76"/>
                    <a:gd name="T28" fmla="*/ 2 w 73"/>
                    <a:gd name="T29" fmla="*/ 23 h 76"/>
                    <a:gd name="T30" fmla="*/ 0 w 73"/>
                    <a:gd name="T31" fmla="*/ 30 h 76"/>
                    <a:gd name="T32" fmla="*/ 0 w 73"/>
                    <a:gd name="T33" fmla="*/ 38 h 76"/>
                    <a:gd name="T34" fmla="*/ 0 w 73"/>
                    <a:gd name="T35" fmla="*/ 45 h 76"/>
                    <a:gd name="T36" fmla="*/ 2 w 73"/>
                    <a:gd name="T37" fmla="*/ 52 h 76"/>
                    <a:gd name="T38" fmla="*/ 6 w 73"/>
                    <a:gd name="T39" fmla="*/ 57 h 76"/>
                    <a:gd name="T40" fmla="*/ 11 w 73"/>
                    <a:gd name="T41" fmla="*/ 65 h 76"/>
                    <a:gd name="T42" fmla="*/ 16 w 73"/>
                    <a:gd name="T43" fmla="*/ 68 h 76"/>
                    <a:gd name="T44" fmla="*/ 22 w 73"/>
                    <a:gd name="T45" fmla="*/ 72 h 76"/>
                    <a:gd name="T46" fmla="*/ 29 w 73"/>
                    <a:gd name="T47" fmla="*/ 74 h 76"/>
                    <a:gd name="T48" fmla="*/ 36 w 73"/>
                    <a:gd name="T49" fmla="*/ 76 h 76"/>
                    <a:gd name="T50" fmla="*/ 45 w 73"/>
                    <a:gd name="T51" fmla="*/ 74 h 76"/>
                    <a:gd name="T52" fmla="*/ 50 w 73"/>
                    <a:gd name="T53" fmla="*/ 72 h 76"/>
                    <a:gd name="T54" fmla="*/ 57 w 73"/>
                    <a:gd name="T55" fmla="*/ 68 h 76"/>
                    <a:gd name="T56" fmla="*/ 62 w 73"/>
                    <a:gd name="T57" fmla="*/ 65 h 76"/>
                    <a:gd name="T58" fmla="*/ 68 w 73"/>
                    <a:gd name="T59" fmla="*/ 57 h 76"/>
                    <a:gd name="T60" fmla="*/ 69 w 73"/>
                    <a:gd name="T61" fmla="*/ 52 h 76"/>
                    <a:gd name="T62" fmla="*/ 73 w 73"/>
                    <a:gd name="T63" fmla="*/ 45 h 76"/>
                    <a:gd name="T64" fmla="*/ 73 w 73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3" h="76">
                      <a:moveTo>
                        <a:pt x="73" y="38"/>
                      </a:moveTo>
                      <a:lnTo>
                        <a:pt x="73" y="30"/>
                      </a:lnTo>
                      <a:lnTo>
                        <a:pt x="69" y="23"/>
                      </a:lnTo>
                      <a:lnTo>
                        <a:pt x="68" y="16"/>
                      </a:lnTo>
                      <a:lnTo>
                        <a:pt x="62" y="10"/>
                      </a:lnTo>
                      <a:lnTo>
                        <a:pt x="57" y="7"/>
                      </a:lnTo>
                      <a:lnTo>
                        <a:pt x="50" y="3"/>
                      </a:lnTo>
                      <a:lnTo>
                        <a:pt x="45" y="0"/>
                      </a:lnTo>
                      <a:lnTo>
                        <a:pt x="36" y="0"/>
                      </a:lnTo>
                      <a:lnTo>
                        <a:pt x="29" y="0"/>
                      </a:lnTo>
                      <a:lnTo>
                        <a:pt x="22" y="3"/>
                      </a:lnTo>
                      <a:lnTo>
                        <a:pt x="16" y="7"/>
                      </a:lnTo>
                      <a:lnTo>
                        <a:pt x="11" y="10"/>
                      </a:lnTo>
                      <a:lnTo>
                        <a:pt x="6" y="16"/>
                      </a:lnTo>
                      <a:lnTo>
                        <a:pt x="2" y="23"/>
                      </a:lnTo>
                      <a:lnTo>
                        <a:pt x="0" y="30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2" y="52"/>
                      </a:lnTo>
                      <a:lnTo>
                        <a:pt x="6" y="57"/>
                      </a:lnTo>
                      <a:lnTo>
                        <a:pt x="11" y="65"/>
                      </a:lnTo>
                      <a:lnTo>
                        <a:pt x="16" y="68"/>
                      </a:lnTo>
                      <a:lnTo>
                        <a:pt x="22" y="72"/>
                      </a:lnTo>
                      <a:lnTo>
                        <a:pt x="29" y="74"/>
                      </a:lnTo>
                      <a:lnTo>
                        <a:pt x="36" y="76"/>
                      </a:lnTo>
                      <a:lnTo>
                        <a:pt x="45" y="74"/>
                      </a:lnTo>
                      <a:lnTo>
                        <a:pt x="50" y="72"/>
                      </a:lnTo>
                      <a:lnTo>
                        <a:pt x="57" y="68"/>
                      </a:lnTo>
                      <a:lnTo>
                        <a:pt x="62" y="65"/>
                      </a:lnTo>
                      <a:lnTo>
                        <a:pt x="68" y="57"/>
                      </a:lnTo>
                      <a:lnTo>
                        <a:pt x="69" y="52"/>
                      </a:lnTo>
                      <a:lnTo>
                        <a:pt x="73" y="45"/>
                      </a:lnTo>
                      <a:lnTo>
                        <a:pt x="73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Freeform 69">
                  <a:extLst>
                    <a:ext uri="{FF2B5EF4-FFF2-40B4-BE49-F238E27FC236}">
                      <a16:creationId xmlns:a16="http://schemas.microsoft.com/office/drawing/2014/main" id="{198E570C-F01D-487D-ABEF-3F6567DC2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6" y="2806"/>
                  <a:ext cx="73" cy="76"/>
                </a:xfrm>
                <a:custGeom>
                  <a:avLst/>
                  <a:gdLst>
                    <a:gd name="T0" fmla="*/ 73 w 73"/>
                    <a:gd name="T1" fmla="*/ 38 h 76"/>
                    <a:gd name="T2" fmla="*/ 73 w 73"/>
                    <a:gd name="T3" fmla="*/ 30 h 76"/>
                    <a:gd name="T4" fmla="*/ 69 w 73"/>
                    <a:gd name="T5" fmla="*/ 23 h 76"/>
                    <a:gd name="T6" fmla="*/ 68 w 73"/>
                    <a:gd name="T7" fmla="*/ 16 h 76"/>
                    <a:gd name="T8" fmla="*/ 62 w 73"/>
                    <a:gd name="T9" fmla="*/ 10 h 76"/>
                    <a:gd name="T10" fmla="*/ 57 w 73"/>
                    <a:gd name="T11" fmla="*/ 7 h 76"/>
                    <a:gd name="T12" fmla="*/ 50 w 73"/>
                    <a:gd name="T13" fmla="*/ 3 h 76"/>
                    <a:gd name="T14" fmla="*/ 45 w 73"/>
                    <a:gd name="T15" fmla="*/ 0 h 76"/>
                    <a:gd name="T16" fmla="*/ 36 w 73"/>
                    <a:gd name="T17" fmla="*/ 0 h 76"/>
                    <a:gd name="T18" fmla="*/ 29 w 73"/>
                    <a:gd name="T19" fmla="*/ 0 h 76"/>
                    <a:gd name="T20" fmla="*/ 22 w 73"/>
                    <a:gd name="T21" fmla="*/ 3 h 76"/>
                    <a:gd name="T22" fmla="*/ 16 w 73"/>
                    <a:gd name="T23" fmla="*/ 7 h 76"/>
                    <a:gd name="T24" fmla="*/ 11 w 73"/>
                    <a:gd name="T25" fmla="*/ 10 h 76"/>
                    <a:gd name="T26" fmla="*/ 6 w 73"/>
                    <a:gd name="T27" fmla="*/ 16 h 76"/>
                    <a:gd name="T28" fmla="*/ 2 w 73"/>
                    <a:gd name="T29" fmla="*/ 23 h 76"/>
                    <a:gd name="T30" fmla="*/ 0 w 73"/>
                    <a:gd name="T31" fmla="*/ 30 h 76"/>
                    <a:gd name="T32" fmla="*/ 0 w 73"/>
                    <a:gd name="T33" fmla="*/ 38 h 76"/>
                    <a:gd name="T34" fmla="*/ 0 w 73"/>
                    <a:gd name="T35" fmla="*/ 45 h 76"/>
                    <a:gd name="T36" fmla="*/ 2 w 73"/>
                    <a:gd name="T37" fmla="*/ 52 h 76"/>
                    <a:gd name="T38" fmla="*/ 6 w 73"/>
                    <a:gd name="T39" fmla="*/ 57 h 76"/>
                    <a:gd name="T40" fmla="*/ 11 w 73"/>
                    <a:gd name="T41" fmla="*/ 65 h 76"/>
                    <a:gd name="T42" fmla="*/ 16 w 73"/>
                    <a:gd name="T43" fmla="*/ 68 h 76"/>
                    <a:gd name="T44" fmla="*/ 22 w 73"/>
                    <a:gd name="T45" fmla="*/ 72 h 76"/>
                    <a:gd name="T46" fmla="*/ 29 w 73"/>
                    <a:gd name="T47" fmla="*/ 74 h 76"/>
                    <a:gd name="T48" fmla="*/ 36 w 73"/>
                    <a:gd name="T49" fmla="*/ 76 h 76"/>
                    <a:gd name="T50" fmla="*/ 45 w 73"/>
                    <a:gd name="T51" fmla="*/ 74 h 76"/>
                    <a:gd name="T52" fmla="*/ 50 w 73"/>
                    <a:gd name="T53" fmla="*/ 72 h 76"/>
                    <a:gd name="T54" fmla="*/ 57 w 73"/>
                    <a:gd name="T55" fmla="*/ 68 h 76"/>
                    <a:gd name="T56" fmla="*/ 62 w 73"/>
                    <a:gd name="T57" fmla="*/ 65 h 76"/>
                    <a:gd name="T58" fmla="*/ 68 w 73"/>
                    <a:gd name="T59" fmla="*/ 57 h 76"/>
                    <a:gd name="T60" fmla="*/ 69 w 73"/>
                    <a:gd name="T61" fmla="*/ 52 h 76"/>
                    <a:gd name="T62" fmla="*/ 73 w 73"/>
                    <a:gd name="T63" fmla="*/ 45 h 76"/>
                    <a:gd name="T64" fmla="*/ 73 w 73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3" h="76">
                      <a:moveTo>
                        <a:pt x="73" y="38"/>
                      </a:moveTo>
                      <a:lnTo>
                        <a:pt x="73" y="30"/>
                      </a:lnTo>
                      <a:lnTo>
                        <a:pt x="69" y="23"/>
                      </a:lnTo>
                      <a:lnTo>
                        <a:pt x="68" y="16"/>
                      </a:lnTo>
                      <a:lnTo>
                        <a:pt x="62" y="10"/>
                      </a:lnTo>
                      <a:lnTo>
                        <a:pt x="57" y="7"/>
                      </a:lnTo>
                      <a:lnTo>
                        <a:pt x="50" y="3"/>
                      </a:lnTo>
                      <a:lnTo>
                        <a:pt x="45" y="0"/>
                      </a:lnTo>
                      <a:lnTo>
                        <a:pt x="36" y="0"/>
                      </a:lnTo>
                      <a:lnTo>
                        <a:pt x="29" y="0"/>
                      </a:lnTo>
                      <a:lnTo>
                        <a:pt x="22" y="3"/>
                      </a:lnTo>
                      <a:lnTo>
                        <a:pt x="16" y="7"/>
                      </a:lnTo>
                      <a:lnTo>
                        <a:pt x="11" y="10"/>
                      </a:lnTo>
                      <a:lnTo>
                        <a:pt x="6" y="16"/>
                      </a:lnTo>
                      <a:lnTo>
                        <a:pt x="2" y="23"/>
                      </a:lnTo>
                      <a:lnTo>
                        <a:pt x="0" y="30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2" y="52"/>
                      </a:lnTo>
                      <a:lnTo>
                        <a:pt x="6" y="57"/>
                      </a:lnTo>
                      <a:lnTo>
                        <a:pt x="11" y="65"/>
                      </a:lnTo>
                      <a:lnTo>
                        <a:pt x="16" y="68"/>
                      </a:lnTo>
                      <a:lnTo>
                        <a:pt x="22" y="72"/>
                      </a:lnTo>
                      <a:lnTo>
                        <a:pt x="29" y="74"/>
                      </a:lnTo>
                      <a:lnTo>
                        <a:pt x="36" y="76"/>
                      </a:lnTo>
                      <a:lnTo>
                        <a:pt x="45" y="74"/>
                      </a:lnTo>
                      <a:lnTo>
                        <a:pt x="50" y="72"/>
                      </a:lnTo>
                      <a:lnTo>
                        <a:pt x="57" y="68"/>
                      </a:lnTo>
                      <a:lnTo>
                        <a:pt x="62" y="65"/>
                      </a:lnTo>
                      <a:lnTo>
                        <a:pt x="68" y="57"/>
                      </a:lnTo>
                      <a:lnTo>
                        <a:pt x="69" y="52"/>
                      </a:lnTo>
                      <a:lnTo>
                        <a:pt x="73" y="45"/>
                      </a:lnTo>
                      <a:lnTo>
                        <a:pt x="73" y="38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3" name="Freeform 70">
                  <a:extLst>
                    <a:ext uri="{FF2B5EF4-FFF2-40B4-BE49-F238E27FC236}">
                      <a16:creationId xmlns:a16="http://schemas.microsoft.com/office/drawing/2014/main" id="{CD6144A2-D55E-430C-9BFA-4A61D3AB54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6" y="3178"/>
                  <a:ext cx="73" cy="76"/>
                </a:xfrm>
                <a:custGeom>
                  <a:avLst/>
                  <a:gdLst>
                    <a:gd name="T0" fmla="*/ 73 w 73"/>
                    <a:gd name="T1" fmla="*/ 38 h 76"/>
                    <a:gd name="T2" fmla="*/ 73 w 73"/>
                    <a:gd name="T3" fmla="*/ 31 h 76"/>
                    <a:gd name="T4" fmla="*/ 69 w 73"/>
                    <a:gd name="T5" fmla="*/ 24 h 76"/>
                    <a:gd name="T6" fmla="*/ 68 w 73"/>
                    <a:gd name="T7" fmla="*/ 17 h 76"/>
                    <a:gd name="T8" fmla="*/ 62 w 73"/>
                    <a:gd name="T9" fmla="*/ 11 h 76"/>
                    <a:gd name="T10" fmla="*/ 57 w 73"/>
                    <a:gd name="T11" fmla="*/ 7 h 76"/>
                    <a:gd name="T12" fmla="*/ 50 w 73"/>
                    <a:gd name="T13" fmla="*/ 4 h 76"/>
                    <a:gd name="T14" fmla="*/ 45 w 73"/>
                    <a:gd name="T15" fmla="*/ 0 h 76"/>
                    <a:gd name="T16" fmla="*/ 36 w 73"/>
                    <a:gd name="T17" fmla="*/ 0 h 76"/>
                    <a:gd name="T18" fmla="*/ 29 w 73"/>
                    <a:gd name="T19" fmla="*/ 0 h 76"/>
                    <a:gd name="T20" fmla="*/ 22 w 73"/>
                    <a:gd name="T21" fmla="*/ 4 h 76"/>
                    <a:gd name="T22" fmla="*/ 16 w 73"/>
                    <a:gd name="T23" fmla="*/ 7 h 76"/>
                    <a:gd name="T24" fmla="*/ 11 w 73"/>
                    <a:gd name="T25" fmla="*/ 11 h 76"/>
                    <a:gd name="T26" fmla="*/ 6 w 73"/>
                    <a:gd name="T27" fmla="*/ 17 h 76"/>
                    <a:gd name="T28" fmla="*/ 2 w 73"/>
                    <a:gd name="T29" fmla="*/ 24 h 76"/>
                    <a:gd name="T30" fmla="*/ 0 w 73"/>
                    <a:gd name="T31" fmla="*/ 31 h 76"/>
                    <a:gd name="T32" fmla="*/ 0 w 73"/>
                    <a:gd name="T33" fmla="*/ 38 h 76"/>
                    <a:gd name="T34" fmla="*/ 0 w 73"/>
                    <a:gd name="T35" fmla="*/ 45 h 76"/>
                    <a:gd name="T36" fmla="*/ 2 w 73"/>
                    <a:gd name="T37" fmla="*/ 53 h 76"/>
                    <a:gd name="T38" fmla="*/ 6 w 73"/>
                    <a:gd name="T39" fmla="*/ 58 h 76"/>
                    <a:gd name="T40" fmla="*/ 11 w 73"/>
                    <a:gd name="T41" fmla="*/ 64 h 76"/>
                    <a:gd name="T42" fmla="*/ 16 w 73"/>
                    <a:gd name="T43" fmla="*/ 69 h 76"/>
                    <a:gd name="T44" fmla="*/ 22 w 73"/>
                    <a:gd name="T45" fmla="*/ 73 h 76"/>
                    <a:gd name="T46" fmla="*/ 29 w 73"/>
                    <a:gd name="T47" fmla="*/ 74 h 76"/>
                    <a:gd name="T48" fmla="*/ 36 w 73"/>
                    <a:gd name="T49" fmla="*/ 76 h 76"/>
                    <a:gd name="T50" fmla="*/ 45 w 73"/>
                    <a:gd name="T51" fmla="*/ 74 h 76"/>
                    <a:gd name="T52" fmla="*/ 50 w 73"/>
                    <a:gd name="T53" fmla="*/ 73 h 76"/>
                    <a:gd name="T54" fmla="*/ 57 w 73"/>
                    <a:gd name="T55" fmla="*/ 69 h 76"/>
                    <a:gd name="T56" fmla="*/ 62 w 73"/>
                    <a:gd name="T57" fmla="*/ 64 h 76"/>
                    <a:gd name="T58" fmla="*/ 68 w 73"/>
                    <a:gd name="T59" fmla="*/ 58 h 76"/>
                    <a:gd name="T60" fmla="*/ 69 w 73"/>
                    <a:gd name="T61" fmla="*/ 53 h 76"/>
                    <a:gd name="T62" fmla="*/ 73 w 73"/>
                    <a:gd name="T63" fmla="*/ 45 h 76"/>
                    <a:gd name="T64" fmla="*/ 73 w 73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3" h="76">
                      <a:moveTo>
                        <a:pt x="73" y="38"/>
                      </a:moveTo>
                      <a:lnTo>
                        <a:pt x="73" y="31"/>
                      </a:lnTo>
                      <a:lnTo>
                        <a:pt x="69" y="24"/>
                      </a:lnTo>
                      <a:lnTo>
                        <a:pt x="68" y="17"/>
                      </a:lnTo>
                      <a:lnTo>
                        <a:pt x="62" y="11"/>
                      </a:lnTo>
                      <a:lnTo>
                        <a:pt x="57" y="7"/>
                      </a:lnTo>
                      <a:lnTo>
                        <a:pt x="50" y="4"/>
                      </a:lnTo>
                      <a:lnTo>
                        <a:pt x="45" y="0"/>
                      </a:lnTo>
                      <a:lnTo>
                        <a:pt x="36" y="0"/>
                      </a:lnTo>
                      <a:lnTo>
                        <a:pt x="29" y="0"/>
                      </a:lnTo>
                      <a:lnTo>
                        <a:pt x="22" y="4"/>
                      </a:lnTo>
                      <a:lnTo>
                        <a:pt x="16" y="7"/>
                      </a:lnTo>
                      <a:lnTo>
                        <a:pt x="11" y="11"/>
                      </a:lnTo>
                      <a:lnTo>
                        <a:pt x="6" y="17"/>
                      </a:lnTo>
                      <a:lnTo>
                        <a:pt x="2" y="24"/>
                      </a:lnTo>
                      <a:lnTo>
                        <a:pt x="0" y="31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2" y="53"/>
                      </a:lnTo>
                      <a:lnTo>
                        <a:pt x="6" y="58"/>
                      </a:lnTo>
                      <a:lnTo>
                        <a:pt x="11" y="64"/>
                      </a:lnTo>
                      <a:lnTo>
                        <a:pt x="16" y="69"/>
                      </a:lnTo>
                      <a:lnTo>
                        <a:pt x="22" y="73"/>
                      </a:lnTo>
                      <a:lnTo>
                        <a:pt x="29" y="74"/>
                      </a:lnTo>
                      <a:lnTo>
                        <a:pt x="36" y="76"/>
                      </a:lnTo>
                      <a:lnTo>
                        <a:pt x="45" y="74"/>
                      </a:lnTo>
                      <a:lnTo>
                        <a:pt x="50" y="73"/>
                      </a:lnTo>
                      <a:lnTo>
                        <a:pt x="57" y="69"/>
                      </a:lnTo>
                      <a:lnTo>
                        <a:pt x="62" y="64"/>
                      </a:lnTo>
                      <a:lnTo>
                        <a:pt x="68" y="58"/>
                      </a:lnTo>
                      <a:lnTo>
                        <a:pt x="69" y="53"/>
                      </a:lnTo>
                      <a:lnTo>
                        <a:pt x="73" y="45"/>
                      </a:lnTo>
                      <a:lnTo>
                        <a:pt x="73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4" name="Freeform 71">
                  <a:extLst>
                    <a:ext uri="{FF2B5EF4-FFF2-40B4-BE49-F238E27FC236}">
                      <a16:creationId xmlns:a16="http://schemas.microsoft.com/office/drawing/2014/main" id="{96D3597B-7966-4726-9251-26CD09E22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6" y="3178"/>
                  <a:ext cx="73" cy="76"/>
                </a:xfrm>
                <a:custGeom>
                  <a:avLst/>
                  <a:gdLst>
                    <a:gd name="T0" fmla="*/ 73 w 73"/>
                    <a:gd name="T1" fmla="*/ 38 h 76"/>
                    <a:gd name="T2" fmla="*/ 73 w 73"/>
                    <a:gd name="T3" fmla="*/ 31 h 76"/>
                    <a:gd name="T4" fmla="*/ 69 w 73"/>
                    <a:gd name="T5" fmla="*/ 24 h 76"/>
                    <a:gd name="T6" fmla="*/ 68 w 73"/>
                    <a:gd name="T7" fmla="*/ 17 h 76"/>
                    <a:gd name="T8" fmla="*/ 62 w 73"/>
                    <a:gd name="T9" fmla="*/ 11 h 76"/>
                    <a:gd name="T10" fmla="*/ 57 w 73"/>
                    <a:gd name="T11" fmla="*/ 7 h 76"/>
                    <a:gd name="T12" fmla="*/ 50 w 73"/>
                    <a:gd name="T13" fmla="*/ 4 h 76"/>
                    <a:gd name="T14" fmla="*/ 45 w 73"/>
                    <a:gd name="T15" fmla="*/ 0 h 76"/>
                    <a:gd name="T16" fmla="*/ 36 w 73"/>
                    <a:gd name="T17" fmla="*/ 0 h 76"/>
                    <a:gd name="T18" fmla="*/ 29 w 73"/>
                    <a:gd name="T19" fmla="*/ 0 h 76"/>
                    <a:gd name="T20" fmla="*/ 22 w 73"/>
                    <a:gd name="T21" fmla="*/ 4 h 76"/>
                    <a:gd name="T22" fmla="*/ 16 w 73"/>
                    <a:gd name="T23" fmla="*/ 7 h 76"/>
                    <a:gd name="T24" fmla="*/ 11 w 73"/>
                    <a:gd name="T25" fmla="*/ 11 h 76"/>
                    <a:gd name="T26" fmla="*/ 6 w 73"/>
                    <a:gd name="T27" fmla="*/ 17 h 76"/>
                    <a:gd name="T28" fmla="*/ 2 w 73"/>
                    <a:gd name="T29" fmla="*/ 24 h 76"/>
                    <a:gd name="T30" fmla="*/ 0 w 73"/>
                    <a:gd name="T31" fmla="*/ 31 h 76"/>
                    <a:gd name="T32" fmla="*/ 0 w 73"/>
                    <a:gd name="T33" fmla="*/ 38 h 76"/>
                    <a:gd name="T34" fmla="*/ 0 w 73"/>
                    <a:gd name="T35" fmla="*/ 45 h 76"/>
                    <a:gd name="T36" fmla="*/ 2 w 73"/>
                    <a:gd name="T37" fmla="*/ 53 h 76"/>
                    <a:gd name="T38" fmla="*/ 6 w 73"/>
                    <a:gd name="T39" fmla="*/ 58 h 76"/>
                    <a:gd name="T40" fmla="*/ 11 w 73"/>
                    <a:gd name="T41" fmla="*/ 64 h 76"/>
                    <a:gd name="T42" fmla="*/ 16 w 73"/>
                    <a:gd name="T43" fmla="*/ 69 h 76"/>
                    <a:gd name="T44" fmla="*/ 22 w 73"/>
                    <a:gd name="T45" fmla="*/ 73 h 76"/>
                    <a:gd name="T46" fmla="*/ 29 w 73"/>
                    <a:gd name="T47" fmla="*/ 74 h 76"/>
                    <a:gd name="T48" fmla="*/ 36 w 73"/>
                    <a:gd name="T49" fmla="*/ 76 h 76"/>
                    <a:gd name="T50" fmla="*/ 45 w 73"/>
                    <a:gd name="T51" fmla="*/ 74 h 76"/>
                    <a:gd name="T52" fmla="*/ 50 w 73"/>
                    <a:gd name="T53" fmla="*/ 73 h 76"/>
                    <a:gd name="T54" fmla="*/ 57 w 73"/>
                    <a:gd name="T55" fmla="*/ 69 h 76"/>
                    <a:gd name="T56" fmla="*/ 62 w 73"/>
                    <a:gd name="T57" fmla="*/ 64 h 76"/>
                    <a:gd name="T58" fmla="*/ 68 w 73"/>
                    <a:gd name="T59" fmla="*/ 58 h 76"/>
                    <a:gd name="T60" fmla="*/ 69 w 73"/>
                    <a:gd name="T61" fmla="*/ 53 h 76"/>
                    <a:gd name="T62" fmla="*/ 73 w 73"/>
                    <a:gd name="T63" fmla="*/ 45 h 76"/>
                    <a:gd name="T64" fmla="*/ 73 w 73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3" h="76">
                      <a:moveTo>
                        <a:pt x="73" y="38"/>
                      </a:moveTo>
                      <a:lnTo>
                        <a:pt x="73" y="31"/>
                      </a:lnTo>
                      <a:lnTo>
                        <a:pt x="69" y="24"/>
                      </a:lnTo>
                      <a:lnTo>
                        <a:pt x="68" y="17"/>
                      </a:lnTo>
                      <a:lnTo>
                        <a:pt x="62" y="11"/>
                      </a:lnTo>
                      <a:lnTo>
                        <a:pt x="57" y="7"/>
                      </a:lnTo>
                      <a:lnTo>
                        <a:pt x="50" y="4"/>
                      </a:lnTo>
                      <a:lnTo>
                        <a:pt x="45" y="0"/>
                      </a:lnTo>
                      <a:lnTo>
                        <a:pt x="36" y="0"/>
                      </a:lnTo>
                      <a:lnTo>
                        <a:pt x="29" y="0"/>
                      </a:lnTo>
                      <a:lnTo>
                        <a:pt x="22" y="4"/>
                      </a:lnTo>
                      <a:lnTo>
                        <a:pt x="16" y="7"/>
                      </a:lnTo>
                      <a:lnTo>
                        <a:pt x="11" y="11"/>
                      </a:lnTo>
                      <a:lnTo>
                        <a:pt x="6" y="17"/>
                      </a:lnTo>
                      <a:lnTo>
                        <a:pt x="2" y="24"/>
                      </a:lnTo>
                      <a:lnTo>
                        <a:pt x="0" y="31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2" y="53"/>
                      </a:lnTo>
                      <a:lnTo>
                        <a:pt x="6" y="58"/>
                      </a:lnTo>
                      <a:lnTo>
                        <a:pt x="11" y="64"/>
                      </a:lnTo>
                      <a:lnTo>
                        <a:pt x="16" y="69"/>
                      </a:lnTo>
                      <a:lnTo>
                        <a:pt x="22" y="73"/>
                      </a:lnTo>
                      <a:lnTo>
                        <a:pt x="29" y="74"/>
                      </a:lnTo>
                      <a:lnTo>
                        <a:pt x="36" y="76"/>
                      </a:lnTo>
                      <a:lnTo>
                        <a:pt x="45" y="74"/>
                      </a:lnTo>
                      <a:lnTo>
                        <a:pt x="50" y="73"/>
                      </a:lnTo>
                      <a:lnTo>
                        <a:pt x="57" y="69"/>
                      </a:lnTo>
                      <a:lnTo>
                        <a:pt x="62" y="64"/>
                      </a:lnTo>
                      <a:lnTo>
                        <a:pt x="68" y="58"/>
                      </a:lnTo>
                      <a:lnTo>
                        <a:pt x="69" y="53"/>
                      </a:lnTo>
                      <a:lnTo>
                        <a:pt x="73" y="45"/>
                      </a:lnTo>
                      <a:lnTo>
                        <a:pt x="73" y="38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5" name="Freeform 72">
                  <a:extLst>
                    <a:ext uri="{FF2B5EF4-FFF2-40B4-BE49-F238E27FC236}">
                      <a16:creationId xmlns:a16="http://schemas.microsoft.com/office/drawing/2014/main" id="{152E971D-66DE-45F0-9AB5-8519F0908F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2118"/>
                  <a:ext cx="75" cy="76"/>
                </a:xfrm>
                <a:custGeom>
                  <a:avLst/>
                  <a:gdLst>
                    <a:gd name="T0" fmla="*/ 75 w 75"/>
                    <a:gd name="T1" fmla="*/ 38 h 76"/>
                    <a:gd name="T2" fmla="*/ 73 w 75"/>
                    <a:gd name="T3" fmla="*/ 31 h 76"/>
                    <a:gd name="T4" fmla="*/ 71 w 75"/>
                    <a:gd name="T5" fmla="*/ 24 h 76"/>
                    <a:gd name="T6" fmla="*/ 67 w 75"/>
                    <a:gd name="T7" fmla="*/ 16 h 76"/>
                    <a:gd name="T8" fmla="*/ 64 w 75"/>
                    <a:gd name="T9" fmla="*/ 11 h 76"/>
                    <a:gd name="T10" fmla="*/ 57 w 75"/>
                    <a:gd name="T11" fmla="*/ 7 h 76"/>
                    <a:gd name="T12" fmla="*/ 52 w 75"/>
                    <a:gd name="T13" fmla="*/ 4 h 76"/>
                    <a:gd name="T14" fmla="*/ 45 w 75"/>
                    <a:gd name="T15" fmla="*/ 2 h 76"/>
                    <a:gd name="T16" fmla="*/ 37 w 75"/>
                    <a:gd name="T17" fmla="*/ 0 h 76"/>
                    <a:gd name="T18" fmla="*/ 30 w 75"/>
                    <a:gd name="T19" fmla="*/ 2 h 76"/>
                    <a:gd name="T20" fmla="*/ 23 w 75"/>
                    <a:gd name="T21" fmla="*/ 4 h 76"/>
                    <a:gd name="T22" fmla="*/ 16 w 75"/>
                    <a:gd name="T23" fmla="*/ 7 h 76"/>
                    <a:gd name="T24" fmla="*/ 11 w 75"/>
                    <a:gd name="T25" fmla="*/ 11 h 76"/>
                    <a:gd name="T26" fmla="*/ 7 w 75"/>
                    <a:gd name="T27" fmla="*/ 16 h 76"/>
                    <a:gd name="T28" fmla="*/ 4 w 75"/>
                    <a:gd name="T29" fmla="*/ 24 h 76"/>
                    <a:gd name="T30" fmla="*/ 0 w 75"/>
                    <a:gd name="T31" fmla="*/ 31 h 76"/>
                    <a:gd name="T32" fmla="*/ 0 w 75"/>
                    <a:gd name="T33" fmla="*/ 38 h 76"/>
                    <a:gd name="T34" fmla="*/ 0 w 75"/>
                    <a:gd name="T35" fmla="*/ 45 h 76"/>
                    <a:gd name="T36" fmla="*/ 4 w 75"/>
                    <a:gd name="T37" fmla="*/ 53 h 76"/>
                    <a:gd name="T38" fmla="*/ 7 w 75"/>
                    <a:gd name="T39" fmla="*/ 60 h 76"/>
                    <a:gd name="T40" fmla="*/ 11 w 75"/>
                    <a:gd name="T41" fmla="*/ 65 h 76"/>
                    <a:gd name="T42" fmla="*/ 16 w 75"/>
                    <a:gd name="T43" fmla="*/ 69 h 76"/>
                    <a:gd name="T44" fmla="*/ 23 w 75"/>
                    <a:gd name="T45" fmla="*/ 72 h 76"/>
                    <a:gd name="T46" fmla="*/ 30 w 75"/>
                    <a:gd name="T47" fmla="*/ 74 h 76"/>
                    <a:gd name="T48" fmla="*/ 37 w 75"/>
                    <a:gd name="T49" fmla="*/ 76 h 76"/>
                    <a:gd name="T50" fmla="*/ 45 w 75"/>
                    <a:gd name="T51" fmla="*/ 74 h 76"/>
                    <a:gd name="T52" fmla="*/ 52 w 75"/>
                    <a:gd name="T53" fmla="*/ 72 h 76"/>
                    <a:gd name="T54" fmla="*/ 57 w 75"/>
                    <a:gd name="T55" fmla="*/ 69 h 76"/>
                    <a:gd name="T56" fmla="*/ 64 w 75"/>
                    <a:gd name="T57" fmla="*/ 65 h 76"/>
                    <a:gd name="T58" fmla="*/ 67 w 75"/>
                    <a:gd name="T59" fmla="*/ 60 h 76"/>
                    <a:gd name="T60" fmla="*/ 71 w 75"/>
                    <a:gd name="T61" fmla="*/ 53 h 76"/>
                    <a:gd name="T62" fmla="*/ 73 w 75"/>
                    <a:gd name="T63" fmla="*/ 45 h 76"/>
                    <a:gd name="T64" fmla="*/ 75 w 75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5" h="76">
                      <a:moveTo>
                        <a:pt x="75" y="38"/>
                      </a:moveTo>
                      <a:lnTo>
                        <a:pt x="73" y="31"/>
                      </a:lnTo>
                      <a:lnTo>
                        <a:pt x="71" y="24"/>
                      </a:lnTo>
                      <a:lnTo>
                        <a:pt x="67" y="16"/>
                      </a:lnTo>
                      <a:lnTo>
                        <a:pt x="64" y="11"/>
                      </a:lnTo>
                      <a:lnTo>
                        <a:pt x="57" y="7"/>
                      </a:lnTo>
                      <a:lnTo>
                        <a:pt x="52" y="4"/>
                      </a:lnTo>
                      <a:lnTo>
                        <a:pt x="45" y="2"/>
                      </a:lnTo>
                      <a:lnTo>
                        <a:pt x="37" y="0"/>
                      </a:lnTo>
                      <a:lnTo>
                        <a:pt x="30" y="2"/>
                      </a:lnTo>
                      <a:lnTo>
                        <a:pt x="23" y="4"/>
                      </a:lnTo>
                      <a:lnTo>
                        <a:pt x="16" y="7"/>
                      </a:lnTo>
                      <a:lnTo>
                        <a:pt x="11" y="11"/>
                      </a:lnTo>
                      <a:lnTo>
                        <a:pt x="7" y="16"/>
                      </a:lnTo>
                      <a:lnTo>
                        <a:pt x="4" y="24"/>
                      </a:lnTo>
                      <a:lnTo>
                        <a:pt x="0" y="31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4" y="53"/>
                      </a:lnTo>
                      <a:lnTo>
                        <a:pt x="7" y="60"/>
                      </a:lnTo>
                      <a:lnTo>
                        <a:pt x="11" y="65"/>
                      </a:lnTo>
                      <a:lnTo>
                        <a:pt x="16" y="69"/>
                      </a:lnTo>
                      <a:lnTo>
                        <a:pt x="23" y="72"/>
                      </a:lnTo>
                      <a:lnTo>
                        <a:pt x="30" y="74"/>
                      </a:lnTo>
                      <a:lnTo>
                        <a:pt x="37" y="76"/>
                      </a:lnTo>
                      <a:lnTo>
                        <a:pt x="45" y="74"/>
                      </a:lnTo>
                      <a:lnTo>
                        <a:pt x="52" y="72"/>
                      </a:lnTo>
                      <a:lnTo>
                        <a:pt x="57" y="69"/>
                      </a:lnTo>
                      <a:lnTo>
                        <a:pt x="64" y="65"/>
                      </a:lnTo>
                      <a:lnTo>
                        <a:pt x="67" y="60"/>
                      </a:lnTo>
                      <a:lnTo>
                        <a:pt x="71" y="53"/>
                      </a:lnTo>
                      <a:lnTo>
                        <a:pt x="73" y="45"/>
                      </a:lnTo>
                      <a:lnTo>
                        <a:pt x="75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6" name="Freeform 73">
                  <a:extLst>
                    <a:ext uri="{FF2B5EF4-FFF2-40B4-BE49-F238E27FC236}">
                      <a16:creationId xmlns:a16="http://schemas.microsoft.com/office/drawing/2014/main" id="{92DB8133-75EF-4C7F-9027-50722C919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2118"/>
                  <a:ext cx="75" cy="76"/>
                </a:xfrm>
                <a:custGeom>
                  <a:avLst/>
                  <a:gdLst>
                    <a:gd name="T0" fmla="*/ 75 w 75"/>
                    <a:gd name="T1" fmla="*/ 38 h 76"/>
                    <a:gd name="T2" fmla="*/ 73 w 75"/>
                    <a:gd name="T3" fmla="*/ 31 h 76"/>
                    <a:gd name="T4" fmla="*/ 71 w 75"/>
                    <a:gd name="T5" fmla="*/ 24 h 76"/>
                    <a:gd name="T6" fmla="*/ 67 w 75"/>
                    <a:gd name="T7" fmla="*/ 16 h 76"/>
                    <a:gd name="T8" fmla="*/ 64 w 75"/>
                    <a:gd name="T9" fmla="*/ 11 h 76"/>
                    <a:gd name="T10" fmla="*/ 57 w 75"/>
                    <a:gd name="T11" fmla="*/ 7 h 76"/>
                    <a:gd name="T12" fmla="*/ 52 w 75"/>
                    <a:gd name="T13" fmla="*/ 4 h 76"/>
                    <a:gd name="T14" fmla="*/ 45 w 75"/>
                    <a:gd name="T15" fmla="*/ 2 h 76"/>
                    <a:gd name="T16" fmla="*/ 37 w 75"/>
                    <a:gd name="T17" fmla="*/ 0 h 76"/>
                    <a:gd name="T18" fmla="*/ 30 w 75"/>
                    <a:gd name="T19" fmla="*/ 2 h 76"/>
                    <a:gd name="T20" fmla="*/ 23 w 75"/>
                    <a:gd name="T21" fmla="*/ 4 h 76"/>
                    <a:gd name="T22" fmla="*/ 16 w 75"/>
                    <a:gd name="T23" fmla="*/ 7 h 76"/>
                    <a:gd name="T24" fmla="*/ 11 w 75"/>
                    <a:gd name="T25" fmla="*/ 11 h 76"/>
                    <a:gd name="T26" fmla="*/ 7 w 75"/>
                    <a:gd name="T27" fmla="*/ 16 h 76"/>
                    <a:gd name="T28" fmla="*/ 4 w 75"/>
                    <a:gd name="T29" fmla="*/ 24 h 76"/>
                    <a:gd name="T30" fmla="*/ 0 w 75"/>
                    <a:gd name="T31" fmla="*/ 31 h 76"/>
                    <a:gd name="T32" fmla="*/ 0 w 75"/>
                    <a:gd name="T33" fmla="*/ 38 h 76"/>
                    <a:gd name="T34" fmla="*/ 0 w 75"/>
                    <a:gd name="T35" fmla="*/ 45 h 76"/>
                    <a:gd name="T36" fmla="*/ 4 w 75"/>
                    <a:gd name="T37" fmla="*/ 53 h 76"/>
                    <a:gd name="T38" fmla="*/ 7 w 75"/>
                    <a:gd name="T39" fmla="*/ 60 h 76"/>
                    <a:gd name="T40" fmla="*/ 11 w 75"/>
                    <a:gd name="T41" fmla="*/ 65 h 76"/>
                    <a:gd name="T42" fmla="*/ 16 w 75"/>
                    <a:gd name="T43" fmla="*/ 69 h 76"/>
                    <a:gd name="T44" fmla="*/ 23 w 75"/>
                    <a:gd name="T45" fmla="*/ 72 h 76"/>
                    <a:gd name="T46" fmla="*/ 30 w 75"/>
                    <a:gd name="T47" fmla="*/ 74 h 76"/>
                    <a:gd name="T48" fmla="*/ 37 w 75"/>
                    <a:gd name="T49" fmla="*/ 76 h 76"/>
                    <a:gd name="T50" fmla="*/ 45 w 75"/>
                    <a:gd name="T51" fmla="*/ 74 h 76"/>
                    <a:gd name="T52" fmla="*/ 52 w 75"/>
                    <a:gd name="T53" fmla="*/ 72 h 76"/>
                    <a:gd name="T54" fmla="*/ 57 w 75"/>
                    <a:gd name="T55" fmla="*/ 69 h 76"/>
                    <a:gd name="T56" fmla="*/ 64 w 75"/>
                    <a:gd name="T57" fmla="*/ 65 h 76"/>
                    <a:gd name="T58" fmla="*/ 67 w 75"/>
                    <a:gd name="T59" fmla="*/ 60 h 76"/>
                    <a:gd name="T60" fmla="*/ 71 w 75"/>
                    <a:gd name="T61" fmla="*/ 53 h 76"/>
                    <a:gd name="T62" fmla="*/ 73 w 75"/>
                    <a:gd name="T63" fmla="*/ 45 h 76"/>
                    <a:gd name="T64" fmla="*/ 75 w 75"/>
                    <a:gd name="T65" fmla="*/ 38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75" h="76">
                      <a:moveTo>
                        <a:pt x="75" y="38"/>
                      </a:moveTo>
                      <a:lnTo>
                        <a:pt x="73" y="31"/>
                      </a:lnTo>
                      <a:lnTo>
                        <a:pt x="71" y="24"/>
                      </a:lnTo>
                      <a:lnTo>
                        <a:pt x="67" y="16"/>
                      </a:lnTo>
                      <a:lnTo>
                        <a:pt x="64" y="11"/>
                      </a:lnTo>
                      <a:lnTo>
                        <a:pt x="57" y="7"/>
                      </a:lnTo>
                      <a:lnTo>
                        <a:pt x="52" y="4"/>
                      </a:lnTo>
                      <a:lnTo>
                        <a:pt x="45" y="2"/>
                      </a:lnTo>
                      <a:lnTo>
                        <a:pt x="37" y="0"/>
                      </a:lnTo>
                      <a:lnTo>
                        <a:pt x="30" y="2"/>
                      </a:lnTo>
                      <a:lnTo>
                        <a:pt x="23" y="4"/>
                      </a:lnTo>
                      <a:lnTo>
                        <a:pt x="16" y="7"/>
                      </a:lnTo>
                      <a:lnTo>
                        <a:pt x="11" y="11"/>
                      </a:lnTo>
                      <a:lnTo>
                        <a:pt x="7" y="16"/>
                      </a:lnTo>
                      <a:lnTo>
                        <a:pt x="4" y="24"/>
                      </a:lnTo>
                      <a:lnTo>
                        <a:pt x="0" y="31"/>
                      </a:lnTo>
                      <a:lnTo>
                        <a:pt x="0" y="38"/>
                      </a:lnTo>
                      <a:lnTo>
                        <a:pt x="0" y="45"/>
                      </a:lnTo>
                      <a:lnTo>
                        <a:pt x="4" y="53"/>
                      </a:lnTo>
                      <a:lnTo>
                        <a:pt x="7" y="60"/>
                      </a:lnTo>
                      <a:lnTo>
                        <a:pt x="11" y="65"/>
                      </a:lnTo>
                      <a:lnTo>
                        <a:pt x="16" y="69"/>
                      </a:lnTo>
                      <a:lnTo>
                        <a:pt x="23" y="72"/>
                      </a:lnTo>
                      <a:lnTo>
                        <a:pt x="30" y="74"/>
                      </a:lnTo>
                      <a:lnTo>
                        <a:pt x="37" y="76"/>
                      </a:lnTo>
                      <a:lnTo>
                        <a:pt x="45" y="74"/>
                      </a:lnTo>
                      <a:lnTo>
                        <a:pt x="52" y="72"/>
                      </a:lnTo>
                      <a:lnTo>
                        <a:pt x="57" y="69"/>
                      </a:lnTo>
                      <a:lnTo>
                        <a:pt x="64" y="65"/>
                      </a:lnTo>
                      <a:lnTo>
                        <a:pt x="67" y="60"/>
                      </a:lnTo>
                      <a:lnTo>
                        <a:pt x="71" y="53"/>
                      </a:lnTo>
                      <a:lnTo>
                        <a:pt x="73" y="45"/>
                      </a:lnTo>
                      <a:lnTo>
                        <a:pt x="75" y="38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7" name="Rectangle 74">
                  <a:extLst>
                    <a:ext uri="{FF2B5EF4-FFF2-40B4-BE49-F238E27FC236}">
                      <a16:creationId xmlns:a16="http://schemas.microsoft.com/office/drawing/2014/main" id="{BED24E92-D539-4D21-9098-623E8BEBD7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3" y="3084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8" name="Rectangle 75">
                  <a:extLst>
                    <a:ext uri="{FF2B5EF4-FFF2-40B4-BE49-F238E27FC236}">
                      <a16:creationId xmlns:a16="http://schemas.microsoft.com/office/drawing/2014/main" id="{60EE1233-F13C-4936-8AB0-29EC3EF089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2" y="2858"/>
                  <a:ext cx="342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160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9" name="Rectangle 76">
                  <a:extLst>
                    <a:ext uri="{FF2B5EF4-FFF2-40B4-BE49-F238E27FC236}">
                      <a16:creationId xmlns:a16="http://schemas.microsoft.com/office/drawing/2014/main" id="{A8A06035-6BA8-4935-8725-F8EEAFB1BB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2006"/>
                  <a:ext cx="237" cy="32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0" name="Freeform 77">
                  <a:extLst>
                    <a:ext uri="{FF2B5EF4-FFF2-40B4-BE49-F238E27FC236}">
                      <a16:creationId xmlns:a16="http://schemas.microsoft.com/office/drawing/2014/main" id="{452C9E11-D41E-4FF7-901B-EDEC5FF717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5" y="2098"/>
                  <a:ext cx="33" cy="34"/>
                </a:xfrm>
                <a:custGeom>
                  <a:avLst/>
                  <a:gdLst>
                    <a:gd name="T0" fmla="*/ 33 w 33"/>
                    <a:gd name="T1" fmla="*/ 18 h 34"/>
                    <a:gd name="T2" fmla="*/ 33 w 33"/>
                    <a:gd name="T3" fmla="*/ 14 h 34"/>
                    <a:gd name="T4" fmla="*/ 31 w 33"/>
                    <a:gd name="T5" fmla="*/ 11 h 34"/>
                    <a:gd name="T6" fmla="*/ 30 w 33"/>
                    <a:gd name="T7" fmla="*/ 7 h 34"/>
                    <a:gd name="T8" fmla="*/ 28 w 33"/>
                    <a:gd name="T9" fmla="*/ 5 h 34"/>
                    <a:gd name="T10" fmla="*/ 26 w 33"/>
                    <a:gd name="T11" fmla="*/ 4 h 34"/>
                    <a:gd name="T12" fmla="*/ 23 w 33"/>
                    <a:gd name="T13" fmla="*/ 2 h 34"/>
                    <a:gd name="T14" fmla="*/ 19 w 33"/>
                    <a:gd name="T15" fmla="*/ 0 h 34"/>
                    <a:gd name="T16" fmla="*/ 15 w 33"/>
                    <a:gd name="T17" fmla="*/ 0 h 34"/>
                    <a:gd name="T18" fmla="*/ 12 w 33"/>
                    <a:gd name="T19" fmla="*/ 0 h 34"/>
                    <a:gd name="T20" fmla="*/ 10 w 33"/>
                    <a:gd name="T21" fmla="*/ 2 h 34"/>
                    <a:gd name="T22" fmla="*/ 7 w 33"/>
                    <a:gd name="T23" fmla="*/ 4 h 34"/>
                    <a:gd name="T24" fmla="*/ 5 w 33"/>
                    <a:gd name="T25" fmla="*/ 5 h 34"/>
                    <a:gd name="T26" fmla="*/ 1 w 33"/>
                    <a:gd name="T27" fmla="*/ 7 h 34"/>
                    <a:gd name="T28" fmla="*/ 1 w 33"/>
                    <a:gd name="T29" fmla="*/ 11 h 34"/>
                    <a:gd name="T30" fmla="*/ 0 w 33"/>
                    <a:gd name="T31" fmla="*/ 14 h 34"/>
                    <a:gd name="T32" fmla="*/ 0 w 33"/>
                    <a:gd name="T33" fmla="*/ 18 h 34"/>
                    <a:gd name="T34" fmla="*/ 0 w 33"/>
                    <a:gd name="T35" fmla="*/ 22 h 34"/>
                    <a:gd name="T36" fmla="*/ 1 w 33"/>
                    <a:gd name="T37" fmla="*/ 23 h 34"/>
                    <a:gd name="T38" fmla="*/ 1 w 33"/>
                    <a:gd name="T39" fmla="*/ 27 h 34"/>
                    <a:gd name="T40" fmla="*/ 5 w 33"/>
                    <a:gd name="T41" fmla="*/ 29 h 34"/>
                    <a:gd name="T42" fmla="*/ 7 w 33"/>
                    <a:gd name="T43" fmla="*/ 32 h 34"/>
                    <a:gd name="T44" fmla="*/ 10 w 33"/>
                    <a:gd name="T45" fmla="*/ 32 h 34"/>
                    <a:gd name="T46" fmla="*/ 12 w 33"/>
                    <a:gd name="T47" fmla="*/ 34 h 34"/>
                    <a:gd name="T48" fmla="*/ 15 w 33"/>
                    <a:gd name="T49" fmla="*/ 34 h 34"/>
                    <a:gd name="T50" fmla="*/ 19 w 33"/>
                    <a:gd name="T51" fmla="*/ 34 h 34"/>
                    <a:gd name="T52" fmla="*/ 23 w 33"/>
                    <a:gd name="T53" fmla="*/ 32 h 34"/>
                    <a:gd name="T54" fmla="*/ 26 w 33"/>
                    <a:gd name="T55" fmla="*/ 32 h 34"/>
                    <a:gd name="T56" fmla="*/ 28 w 33"/>
                    <a:gd name="T57" fmla="*/ 29 h 34"/>
                    <a:gd name="T58" fmla="*/ 30 w 33"/>
                    <a:gd name="T59" fmla="*/ 27 h 34"/>
                    <a:gd name="T60" fmla="*/ 31 w 33"/>
                    <a:gd name="T61" fmla="*/ 23 h 34"/>
                    <a:gd name="T62" fmla="*/ 33 w 33"/>
                    <a:gd name="T63" fmla="*/ 22 h 34"/>
                    <a:gd name="T64" fmla="*/ 33 w 33"/>
                    <a:gd name="T65" fmla="*/ 18 h 34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33" h="34">
                      <a:moveTo>
                        <a:pt x="33" y="18"/>
                      </a:moveTo>
                      <a:lnTo>
                        <a:pt x="33" y="14"/>
                      </a:lnTo>
                      <a:lnTo>
                        <a:pt x="31" y="11"/>
                      </a:lnTo>
                      <a:lnTo>
                        <a:pt x="30" y="7"/>
                      </a:lnTo>
                      <a:lnTo>
                        <a:pt x="28" y="5"/>
                      </a:lnTo>
                      <a:lnTo>
                        <a:pt x="26" y="4"/>
                      </a:lnTo>
                      <a:lnTo>
                        <a:pt x="23" y="2"/>
                      </a:lnTo>
                      <a:lnTo>
                        <a:pt x="19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0" y="2"/>
                      </a:lnTo>
                      <a:lnTo>
                        <a:pt x="7" y="4"/>
                      </a:lnTo>
                      <a:lnTo>
                        <a:pt x="5" y="5"/>
                      </a:lnTo>
                      <a:lnTo>
                        <a:pt x="1" y="7"/>
                      </a:lnTo>
                      <a:lnTo>
                        <a:pt x="1" y="11"/>
                      </a:lnTo>
                      <a:lnTo>
                        <a:pt x="0" y="14"/>
                      </a:lnTo>
                      <a:lnTo>
                        <a:pt x="0" y="18"/>
                      </a:lnTo>
                      <a:lnTo>
                        <a:pt x="0" y="22"/>
                      </a:lnTo>
                      <a:lnTo>
                        <a:pt x="1" y="23"/>
                      </a:lnTo>
                      <a:lnTo>
                        <a:pt x="1" y="27"/>
                      </a:lnTo>
                      <a:lnTo>
                        <a:pt x="5" y="29"/>
                      </a:lnTo>
                      <a:lnTo>
                        <a:pt x="7" y="32"/>
                      </a:lnTo>
                      <a:lnTo>
                        <a:pt x="10" y="32"/>
                      </a:lnTo>
                      <a:lnTo>
                        <a:pt x="12" y="34"/>
                      </a:lnTo>
                      <a:lnTo>
                        <a:pt x="15" y="34"/>
                      </a:lnTo>
                      <a:lnTo>
                        <a:pt x="19" y="34"/>
                      </a:lnTo>
                      <a:lnTo>
                        <a:pt x="23" y="32"/>
                      </a:lnTo>
                      <a:lnTo>
                        <a:pt x="26" y="32"/>
                      </a:lnTo>
                      <a:lnTo>
                        <a:pt x="28" y="29"/>
                      </a:lnTo>
                      <a:lnTo>
                        <a:pt x="30" y="27"/>
                      </a:lnTo>
                      <a:lnTo>
                        <a:pt x="31" y="23"/>
                      </a:lnTo>
                      <a:lnTo>
                        <a:pt x="33" y="22"/>
                      </a:lnTo>
                      <a:lnTo>
                        <a:pt x="33" y="18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1" name="Freeform 78">
                  <a:extLst>
                    <a:ext uri="{FF2B5EF4-FFF2-40B4-BE49-F238E27FC236}">
                      <a16:creationId xmlns:a16="http://schemas.microsoft.com/office/drawing/2014/main" id="{9DDA5F31-6ED0-4629-841F-1CDB047E9D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4" y="2183"/>
                  <a:ext cx="34" cy="34"/>
                </a:xfrm>
                <a:custGeom>
                  <a:avLst/>
                  <a:gdLst>
                    <a:gd name="T0" fmla="*/ 34 w 34"/>
                    <a:gd name="T1" fmla="*/ 16 h 34"/>
                    <a:gd name="T2" fmla="*/ 34 w 34"/>
                    <a:gd name="T3" fmla="*/ 12 h 34"/>
                    <a:gd name="T4" fmla="*/ 34 w 34"/>
                    <a:gd name="T5" fmla="*/ 11 h 34"/>
                    <a:gd name="T6" fmla="*/ 32 w 34"/>
                    <a:gd name="T7" fmla="*/ 7 h 34"/>
                    <a:gd name="T8" fmla="*/ 30 w 34"/>
                    <a:gd name="T9" fmla="*/ 5 h 34"/>
                    <a:gd name="T10" fmla="*/ 27 w 34"/>
                    <a:gd name="T11" fmla="*/ 2 h 34"/>
                    <a:gd name="T12" fmla="*/ 25 w 34"/>
                    <a:gd name="T13" fmla="*/ 0 h 34"/>
                    <a:gd name="T14" fmla="*/ 22 w 34"/>
                    <a:gd name="T15" fmla="*/ 0 h 34"/>
                    <a:gd name="T16" fmla="*/ 18 w 34"/>
                    <a:gd name="T17" fmla="*/ 0 h 34"/>
                    <a:gd name="T18" fmla="*/ 15 w 34"/>
                    <a:gd name="T19" fmla="*/ 0 h 34"/>
                    <a:gd name="T20" fmla="*/ 11 w 34"/>
                    <a:gd name="T21" fmla="*/ 0 h 34"/>
                    <a:gd name="T22" fmla="*/ 9 w 34"/>
                    <a:gd name="T23" fmla="*/ 2 h 34"/>
                    <a:gd name="T24" fmla="*/ 6 w 34"/>
                    <a:gd name="T25" fmla="*/ 5 h 34"/>
                    <a:gd name="T26" fmla="*/ 4 w 34"/>
                    <a:gd name="T27" fmla="*/ 7 h 34"/>
                    <a:gd name="T28" fmla="*/ 2 w 34"/>
                    <a:gd name="T29" fmla="*/ 11 h 34"/>
                    <a:gd name="T30" fmla="*/ 2 w 34"/>
                    <a:gd name="T31" fmla="*/ 12 h 34"/>
                    <a:gd name="T32" fmla="*/ 0 w 34"/>
                    <a:gd name="T33" fmla="*/ 16 h 34"/>
                    <a:gd name="T34" fmla="*/ 2 w 34"/>
                    <a:gd name="T35" fmla="*/ 20 h 34"/>
                    <a:gd name="T36" fmla="*/ 2 w 34"/>
                    <a:gd name="T37" fmla="*/ 23 h 34"/>
                    <a:gd name="T38" fmla="*/ 4 w 34"/>
                    <a:gd name="T39" fmla="*/ 25 h 34"/>
                    <a:gd name="T40" fmla="*/ 6 w 34"/>
                    <a:gd name="T41" fmla="*/ 29 h 34"/>
                    <a:gd name="T42" fmla="*/ 9 w 34"/>
                    <a:gd name="T43" fmla="*/ 31 h 34"/>
                    <a:gd name="T44" fmla="*/ 11 w 34"/>
                    <a:gd name="T45" fmla="*/ 32 h 34"/>
                    <a:gd name="T46" fmla="*/ 15 w 34"/>
                    <a:gd name="T47" fmla="*/ 32 h 34"/>
                    <a:gd name="T48" fmla="*/ 18 w 34"/>
                    <a:gd name="T49" fmla="*/ 34 h 34"/>
                    <a:gd name="T50" fmla="*/ 22 w 34"/>
                    <a:gd name="T51" fmla="*/ 32 h 34"/>
                    <a:gd name="T52" fmla="*/ 25 w 34"/>
                    <a:gd name="T53" fmla="*/ 32 h 34"/>
                    <a:gd name="T54" fmla="*/ 27 w 34"/>
                    <a:gd name="T55" fmla="*/ 31 h 34"/>
                    <a:gd name="T56" fmla="*/ 30 w 34"/>
                    <a:gd name="T57" fmla="*/ 29 h 34"/>
                    <a:gd name="T58" fmla="*/ 32 w 34"/>
                    <a:gd name="T59" fmla="*/ 25 h 34"/>
                    <a:gd name="T60" fmla="*/ 34 w 34"/>
                    <a:gd name="T61" fmla="*/ 23 h 34"/>
                    <a:gd name="T62" fmla="*/ 34 w 34"/>
                    <a:gd name="T63" fmla="*/ 20 h 34"/>
                    <a:gd name="T64" fmla="*/ 34 w 34"/>
                    <a:gd name="T65" fmla="*/ 16 h 34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34" h="34">
                      <a:moveTo>
                        <a:pt x="34" y="16"/>
                      </a:moveTo>
                      <a:lnTo>
                        <a:pt x="34" y="12"/>
                      </a:lnTo>
                      <a:lnTo>
                        <a:pt x="34" y="11"/>
                      </a:lnTo>
                      <a:lnTo>
                        <a:pt x="32" y="7"/>
                      </a:lnTo>
                      <a:lnTo>
                        <a:pt x="30" y="5"/>
                      </a:lnTo>
                      <a:lnTo>
                        <a:pt x="27" y="2"/>
                      </a:lnTo>
                      <a:lnTo>
                        <a:pt x="25" y="0"/>
                      </a:lnTo>
                      <a:lnTo>
                        <a:pt x="22" y="0"/>
                      </a:lnTo>
                      <a:lnTo>
                        <a:pt x="18" y="0"/>
                      </a:lnTo>
                      <a:lnTo>
                        <a:pt x="15" y="0"/>
                      </a:lnTo>
                      <a:lnTo>
                        <a:pt x="11" y="0"/>
                      </a:lnTo>
                      <a:lnTo>
                        <a:pt x="9" y="2"/>
                      </a:lnTo>
                      <a:lnTo>
                        <a:pt x="6" y="5"/>
                      </a:lnTo>
                      <a:lnTo>
                        <a:pt x="4" y="7"/>
                      </a:lnTo>
                      <a:lnTo>
                        <a:pt x="2" y="11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2" y="20"/>
                      </a:lnTo>
                      <a:lnTo>
                        <a:pt x="2" y="23"/>
                      </a:lnTo>
                      <a:lnTo>
                        <a:pt x="4" y="25"/>
                      </a:lnTo>
                      <a:lnTo>
                        <a:pt x="6" y="29"/>
                      </a:lnTo>
                      <a:lnTo>
                        <a:pt x="9" y="31"/>
                      </a:lnTo>
                      <a:lnTo>
                        <a:pt x="11" y="32"/>
                      </a:lnTo>
                      <a:lnTo>
                        <a:pt x="15" y="32"/>
                      </a:lnTo>
                      <a:lnTo>
                        <a:pt x="18" y="34"/>
                      </a:lnTo>
                      <a:lnTo>
                        <a:pt x="22" y="32"/>
                      </a:lnTo>
                      <a:lnTo>
                        <a:pt x="25" y="32"/>
                      </a:lnTo>
                      <a:lnTo>
                        <a:pt x="27" y="31"/>
                      </a:lnTo>
                      <a:lnTo>
                        <a:pt x="30" y="29"/>
                      </a:lnTo>
                      <a:lnTo>
                        <a:pt x="32" y="25"/>
                      </a:lnTo>
                      <a:lnTo>
                        <a:pt x="34" y="23"/>
                      </a:lnTo>
                      <a:lnTo>
                        <a:pt x="34" y="20"/>
                      </a:lnTo>
                      <a:lnTo>
                        <a:pt x="34" y="1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2" name="Line 79">
                  <a:extLst>
                    <a:ext uri="{FF2B5EF4-FFF2-40B4-BE49-F238E27FC236}">
                      <a16:creationId xmlns:a16="http://schemas.microsoft.com/office/drawing/2014/main" id="{ADE9DDBD-A941-4BB2-9E66-782AEE773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8" y="2601"/>
                  <a:ext cx="20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3" name="Rectangle 80">
                  <a:extLst>
                    <a:ext uri="{FF2B5EF4-FFF2-40B4-BE49-F238E27FC236}">
                      <a16:creationId xmlns:a16="http://schemas.microsoft.com/office/drawing/2014/main" id="{E8B05B44-DAFA-4864-A0FB-BBAAC5C37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28" y="2510"/>
                  <a:ext cx="1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4" name="Rectangle 81">
                  <a:extLst>
                    <a:ext uri="{FF2B5EF4-FFF2-40B4-BE49-F238E27FC236}">
                      <a16:creationId xmlns:a16="http://schemas.microsoft.com/office/drawing/2014/main" id="{6A62D872-BC5F-41F8-9534-8570F53EF1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3705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5" name="Rectangle 82">
                  <a:extLst>
                    <a:ext uri="{FF2B5EF4-FFF2-40B4-BE49-F238E27FC236}">
                      <a16:creationId xmlns:a16="http://schemas.microsoft.com/office/drawing/2014/main" id="{38E7B226-45D7-4ABD-A7D3-D4BD2769FF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5" y="3705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6" name="Rectangle 83">
                  <a:extLst>
                    <a:ext uri="{FF2B5EF4-FFF2-40B4-BE49-F238E27FC236}">
                      <a16:creationId xmlns:a16="http://schemas.microsoft.com/office/drawing/2014/main" id="{3B2BBD01-C22C-4B74-A317-626EA26B16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2" y="3720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7" name="Rectangle 84">
                  <a:extLst>
                    <a:ext uri="{FF2B5EF4-FFF2-40B4-BE49-F238E27FC236}">
                      <a16:creationId xmlns:a16="http://schemas.microsoft.com/office/drawing/2014/main" id="{581702CF-02C0-4BC5-8677-7608AE4100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5" y="3714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8" name="Rectangle 85">
                  <a:extLst>
                    <a:ext uri="{FF2B5EF4-FFF2-40B4-BE49-F238E27FC236}">
                      <a16:creationId xmlns:a16="http://schemas.microsoft.com/office/drawing/2014/main" id="{7802FB86-22D1-4323-8D37-A02866A0E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" y="2643"/>
                  <a:ext cx="1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9" name="Rectangle 86">
                  <a:extLst>
                    <a:ext uri="{FF2B5EF4-FFF2-40B4-BE49-F238E27FC236}">
                      <a16:creationId xmlns:a16="http://schemas.microsoft.com/office/drawing/2014/main" id="{3DA3B9C7-0072-401A-9EF1-9C8BB8CC6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" y="3006"/>
                  <a:ext cx="49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kumimoji="1"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CLK</a:t>
                  </a:r>
                  <a:endParaRPr kumimoji="1" lang="en-US" altLang="zh-CN" sz="2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0" name="Line 88">
                  <a:extLst>
                    <a:ext uri="{FF2B5EF4-FFF2-40B4-BE49-F238E27FC236}">
                      <a16:creationId xmlns:a16="http://schemas.microsoft.com/office/drawing/2014/main" id="{C9233A50-A179-4C61-B959-575EA232AE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37" y="2103"/>
                  <a:ext cx="113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1" name="Line 89">
                  <a:extLst>
                    <a:ext uri="{FF2B5EF4-FFF2-40B4-BE49-F238E27FC236}">
                      <a16:creationId xmlns:a16="http://schemas.microsoft.com/office/drawing/2014/main" id="{E6A6FB0A-0FC7-450E-AB93-6F9DB9D21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88" y="2188"/>
                  <a:ext cx="28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2" name="Line 90">
                  <a:extLst>
                    <a:ext uri="{FF2B5EF4-FFF2-40B4-BE49-F238E27FC236}">
                      <a16:creationId xmlns:a16="http://schemas.microsoft.com/office/drawing/2014/main" id="{D15C3D85-192C-45E2-9B32-0205F5B9E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5" y="3152"/>
                  <a:ext cx="8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32702A8D-E4B7-4573-B8DB-EA333FAF26AF}"/>
                  </a:ext>
                </a:extLst>
              </p:cNvPr>
              <p:cNvSpPr/>
              <p:nvPr/>
            </p:nvSpPr>
            <p:spPr>
              <a:xfrm>
                <a:off x="3429000" y="3169285"/>
                <a:ext cx="511172" cy="529589"/>
              </a:xfrm>
              <a:prstGeom prst="rect">
                <a:avLst/>
              </a:prstGeom>
              <a:ln w="34925">
                <a:solidFill>
                  <a:schemeClr val="tx1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555597A-75D2-45E0-ADDA-E765CF80F61B}"/>
                  </a:ext>
                </a:extLst>
              </p:cNvPr>
              <p:cNvSpPr txBox="1"/>
              <p:nvPr/>
            </p:nvSpPr>
            <p:spPr bwMode="auto">
              <a:xfrm>
                <a:off x="3418682" y="3158838"/>
                <a:ext cx="21748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rtlCol="0"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&amp;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" name="Line 89">
              <a:extLst>
                <a:ext uri="{FF2B5EF4-FFF2-40B4-BE49-F238E27FC236}">
                  <a16:creationId xmlns:a16="http://schemas.microsoft.com/office/drawing/2014/main" id="{7124BB06-CA78-4E82-8F63-E61F16A2A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568" y="4838542"/>
              <a:ext cx="449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853927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utoUpdateAnimBg="0"/>
      <p:bldP spid="6" grpId="0"/>
      <p:bldP spid="23" grpId="0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872A2A-F99C-4FC5-96E9-CC1C08C8F6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49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A932043-1A60-4FCB-9331-72D82E20EC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400" y="1142999"/>
                <a:ext cx="7572375" cy="5241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同样，令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𝑳𝑫</m:t>
                        </m:r>
                      </m:e>
                    </m:acc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𝑪</m:t>
                        </m:r>
                      </m:e>
                    </m:acc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  且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kumimoji="1" lang="en-US" altLang="zh-CN" sz="2800" b="1" baseline="-30000" dirty="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=0100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也可实现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A932043-1A60-4FCB-9331-72D82E20E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142999"/>
                <a:ext cx="7572375" cy="524118"/>
              </a:xfrm>
              <a:prstGeom prst="rect">
                <a:avLst/>
              </a:prstGeom>
              <a:blipFill>
                <a:blip r:embed="rId2"/>
                <a:stretch>
                  <a:fillRect l="-1610" t="-11628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569AFC2-CA42-474E-B4B4-19189501D12F}"/>
              </a:ext>
            </a:extLst>
          </p:cNvPr>
          <p:cNvGrpSpPr>
            <a:grpSpLocks/>
          </p:cNvGrpSpPr>
          <p:nvPr/>
        </p:nvGrpSpPr>
        <p:grpSpPr bwMode="auto">
          <a:xfrm>
            <a:off x="4902200" y="3657600"/>
            <a:ext cx="3860800" cy="2057400"/>
            <a:chOff x="3136" y="2304"/>
            <a:chExt cx="2432" cy="12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3EAFC8-482E-4E41-AB3A-3B2FC77FA4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2304"/>
              <a:ext cx="2400" cy="816"/>
              <a:chOff x="3168" y="2448"/>
              <a:chExt cx="2400" cy="816"/>
            </a:xfrm>
          </p:grpSpPr>
          <p:sp>
            <p:nvSpPr>
              <p:cNvPr id="15" name="Oval 7">
                <a:extLst>
                  <a:ext uri="{FF2B5EF4-FFF2-40B4-BE49-F238E27FC236}">
                    <a16:creationId xmlns:a16="http://schemas.microsoft.com/office/drawing/2014/main" id="{1F129562-B223-4114-BB5B-B07AA5589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4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16" name="Line 8">
                <a:extLst>
                  <a:ext uri="{FF2B5EF4-FFF2-40B4-BE49-F238E27FC236}">
                    <a16:creationId xmlns:a16="http://schemas.microsoft.com/office/drawing/2014/main" id="{2DEC98C1-9B1C-4F33-8F6D-F2DDD1F27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6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" name="Line 9">
                <a:extLst>
                  <a:ext uri="{FF2B5EF4-FFF2-40B4-BE49-F238E27FC236}">
                    <a16:creationId xmlns:a16="http://schemas.microsoft.com/office/drawing/2014/main" id="{2C223C5B-E48E-43FE-98AF-3B85B4E54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0" y="2880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" name="Oval 10">
                <a:extLst>
                  <a:ext uri="{FF2B5EF4-FFF2-40B4-BE49-F238E27FC236}">
                    <a16:creationId xmlns:a16="http://schemas.microsoft.com/office/drawing/2014/main" id="{B2B7ED2C-7482-4B4D-BD26-3433AD620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480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19" name="Line 11">
                <a:extLst>
                  <a:ext uri="{FF2B5EF4-FFF2-40B4-BE49-F238E27FC236}">
                    <a16:creationId xmlns:a16="http://schemas.microsoft.com/office/drawing/2014/main" id="{0667D477-9723-48B7-8C1E-0F9160F41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72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" name="Oval 12">
                <a:extLst>
                  <a:ext uri="{FF2B5EF4-FFF2-40B4-BE49-F238E27FC236}">
                    <a16:creationId xmlns:a16="http://schemas.microsoft.com/office/drawing/2014/main" id="{B437C1A5-E83B-4083-9AB4-859E3A3AF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448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0110</a:t>
                </a:r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7D0551B5-CE42-4BC4-B803-2416DAFB1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120"/>
              <a:ext cx="2400" cy="480"/>
              <a:chOff x="3200" y="3264"/>
              <a:chExt cx="2400" cy="480"/>
            </a:xfrm>
          </p:grpSpPr>
          <p:sp>
            <p:nvSpPr>
              <p:cNvPr id="10" name="Oval 14">
                <a:extLst>
                  <a:ext uri="{FF2B5EF4-FFF2-40B4-BE49-F238E27FC236}">
                    <a16:creationId xmlns:a16="http://schemas.microsoft.com/office/drawing/2014/main" id="{986F126A-E4B5-4CF4-9FF9-B385E29A9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0" y="3312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11" name="Line 15">
                <a:extLst>
                  <a:ext uri="{FF2B5EF4-FFF2-40B4-BE49-F238E27FC236}">
                    <a16:creationId xmlns:a16="http://schemas.microsoft.com/office/drawing/2014/main" id="{80E74876-8A92-478E-8A32-CD9016610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76" y="3504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Oval 16">
                <a:extLst>
                  <a:ext uri="{FF2B5EF4-FFF2-40B4-BE49-F238E27FC236}">
                    <a16:creationId xmlns:a16="http://schemas.microsoft.com/office/drawing/2014/main" id="{26F48599-2753-4EA7-B68F-71B09E367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2" y="3296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F40BB531-B513-443F-9203-9E7E8EBAC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88" y="348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Oval 18">
                <a:extLst>
                  <a:ext uri="{FF2B5EF4-FFF2-40B4-BE49-F238E27FC236}">
                    <a16:creationId xmlns:a16="http://schemas.microsoft.com/office/drawing/2014/main" id="{A56594B3-EFB0-4DA0-A891-00E346010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4" y="3264"/>
                <a:ext cx="576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latin typeface="Times New Roman" panose="02020603050405020304" pitchFamily="18" charset="0"/>
                  </a:rPr>
                  <a:t>0111</a:t>
                </a:r>
              </a:p>
            </p:txBody>
          </p:sp>
        </p:grp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E920655C-2FF3-45E4-87A8-27F310FF8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8" y="2784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4BD9DDF-A1FF-47FE-8E18-BD09E9D5AAFA}"/>
              </a:ext>
            </a:extLst>
          </p:cNvPr>
          <p:cNvGrpSpPr/>
          <p:nvPr/>
        </p:nvGrpSpPr>
        <p:grpSpPr>
          <a:xfrm>
            <a:off x="119857" y="1990517"/>
            <a:ext cx="4713288" cy="3363913"/>
            <a:chOff x="146050" y="2971800"/>
            <a:chExt cx="4713288" cy="3363913"/>
          </a:xfrm>
        </p:grpSpPr>
        <p:grpSp>
          <p:nvGrpSpPr>
            <p:cNvPr id="90" name="Group 24">
              <a:extLst>
                <a:ext uri="{FF2B5EF4-FFF2-40B4-BE49-F238E27FC236}">
                  <a16:creationId xmlns:a16="http://schemas.microsoft.com/office/drawing/2014/main" id="{4DD75F31-A4D4-4642-BBC3-6B216212F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050" y="2971800"/>
              <a:ext cx="4713288" cy="3363913"/>
              <a:chOff x="92" y="1872"/>
              <a:chExt cx="2969" cy="2119"/>
            </a:xfrm>
          </p:grpSpPr>
          <p:sp>
            <p:nvSpPr>
              <p:cNvPr id="92" name="AutoShape 25">
                <a:extLst>
                  <a:ext uri="{FF2B5EF4-FFF2-40B4-BE49-F238E27FC236}">
                    <a16:creationId xmlns:a16="http://schemas.microsoft.com/office/drawing/2014/main" id="{8D7F708B-26B1-4FEF-89E9-83EBBD2E5F0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40" y="1872"/>
                <a:ext cx="2592" cy="2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110FA74F-435F-4DE9-AD22-9CF04E6DD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" y="2480"/>
                <a:ext cx="1667" cy="9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A8CA9220-0938-455E-95EF-F12BB9698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" y="2480"/>
                <a:ext cx="1667" cy="924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Rectangle 28">
                <a:extLst>
                  <a:ext uri="{FF2B5EF4-FFF2-40B4-BE49-F238E27FC236}">
                    <a16:creationId xmlns:a16="http://schemas.microsoft.com/office/drawing/2014/main" id="{0D874D68-FB6C-4463-90A2-2101EDC64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" y="2479"/>
                <a:ext cx="1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Rectangle 29">
                <a:extLst>
                  <a:ext uri="{FF2B5EF4-FFF2-40B4-BE49-F238E27FC236}">
                    <a16:creationId xmlns:a16="http://schemas.microsoft.com/office/drawing/2014/main" id="{A4D51A12-DF01-4765-9B8E-BBA84DE39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2579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Rectangle 30">
                <a:extLst>
                  <a:ext uri="{FF2B5EF4-FFF2-40B4-BE49-F238E27FC236}">
                    <a16:creationId xmlns:a16="http://schemas.microsoft.com/office/drawing/2014/main" id="{F546E109-3424-4C2D-AA01-51E9CF05D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" y="2517"/>
                <a:ext cx="22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Rectangle 31">
                <a:extLst>
                  <a:ext uri="{FF2B5EF4-FFF2-40B4-BE49-F238E27FC236}">
                    <a16:creationId xmlns:a16="http://schemas.microsoft.com/office/drawing/2014/main" id="{CD808851-DF60-49A1-9363-88051FD51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479"/>
                <a:ext cx="1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Rectangle 32">
                <a:extLst>
                  <a:ext uri="{FF2B5EF4-FFF2-40B4-BE49-F238E27FC236}">
                    <a16:creationId xmlns:a16="http://schemas.microsoft.com/office/drawing/2014/main" id="{C7893025-6C1E-449D-81B8-69AC4178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" y="2579"/>
                <a:ext cx="17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    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Rectangle 33">
                <a:extLst>
                  <a:ext uri="{FF2B5EF4-FFF2-40B4-BE49-F238E27FC236}">
                    <a16:creationId xmlns:a16="http://schemas.microsoft.com/office/drawing/2014/main" id="{BD4E9706-D915-46FE-B3F6-09B7C2414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465"/>
                <a:ext cx="1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Rectangle 34">
                <a:extLst>
                  <a:ext uri="{FF2B5EF4-FFF2-40B4-BE49-F238E27FC236}">
                    <a16:creationId xmlns:a16="http://schemas.microsoft.com/office/drawing/2014/main" id="{4958F034-971B-44B8-A9B6-C67349F31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5" y="2579"/>
                <a:ext cx="19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      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Rectangle 35">
                <a:extLst>
                  <a:ext uri="{FF2B5EF4-FFF2-40B4-BE49-F238E27FC236}">
                    <a16:creationId xmlns:a16="http://schemas.microsoft.com/office/drawing/2014/main" id="{E88818DE-559A-4852-8EEC-6D5B606D2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6" y="2485"/>
                <a:ext cx="1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Rectangle 36">
                <a:extLst>
                  <a:ext uri="{FF2B5EF4-FFF2-40B4-BE49-F238E27FC236}">
                    <a16:creationId xmlns:a16="http://schemas.microsoft.com/office/drawing/2014/main" id="{CE6077A8-4693-4668-BC59-BFAEF246D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2" y="2579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Rectangle 37">
                <a:extLst>
                  <a:ext uri="{FF2B5EF4-FFF2-40B4-BE49-F238E27FC236}">
                    <a16:creationId xmlns:a16="http://schemas.microsoft.com/office/drawing/2014/main" id="{8F37A64B-23D2-4919-AA8E-3DC09DDD9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3149"/>
                <a:ext cx="16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Rectangle 38">
                <a:extLst>
                  <a:ext uri="{FF2B5EF4-FFF2-40B4-BE49-F238E27FC236}">
                    <a16:creationId xmlns:a16="http://schemas.microsoft.com/office/drawing/2014/main" id="{F7987FBC-4CF6-4386-8094-49C205FE2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3263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Rectangle 39">
                <a:extLst>
                  <a:ext uri="{FF2B5EF4-FFF2-40B4-BE49-F238E27FC236}">
                    <a16:creationId xmlns:a16="http://schemas.microsoft.com/office/drawing/2014/main" id="{751AE53A-671E-46A0-A3D0-85001693B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" y="3200"/>
                <a:ext cx="22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Rectangle 40">
                <a:extLst>
                  <a:ext uri="{FF2B5EF4-FFF2-40B4-BE49-F238E27FC236}">
                    <a16:creationId xmlns:a16="http://schemas.microsoft.com/office/drawing/2014/main" id="{A79C5263-4924-424C-8A11-2926B76D7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3149"/>
                <a:ext cx="16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Rectangle 41">
                <a:extLst>
                  <a:ext uri="{FF2B5EF4-FFF2-40B4-BE49-F238E27FC236}">
                    <a16:creationId xmlns:a16="http://schemas.microsoft.com/office/drawing/2014/main" id="{9C673592-68F3-474C-BFB2-61986CEA2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" y="3263"/>
                <a:ext cx="17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     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Rectangle 42">
                <a:extLst>
                  <a:ext uri="{FF2B5EF4-FFF2-40B4-BE49-F238E27FC236}">
                    <a16:creationId xmlns:a16="http://schemas.microsoft.com/office/drawing/2014/main" id="{C6DCEA4B-0944-4EF9-B232-003543774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0" y="3156"/>
                <a:ext cx="16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Rectangle 43">
                <a:extLst>
                  <a:ext uri="{FF2B5EF4-FFF2-40B4-BE49-F238E27FC236}">
                    <a16:creationId xmlns:a16="http://schemas.microsoft.com/office/drawing/2014/main" id="{2A302C97-C7FF-467D-8CF2-2D543819E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5" y="3263"/>
                <a:ext cx="19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      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Rectangle 44">
                <a:extLst>
                  <a:ext uri="{FF2B5EF4-FFF2-40B4-BE49-F238E27FC236}">
                    <a16:creationId xmlns:a16="http://schemas.microsoft.com/office/drawing/2014/main" id="{7369994D-96E0-4A6F-958A-CBDD84728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2" y="3161"/>
                <a:ext cx="16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Rectangle 45">
                <a:extLst>
                  <a:ext uri="{FF2B5EF4-FFF2-40B4-BE49-F238E27FC236}">
                    <a16:creationId xmlns:a16="http://schemas.microsoft.com/office/drawing/2014/main" id="{187DF972-61D4-4C13-BBAD-BA79B882C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2" y="3263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Rectangle 46">
                <a:extLst>
                  <a:ext uri="{FF2B5EF4-FFF2-40B4-BE49-F238E27FC236}">
                    <a16:creationId xmlns:a16="http://schemas.microsoft.com/office/drawing/2014/main" id="{CED02606-0171-45C9-924F-AF5A927B8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2659"/>
                <a:ext cx="301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ET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Rectangle 47">
                <a:extLst>
                  <a:ext uri="{FF2B5EF4-FFF2-40B4-BE49-F238E27FC236}">
                    <a16:creationId xmlns:a16="http://schemas.microsoft.com/office/drawing/2014/main" id="{7FBAA104-5F82-4A78-B1BC-A631D7520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" y="2833"/>
                <a:ext cx="28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EP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Freeform 48">
                <a:extLst>
                  <a:ext uri="{FF2B5EF4-FFF2-40B4-BE49-F238E27FC236}">
                    <a16:creationId xmlns:a16="http://schemas.microsoft.com/office/drawing/2014/main" id="{48196F87-31AF-42E2-BC54-6C6B447B2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" y="3062"/>
                <a:ext cx="92" cy="161"/>
              </a:xfrm>
              <a:custGeom>
                <a:avLst/>
                <a:gdLst>
                  <a:gd name="T0" fmla="*/ 0 w 92"/>
                  <a:gd name="T1" fmla="*/ 0 h 161"/>
                  <a:gd name="T2" fmla="*/ 92 w 92"/>
                  <a:gd name="T3" fmla="*/ 95 h 161"/>
                  <a:gd name="T4" fmla="*/ 0 w 92"/>
                  <a:gd name="T5" fmla="*/ 161 h 1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161">
                    <a:moveTo>
                      <a:pt x="0" y="0"/>
                    </a:moveTo>
                    <a:lnTo>
                      <a:pt x="92" y="95"/>
                    </a:lnTo>
                    <a:lnTo>
                      <a:pt x="0" y="161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Rectangle 49">
                    <a:extLst>
                      <a:ext uri="{FF2B5EF4-FFF2-40B4-BE49-F238E27FC236}">
                        <a16:creationId xmlns:a16="http://schemas.microsoft.com/office/drawing/2014/main" id="{36A9A9D3-0ECE-4037-BF8C-3FC648587B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07" y="2806"/>
                    <a:ext cx="384" cy="27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eaLnBrk="1" hangingPunct="1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kumimoji="1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𝑳𝑫</m:t>
                              </m:r>
                            </m:e>
                          </m:acc>
                        </m:oMath>
                      </m:oMathPara>
                    </a14:m>
                    <a:endParaRPr kumimoji="1" lang="en-US" altLang="zh-CN" sz="2400" b="1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6" name="Rectangle 49">
                    <a:extLst>
                      <a:ext uri="{FF2B5EF4-FFF2-40B4-BE49-F238E27FC236}">
                        <a16:creationId xmlns:a16="http://schemas.microsoft.com/office/drawing/2014/main" id="{36A9A9D3-0ECE-4037-BF8C-3FC648587B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07" y="2806"/>
                    <a:ext cx="384" cy="27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7" name="Rectangle 50">
                <a:extLst>
                  <a:ext uri="{FF2B5EF4-FFF2-40B4-BE49-F238E27FC236}">
                    <a16:creationId xmlns:a16="http://schemas.microsoft.com/office/drawing/2014/main" id="{3D3DD885-52BC-4F44-BCA8-F58CB2AC6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9" y="3029"/>
                <a:ext cx="27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18" name="Freeform 51">
                <a:extLst>
                  <a:ext uri="{FF2B5EF4-FFF2-40B4-BE49-F238E27FC236}">
                    <a16:creationId xmlns:a16="http://schemas.microsoft.com/office/drawing/2014/main" id="{A15C0F7A-3C1D-4522-AB68-FB8FC808D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3195"/>
                <a:ext cx="41" cy="41"/>
              </a:xfrm>
              <a:custGeom>
                <a:avLst/>
                <a:gdLst>
                  <a:gd name="T0" fmla="*/ 41 w 41"/>
                  <a:gd name="T1" fmla="*/ 21 h 41"/>
                  <a:gd name="T2" fmla="*/ 39 w 41"/>
                  <a:gd name="T3" fmla="*/ 16 h 41"/>
                  <a:gd name="T4" fmla="*/ 39 w 41"/>
                  <a:gd name="T5" fmla="*/ 12 h 41"/>
                  <a:gd name="T6" fmla="*/ 37 w 41"/>
                  <a:gd name="T7" fmla="*/ 9 h 41"/>
                  <a:gd name="T8" fmla="*/ 34 w 41"/>
                  <a:gd name="T9" fmla="*/ 7 h 41"/>
                  <a:gd name="T10" fmla="*/ 32 w 41"/>
                  <a:gd name="T11" fmla="*/ 3 h 41"/>
                  <a:gd name="T12" fmla="*/ 29 w 41"/>
                  <a:gd name="T13" fmla="*/ 1 h 41"/>
                  <a:gd name="T14" fmla="*/ 25 w 41"/>
                  <a:gd name="T15" fmla="*/ 1 h 41"/>
                  <a:gd name="T16" fmla="*/ 20 w 41"/>
                  <a:gd name="T17" fmla="*/ 0 h 41"/>
                  <a:gd name="T18" fmla="*/ 16 w 41"/>
                  <a:gd name="T19" fmla="*/ 1 h 41"/>
                  <a:gd name="T20" fmla="*/ 13 w 41"/>
                  <a:gd name="T21" fmla="*/ 1 h 41"/>
                  <a:gd name="T22" fmla="*/ 9 w 41"/>
                  <a:gd name="T23" fmla="*/ 3 h 41"/>
                  <a:gd name="T24" fmla="*/ 6 w 41"/>
                  <a:gd name="T25" fmla="*/ 7 h 41"/>
                  <a:gd name="T26" fmla="*/ 4 w 41"/>
                  <a:gd name="T27" fmla="*/ 9 h 41"/>
                  <a:gd name="T28" fmla="*/ 2 w 41"/>
                  <a:gd name="T29" fmla="*/ 12 h 41"/>
                  <a:gd name="T30" fmla="*/ 0 w 41"/>
                  <a:gd name="T31" fmla="*/ 16 h 41"/>
                  <a:gd name="T32" fmla="*/ 0 w 41"/>
                  <a:gd name="T33" fmla="*/ 21 h 41"/>
                  <a:gd name="T34" fmla="*/ 0 w 41"/>
                  <a:gd name="T35" fmla="*/ 25 h 41"/>
                  <a:gd name="T36" fmla="*/ 2 w 41"/>
                  <a:gd name="T37" fmla="*/ 28 h 41"/>
                  <a:gd name="T38" fmla="*/ 4 w 41"/>
                  <a:gd name="T39" fmla="*/ 32 h 41"/>
                  <a:gd name="T40" fmla="*/ 6 w 41"/>
                  <a:gd name="T41" fmla="*/ 36 h 41"/>
                  <a:gd name="T42" fmla="*/ 9 w 41"/>
                  <a:gd name="T43" fmla="*/ 38 h 41"/>
                  <a:gd name="T44" fmla="*/ 13 w 41"/>
                  <a:gd name="T45" fmla="*/ 39 h 41"/>
                  <a:gd name="T46" fmla="*/ 16 w 41"/>
                  <a:gd name="T47" fmla="*/ 41 h 41"/>
                  <a:gd name="T48" fmla="*/ 20 w 41"/>
                  <a:gd name="T49" fmla="*/ 41 h 41"/>
                  <a:gd name="T50" fmla="*/ 25 w 41"/>
                  <a:gd name="T51" fmla="*/ 41 h 41"/>
                  <a:gd name="T52" fmla="*/ 29 w 41"/>
                  <a:gd name="T53" fmla="*/ 39 h 41"/>
                  <a:gd name="T54" fmla="*/ 32 w 41"/>
                  <a:gd name="T55" fmla="*/ 38 h 41"/>
                  <a:gd name="T56" fmla="*/ 34 w 41"/>
                  <a:gd name="T57" fmla="*/ 36 h 41"/>
                  <a:gd name="T58" fmla="*/ 37 w 41"/>
                  <a:gd name="T59" fmla="*/ 32 h 41"/>
                  <a:gd name="T60" fmla="*/ 39 w 41"/>
                  <a:gd name="T61" fmla="*/ 28 h 41"/>
                  <a:gd name="T62" fmla="*/ 39 w 41"/>
                  <a:gd name="T63" fmla="*/ 25 h 41"/>
                  <a:gd name="T64" fmla="*/ 41 w 41"/>
                  <a:gd name="T65" fmla="*/ 21 h 4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39" y="16"/>
                    </a:lnTo>
                    <a:lnTo>
                      <a:pt x="39" y="12"/>
                    </a:lnTo>
                    <a:lnTo>
                      <a:pt x="37" y="9"/>
                    </a:lnTo>
                    <a:lnTo>
                      <a:pt x="34" y="7"/>
                    </a:lnTo>
                    <a:lnTo>
                      <a:pt x="32" y="3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0" y="0"/>
                    </a:lnTo>
                    <a:lnTo>
                      <a:pt x="16" y="1"/>
                    </a:lnTo>
                    <a:lnTo>
                      <a:pt x="13" y="1"/>
                    </a:lnTo>
                    <a:lnTo>
                      <a:pt x="9" y="3"/>
                    </a:lnTo>
                    <a:lnTo>
                      <a:pt x="6" y="7"/>
                    </a:lnTo>
                    <a:lnTo>
                      <a:pt x="4" y="9"/>
                    </a:lnTo>
                    <a:lnTo>
                      <a:pt x="2" y="12"/>
                    </a:lnTo>
                    <a:lnTo>
                      <a:pt x="0" y="16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2" y="28"/>
                    </a:lnTo>
                    <a:lnTo>
                      <a:pt x="4" y="32"/>
                    </a:lnTo>
                    <a:lnTo>
                      <a:pt x="6" y="36"/>
                    </a:lnTo>
                    <a:lnTo>
                      <a:pt x="9" y="38"/>
                    </a:lnTo>
                    <a:lnTo>
                      <a:pt x="13" y="39"/>
                    </a:lnTo>
                    <a:lnTo>
                      <a:pt x="16" y="41"/>
                    </a:lnTo>
                    <a:lnTo>
                      <a:pt x="20" y="41"/>
                    </a:lnTo>
                    <a:lnTo>
                      <a:pt x="25" y="41"/>
                    </a:lnTo>
                    <a:lnTo>
                      <a:pt x="29" y="39"/>
                    </a:lnTo>
                    <a:lnTo>
                      <a:pt x="32" y="38"/>
                    </a:lnTo>
                    <a:lnTo>
                      <a:pt x="34" y="36"/>
                    </a:lnTo>
                    <a:lnTo>
                      <a:pt x="37" y="32"/>
                    </a:lnTo>
                    <a:lnTo>
                      <a:pt x="39" y="28"/>
                    </a:lnTo>
                    <a:lnTo>
                      <a:pt x="39" y="25"/>
                    </a:lnTo>
                    <a:lnTo>
                      <a:pt x="41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Freeform 52">
                <a:extLst>
                  <a:ext uri="{FF2B5EF4-FFF2-40B4-BE49-F238E27FC236}">
                    <a16:creationId xmlns:a16="http://schemas.microsoft.com/office/drawing/2014/main" id="{1E2E9F3D-4BEB-408E-AA6E-398A620A2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3195"/>
                <a:ext cx="41" cy="41"/>
              </a:xfrm>
              <a:custGeom>
                <a:avLst/>
                <a:gdLst>
                  <a:gd name="T0" fmla="*/ 41 w 41"/>
                  <a:gd name="T1" fmla="*/ 21 h 41"/>
                  <a:gd name="T2" fmla="*/ 39 w 41"/>
                  <a:gd name="T3" fmla="*/ 16 h 41"/>
                  <a:gd name="T4" fmla="*/ 39 w 41"/>
                  <a:gd name="T5" fmla="*/ 12 h 41"/>
                  <a:gd name="T6" fmla="*/ 37 w 41"/>
                  <a:gd name="T7" fmla="*/ 9 h 41"/>
                  <a:gd name="T8" fmla="*/ 34 w 41"/>
                  <a:gd name="T9" fmla="*/ 7 h 41"/>
                  <a:gd name="T10" fmla="*/ 32 w 41"/>
                  <a:gd name="T11" fmla="*/ 3 h 41"/>
                  <a:gd name="T12" fmla="*/ 29 w 41"/>
                  <a:gd name="T13" fmla="*/ 1 h 41"/>
                  <a:gd name="T14" fmla="*/ 25 w 41"/>
                  <a:gd name="T15" fmla="*/ 1 h 41"/>
                  <a:gd name="T16" fmla="*/ 20 w 41"/>
                  <a:gd name="T17" fmla="*/ 0 h 41"/>
                  <a:gd name="T18" fmla="*/ 16 w 41"/>
                  <a:gd name="T19" fmla="*/ 1 h 41"/>
                  <a:gd name="T20" fmla="*/ 13 w 41"/>
                  <a:gd name="T21" fmla="*/ 1 h 41"/>
                  <a:gd name="T22" fmla="*/ 9 w 41"/>
                  <a:gd name="T23" fmla="*/ 3 h 41"/>
                  <a:gd name="T24" fmla="*/ 6 w 41"/>
                  <a:gd name="T25" fmla="*/ 7 h 41"/>
                  <a:gd name="T26" fmla="*/ 4 w 41"/>
                  <a:gd name="T27" fmla="*/ 9 h 41"/>
                  <a:gd name="T28" fmla="*/ 2 w 41"/>
                  <a:gd name="T29" fmla="*/ 12 h 41"/>
                  <a:gd name="T30" fmla="*/ 0 w 41"/>
                  <a:gd name="T31" fmla="*/ 16 h 41"/>
                  <a:gd name="T32" fmla="*/ 0 w 41"/>
                  <a:gd name="T33" fmla="*/ 21 h 41"/>
                  <a:gd name="T34" fmla="*/ 0 w 41"/>
                  <a:gd name="T35" fmla="*/ 25 h 41"/>
                  <a:gd name="T36" fmla="*/ 2 w 41"/>
                  <a:gd name="T37" fmla="*/ 28 h 41"/>
                  <a:gd name="T38" fmla="*/ 4 w 41"/>
                  <a:gd name="T39" fmla="*/ 32 h 41"/>
                  <a:gd name="T40" fmla="*/ 6 w 41"/>
                  <a:gd name="T41" fmla="*/ 36 h 41"/>
                  <a:gd name="T42" fmla="*/ 9 w 41"/>
                  <a:gd name="T43" fmla="*/ 38 h 41"/>
                  <a:gd name="T44" fmla="*/ 13 w 41"/>
                  <a:gd name="T45" fmla="*/ 39 h 41"/>
                  <a:gd name="T46" fmla="*/ 16 w 41"/>
                  <a:gd name="T47" fmla="*/ 41 h 41"/>
                  <a:gd name="T48" fmla="*/ 20 w 41"/>
                  <a:gd name="T49" fmla="*/ 41 h 41"/>
                  <a:gd name="T50" fmla="*/ 25 w 41"/>
                  <a:gd name="T51" fmla="*/ 41 h 41"/>
                  <a:gd name="T52" fmla="*/ 29 w 41"/>
                  <a:gd name="T53" fmla="*/ 39 h 41"/>
                  <a:gd name="T54" fmla="*/ 32 w 41"/>
                  <a:gd name="T55" fmla="*/ 38 h 41"/>
                  <a:gd name="T56" fmla="*/ 34 w 41"/>
                  <a:gd name="T57" fmla="*/ 36 h 41"/>
                  <a:gd name="T58" fmla="*/ 37 w 41"/>
                  <a:gd name="T59" fmla="*/ 32 h 41"/>
                  <a:gd name="T60" fmla="*/ 39 w 41"/>
                  <a:gd name="T61" fmla="*/ 28 h 41"/>
                  <a:gd name="T62" fmla="*/ 39 w 41"/>
                  <a:gd name="T63" fmla="*/ 25 h 41"/>
                  <a:gd name="T64" fmla="*/ 41 w 41"/>
                  <a:gd name="T65" fmla="*/ 21 h 4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39" y="16"/>
                    </a:lnTo>
                    <a:lnTo>
                      <a:pt x="39" y="12"/>
                    </a:lnTo>
                    <a:lnTo>
                      <a:pt x="37" y="9"/>
                    </a:lnTo>
                    <a:lnTo>
                      <a:pt x="34" y="7"/>
                    </a:lnTo>
                    <a:lnTo>
                      <a:pt x="32" y="3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0" y="0"/>
                    </a:lnTo>
                    <a:lnTo>
                      <a:pt x="16" y="1"/>
                    </a:lnTo>
                    <a:lnTo>
                      <a:pt x="13" y="1"/>
                    </a:lnTo>
                    <a:lnTo>
                      <a:pt x="9" y="3"/>
                    </a:lnTo>
                    <a:lnTo>
                      <a:pt x="6" y="7"/>
                    </a:lnTo>
                    <a:lnTo>
                      <a:pt x="4" y="9"/>
                    </a:lnTo>
                    <a:lnTo>
                      <a:pt x="2" y="12"/>
                    </a:lnTo>
                    <a:lnTo>
                      <a:pt x="0" y="16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2" y="28"/>
                    </a:lnTo>
                    <a:lnTo>
                      <a:pt x="4" y="32"/>
                    </a:lnTo>
                    <a:lnTo>
                      <a:pt x="6" y="36"/>
                    </a:lnTo>
                    <a:lnTo>
                      <a:pt x="9" y="38"/>
                    </a:lnTo>
                    <a:lnTo>
                      <a:pt x="13" y="39"/>
                    </a:lnTo>
                    <a:lnTo>
                      <a:pt x="16" y="41"/>
                    </a:lnTo>
                    <a:lnTo>
                      <a:pt x="20" y="41"/>
                    </a:lnTo>
                    <a:lnTo>
                      <a:pt x="25" y="41"/>
                    </a:lnTo>
                    <a:lnTo>
                      <a:pt x="29" y="39"/>
                    </a:lnTo>
                    <a:lnTo>
                      <a:pt x="32" y="38"/>
                    </a:lnTo>
                    <a:lnTo>
                      <a:pt x="34" y="36"/>
                    </a:lnTo>
                    <a:lnTo>
                      <a:pt x="37" y="32"/>
                    </a:lnTo>
                    <a:lnTo>
                      <a:pt x="39" y="28"/>
                    </a:lnTo>
                    <a:lnTo>
                      <a:pt x="39" y="25"/>
                    </a:lnTo>
                    <a:lnTo>
                      <a:pt x="41" y="21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Freeform 53">
                <a:extLst>
                  <a:ext uri="{FF2B5EF4-FFF2-40B4-BE49-F238E27FC236}">
                    <a16:creationId xmlns:a16="http://schemas.microsoft.com/office/drawing/2014/main" id="{78D08E2D-6653-479E-95B7-A39FA6000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833"/>
                <a:ext cx="41" cy="41"/>
              </a:xfrm>
              <a:custGeom>
                <a:avLst/>
                <a:gdLst>
                  <a:gd name="T0" fmla="*/ 41 w 41"/>
                  <a:gd name="T1" fmla="*/ 20 h 41"/>
                  <a:gd name="T2" fmla="*/ 39 w 41"/>
                  <a:gd name="T3" fmla="*/ 16 h 41"/>
                  <a:gd name="T4" fmla="*/ 39 w 41"/>
                  <a:gd name="T5" fmla="*/ 12 h 41"/>
                  <a:gd name="T6" fmla="*/ 37 w 41"/>
                  <a:gd name="T7" fmla="*/ 9 h 41"/>
                  <a:gd name="T8" fmla="*/ 34 w 41"/>
                  <a:gd name="T9" fmla="*/ 5 h 41"/>
                  <a:gd name="T10" fmla="*/ 32 w 41"/>
                  <a:gd name="T11" fmla="*/ 3 h 41"/>
                  <a:gd name="T12" fmla="*/ 29 w 41"/>
                  <a:gd name="T13" fmla="*/ 1 h 41"/>
                  <a:gd name="T14" fmla="*/ 25 w 41"/>
                  <a:gd name="T15" fmla="*/ 0 h 41"/>
                  <a:gd name="T16" fmla="*/ 20 w 41"/>
                  <a:gd name="T17" fmla="*/ 0 h 41"/>
                  <a:gd name="T18" fmla="*/ 16 w 41"/>
                  <a:gd name="T19" fmla="*/ 0 h 41"/>
                  <a:gd name="T20" fmla="*/ 13 w 41"/>
                  <a:gd name="T21" fmla="*/ 1 h 41"/>
                  <a:gd name="T22" fmla="*/ 9 w 41"/>
                  <a:gd name="T23" fmla="*/ 3 h 41"/>
                  <a:gd name="T24" fmla="*/ 6 w 41"/>
                  <a:gd name="T25" fmla="*/ 5 h 41"/>
                  <a:gd name="T26" fmla="*/ 4 w 41"/>
                  <a:gd name="T27" fmla="*/ 9 h 41"/>
                  <a:gd name="T28" fmla="*/ 2 w 41"/>
                  <a:gd name="T29" fmla="*/ 12 h 41"/>
                  <a:gd name="T30" fmla="*/ 0 w 41"/>
                  <a:gd name="T31" fmla="*/ 16 h 41"/>
                  <a:gd name="T32" fmla="*/ 0 w 41"/>
                  <a:gd name="T33" fmla="*/ 20 h 41"/>
                  <a:gd name="T34" fmla="*/ 0 w 41"/>
                  <a:gd name="T35" fmla="*/ 25 h 41"/>
                  <a:gd name="T36" fmla="*/ 2 w 41"/>
                  <a:gd name="T37" fmla="*/ 29 h 41"/>
                  <a:gd name="T38" fmla="*/ 4 w 41"/>
                  <a:gd name="T39" fmla="*/ 32 h 41"/>
                  <a:gd name="T40" fmla="*/ 6 w 41"/>
                  <a:gd name="T41" fmla="*/ 34 h 41"/>
                  <a:gd name="T42" fmla="*/ 9 w 41"/>
                  <a:gd name="T43" fmla="*/ 38 h 41"/>
                  <a:gd name="T44" fmla="*/ 13 w 41"/>
                  <a:gd name="T45" fmla="*/ 39 h 41"/>
                  <a:gd name="T46" fmla="*/ 16 w 41"/>
                  <a:gd name="T47" fmla="*/ 41 h 41"/>
                  <a:gd name="T48" fmla="*/ 20 w 41"/>
                  <a:gd name="T49" fmla="*/ 41 h 41"/>
                  <a:gd name="T50" fmla="*/ 25 w 41"/>
                  <a:gd name="T51" fmla="*/ 41 h 41"/>
                  <a:gd name="T52" fmla="*/ 29 w 41"/>
                  <a:gd name="T53" fmla="*/ 39 h 41"/>
                  <a:gd name="T54" fmla="*/ 32 w 41"/>
                  <a:gd name="T55" fmla="*/ 38 h 41"/>
                  <a:gd name="T56" fmla="*/ 34 w 41"/>
                  <a:gd name="T57" fmla="*/ 34 h 41"/>
                  <a:gd name="T58" fmla="*/ 37 w 41"/>
                  <a:gd name="T59" fmla="*/ 32 h 41"/>
                  <a:gd name="T60" fmla="*/ 39 w 41"/>
                  <a:gd name="T61" fmla="*/ 29 h 41"/>
                  <a:gd name="T62" fmla="*/ 39 w 41"/>
                  <a:gd name="T63" fmla="*/ 25 h 41"/>
                  <a:gd name="T64" fmla="*/ 41 w 41"/>
                  <a:gd name="T65" fmla="*/ 20 h 4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1" h="41">
                    <a:moveTo>
                      <a:pt x="41" y="20"/>
                    </a:moveTo>
                    <a:lnTo>
                      <a:pt x="39" y="16"/>
                    </a:lnTo>
                    <a:lnTo>
                      <a:pt x="39" y="12"/>
                    </a:lnTo>
                    <a:lnTo>
                      <a:pt x="37" y="9"/>
                    </a:lnTo>
                    <a:lnTo>
                      <a:pt x="34" y="5"/>
                    </a:lnTo>
                    <a:lnTo>
                      <a:pt x="32" y="3"/>
                    </a:lnTo>
                    <a:lnTo>
                      <a:pt x="29" y="1"/>
                    </a:lnTo>
                    <a:lnTo>
                      <a:pt x="25" y="0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3" y="1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4" y="9"/>
                    </a:lnTo>
                    <a:lnTo>
                      <a:pt x="2" y="12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29"/>
                    </a:lnTo>
                    <a:lnTo>
                      <a:pt x="4" y="32"/>
                    </a:lnTo>
                    <a:lnTo>
                      <a:pt x="6" y="34"/>
                    </a:lnTo>
                    <a:lnTo>
                      <a:pt x="9" y="38"/>
                    </a:lnTo>
                    <a:lnTo>
                      <a:pt x="13" y="39"/>
                    </a:lnTo>
                    <a:lnTo>
                      <a:pt x="16" y="41"/>
                    </a:lnTo>
                    <a:lnTo>
                      <a:pt x="20" y="41"/>
                    </a:lnTo>
                    <a:lnTo>
                      <a:pt x="25" y="41"/>
                    </a:lnTo>
                    <a:lnTo>
                      <a:pt x="29" y="39"/>
                    </a:lnTo>
                    <a:lnTo>
                      <a:pt x="32" y="38"/>
                    </a:lnTo>
                    <a:lnTo>
                      <a:pt x="34" y="34"/>
                    </a:lnTo>
                    <a:lnTo>
                      <a:pt x="37" y="32"/>
                    </a:lnTo>
                    <a:lnTo>
                      <a:pt x="39" y="29"/>
                    </a:lnTo>
                    <a:lnTo>
                      <a:pt x="39" y="25"/>
                    </a:lnTo>
                    <a:lnTo>
                      <a:pt x="41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55">
                <a:extLst>
                  <a:ext uri="{FF2B5EF4-FFF2-40B4-BE49-F238E27FC236}">
                    <a16:creationId xmlns:a16="http://schemas.microsoft.com/office/drawing/2014/main" id="{E380FAB5-AE33-47D5-915E-493EB8D8B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" y="2737"/>
                <a:ext cx="2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B8681CBC-5BD3-448C-B6C0-B1577109E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" y="2737"/>
                <a:ext cx="167" cy="177"/>
              </a:xfrm>
              <a:custGeom>
                <a:avLst/>
                <a:gdLst>
                  <a:gd name="T0" fmla="*/ 0 w 167"/>
                  <a:gd name="T1" fmla="*/ 0 h 177"/>
                  <a:gd name="T2" fmla="*/ 0 w 167"/>
                  <a:gd name="T3" fmla="*/ 177 h 177"/>
                  <a:gd name="T4" fmla="*/ 167 w 167"/>
                  <a:gd name="T5" fmla="*/ 177 h 1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7" h="177">
                    <a:moveTo>
                      <a:pt x="0" y="0"/>
                    </a:moveTo>
                    <a:lnTo>
                      <a:pt x="0" y="177"/>
                    </a:lnTo>
                    <a:lnTo>
                      <a:pt x="167" y="177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57">
                <a:extLst>
                  <a:ext uri="{FF2B5EF4-FFF2-40B4-BE49-F238E27FC236}">
                    <a16:creationId xmlns:a16="http://schemas.microsoft.com/office/drawing/2014/main" id="{A2ECDCC6-51F4-4AE8-99D2-4875FC8BE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3" y="3216"/>
                <a:ext cx="1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A0AFFAE7-AD30-4F03-A6F9-EE59480E2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2592"/>
                <a:ext cx="672" cy="346"/>
              </a:xfrm>
              <a:custGeom>
                <a:avLst/>
                <a:gdLst>
                  <a:gd name="T0" fmla="*/ 0 w 434"/>
                  <a:gd name="T1" fmla="*/ 677 h 677"/>
                  <a:gd name="T2" fmla="*/ 434 w 434"/>
                  <a:gd name="T3" fmla="*/ 677 h 677"/>
                  <a:gd name="T4" fmla="*/ 434 w 434"/>
                  <a:gd name="T5" fmla="*/ 0 h 6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4" h="677">
                    <a:moveTo>
                      <a:pt x="0" y="677"/>
                    </a:moveTo>
                    <a:lnTo>
                      <a:pt x="434" y="677"/>
                    </a:lnTo>
                    <a:lnTo>
                      <a:pt x="43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59">
                <a:extLst>
                  <a:ext uri="{FF2B5EF4-FFF2-40B4-BE49-F238E27FC236}">
                    <a16:creationId xmlns:a16="http://schemas.microsoft.com/office/drawing/2014/main" id="{8CA18C1B-72FE-42B1-AFEC-80326F100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0" y="3404"/>
                <a:ext cx="0" cy="29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Line 60">
                <a:extLst>
                  <a:ext uri="{FF2B5EF4-FFF2-40B4-BE49-F238E27FC236}">
                    <a16:creationId xmlns:a16="http://schemas.microsoft.com/office/drawing/2014/main" id="{0A378FA9-CC7D-4AE5-9B74-44FB76C38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1" y="3404"/>
                <a:ext cx="0" cy="29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Line 61">
                <a:extLst>
                  <a:ext uri="{FF2B5EF4-FFF2-40B4-BE49-F238E27FC236}">
                    <a16:creationId xmlns:a16="http://schemas.microsoft.com/office/drawing/2014/main" id="{C7BC4BF2-BAD0-4B35-84D6-692CF879D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3404"/>
                <a:ext cx="0" cy="29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Line 62">
                <a:extLst>
                  <a:ext uri="{FF2B5EF4-FFF2-40B4-BE49-F238E27FC236}">
                    <a16:creationId xmlns:a16="http://schemas.microsoft.com/office/drawing/2014/main" id="{82ACC958-742F-404C-BF2F-661ABB9D8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3404"/>
                <a:ext cx="0" cy="29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Line 63">
                <a:extLst>
                  <a:ext uri="{FF2B5EF4-FFF2-40B4-BE49-F238E27FC236}">
                    <a16:creationId xmlns:a16="http://schemas.microsoft.com/office/drawing/2014/main" id="{3CA26CDF-6302-48D0-857C-951F1E726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0" y="1917"/>
                <a:ext cx="0" cy="5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64">
                <a:extLst>
                  <a:ext uri="{FF2B5EF4-FFF2-40B4-BE49-F238E27FC236}">
                    <a16:creationId xmlns:a16="http://schemas.microsoft.com/office/drawing/2014/main" id="{A819B3A0-FF46-4760-BDB5-ED79C568E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1" y="1917"/>
                <a:ext cx="0" cy="5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Line 65">
                <a:extLst>
                  <a:ext uri="{FF2B5EF4-FFF2-40B4-BE49-F238E27FC236}">
                    <a16:creationId xmlns:a16="http://schemas.microsoft.com/office/drawing/2014/main" id="{3D6A1835-907C-47B6-AB8F-045A88B31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1" y="1917"/>
                <a:ext cx="0" cy="5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Line 66">
                <a:extLst>
                  <a:ext uri="{FF2B5EF4-FFF2-40B4-BE49-F238E27FC236}">
                    <a16:creationId xmlns:a16="http://schemas.microsoft.com/office/drawing/2014/main" id="{B701073F-AB24-47B3-8FCC-03AE752C1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6" y="1917"/>
                <a:ext cx="0" cy="5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Line 67">
                <a:extLst>
                  <a:ext uri="{FF2B5EF4-FFF2-40B4-BE49-F238E27FC236}">
                    <a16:creationId xmlns:a16="http://schemas.microsoft.com/office/drawing/2014/main" id="{6D104D29-670C-4027-805E-A12A2C8A0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587"/>
                <a:ext cx="22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Freeform 69">
                <a:extLst>
                  <a:ext uri="{FF2B5EF4-FFF2-40B4-BE49-F238E27FC236}">
                    <a16:creationId xmlns:a16="http://schemas.microsoft.com/office/drawing/2014/main" id="{0C85737F-25B5-4A1D-8C09-6CACB3482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890"/>
                <a:ext cx="73" cy="76"/>
              </a:xfrm>
              <a:custGeom>
                <a:avLst/>
                <a:gdLst>
                  <a:gd name="T0" fmla="*/ 73 w 73"/>
                  <a:gd name="T1" fmla="*/ 38 h 76"/>
                  <a:gd name="T2" fmla="*/ 73 w 73"/>
                  <a:gd name="T3" fmla="*/ 30 h 76"/>
                  <a:gd name="T4" fmla="*/ 69 w 73"/>
                  <a:gd name="T5" fmla="*/ 23 h 76"/>
                  <a:gd name="T6" fmla="*/ 68 w 73"/>
                  <a:gd name="T7" fmla="*/ 16 h 76"/>
                  <a:gd name="T8" fmla="*/ 62 w 73"/>
                  <a:gd name="T9" fmla="*/ 10 h 76"/>
                  <a:gd name="T10" fmla="*/ 57 w 73"/>
                  <a:gd name="T11" fmla="*/ 7 h 76"/>
                  <a:gd name="T12" fmla="*/ 50 w 73"/>
                  <a:gd name="T13" fmla="*/ 3 h 76"/>
                  <a:gd name="T14" fmla="*/ 45 w 73"/>
                  <a:gd name="T15" fmla="*/ 0 h 76"/>
                  <a:gd name="T16" fmla="*/ 36 w 73"/>
                  <a:gd name="T17" fmla="*/ 0 h 76"/>
                  <a:gd name="T18" fmla="*/ 29 w 73"/>
                  <a:gd name="T19" fmla="*/ 0 h 76"/>
                  <a:gd name="T20" fmla="*/ 22 w 73"/>
                  <a:gd name="T21" fmla="*/ 3 h 76"/>
                  <a:gd name="T22" fmla="*/ 16 w 73"/>
                  <a:gd name="T23" fmla="*/ 7 h 76"/>
                  <a:gd name="T24" fmla="*/ 11 w 73"/>
                  <a:gd name="T25" fmla="*/ 10 h 76"/>
                  <a:gd name="T26" fmla="*/ 6 w 73"/>
                  <a:gd name="T27" fmla="*/ 16 h 76"/>
                  <a:gd name="T28" fmla="*/ 2 w 73"/>
                  <a:gd name="T29" fmla="*/ 23 h 76"/>
                  <a:gd name="T30" fmla="*/ 0 w 73"/>
                  <a:gd name="T31" fmla="*/ 30 h 76"/>
                  <a:gd name="T32" fmla="*/ 0 w 73"/>
                  <a:gd name="T33" fmla="*/ 38 h 76"/>
                  <a:gd name="T34" fmla="*/ 0 w 73"/>
                  <a:gd name="T35" fmla="*/ 45 h 76"/>
                  <a:gd name="T36" fmla="*/ 2 w 73"/>
                  <a:gd name="T37" fmla="*/ 52 h 76"/>
                  <a:gd name="T38" fmla="*/ 6 w 73"/>
                  <a:gd name="T39" fmla="*/ 57 h 76"/>
                  <a:gd name="T40" fmla="*/ 11 w 73"/>
                  <a:gd name="T41" fmla="*/ 65 h 76"/>
                  <a:gd name="T42" fmla="*/ 16 w 73"/>
                  <a:gd name="T43" fmla="*/ 68 h 76"/>
                  <a:gd name="T44" fmla="*/ 22 w 73"/>
                  <a:gd name="T45" fmla="*/ 72 h 76"/>
                  <a:gd name="T46" fmla="*/ 29 w 73"/>
                  <a:gd name="T47" fmla="*/ 74 h 76"/>
                  <a:gd name="T48" fmla="*/ 36 w 73"/>
                  <a:gd name="T49" fmla="*/ 76 h 76"/>
                  <a:gd name="T50" fmla="*/ 45 w 73"/>
                  <a:gd name="T51" fmla="*/ 74 h 76"/>
                  <a:gd name="T52" fmla="*/ 50 w 73"/>
                  <a:gd name="T53" fmla="*/ 72 h 76"/>
                  <a:gd name="T54" fmla="*/ 57 w 73"/>
                  <a:gd name="T55" fmla="*/ 68 h 76"/>
                  <a:gd name="T56" fmla="*/ 62 w 73"/>
                  <a:gd name="T57" fmla="*/ 65 h 76"/>
                  <a:gd name="T58" fmla="*/ 68 w 73"/>
                  <a:gd name="T59" fmla="*/ 57 h 76"/>
                  <a:gd name="T60" fmla="*/ 69 w 73"/>
                  <a:gd name="T61" fmla="*/ 52 h 76"/>
                  <a:gd name="T62" fmla="*/ 73 w 73"/>
                  <a:gd name="T63" fmla="*/ 45 h 76"/>
                  <a:gd name="T64" fmla="*/ 73 w 73"/>
                  <a:gd name="T65" fmla="*/ 38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3" h="76">
                    <a:moveTo>
                      <a:pt x="73" y="38"/>
                    </a:moveTo>
                    <a:lnTo>
                      <a:pt x="73" y="30"/>
                    </a:lnTo>
                    <a:lnTo>
                      <a:pt x="69" y="23"/>
                    </a:lnTo>
                    <a:lnTo>
                      <a:pt x="68" y="16"/>
                    </a:lnTo>
                    <a:lnTo>
                      <a:pt x="62" y="10"/>
                    </a:lnTo>
                    <a:lnTo>
                      <a:pt x="57" y="7"/>
                    </a:lnTo>
                    <a:lnTo>
                      <a:pt x="50" y="3"/>
                    </a:lnTo>
                    <a:lnTo>
                      <a:pt x="45" y="0"/>
                    </a:lnTo>
                    <a:lnTo>
                      <a:pt x="36" y="0"/>
                    </a:lnTo>
                    <a:lnTo>
                      <a:pt x="29" y="0"/>
                    </a:lnTo>
                    <a:lnTo>
                      <a:pt x="22" y="3"/>
                    </a:lnTo>
                    <a:lnTo>
                      <a:pt x="16" y="7"/>
                    </a:lnTo>
                    <a:lnTo>
                      <a:pt x="11" y="10"/>
                    </a:lnTo>
                    <a:lnTo>
                      <a:pt x="6" y="16"/>
                    </a:lnTo>
                    <a:lnTo>
                      <a:pt x="2" y="23"/>
                    </a:lnTo>
                    <a:lnTo>
                      <a:pt x="0" y="30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2" y="52"/>
                    </a:lnTo>
                    <a:lnTo>
                      <a:pt x="6" y="57"/>
                    </a:lnTo>
                    <a:lnTo>
                      <a:pt x="11" y="65"/>
                    </a:lnTo>
                    <a:lnTo>
                      <a:pt x="16" y="68"/>
                    </a:lnTo>
                    <a:lnTo>
                      <a:pt x="22" y="72"/>
                    </a:lnTo>
                    <a:lnTo>
                      <a:pt x="29" y="74"/>
                    </a:lnTo>
                    <a:lnTo>
                      <a:pt x="36" y="76"/>
                    </a:lnTo>
                    <a:lnTo>
                      <a:pt x="45" y="74"/>
                    </a:lnTo>
                    <a:lnTo>
                      <a:pt x="50" y="72"/>
                    </a:lnTo>
                    <a:lnTo>
                      <a:pt x="57" y="68"/>
                    </a:lnTo>
                    <a:lnTo>
                      <a:pt x="62" y="65"/>
                    </a:lnTo>
                    <a:lnTo>
                      <a:pt x="68" y="57"/>
                    </a:lnTo>
                    <a:lnTo>
                      <a:pt x="69" y="52"/>
                    </a:lnTo>
                    <a:lnTo>
                      <a:pt x="73" y="45"/>
                    </a:lnTo>
                    <a:lnTo>
                      <a:pt x="73" y="38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Freeform 70">
                <a:extLst>
                  <a:ext uri="{FF2B5EF4-FFF2-40B4-BE49-F238E27FC236}">
                    <a16:creationId xmlns:a16="http://schemas.microsoft.com/office/drawing/2014/main" id="{99619E8E-E201-40EE-BDF8-E59CE2611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3178"/>
                <a:ext cx="73" cy="76"/>
              </a:xfrm>
              <a:custGeom>
                <a:avLst/>
                <a:gdLst>
                  <a:gd name="T0" fmla="*/ 73 w 73"/>
                  <a:gd name="T1" fmla="*/ 38 h 76"/>
                  <a:gd name="T2" fmla="*/ 73 w 73"/>
                  <a:gd name="T3" fmla="*/ 31 h 76"/>
                  <a:gd name="T4" fmla="*/ 69 w 73"/>
                  <a:gd name="T5" fmla="*/ 24 h 76"/>
                  <a:gd name="T6" fmla="*/ 68 w 73"/>
                  <a:gd name="T7" fmla="*/ 17 h 76"/>
                  <a:gd name="T8" fmla="*/ 62 w 73"/>
                  <a:gd name="T9" fmla="*/ 11 h 76"/>
                  <a:gd name="T10" fmla="*/ 57 w 73"/>
                  <a:gd name="T11" fmla="*/ 7 h 76"/>
                  <a:gd name="T12" fmla="*/ 50 w 73"/>
                  <a:gd name="T13" fmla="*/ 4 h 76"/>
                  <a:gd name="T14" fmla="*/ 45 w 73"/>
                  <a:gd name="T15" fmla="*/ 0 h 76"/>
                  <a:gd name="T16" fmla="*/ 36 w 73"/>
                  <a:gd name="T17" fmla="*/ 0 h 76"/>
                  <a:gd name="T18" fmla="*/ 29 w 73"/>
                  <a:gd name="T19" fmla="*/ 0 h 76"/>
                  <a:gd name="T20" fmla="*/ 22 w 73"/>
                  <a:gd name="T21" fmla="*/ 4 h 76"/>
                  <a:gd name="T22" fmla="*/ 16 w 73"/>
                  <a:gd name="T23" fmla="*/ 7 h 76"/>
                  <a:gd name="T24" fmla="*/ 11 w 73"/>
                  <a:gd name="T25" fmla="*/ 11 h 76"/>
                  <a:gd name="T26" fmla="*/ 6 w 73"/>
                  <a:gd name="T27" fmla="*/ 17 h 76"/>
                  <a:gd name="T28" fmla="*/ 2 w 73"/>
                  <a:gd name="T29" fmla="*/ 24 h 76"/>
                  <a:gd name="T30" fmla="*/ 0 w 73"/>
                  <a:gd name="T31" fmla="*/ 31 h 76"/>
                  <a:gd name="T32" fmla="*/ 0 w 73"/>
                  <a:gd name="T33" fmla="*/ 38 h 76"/>
                  <a:gd name="T34" fmla="*/ 0 w 73"/>
                  <a:gd name="T35" fmla="*/ 45 h 76"/>
                  <a:gd name="T36" fmla="*/ 2 w 73"/>
                  <a:gd name="T37" fmla="*/ 53 h 76"/>
                  <a:gd name="T38" fmla="*/ 6 w 73"/>
                  <a:gd name="T39" fmla="*/ 58 h 76"/>
                  <a:gd name="T40" fmla="*/ 11 w 73"/>
                  <a:gd name="T41" fmla="*/ 64 h 76"/>
                  <a:gd name="T42" fmla="*/ 16 w 73"/>
                  <a:gd name="T43" fmla="*/ 69 h 76"/>
                  <a:gd name="T44" fmla="*/ 22 w 73"/>
                  <a:gd name="T45" fmla="*/ 73 h 76"/>
                  <a:gd name="T46" fmla="*/ 29 w 73"/>
                  <a:gd name="T47" fmla="*/ 74 h 76"/>
                  <a:gd name="T48" fmla="*/ 36 w 73"/>
                  <a:gd name="T49" fmla="*/ 76 h 76"/>
                  <a:gd name="T50" fmla="*/ 45 w 73"/>
                  <a:gd name="T51" fmla="*/ 74 h 76"/>
                  <a:gd name="T52" fmla="*/ 50 w 73"/>
                  <a:gd name="T53" fmla="*/ 73 h 76"/>
                  <a:gd name="T54" fmla="*/ 57 w 73"/>
                  <a:gd name="T55" fmla="*/ 69 h 76"/>
                  <a:gd name="T56" fmla="*/ 62 w 73"/>
                  <a:gd name="T57" fmla="*/ 64 h 76"/>
                  <a:gd name="T58" fmla="*/ 68 w 73"/>
                  <a:gd name="T59" fmla="*/ 58 h 76"/>
                  <a:gd name="T60" fmla="*/ 69 w 73"/>
                  <a:gd name="T61" fmla="*/ 53 h 76"/>
                  <a:gd name="T62" fmla="*/ 73 w 73"/>
                  <a:gd name="T63" fmla="*/ 45 h 76"/>
                  <a:gd name="T64" fmla="*/ 73 w 73"/>
                  <a:gd name="T65" fmla="*/ 38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3" h="76">
                    <a:moveTo>
                      <a:pt x="73" y="38"/>
                    </a:moveTo>
                    <a:lnTo>
                      <a:pt x="73" y="31"/>
                    </a:lnTo>
                    <a:lnTo>
                      <a:pt x="69" y="24"/>
                    </a:lnTo>
                    <a:lnTo>
                      <a:pt x="68" y="17"/>
                    </a:lnTo>
                    <a:lnTo>
                      <a:pt x="62" y="11"/>
                    </a:lnTo>
                    <a:lnTo>
                      <a:pt x="57" y="7"/>
                    </a:lnTo>
                    <a:lnTo>
                      <a:pt x="50" y="4"/>
                    </a:lnTo>
                    <a:lnTo>
                      <a:pt x="45" y="0"/>
                    </a:lnTo>
                    <a:lnTo>
                      <a:pt x="36" y="0"/>
                    </a:lnTo>
                    <a:lnTo>
                      <a:pt x="29" y="0"/>
                    </a:lnTo>
                    <a:lnTo>
                      <a:pt x="22" y="4"/>
                    </a:lnTo>
                    <a:lnTo>
                      <a:pt x="16" y="7"/>
                    </a:lnTo>
                    <a:lnTo>
                      <a:pt x="11" y="11"/>
                    </a:lnTo>
                    <a:lnTo>
                      <a:pt x="6" y="17"/>
                    </a:lnTo>
                    <a:lnTo>
                      <a:pt x="2" y="24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2" y="53"/>
                    </a:lnTo>
                    <a:lnTo>
                      <a:pt x="6" y="58"/>
                    </a:lnTo>
                    <a:lnTo>
                      <a:pt x="11" y="64"/>
                    </a:lnTo>
                    <a:lnTo>
                      <a:pt x="16" y="69"/>
                    </a:lnTo>
                    <a:lnTo>
                      <a:pt x="22" y="73"/>
                    </a:lnTo>
                    <a:lnTo>
                      <a:pt x="29" y="74"/>
                    </a:lnTo>
                    <a:lnTo>
                      <a:pt x="36" y="76"/>
                    </a:lnTo>
                    <a:lnTo>
                      <a:pt x="45" y="74"/>
                    </a:lnTo>
                    <a:lnTo>
                      <a:pt x="50" y="73"/>
                    </a:lnTo>
                    <a:lnTo>
                      <a:pt x="57" y="69"/>
                    </a:lnTo>
                    <a:lnTo>
                      <a:pt x="62" y="64"/>
                    </a:lnTo>
                    <a:lnTo>
                      <a:pt x="68" y="58"/>
                    </a:lnTo>
                    <a:lnTo>
                      <a:pt x="69" y="53"/>
                    </a:lnTo>
                    <a:lnTo>
                      <a:pt x="73" y="45"/>
                    </a:lnTo>
                    <a:lnTo>
                      <a:pt x="7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Freeform 71">
                <a:extLst>
                  <a:ext uri="{FF2B5EF4-FFF2-40B4-BE49-F238E27FC236}">
                    <a16:creationId xmlns:a16="http://schemas.microsoft.com/office/drawing/2014/main" id="{4B6E6553-A987-4F9E-976A-009C0A027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3178"/>
                <a:ext cx="73" cy="76"/>
              </a:xfrm>
              <a:custGeom>
                <a:avLst/>
                <a:gdLst>
                  <a:gd name="T0" fmla="*/ 73 w 73"/>
                  <a:gd name="T1" fmla="*/ 38 h 76"/>
                  <a:gd name="T2" fmla="*/ 73 w 73"/>
                  <a:gd name="T3" fmla="*/ 31 h 76"/>
                  <a:gd name="T4" fmla="*/ 69 w 73"/>
                  <a:gd name="T5" fmla="*/ 24 h 76"/>
                  <a:gd name="T6" fmla="*/ 68 w 73"/>
                  <a:gd name="T7" fmla="*/ 17 h 76"/>
                  <a:gd name="T8" fmla="*/ 62 w 73"/>
                  <a:gd name="T9" fmla="*/ 11 h 76"/>
                  <a:gd name="T10" fmla="*/ 57 w 73"/>
                  <a:gd name="T11" fmla="*/ 7 h 76"/>
                  <a:gd name="T12" fmla="*/ 50 w 73"/>
                  <a:gd name="T13" fmla="*/ 4 h 76"/>
                  <a:gd name="T14" fmla="*/ 45 w 73"/>
                  <a:gd name="T15" fmla="*/ 0 h 76"/>
                  <a:gd name="T16" fmla="*/ 36 w 73"/>
                  <a:gd name="T17" fmla="*/ 0 h 76"/>
                  <a:gd name="T18" fmla="*/ 29 w 73"/>
                  <a:gd name="T19" fmla="*/ 0 h 76"/>
                  <a:gd name="T20" fmla="*/ 22 w 73"/>
                  <a:gd name="T21" fmla="*/ 4 h 76"/>
                  <a:gd name="T22" fmla="*/ 16 w 73"/>
                  <a:gd name="T23" fmla="*/ 7 h 76"/>
                  <a:gd name="T24" fmla="*/ 11 w 73"/>
                  <a:gd name="T25" fmla="*/ 11 h 76"/>
                  <a:gd name="T26" fmla="*/ 6 w 73"/>
                  <a:gd name="T27" fmla="*/ 17 h 76"/>
                  <a:gd name="T28" fmla="*/ 2 w 73"/>
                  <a:gd name="T29" fmla="*/ 24 h 76"/>
                  <a:gd name="T30" fmla="*/ 0 w 73"/>
                  <a:gd name="T31" fmla="*/ 31 h 76"/>
                  <a:gd name="T32" fmla="*/ 0 w 73"/>
                  <a:gd name="T33" fmla="*/ 38 h 76"/>
                  <a:gd name="T34" fmla="*/ 0 w 73"/>
                  <a:gd name="T35" fmla="*/ 45 h 76"/>
                  <a:gd name="T36" fmla="*/ 2 w 73"/>
                  <a:gd name="T37" fmla="*/ 53 h 76"/>
                  <a:gd name="T38" fmla="*/ 6 w 73"/>
                  <a:gd name="T39" fmla="*/ 58 h 76"/>
                  <a:gd name="T40" fmla="*/ 11 w 73"/>
                  <a:gd name="T41" fmla="*/ 64 h 76"/>
                  <a:gd name="T42" fmla="*/ 16 w 73"/>
                  <a:gd name="T43" fmla="*/ 69 h 76"/>
                  <a:gd name="T44" fmla="*/ 22 w 73"/>
                  <a:gd name="T45" fmla="*/ 73 h 76"/>
                  <a:gd name="T46" fmla="*/ 29 w 73"/>
                  <a:gd name="T47" fmla="*/ 74 h 76"/>
                  <a:gd name="T48" fmla="*/ 36 w 73"/>
                  <a:gd name="T49" fmla="*/ 76 h 76"/>
                  <a:gd name="T50" fmla="*/ 45 w 73"/>
                  <a:gd name="T51" fmla="*/ 74 h 76"/>
                  <a:gd name="T52" fmla="*/ 50 w 73"/>
                  <a:gd name="T53" fmla="*/ 73 h 76"/>
                  <a:gd name="T54" fmla="*/ 57 w 73"/>
                  <a:gd name="T55" fmla="*/ 69 h 76"/>
                  <a:gd name="T56" fmla="*/ 62 w 73"/>
                  <a:gd name="T57" fmla="*/ 64 h 76"/>
                  <a:gd name="T58" fmla="*/ 68 w 73"/>
                  <a:gd name="T59" fmla="*/ 58 h 76"/>
                  <a:gd name="T60" fmla="*/ 69 w 73"/>
                  <a:gd name="T61" fmla="*/ 53 h 76"/>
                  <a:gd name="T62" fmla="*/ 73 w 73"/>
                  <a:gd name="T63" fmla="*/ 45 h 76"/>
                  <a:gd name="T64" fmla="*/ 73 w 73"/>
                  <a:gd name="T65" fmla="*/ 38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3" h="76">
                    <a:moveTo>
                      <a:pt x="73" y="38"/>
                    </a:moveTo>
                    <a:lnTo>
                      <a:pt x="73" y="31"/>
                    </a:lnTo>
                    <a:lnTo>
                      <a:pt x="69" y="24"/>
                    </a:lnTo>
                    <a:lnTo>
                      <a:pt x="68" y="17"/>
                    </a:lnTo>
                    <a:lnTo>
                      <a:pt x="62" y="11"/>
                    </a:lnTo>
                    <a:lnTo>
                      <a:pt x="57" y="7"/>
                    </a:lnTo>
                    <a:lnTo>
                      <a:pt x="50" y="4"/>
                    </a:lnTo>
                    <a:lnTo>
                      <a:pt x="45" y="0"/>
                    </a:lnTo>
                    <a:lnTo>
                      <a:pt x="36" y="0"/>
                    </a:lnTo>
                    <a:lnTo>
                      <a:pt x="29" y="0"/>
                    </a:lnTo>
                    <a:lnTo>
                      <a:pt x="22" y="4"/>
                    </a:lnTo>
                    <a:lnTo>
                      <a:pt x="16" y="7"/>
                    </a:lnTo>
                    <a:lnTo>
                      <a:pt x="11" y="11"/>
                    </a:lnTo>
                    <a:lnTo>
                      <a:pt x="6" y="17"/>
                    </a:lnTo>
                    <a:lnTo>
                      <a:pt x="2" y="24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2" y="53"/>
                    </a:lnTo>
                    <a:lnTo>
                      <a:pt x="6" y="58"/>
                    </a:lnTo>
                    <a:lnTo>
                      <a:pt x="11" y="64"/>
                    </a:lnTo>
                    <a:lnTo>
                      <a:pt x="16" y="69"/>
                    </a:lnTo>
                    <a:lnTo>
                      <a:pt x="22" y="73"/>
                    </a:lnTo>
                    <a:lnTo>
                      <a:pt x="29" y="74"/>
                    </a:lnTo>
                    <a:lnTo>
                      <a:pt x="36" y="76"/>
                    </a:lnTo>
                    <a:lnTo>
                      <a:pt x="45" y="74"/>
                    </a:lnTo>
                    <a:lnTo>
                      <a:pt x="50" y="73"/>
                    </a:lnTo>
                    <a:lnTo>
                      <a:pt x="57" y="69"/>
                    </a:lnTo>
                    <a:lnTo>
                      <a:pt x="62" y="64"/>
                    </a:lnTo>
                    <a:lnTo>
                      <a:pt x="68" y="58"/>
                    </a:lnTo>
                    <a:lnTo>
                      <a:pt x="69" y="53"/>
                    </a:lnTo>
                    <a:lnTo>
                      <a:pt x="73" y="45"/>
                    </a:lnTo>
                    <a:lnTo>
                      <a:pt x="73" y="38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Freeform 72">
                <a:extLst>
                  <a:ext uri="{FF2B5EF4-FFF2-40B4-BE49-F238E27FC236}">
                    <a16:creationId xmlns:a16="http://schemas.microsoft.com/office/drawing/2014/main" id="{21B31ECA-CBBC-48A5-BF83-8F2F5336B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2118"/>
                <a:ext cx="75" cy="76"/>
              </a:xfrm>
              <a:custGeom>
                <a:avLst/>
                <a:gdLst>
                  <a:gd name="T0" fmla="*/ 75 w 75"/>
                  <a:gd name="T1" fmla="*/ 38 h 76"/>
                  <a:gd name="T2" fmla="*/ 73 w 75"/>
                  <a:gd name="T3" fmla="*/ 31 h 76"/>
                  <a:gd name="T4" fmla="*/ 71 w 75"/>
                  <a:gd name="T5" fmla="*/ 24 h 76"/>
                  <a:gd name="T6" fmla="*/ 67 w 75"/>
                  <a:gd name="T7" fmla="*/ 16 h 76"/>
                  <a:gd name="T8" fmla="*/ 64 w 75"/>
                  <a:gd name="T9" fmla="*/ 11 h 76"/>
                  <a:gd name="T10" fmla="*/ 57 w 75"/>
                  <a:gd name="T11" fmla="*/ 7 h 76"/>
                  <a:gd name="T12" fmla="*/ 52 w 75"/>
                  <a:gd name="T13" fmla="*/ 4 h 76"/>
                  <a:gd name="T14" fmla="*/ 45 w 75"/>
                  <a:gd name="T15" fmla="*/ 2 h 76"/>
                  <a:gd name="T16" fmla="*/ 37 w 75"/>
                  <a:gd name="T17" fmla="*/ 0 h 76"/>
                  <a:gd name="T18" fmla="*/ 30 w 75"/>
                  <a:gd name="T19" fmla="*/ 2 h 76"/>
                  <a:gd name="T20" fmla="*/ 23 w 75"/>
                  <a:gd name="T21" fmla="*/ 4 h 76"/>
                  <a:gd name="T22" fmla="*/ 16 w 75"/>
                  <a:gd name="T23" fmla="*/ 7 h 76"/>
                  <a:gd name="T24" fmla="*/ 11 w 75"/>
                  <a:gd name="T25" fmla="*/ 11 h 76"/>
                  <a:gd name="T26" fmla="*/ 7 w 75"/>
                  <a:gd name="T27" fmla="*/ 16 h 76"/>
                  <a:gd name="T28" fmla="*/ 4 w 75"/>
                  <a:gd name="T29" fmla="*/ 24 h 76"/>
                  <a:gd name="T30" fmla="*/ 0 w 75"/>
                  <a:gd name="T31" fmla="*/ 31 h 76"/>
                  <a:gd name="T32" fmla="*/ 0 w 75"/>
                  <a:gd name="T33" fmla="*/ 38 h 76"/>
                  <a:gd name="T34" fmla="*/ 0 w 75"/>
                  <a:gd name="T35" fmla="*/ 45 h 76"/>
                  <a:gd name="T36" fmla="*/ 4 w 75"/>
                  <a:gd name="T37" fmla="*/ 53 h 76"/>
                  <a:gd name="T38" fmla="*/ 7 w 75"/>
                  <a:gd name="T39" fmla="*/ 60 h 76"/>
                  <a:gd name="T40" fmla="*/ 11 w 75"/>
                  <a:gd name="T41" fmla="*/ 65 h 76"/>
                  <a:gd name="T42" fmla="*/ 16 w 75"/>
                  <a:gd name="T43" fmla="*/ 69 h 76"/>
                  <a:gd name="T44" fmla="*/ 23 w 75"/>
                  <a:gd name="T45" fmla="*/ 72 h 76"/>
                  <a:gd name="T46" fmla="*/ 30 w 75"/>
                  <a:gd name="T47" fmla="*/ 74 h 76"/>
                  <a:gd name="T48" fmla="*/ 37 w 75"/>
                  <a:gd name="T49" fmla="*/ 76 h 76"/>
                  <a:gd name="T50" fmla="*/ 45 w 75"/>
                  <a:gd name="T51" fmla="*/ 74 h 76"/>
                  <a:gd name="T52" fmla="*/ 52 w 75"/>
                  <a:gd name="T53" fmla="*/ 72 h 76"/>
                  <a:gd name="T54" fmla="*/ 57 w 75"/>
                  <a:gd name="T55" fmla="*/ 69 h 76"/>
                  <a:gd name="T56" fmla="*/ 64 w 75"/>
                  <a:gd name="T57" fmla="*/ 65 h 76"/>
                  <a:gd name="T58" fmla="*/ 67 w 75"/>
                  <a:gd name="T59" fmla="*/ 60 h 76"/>
                  <a:gd name="T60" fmla="*/ 71 w 75"/>
                  <a:gd name="T61" fmla="*/ 53 h 76"/>
                  <a:gd name="T62" fmla="*/ 73 w 75"/>
                  <a:gd name="T63" fmla="*/ 45 h 76"/>
                  <a:gd name="T64" fmla="*/ 75 w 75"/>
                  <a:gd name="T65" fmla="*/ 38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5" h="76">
                    <a:moveTo>
                      <a:pt x="75" y="38"/>
                    </a:moveTo>
                    <a:lnTo>
                      <a:pt x="73" y="31"/>
                    </a:lnTo>
                    <a:lnTo>
                      <a:pt x="71" y="24"/>
                    </a:lnTo>
                    <a:lnTo>
                      <a:pt x="67" y="16"/>
                    </a:lnTo>
                    <a:lnTo>
                      <a:pt x="64" y="11"/>
                    </a:lnTo>
                    <a:lnTo>
                      <a:pt x="57" y="7"/>
                    </a:lnTo>
                    <a:lnTo>
                      <a:pt x="52" y="4"/>
                    </a:lnTo>
                    <a:lnTo>
                      <a:pt x="45" y="2"/>
                    </a:lnTo>
                    <a:lnTo>
                      <a:pt x="37" y="0"/>
                    </a:lnTo>
                    <a:lnTo>
                      <a:pt x="30" y="2"/>
                    </a:lnTo>
                    <a:lnTo>
                      <a:pt x="23" y="4"/>
                    </a:lnTo>
                    <a:lnTo>
                      <a:pt x="16" y="7"/>
                    </a:lnTo>
                    <a:lnTo>
                      <a:pt x="11" y="11"/>
                    </a:lnTo>
                    <a:lnTo>
                      <a:pt x="7" y="16"/>
                    </a:lnTo>
                    <a:lnTo>
                      <a:pt x="4" y="24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4" y="53"/>
                    </a:lnTo>
                    <a:lnTo>
                      <a:pt x="7" y="60"/>
                    </a:lnTo>
                    <a:lnTo>
                      <a:pt x="11" y="65"/>
                    </a:lnTo>
                    <a:lnTo>
                      <a:pt x="16" y="69"/>
                    </a:lnTo>
                    <a:lnTo>
                      <a:pt x="23" y="72"/>
                    </a:lnTo>
                    <a:lnTo>
                      <a:pt x="30" y="74"/>
                    </a:lnTo>
                    <a:lnTo>
                      <a:pt x="37" y="76"/>
                    </a:lnTo>
                    <a:lnTo>
                      <a:pt x="45" y="74"/>
                    </a:lnTo>
                    <a:lnTo>
                      <a:pt x="52" y="72"/>
                    </a:lnTo>
                    <a:lnTo>
                      <a:pt x="57" y="69"/>
                    </a:lnTo>
                    <a:lnTo>
                      <a:pt x="64" y="65"/>
                    </a:lnTo>
                    <a:lnTo>
                      <a:pt x="67" y="60"/>
                    </a:lnTo>
                    <a:lnTo>
                      <a:pt x="71" y="53"/>
                    </a:lnTo>
                    <a:lnTo>
                      <a:pt x="73" y="45"/>
                    </a:lnTo>
                    <a:lnTo>
                      <a:pt x="75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Freeform 73">
                <a:extLst>
                  <a:ext uri="{FF2B5EF4-FFF2-40B4-BE49-F238E27FC236}">
                    <a16:creationId xmlns:a16="http://schemas.microsoft.com/office/drawing/2014/main" id="{7200BBBD-DA4E-4697-905E-45C11BDA5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2547"/>
                <a:ext cx="75" cy="76"/>
              </a:xfrm>
              <a:custGeom>
                <a:avLst/>
                <a:gdLst>
                  <a:gd name="T0" fmla="*/ 75 w 75"/>
                  <a:gd name="T1" fmla="*/ 38 h 76"/>
                  <a:gd name="T2" fmla="*/ 73 w 75"/>
                  <a:gd name="T3" fmla="*/ 31 h 76"/>
                  <a:gd name="T4" fmla="*/ 71 w 75"/>
                  <a:gd name="T5" fmla="*/ 24 h 76"/>
                  <a:gd name="T6" fmla="*/ 67 w 75"/>
                  <a:gd name="T7" fmla="*/ 16 h 76"/>
                  <a:gd name="T8" fmla="*/ 64 w 75"/>
                  <a:gd name="T9" fmla="*/ 11 h 76"/>
                  <a:gd name="T10" fmla="*/ 57 w 75"/>
                  <a:gd name="T11" fmla="*/ 7 h 76"/>
                  <a:gd name="T12" fmla="*/ 52 w 75"/>
                  <a:gd name="T13" fmla="*/ 4 h 76"/>
                  <a:gd name="T14" fmla="*/ 45 w 75"/>
                  <a:gd name="T15" fmla="*/ 2 h 76"/>
                  <a:gd name="T16" fmla="*/ 37 w 75"/>
                  <a:gd name="T17" fmla="*/ 0 h 76"/>
                  <a:gd name="T18" fmla="*/ 30 w 75"/>
                  <a:gd name="T19" fmla="*/ 2 h 76"/>
                  <a:gd name="T20" fmla="*/ 23 w 75"/>
                  <a:gd name="T21" fmla="*/ 4 h 76"/>
                  <a:gd name="T22" fmla="*/ 16 w 75"/>
                  <a:gd name="T23" fmla="*/ 7 h 76"/>
                  <a:gd name="T24" fmla="*/ 11 w 75"/>
                  <a:gd name="T25" fmla="*/ 11 h 76"/>
                  <a:gd name="T26" fmla="*/ 7 w 75"/>
                  <a:gd name="T27" fmla="*/ 16 h 76"/>
                  <a:gd name="T28" fmla="*/ 4 w 75"/>
                  <a:gd name="T29" fmla="*/ 24 h 76"/>
                  <a:gd name="T30" fmla="*/ 0 w 75"/>
                  <a:gd name="T31" fmla="*/ 31 h 76"/>
                  <a:gd name="T32" fmla="*/ 0 w 75"/>
                  <a:gd name="T33" fmla="*/ 38 h 76"/>
                  <a:gd name="T34" fmla="*/ 0 w 75"/>
                  <a:gd name="T35" fmla="*/ 45 h 76"/>
                  <a:gd name="T36" fmla="*/ 4 w 75"/>
                  <a:gd name="T37" fmla="*/ 53 h 76"/>
                  <a:gd name="T38" fmla="*/ 7 w 75"/>
                  <a:gd name="T39" fmla="*/ 60 h 76"/>
                  <a:gd name="T40" fmla="*/ 11 w 75"/>
                  <a:gd name="T41" fmla="*/ 65 h 76"/>
                  <a:gd name="T42" fmla="*/ 16 w 75"/>
                  <a:gd name="T43" fmla="*/ 69 h 76"/>
                  <a:gd name="T44" fmla="*/ 23 w 75"/>
                  <a:gd name="T45" fmla="*/ 72 h 76"/>
                  <a:gd name="T46" fmla="*/ 30 w 75"/>
                  <a:gd name="T47" fmla="*/ 74 h 76"/>
                  <a:gd name="T48" fmla="*/ 37 w 75"/>
                  <a:gd name="T49" fmla="*/ 76 h 76"/>
                  <a:gd name="T50" fmla="*/ 45 w 75"/>
                  <a:gd name="T51" fmla="*/ 74 h 76"/>
                  <a:gd name="T52" fmla="*/ 52 w 75"/>
                  <a:gd name="T53" fmla="*/ 72 h 76"/>
                  <a:gd name="T54" fmla="*/ 57 w 75"/>
                  <a:gd name="T55" fmla="*/ 69 h 76"/>
                  <a:gd name="T56" fmla="*/ 64 w 75"/>
                  <a:gd name="T57" fmla="*/ 65 h 76"/>
                  <a:gd name="T58" fmla="*/ 67 w 75"/>
                  <a:gd name="T59" fmla="*/ 60 h 76"/>
                  <a:gd name="T60" fmla="*/ 71 w 75"/>
                  <a:gd name="T61" fmla="*/ 53 h 76"/>
                  <a:gd name="T62" fmla="*/ 73 w 75"/>
                  <a:gd name="T63" fmla="*/ 45 h 76"/>
                  <a:gd name="T64" fmla="*/ 75 w 75"/>
                  <a:gd name="T65" fmla="*/ 38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5" h="76">
                    <a:moveTo>
                      <a:pt x="75" y="38"/>
                    </a:moveTo>
                    <a:lnTo>
                      <a:pt x="73" y="31"/>
                    </a:lnTo>
                    <a:lnTo>
                      <a:pt x="71" y="24"/>
                    </a:lnTo>
                    <a:lnTo>
                      <a:pt x="67" y="16"/>
                    </a:lnTo>
                    <a:lnTo>
                      <a:pt x="64" y="11"/>
                    </a:lnTo>
                    <a:lnTo>
                      <a:pt x="57" y="7"/>
                    </a:lnTo>
                    <a:lnTo>
                      <a:pt x="52" y="4"/>
                    </a:lnTo>
                    <a:lnTo>
                      <a:pt x="45" y="2"/>
                    </a:lnTo>
                    <a:lnTo>
                      <a:pt x="37" y="0"/>
                    </a:lnTo>
                    <a:lnTo>
                      <a:pt x="30" y="2"/>
                    </a:lnTo>
                    <a:lnTo>
                      <a:pt x="23" y="4"/>
                    </a:lnTo>
                    <a:lnTo>
                      <a:pt x="16" y="7"/>
                    </a:lnTo>
                    <a:lnTo>
                      <a:pt x="11" y="11"/>
                    </a:lnTo>
                    <a:lnTo>
                      <a:pt x="7" y="16"/>
                    </a:lnTo>
                    <a:lnTo>
                      <a:pt x="4" y="24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4" y="53"/>
                    </a:lnTo>
                    <a:lnTo>
                      <a:pt x="7" y="60"/>
                    </a:lnTo>
                    <a:lnTo>
                      <a:pt x="11" y="65"/>
                    </a:lnTo>
                    <a:lnTo>
                      <a:pt x="16" y="69"/>
                    </a:lnTo>
                    <a:lnTo>
                      <a:pt x="23" y="72"/>
                    </a:lnTo>
                    <a:lnTo>
                      <a:pt x="30" y="74"/>
                    </a:lnTo>
                    <a:lnTo>
                      <a:pt x="37" y="76"/>
                    </a:lnTo>
                    <a:lnTo>
                      <a:pt x="45" y="74"/>
                    </a:lnTo>
                    <a:lnTo>
                      <a:pt x="52" y="72"/>
                    </a:lnTo>
                    <a:lnTo>
                      <a:pt x="57" y="69"/>
                    </a:lnTo>
                    <a:lnTo>
                      <a:pt x="64" y="65"/>
                    </a:lnTo>
                    <a:lnTo>
                      <a:pt x="67" y="60"/>
                    </a:lnTo>
                    <a:lnTo>
                      <a:pt x="71" y="53"/>
                    </a:lnTo>
                    <a:lnTo>
                      <a:pt x="73" y="45"/>
                    </a:lnTo>
                    <a:lnTo>
                      <a:pt x="75" y="38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Rectangle 74">
                <a:extLst>
                  <a:ext uri="{FF2B5EF4-FFF2-40B4-BE49-F238E27FC236}">
                    <a16:creationId xmlns:a16="http://schemas.microsoft.com/office/drawing/2014/main" id="{931AE573-112B-4B9B-B009-DC8E7929E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" y="3084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Rectangle 75">
                <a:extLst>
                  <a:ext uri="{FF2B5EF4-FFF2-40B4-BE49-F238E27FC236}">
                    <a16:creationId xmlns:a16="http://schemas.microsoft.com/office/drawing/2014/main" id="{01109C71-2175-4A65-9C2F-4E9821CF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2858"/>
                <a:ext cx="34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160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Rectangle 76">
                <a:extLst>
                  <a:ext uri="{FF2B5EF4-FFF2-40B4-BE49-F238E27FC236}">
                    <a16:creationId xmlns:a16="http://schemas.microsoft.com/office/drawing/2014/main" id="{0DEBDB3D-0981-4C06-98D9-CF52F2919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2006"/>
                <a:ext cx="237" cy="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Line 79">
                <a:extLst>
                  <a:ext uri="{FF2B5EF4-FFF2-40B4-BE49-F238E27FC236}">
                    <a16:creationId xmlns:a16="http://schemas.microsoft.com/office/drawing/2014/main" id="{0AB9C286-18E2-4895-870F-814630057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8" y="2601"/>
                <a:ext cx="20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Rectangle 80">
                <a:extLst>
                  <a:ext uri="{FF2B5EF4-FFF2-40B4-BE49-F238E27FC236}">
                    <a16:creationId xmlns:a16="http://schemas.microsoft.com/office/drawing/2014/main" id="{D9A515EA-4D71-48D9-BDAE-95529D097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8" y="2510"/>
                <a:ext cx="16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Rectangle 81">
                <a:extLst>
                  <a:ext uri="{FF2B5EF4-FFF2-40B4-BE49-F238E27FC236}">
                    <a16:creationId xmlns:a16="http://schemas.microsoft.com/office/drawing/2014/main" id="{D19A0D41-46E9-44C0-9DD6-84B92465D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" y="3705"/>
                <a:ext cx="11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Rectangle 82">
                <a:extLst>
                  <a:ext uri="{FF2B5EF4-FFF2-40B4-BE49-F238E27FC236}">
                    <a16:creationId xmlns:a16="http://schemas.microsoft.com/office/drawing/2014/main" id="{AA643CC4-2D63-4717-A25B-6C7C32E1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3705"/>
                <a:ext cx="11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Rectangle 83">
                <a:extLst>
                  <a:ext uri="{FF2B5EF4-FFF2-40B4-BE49-F238E27FC236}">
                    <a16:creationId xmlns:a16="http://schemas.microsoft.com/office/drawing/2014/main" id="{AF68FF55-3073-461E-979E-F6DB3E293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3720"/>
                <a:ext cx="11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Rectangle 84">
                <a:extLst>
                  <a:ext uri="{FF2B5EF4-FFF2-40B4-BE49-F238E27FC236}">
                    <a16:creationId xmlns:a16="http://schemas.microsoft.com/office/drawing/2014/main" id="{5322CCE3-4D16-4EBE-AF6D-873451E50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3714"/>
                <a:ext cx="11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Rectangle 85">
                <a:extLst>
                  <a:ext uri="{FF2B5EF4-FFF2-40B4-BE49-F238E27FC236}">
                    <a16:creationId xmlns:a16="http://schemas.microsoft.com/office/drawing/2014/main" id="{C1754B72-3398-4540-A223-FA8A8D4C4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" y="2643"/>
                <a:ext cx="11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Rectangle 86">
                <a:extLst>
                  <a:ext uri="{FF2B5EF4-FFF2-40B4-BE49-F238E27FC236}">
                    <a16:creationId xmlns:a16="http://schemas.microsoft.com/office/drawing/2014/main" id="{1051BD57-450B-447B-AD2E-52398C774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" y="3006"/>
                <a:ext cx="49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CLK</a:t>
                </a:r>
                <a:endParaRPr kumimoji="1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Line 90">
                <a:extLst>
                  <a:ext uri="{FF2B5EF4-FFF2-40B4-BE49-F238E27FC236}">
                    <a16:creationId xmlns:a16="http://schemas.microsoft.com/office/drawing/2014/main" id="{50BAF48F-1E3B-4696-BBC8-AA1EACC403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" y="3152"/>
                <a:ext cx="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53CCB273-7071-4F54-B558-105E4536EF0B}"/>
                </a:ext>
              </a:extLst>
            </p:cNvPr>
            <p:cNvSpPr/>
            <p:nvPr/>
          </p:nvSpPr>
          <p:spPr>
            <a:xfrm>
              <a:off x="4008752" y="3870069"/>
              <a:ext cx="374336" cy="473330"/>
            </a:xfrm>
            <a:prstGeom prst="rect">
              <a:avLst/>
            </a:prstGeom>
            <a:ln w="34925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9907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A575E9-3376-4B01-B70E-7993C4584A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50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02F5A-C983-4471-9831-0034242F135D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268413"/>
            <a:ext cx="2762250" cy="609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×N</a:t>
            </a:r>
            <a:r>
              <a:rPr lang="en-US" altLang="zh-CN" sz="2800" b="1" baseline="-30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878C2-3211-4BCB-89C5-C66AC83D559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79438"/>
            <a:ext cx="3124200" cy="685800"/>
          </a:xfrm>
          <a:prstGeom prst="rect">
            <a:avLst/>
          </a:prstGeom>
          <a:noFill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 M&gt;N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38EB6C9-22FB-4BA2-A1D9-D1F93640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213100"/>
            <a:ext cx="203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方法：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6B7E75C-8F80-4158-8436-E750B54D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89363"/>
            <a:ext cx="8382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）并行进位法：低位片的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接高位片的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EP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 两片的时钟端同时输入时钟信号。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FDEE04F-D373-494A-90AB-C0D34D0E3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943100"/>
            <a:ext cx="82089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思路：先分别实现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进制计数器和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进制计数器，再实现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×N</a:t>
            </a:r>
            <a:r>
              <a:rPr lang="en-US" altLang="zh-CN" sz="2800" b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进制计数器。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1CB4EDE-5F57-41A0-93A7-E9A726B2D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68863"/>
            <a:ext cx="845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串行进位法：低位片的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接高位片的时钟；</a:t>
            </a:r>
          </a:p>
        </p:txBody>
      </p:sp>
    </p:spTree>
    <p:extLst>
      <p:ext uri="{BB962C8B-B14F-4D97-AF65-F5344CB8AC3E}">
        <p14:creationId xmlns:p14="http://schemas.microsoft.com/office/powerpoint/2010/main" val="522561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utoUpdateAnimBg="0"/>
      <p:bldP spid="6" grpId="0" autoUpdateAnimBg="0"/>
      <p:bldP spid="7" grpId="0"/>
      <p:bldP spid="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742B95-3BFE-41E2-8F0B-FDBD2CAB7B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51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424B7-2DE7-4B20-9942-23879F459E9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685800"/>
            <a:ext cx="7772400" cy="582613"/>
          </a:xfrm>
          <a:prstGeom prst="rect">
            <a:avLst/>
          </a:prstGeom>
          <a:noFill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例：用两片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进制计数器。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3EEF4B3-3825-4D6E-A90C-27BAC3896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1268413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100=10×10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565D37-B485-461C-A923-F900E21957EA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1719263"/>
            <a:ext cx="7920038" cy="2162175"/>
            <a:chOff x="0" y="845"/>
            <a:chExt cx="4831" cy="1256"/>
          </a:xfrm>
        </p:grpSpPr>
        <p:pic>
          <p:nvPicPr>
            <p:cNvPr id="6" name="Picture 5" descr="6-3-38">
              <a:extLst>
                <a:ext uri="{FF2B5EF4-FFF2-40B4-BE49-F238E27FC236}">
                  <a16:creationId xmlns:a16="http://schemas.microsoft.com/office/drawing/2014/main" id="{509CAF66-381A-4D99-80D3-2E1A5D54E8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845"/>
              <a:ext cx="3901" cy="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F4F91AC5-9220-4C27-9101-0568B178E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8"/>
              <a:ext cx="1225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并行进位法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CF9BA89-E389-4E4E-AB18-7E4524B8BBB1}"/>
              </a:ext>
            </a:extLst>
          </p:cNvPr>
          <p:cNvGrpSpPr>
            <a:grpSpLocks/>
          </p:cNvGrpSpPr>
          <p:nvPr/>
        </p:nvGrpSpPr>
        <p:grpSpPr bwMode="auto">
          <a:xfrm>
            <a:off x="476250" y="4014788"/>
            <a:ext cx="7875588" cy="1979612"/>
            <a:chOff x="0" y="2251"/>
            <a:chExt cx="4876" cy="1137"/>
          </a:xfrm>
        </p:grpSpPr>
        <p:pic>
          <p:nvPicPr>
            <p:cNvPr id="9" name="Picture 8" descr="6-3-39">
              <a:extLst>
                <a:ext uri="{FF2B5EF4-FFF2-40B4-BE49-F238E27FC236}">
                  <a16:creationId xmlns:a16="http://schemas.microsoft.com/office/drawing/2014/main" id="{7FFA6FAF-1E6B-4D4E-973E-5DC13BD36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" y="2251"/>
              <a:ext cx="3992" cy="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FE7383DB-FF9D-456F-9D0A-80A6CE7F7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614"/>
              <a:ext cx="113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串行进位法</a:t>
              </a:r>
            </a:p>
          </p:txBody>
        </p:sp>
      </p:grpSp>
      <p:sp>
        <p:nvSpPr>
          <p:cNvPr id="11" name="Text Box 10">
            <a:extLst>
              <a:ext uri="{FF2B5EF4-FFF2-40B4-BE49-F238E27FC236}">
                <a16:creationId xmlns:a16="http://schemas.microsoft.com/office/drawing/2014/main" id="{4FA7E0C9-2AB0-4827-A6CE-BB013F8E3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5903913"/>
            <a:ext cx="64801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思考：在串行接法中，为什么要加反相器？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95707E-54BD-4DF0-90DD-795A85DAF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868863"/>
            <a:ext cx="674688" cy="5397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7580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9060B1-E03D-4127-8491-E5B6B0B5E0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52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5117DC1-9791-48DF-A2CE-1BE9DBA0E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99853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工作过程如下：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88DD12-62DD-4D5D-A3CB-DD9A510FAAA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798764"/>
            <a:ext cx="7239000" cy="462064"/>
            <a:chOff x="528" y="1440"/>
            <a:chExt cx="4560" cy="285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E315A23D-3B03-4247-916A-B32BDD54A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06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0       0    0    0    0      0</a:t>
              </a: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F99E9132-F9A6-48A4-8175-C38BF73BF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1440"/>
              <a:ext cx="23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049386-FF3C-42E0-9736-5C7E0ED419A2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600200"/>
            <a:ext cx="7315200" cy="3960813"/>
            <a:chOff x="528" y="864"/>
            <a:chExt cx="4608" cy="2641"/>
          </a:xfrm>
        </p:grpSpPr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9FCDB2CF-B62A-4423-9030-1D8797069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865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181148A-422A-4701-AF7B-11C2BB7B9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864"/>
              <a:ext cx="4608" cy="2641"/>
              <a:chOff x="528" y="864"/>
              <a:chExt cx="4608" cy="2641"/>
            </a:xfrm>
          </p:grpSpPr>
          <p:sp>
            <p:nvSpPr>
              <p:cNvPr id="10" name="Line 9">
                <a:extLst>
                  <a:ext uri="{FF2B5EF4-FFF2-40B4-BE49-F238E27FC236}">
                    <a16:creationId xmlns:a16="http://schemas.microsoft.com/office/drawing/2014/main" id="{96755AFF-88AF-49CE-84A1-FD538EE86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504"/>
                <a:ext cx="4512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CD5911-1584-45D6-94D4-33A0B76B6B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864"/>
                <a:ext cx="4608" cy="2634"/>
                <a:chOff x="528" y="864"/>
                <a:chExt cx="4608" cy="2634"/>
              </a:xfrm>
            </p:grpSpPr>
            <p:sp>
              <p:nvSpPr>
                <p:cNvPr id="12" name="Line 11">
                  <a:extLst>
                    <a:ext uri="{FF2B5EF4-FFF2-40B4-BE49-F238E27FC236}">
                      <a16:creationId xmlns:a16="http://schemas.microsoft.com/office/drawing/2014/main" id="{CF6D8A2F-AEE8-45ED-894C-CED99134F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Line 12">
                  <a:extLst>
                    <a:ext uri="{FF2B5EF4-FFF2-40B4-BE49-F238E27FC236}">
                      <a16:creationId xmlns:a16="http://schemas.microsoft.com/office/drawing/2014/main" id="{2D44AB05-C570-4728-BD0D-B06B7298D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8" y="864"/>
                  <a:ext cx="4512" cy="5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Text Box 13">
                  <a:extLst>
                    <a:ext uri="{FF2B5EF4-FFF2-40B4-BE49-F238E27FC236}">
                      <a16:creationId xmlns:a16="http://schemas.microsoft.com/office/drawing/2014/main" id="{D6B4CC50-6F9D-4D93-81C3-2C727E6B14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912"/>
                  <a:ext cx="2256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C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CLK</a:t>
                  </a:r>
                </a:p>
              </p:txBody>
            </p:sp>
            <p:sp>
              <p:nvSpPr>
                <p:cNvPr id="15" name="Line 14">
                  <a:extLst>
                    <a:ext uri="{FF2B5EF4-FFF2-40B4-BE49-F238E27FC236}">
                      <a16:creationId xmlns:a16="http://schemas.microsoft.com/office/drawing/2014/main" id="{729B1E16-35F8-4611-B5E0-B04512D3FB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6" y="1391"/>
                  <a:ext cx="45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15">
                  <a:extLst>
                    <a:ext uri="{FF2B5EF4-FFF2-40B4-BE49-F238E27FC236}">
                      <a16:creationId xmlns:a16="http://schemas.microsoft.com/office/drawing/2014/main" id="{0BC587EC-1B1E-4842-9263-2F002C4C2A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5" y="864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Line 16">
                  <a:extLst>
                    <a:ext uri="{FF2B5EF4-FFF2-40B4-BE49-F238E27FC236}">
                      <a16:creationId xmlns:a16="http://schemas.microsoft.com/office/drawing/2014/main" id="{9A8E96F5-75D7-4C0B-A813-99EA7C252E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Line 17">
                  <a:extLst>
                    <a:ext uri="{FF2B5EF4-FFF2-40B4-BE49-F238E27FC236}">
                      <a16:creationId xmlns:a16="http://schemas.microsoft.com/office/drawing/2014/main" id="{1740AC04-56E8-4175-B4C8-4AE02514B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6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Line 18">
                  <a:extLst>
                    <a:ext uri="{FF2B5EF4-FFF2-40B4-BE49-F238E27FC236}">
                      <a16:creationId xmlns:a16="http://schemas.microsoft.com/office/drawing/2014/main" id="{19EC0B07-F2B0-4AA6-BB85-9C79AD772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64" y="866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Line 19">
                  <a:extLst>
                    <a:ext uri="{FF2B5EF4-FFF2-40B4-BE49-F238E27FC236}">
                      <a16:creationId xmlns:a16="http://schemas.microsoft.com/office/drawing/2014/main" id="{F3A33DA9-6142-40E0-8565-96A467024F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8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Text Box 20">
                  <a:extLst>
                    <a:ext uri="{FF2B5EF4-FFF2-40B4-BE49-F238E27FC236}">
                      <a16:creationId xmlns:a16="http://schemas.microsoft.com/office/drawing/2014/main" id="{6F25AC92-958C-475A-AF9C-BF44520448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912"/>
                  <a:ext cx="2304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C 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CLK</a:t>
                  </a:r>
                </a:p>
              </p:txBody>
            </p:sp>
            <p:sp>
              <p:nvSpPr>
                <p:cNvPr id="22" name="Text Box 21">
                  <a:extLst>
                    <a:ext uri="{FF2B5EF4-FFF2-40B4-BE49-F238E27FC236}">
                      <a16:creationId xmlns:a16="http://schemas.microsoft.com/office/drawing/2014/main" id="{56E960B9-CEE9-4FBB-AAC9-BAC7ECB473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1104"/>
                  <a:ext cx="576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 dirty="0">
                      <a:solidFill>
                        <a:srgbClr val="CC0066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高片</a:t>
                  </a:r>
                </a:p>
              </p:txBody>
            </p:sp>
            <p:sp>
              <p:nvSpPr>
                <p:cNvPr id="23" name="Text Box 22">
                  <a:extLst>
                    <a:ext uri="{FF2B5EF4-FFF2-40B4-BE49-F238E27FC236}">
                      <a16:creationId xmlns:a16="http://schemas.microsoft.com/office/drawing/2014/main" id="{A3CB50BB-9AF3-46BE-B285-C9B703F2AB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8" y="1104"/>
                  <a:ext cx="576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>
                      <a:solidFill>
                        <a:srgbClr val="CC0066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低片</a:t>
                  </a:r>
                </a:p>
              </p:txBody>
            </p:sp>
          </p:grp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4A5A3F-D87A-45AB-A830-7E50C7E1A89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230566"/>
            <a:ext cx="6972300" cy="461963"/>
            <a:chOff x="528" y="1680"/>
            <a:chExt cx="4392" cy="291"/>
          </a:xfrm>
        </p:grpSpPr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709098CB-2E27-4D0A-AF0D-ED6792014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8" y="1680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0       0    0    1    0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C2DBE3D0-C5EE-44DD-8879-184AFAB80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0       0    0    0    0      0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3D951C-4EA8-4BC5-B8B9-712107833813}"/>
              </a:ext>
            </a:extLst>
          </p:cNvPr>
          <p:cNvGrpSpPr>
            <a:grpSpLocks/>
          </p:cNvGrpSpPr>
          <p:nvPr/>
        </p:nvGrpSpPr>
        <p:grpSpPr bwMode="auto">
          <a:xfrm>
            <a:off x="2263776" y="3663950"/>
            <a:ext cx="4211638" cy="457200"/>
            <a:chOff x="1437" y="1968"/>
            <a:chExt cx="2653" cy="288"/>
          </a:xfrm>
        </p:grpSpPr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7355090A-CFAC-4AA1-A543-362989F09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7" y="1968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368A83AC-8433-4721-9201-4220C3275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1" y="1968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224BB6-07BB-4AA2-B923-F13B169B0AA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854454"/>
            <a:ext cx="7467600" cy="487363"/>
            <a:chOff x="528" y="2192"/>
            <a:chExt cx="4704" cy="307"/>
          </a:xfrm>
        </p:grpSpPr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FF833110-F1E7-4966-8147-8AF2CB6F3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2192"/>
              <a:ext cx="2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0       1    0    0    0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4E88EBF6-87F6-44B9-918A-7E8D7551D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08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96EC84-CE1B-4323-9BEA-781C29D74C43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337054"/>
            <a:ext cx="7200900" cy="487363"/>
            <a:chOff x="528" y="2448"/>
            <a:chExt cx="4536" cy="307"/>
          </a:xfrm>
        </p:grpSpPr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A73EC983-52BD-49D0-86CC-3BBFF45F4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6" y="2448"/>
              <a:ext cx="22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1    0    0    1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49A3DE38-0C1E-4CB9-965C-1CD7A513D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64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425FD29-E4D9-4D02-8D47-93223409DF3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768855"/>
            <a:ext cx="7239000" cy="461963"/>
            <a:chOff x="528" y="2736"/>
            <a:chExt cx="4560" cy="291"/>
          </a:xfrm>
        </p:grpSpPr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4748B0BB-4623-4826-B78C-276E13C01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2736"/>
              <a:ext cx="23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0    0    0    0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94DA9538-2587-48FC-A798-AB224A1AC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736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FDE5A68-A3E4-4E69-ABD0-4B092813A733}"/>
              </a:ext>
            </a:extLst>
          </p:cNvPr>
          <p:cNvGrpSpPr>
            <a:grpSpLocks/>
          </p:cNvGrpSpPr>
          <p:nvPr/>
        </p:nvGrpSpPr>
        <p:grpSpPr bwMode="auto">
          <a:xfrm>
            <a:off x="2263776" y="5056188"/>
            <a:ext cx="4287838" cy="533400"/>
            <a:chOff x="1437" y="2976"/>
            <a:chExt cx="2701" cy="336"/>
          </a:xfrm>
        </p:grpSpPr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57868A7A-72F6-4A12-BC7E-329A6B196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7" y="2976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240D47DB-1EB1-4343-AF0E-FB13F3229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3024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</p:grpSp>
      <p:sp>
        <p:nvSpPr>
          <p:cNvPr id="42" name="Text Box 41">
            <a:extLst>
              <a:ext uri="{FF2B5EF4-FFF2-40B4-BE49-F238E27FC236}">
                <a16:creationId xmlns:a16="http://schemas.microsoft.com/office/drawing/2014/main" id="{65F84A25-CE8F-4F98-BADA-E358874DD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263" y="5724525"/>
            <a:ext cx="2606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进位出现错误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C864591-5ACC-4AD4-9B6C-B5FDB780737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392364"/>
            <a:ext cx="7239000" cy="462064"/>
            <a:chOff x="528" y="1440"/>
            <a:chExt cx="4560" cy="285"/>
          </a:xfrm>
        </p:grpSpPr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5D674312-73F4-4EDD-A4BB-AC7787C21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06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0       0    0    0    0      0</a:t>
              </a:r>
            </a:p>
          </p:txBody>
        </p:sp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97F80242-8BE8-4880-A12C-4AC928B68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1440"/>
              <a:ext cx="23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0</a:t>
              </a:r>
            </a:p>
          </p:txBody>
        </p:sp>
      </p:grpSp>
      <p:sp>
        <p:nvSpPr>
          <p:cNvPr id="46" name="Text Box 45">
            <a:extLst>
              <a:ext uri="{FF2B5EF4-FFF2-40B4-BE49-F238E27FC236}">
                <a16:creationId xmlns:a16="http://schemas.microsoft.com/office/drawing/2014/main" id="{FF4C31B7-474C-4354-9161-A4034F804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49275"/>
            <a:ext cx="71294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若低位片的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直接接高位片的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时钟端；</a:t>
            </a:r>
          </a:p>
        </p:txBody>
      </p:sp>
      <p:sp>
        <p:nvSpPr>
          <p:cNvPr id="47" name="AutoShape 46">
            <a:extLst>
              <a:ext uri="{FF2B5EF4-FFF2-40B4-BE49-F238E27FC236}">
                <a16:creationId xmlns:a16="http://schemas.microsoft.com/office/drawing/2014/main" id="{55149BFA-26C0-4B6A-8091-3B596913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048125"/>
            <a:ext cx="215900" cy="504825"/>
          </a:xfrm>
          <a:prstGeom prst="curvedLeftArrow">
            <a:avLst>
              <a:gd name="adj1" fmla="val 46765"/>
              <a:gd name="adj2" fmla="val 93529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AutoShape 47">
            <a:extLst>
              <a:ext uri="{FF2B5EF4-FFF2-40B4-BE49-F238E27FC236}">
                <a16:creationId xmlns:a16="http://schemas.microsoft.com/office/drawing/2014/main" id="{D1D6ACDA-9AEA-4EEB-A306-E6760A7DB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048125"/>
            <a:ext cx="215900" cy="504825"/>
          </a:xfrm>
          <a:prstGeom prst="curvedLeftArrow">
            <a:avLst>
              <a:gd name="adj1" fmla="val 46765"/>
              <a:gd name="adj2" fmla="val 93529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587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 autoUpdateAnimBg="0"/>
      <p:bldP spid="4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22AEFE-2182-4BE9-A5F3-C0FB732787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53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A58CEF-5B82-4457-ADC8-26CB9B2C4D2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27339"/>
            <a:ext cx="7239000" cy="462064"/>
            <a:chOff x="528" y="1440"/>
            <a:chExt cx="4560" cy="285"/>
          </a:xfrm>
        </p:grpSpPr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38AF5EB3-E186-4F54-9143-45B0B60CA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06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0       0    0    0    0      1</a:t>
              </a: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39B496C1-4C79-4906-98B1-6D571DB5D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1440"/>
              <a:ext cx="23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C2E1B31-BC48-41FE-81FA-9AAB53CAF2AB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628775"/>
            <a:ext cx="7315200" cy="3960813"/>
            <a:chOff x="528" y="864"/>
            <a:chExt cx="4608" cy="2641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E3B0659-AE89-4069-9138-1B2EF98CC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865"/>
              <a:ext cx="0" cy="2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E29226D-3548-4579-ADC0-702AEFBF81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864"/>
              <a:ext cx="4608" cy="2641"/>
              <a:chOff x="528" y="864"/>
              <a:chExt cx="4608" cy="2641"/>
            </a:xfrm>
          </p:grpSpPr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A0F21388-87E8-4E52-A33F-2026F30A3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504"/>
                <a:ext cx="4512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8885AB1-5845-436C-83E4-A64E5865B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864"/>
                <a:ext cx="4608" cy="2634"/>
                <a:chOff x="528" y="864"/>
                <a:chExt cx="4608" cy="2634"/>
              </a:xfrm>
            </p:grpSpPr>
            <p:sp>
              <p:nvSpPr>
                <p:cNvPr id="11" name="Line 10">
                  <a:extLst>
                    <a:ext uri="{FF2B5EF4-FFF2-40B4-BE49-F238E27FC236}">
                      <a16:creationId xmlns:a16="http://schemas.microsoft.com/office/drawing/2014/main" id="{311EF6DE-D1AF-4EFB-8A9B-7124BC0C7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Line 11">
                  <a:extLst>
                    <a:ext uri="{FF2B5EF4-FFF2-40B4-BE49-F238E27FC236}">
                      <a16:creationId xmlns:a16="http://schemas.microsoft.com/office/drawing/2014/main" id="{204231E5-D9FD-4E5A-920E-5879D74F75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8" y="864"/>
                  <a:ext cx="4512" cy="5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Text Box 12">
                  <a:extLst>
                    <a:ext uri="{FF2B5EF4-FFF2-40B4-BE49-F238E27FC236}">
                      <a16:creationId xmlns:a16="http://schemas.microsoft.com/office/drawing/2014/main" id="{6C1441C0-688E-4CB2-9437-994B21388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912"/>
                  <a:ext cx="2256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C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CP</a:t>
                  </a:r>
                </a:p>
              </p:txBody>
            </p:sp>
            <p:sp>
              <p:nvSpPr>
                <p:cNvPr id="14" name="Line 13">
                  <a:extLst>
                    <a:ext uri="{FF2B5EF4-FFF2-40B4-BE49-F238E27FC236}">
                      <a16:creationId xmlns:a16="http://schemas.microsoft.com/office/drawing/2014/main" id="{14B9CA55-0ECB-4117-BF6F-99A2EA628C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6" y="1391"/>
                  <a:ext cx="45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Line 14">
                  <a:extLst>
                    <a:ext uri="{FF2B5EF4-FFF2-40B4-BE49-F238E27FC236}">
                      <a16:creationId xmlns:a16="http://schemas.microsoft.com/office/drawing/2014/main" id="{F31593AD-9B0D-4942-B379-7AEEAEE3C3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5" y="864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15">
                  <a:extLst>
                    <a:ext uri="{FF2B5EF4-FFF2-40B4-BE49-F238E27FC236}">
                      <a16:creationId xmlns:a16="http://schemas.microsoft.com/office/drawing/2014/main" id="{E4002021-B2DA-43E9-B718-C3FDC8FA02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Line 16">
                  <a:extLst>
                    <a:ext uri="{FF2B5EF4-FFF2-40B4-BE49-F238E27FC236}">
                      <a16:creationId xmlns:a16="http://schemas.microsoft.com/office/drawing/2014/main" id="{89B66336-61CC-4498-BEAF-FC5C702F7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6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Line 17">
                  <a:extLst>
                    <a:ext uri="{FF2B5EF4-FFF2-40B4-BE49-F238E27FC236}">
                      <a16:creationId xmlns:a16="http://schemas.microsoft.com/office/drawing/2014/main" id="{00BAD8EA-2E05-46EC-8072-EFA76F824E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64" y="866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Line 18">
                  <a:extLst>
                    <a:ext uri="{FF2B5EF4-FFF2-40B4-BE49-F238E27FC236}">
                      <a16:creationId xmlns:a16="http://schemas.microsoft.com/office/drawing/2014/main" id="{D9196843-7119-4F95-9718-897E0ABE5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8" y="865"/>
                  <a:ext cx="0" cy="26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Text Box 19">
                  <a:extLst>
                    <a:ext uri="{FF2B5EF4-FFF2-40B4-BE49-F238E27FC236}">
                      <a16:creationId xmlns:a16="http://schemas.microsoft.com/office/drawing/2014/main" id="{1FB54DBB-828E-4497-9C16-036BC48FF6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912"/>
                  <a:ext cx="2304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 C     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3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Q</a:t>
                  </a:r>
                  <a:r>
                    <a:rPr kumimoji="1" lang="en-US" altLang="zh-CN" sz="2400" b="1" baseline="-2500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0      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CP</a:t>
                  </a:r>
                </a:p>
              </p:txBody>
            </p:sp>
            <p:sp>
              <p:nvSpPr>
                <p:cNvPr id="21" name="Text Box 20">
                  <a:extLst>
                    <a:ext uri="{FF2B5EF4-FFF2-40B4-BE49-F238E27FC236}">
                      <a16:creationId xmlns:a16="http://schemas.microsoft.com/office/drawing/2014/main" id="{22BF2970-501F-43B6-919C-0C9208CCFC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1104"/>
                  <a:ext cx="576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>
                      <a:solidFill>
                        <a:srgbClr val="CC0066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高片</a:t>
                  </a:r>
                </a:p>
              </p:txBody>
            </p:sp>
            <p:sp>
              <p:nvSpPr>
                <p:cNvPr id="22" name="Text Box 21">
                  <a:extLst>
                    <a:ext uri="{FF2B5EF4-FFF2-40B4-BE49-F238E27FC236}">
                      <a16:creationId xmlns:a16="http://schemas.microsoft.com/office/drawing/2014/main" id="{F2A2FF6C-D946-4F54-91E3-26E231407D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8" y="1104"/>
                  <a:ext cx="576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>
                      <a:solidFill>
                        <a:srgbClr val="CC0066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低片</a:t>
                  </a:r>
                </a:p>
              </p:txBody>
            </p:sp>
          </p:grp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E987B7-031C-4B70-AA2D-9A6352EA876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259141"/>
            <a:ext cx="6972300" cy="461963"/>
            <a:chOff x="528" y="1680"/>
            <a:chExt cx="4392" cy="291"/>
          </a:xfrm>
        </p:grpSpPr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97CD58DF-30A9-49C3-9BF3-377877DEE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8" y="1680"/>
              <a:ext cx="21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0       0    0    1    0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7B727F8C-0B2F-4A52-B54D-18E045F72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42FC7B-711C-408E-AF83-0A4C147484CA}"/>
              </a:ext>
            </a:extLst>
          </p:cNvPr>
          <p:cNvGrpSpPr>
            <a:grpSpLocks/>
          </p:cNvGrpSpPr>
          <p:nvPr/>
        </p:nvGrpSpPr>
        <p:grpSpPr bwMode="auto">
          <a:xfrm>
            <a:off x="2263776" y="3692525"/>
            <a:ext cx="4211638" cy="457200"/>
            <a:chOff x="1437" y="1968"/>
            <a:chExt cx="2653" cy="288"/>
          </a:xfrm>
        </p:grpSpPr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DF91515A-D99A-4F26-BC99-4D6B0F4DF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7" y="1968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2DB2E34A-3744-48C5-A178-352696F24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1" y="1968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～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38DE5E4-E656-4AD0-A950-DFB5910E21E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883029"/>
            <a:ext cx="7467600" cy="487363"/>
            <a:chOff x="528" y="2192"/>
            <a:chExt cx="4704" cy="307"/>
          </a:xfrm>
        </p:grpSpPr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0385FEE4-EF22-4E77-97EF-BAC9002FF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2192"/>
              <a:ext cx="2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0       1    0    0    0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D87FA199-2ED7-4458-A186-A93C2C839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08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0       0    0    0    0      1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05B129-89AD-46B6-BDD8-545C81D434C3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365629"/>
            <a:ext cx="7200900" cy="487363"/>
            <a:chOff x="528" y="2448"/>
            <a:chExt cx="4536" cy="307"/>
          </a:xfrm>
        </p:grpSpPr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A59D43D1-1598-4802-8725-6D93C5A94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6" y="2448"/>
              <a:ext cx="22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1    0    0    1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25A39CA2-9010-47FB-B10E-E788C3722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64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</a:t>
              </a:r>
              <a:r>
                <a:rPr kumimoji="1" lang="en-US" altLang="zh-CN" sz="24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40D9D92-8271-407D-8799-C2FBAFDE489C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797430"/>
            <a:ext cx="7239000" cy="461963"/>
            <a:chOff x="528" y="2736"/>
            <a:chExt cx="4560" cy="291"/>
          </a:xfrm>
        </p:grpSpPr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BECD15F5-232C-4B1D-BA1E-F0D2396AE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2736"/>
              <a:ext cx="23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0    0    0    0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F5C1FFF7-42E6-476F-830E-471ECBB89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736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8" name="Text Box 37">
            <a:extLst>
              <a:ext uri="{FF2B5EF4-FFF2-40B4-BE49-F238E27FC236}">
                <a16:creationId xmlns:a16="http://schemas.microsoft.com/office/drawing/2014/main" id="{F9D21694-16E8-4B6A-9095-3F01393C2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5724525"/>
            <a:ext cx="747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说明：上升沿有效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时需</a:t>
            </a:r>
            <a:r>
              <a:rPr kumimoji="1"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加非门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，下降沿有效时不需要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15DFE4E-ACAE-4334-AF10-434C58EB8414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420939"/>
            <a:ext cx="7239000" cy="462064"/>
            <a:chOff x="528" y="1440"/>
            <a:chExt cx="4560" cy="285"/>
          </a:xfrm>
        </p:grpSpPr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F409D38A-2671-4E02-B815-DE85E28A1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06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0       0    0    0    0      1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35DD59C3-C112-464C-8D88-CB75C6CB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1440"/>
              <a:ext cx="23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0       0    0    0    0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0</a:t>
              </a:r>
            </a:p>
          </p:txBody>
        </p:sp>
      </p:grpSp>
      <p:sp>
        <p:nvSpPr>
          <p:cNvPr id="42" name="Text Box 41">
            <a:extLst>
              <a:ext uri="{FF2B5EF4-FFF2-40B4-BE49-F238E27FC236}">
                <a16:creationId xmlns:a16="http://schemas.microsoft.com/office/drawing/2014/main" id="{FBD268D7-3CB2-49BD-A6D0-EE61E7CFC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638175"/>
            <a:ext cx="7559675" cy="8842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当低位片的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通过反相器接高位片的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时钟端时，工作过程如下：</a:t>
            </a:r>
          </a:p>
        </p:txBody>
      </p:sp>
      <p:sp>
        <p:nvSpPr>
          <p:cNvPr id="43" name="AutoShape 42">
            <a:extLst>
              <a:ext uri="{FF2B5EF4-FFF2-40B4-BE49-F238E27FC236}">
                <a16:creationId xmlns:a16="http://schemas.microsoft.com/office/drawing/2014/main" id="{5786F61D-4B3F-4B6D-AB0E-389EDB21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652963"/>
            <a:ext cx="215900" cy="504825"/>
          </a:xfrm>
          <a:prstGeom prst="curvedLeftArrow">
            <a:avLst>
              <a:gd name="adj1" fmla="val 46765"/>
              <a:gd name="adj2" fmla="val 93529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AutoShape 43">
            <a:extLst>
              <a:ext uri="{FF2B5EF4-FFF2-40B4-BE49-F238E27FC236}">
                <a16:creationId xmlns:a16="http://schemas.microsoft.com/office/drawing/2014/main" id="{487BC8BF-3E25-4D4D-AF62-3F436829F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652963"/>
            <a:ext cx="215900" cy="504825"/>
          </a:xfrm>
          <a:prstGeom prst="curvedLeftArrow">
            <a:avLst>
              <a:gd name="adj1" fmla="val 46765"/>
              <a:gd name="adj2" fmla="val 93529"/>
              <a:gd name="adj3" fmla="val 3333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2FC3C09-3C64-4A69-B3A4-4B66D0B2E86F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132389"/>
            <a:ext cx="7239000" cy="462064"/>
            <a:chOff x="528" y="1440"/>
            <a:chExt cx="4560" cy="285"/>
          </a:xfrm>
        </p:grpSpPr>
        <p:sp>
          <p:nvSpPr>
            <p:cNvPr id="46" name="Text Box 45">
              <a:extLst>
                <a:ext uri="{FF2B5EF4-FFF2-40B4-BE49-F238E27FC236}">
                  <a16:creationId xmlns:a16="http://schemas.microsoft.com/office/drawing/2014/main" id="{FF30D381-20B5-4DAA-8DA4-7BB2C5018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206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0       0    0    0    1      1</a:t>
              </a:r>
            </a:p>
          </p:txBody>
        </p:sp>
        <p:sp>
          <p:nvSpPr>
            <p:cNvPr id="47" name="Text Box 46">
              <a:extLst>
                <a:ext uri="{FF2B5EF4-FFF2-40B4-BE49-F238E27FC236}">
                  <a16:creationId xmlns:a16="http://schemas.microsoft.com/office/drawing/2014/main" id="{F9BAF67D-B981-4E52-97A3-B4FF0E152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" y="1440"/>
              <a:ext cx="23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0       0    0    0    1     </a:t>
              </a:r>
              <a:r>
                <a:rPr kumimoji="1" lang="en-US" altLang="zh-CN" sz="2400" b="1">
                  <a:solidFill>
                    <a:srgbClr val="CC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897568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42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78A8E9-CE7E-49B7-8482-48793BA275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54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0DF17E-CDF3-4F02-9C28-EAE4049A85EA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685800"/>
            <a:ext cx="3228975" cy="582613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</a:extLst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M≠N</a:t>
            </a:r>
            <a:r>
              <a:rPr lang="en-US" altLang="zh-CN" sz="2800" baseline="-300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×N</a:t>
            </a:r>
            <a:r>
              <a:rPr lang="en-US" altLang="zh-CN" sz="2800" baseline="-3000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800">
              <a:solidFill>
                <a:srgbClr val="CC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48B18-A5B8-4B47-8EE6-C7D999930748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1449388"/>
            <a:ext cx="6021387" cy="5048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方法：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整体置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法或整体置数法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9BC2723-B672-4802-929A-0F3EE417B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2573338"/>
            <a:ext cx="6570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、先用多片已有计数器接成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314FCD17-0CCB-46B1-B404-D6E0B345A3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188" y="3159125"/>
                <a:ext cx="7620000" cy="884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、在计到某个状态时，使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𝑹𝑫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（或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𝑳𝑫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）有效，使所有计数器清零。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314FCD17-0CCB-46B1-B404-D6E0B345A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3159125"/>
                <a:ext cx="7620000" cy="884238"/>
              </a:xfrm>
              <a:prstGeom prst="rect">
                <a:avLst/>
              </a:prstGeom>
              <a:blipFill>
                <a:blip r:embed="rId2"/>
                <a:stretch>
                  <a:fillRect l="-1200" t="-2759" r="-1280" b="-13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9">
            <a:extLst>
              <a:ext uri="{FF2B5EF4-FFF2-40B4-BE49-F238E27FC236}">
                <a16:creationId xmlns:a16="http://schemas.microsoft.com/office/drawing/2014/main" id="{EE8F3CBE-42A8-43C2-BE37-7605E6D33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89138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整体置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法的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步骤：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21F22-A708-4702-AE4A-AF5D7AACE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14788"/>
            <a:ext cx="8458200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整体置数法的</a:t>
            </a: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步骤：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M&lt;N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时的置数法类似： 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0A38090E-D262-4EA3-AE66-74ABD5321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4637088"/>
            <a:ext cx="6389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、先用多片已有计数器接成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&gt;M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进制计数器；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512C02A1-4BD3-413C-8726-4DC6E92D5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225" y="5229224"/>
                <a:ext cx="7920038" cy="892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、在选定某一状态下译出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𝑳𝑫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有效信号，同时使所有计数器置入适当数，跳过多余状态，获得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进制计数器。 </a:t>
                </a:r>
              </a:p>
            </p:txBody>
          </p:sp>
        </mc:Choice>
        <mc:Fallback xmlns=""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512C02A1-4BD3-413C-8726-4DC6E92D5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225" y="5229224"/>
                <a:ext cx="7920038" cy="892552"/>
              </a:xfrm>
              <a:prstGeom prst="rect">
                <a:avLst/>
              </a:prstGeom>
              <a:blipFill>
                <a:blip r:embed="rId3"/>
                <a:stretch>
                  <a:fillRect l="-1232" t="-2740" r="-1155" b="-157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70571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 autoUpdateAnimBg="0"/>
      <p:bldP spid="5" grpId="0" autoUpdateAnimBg="0"/>
      <p:bldP spid="7" grpId="0"/>
      <p:bldP spid="10" grpId="0" autoUpdateAnimBg="0"/>
      <p:bldP spid="12" grpId="0"/>
      <p:bldP spid="13" grpId="0" autoUpdateAnimBg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64E594-F08F-48D1-9A03-FD26E33689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55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8FBAD-F4C9-4A3D-A8A8-C407F54DA2DF}"/>
              </a:ext>
            </a:extLst>
          </p:cNvPr>
          <p:cNvSpPr txBox="1">
            <a:spLocks noChangeArrowheads="1"/>
          </p:cNvSpPr>
          <p:nvPr/>
        </p:nvSpPr>
        <p:spPr>
          <a:xfrm>
            <a:off x="431800" y="638175"/>
            <a:ext cx="8137525" cy="487363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例：用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74160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接成二十九进制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23AC2-12FD-464E-A27D-BEA7C764D89F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1133475"/>
            <a:ext cx="7559675" cy="2386013"/>
            <a:chOff x="431" y="754"/>
            <a:chExt cx="3923" cy="1423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3BE205C4-7E58-4C10-B65E-AECB3B9CD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071"/>
              <a:ext cx="1225" cy="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整体置零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（异步）</a:t>
              </a:r>
            </a:p>
          </p:txBody>
        </p:sp>
        <p:pic>
          <p:nvPicPr>
            <p:cNvPr id="6" name="Picture 5" descr="6-3-40">
              <a:extLst>
                <a:ext uri="{FF2B5EF4-FFF2-40B4-BE49-F238E27FC236}">
                  <a16:creationId xmlns:a16="http://schemas.microsoft.com/office/drawing/2014/main" id="{0E5F80E8-57BF-465C-BFA6-B955E435A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" y="754"/>
              <a:ext cx="2880" cy="1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055BDC3-561A-48FF-AC5C-F247089894D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563938"/>
            <a:ext cx="7848600" cy="2251075"/>
            <a:chOff x="431" y="2296"/>
            <a:chExt cx="4944" cy="1341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334C0D43-66C1-4B69-AA6E-ABAEA1B63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840"/>
              <a:ext cx="1225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整体置数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（同步）</a:t>
              </a:r>
            </a:p>
          </p:txBody>
        </p:sp>
        <p:pic>
          <p:nvPicPr>
            <p:cNvPr id="9" name="Picture 8" descr="6-3-41">
              <a:extLst>
                <a:ext uri="{FF2B5EF4-FFF2-40B4-BE49-F238E27FC236}">
                  <a16:creationId xmlns:a16="http://schemas.microsoft.com/office/drawing/2014/main" id="{6A25A8F9-388A-4820-9DF7-26C3FCB5C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" y="2296"/>
              <a:ext cx="3901" cy="1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1373232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A126E9-498F-4ACD-AC4A-5FDDB7DB773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2880" y="5900057"/>
            <a:ext cx="903288" cy="338137"/>
          </a:xfrm>
        </p:spPr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56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721624C2-1713-4B05-9FEF-480DD8674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58788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任意进制计数器的构成方法题型小结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5AB0679-BDC6-41D2-A4F4-7DDCBE9E0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042988"/>
            <a:ext cx="8135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一、 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M&lt;N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（用一片给定芯片及合适门电路，分析与设计）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8313BF8-CB75-4891-BBB3-79FC4D0EC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599038"/>
            <a:ext cx="8569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、固定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进制：掌握各种方法，注意标明进位端，写出有效状态循环图。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37BAE2C-947D-4303-985F-A48CE941E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17971"/>
            <a:ext cx="799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 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M&gt;N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（用多片给定芯片及合适门电路，分析与设计）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94DD690-4670-4E2D-B174-953AC9CC7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73734"/>
            <a:ext cx="837882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 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×N</a:t>
            </a:r>
            <a:r>
              <a:rPr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≠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×N</a:t>
            </a:r>
            <a:r>
              <a:rPr lang="en-US" altLang="zh-CN" sz="2400" b="1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：掌握整体清零法。注意标明进位端、说明片间进制、说明分频比。（注意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161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160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芯片在实现时的区别）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19916C4-EEE1-47D9-B0D5-23C637385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21209"/>
            <a:ext cx="8569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 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×N</a:t>
            </a:r>
            <a:r>
              <a:rPr lang="en-US" altLang="zh-CN" sz="2400" b="1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：掌握两种方法（串行进位和并行进位），注意标明进位端、说明片间进制、说明分频比、写出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N1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N2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进制各自的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有效状态循环图。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7021AC7-BC24-4AA9-BE49-DAFA6974D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47746"/>
            <a:ext cx="824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三、 综合题：中规模组合逻辑电路与计数器相结合的题目。</a:t>
            </a:r>
          </a:p>
        </p:txBody>
      </p:sp>
    </p:spTree>
    <p:extLst>
      <p:ext uri="{BB962C8B-B14F-4D97-AF65-F5344CB8AC3E}">
        <p14:creationId xmlns:p14="http://schemas.microsoft.com/office/powerpoint/2010/main" val="177517013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D45ED5D-247D-4812-806C-148FE7CC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三、计数器的应用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AF119E-5B96-4D60-9052-349F215BEC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57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833052E-3EFC-40AA-BF81-D63D0C9C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1107309"/>
            <a:ext cx="7942263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    试用计数器74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161和数据选择器设计一个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          01100011序列发生器。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8F03A04-E203-49AF-A315-F4B242194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4" y="2474712"/>
            <a:ext cx="8408988" cy="115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1000"/>
              </a:lnSpc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SzPct val="80000"/>
              <a:buFont typeface="Monotype Sorts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解：由于序列长度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P=8，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故将74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161构成模8计数器，并选用数据选择器74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151产生所需序列，</a:t>
            </a: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EE5B5BEC-6E76-4E72-8698-9D94379F6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134985"/>
            <a:ext cx="154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Times New Roman" panose="02020603050405020304" pitchFamily="18" charset="0"/>
              </a:rPr>
              <a:t>【例1】</a:t>
            </a:r>
          </a:p>
        </p:txBody>
      </p:sp>
      <p:grpSp>
        <p:nvGrpSpPr>
          <p:cNvPr id="10" name="Group 36">
            <a:extLst>
              <a:ext uri="{FF2B5EF4-FFF2-40B4-BE49-F238E27FC236}">
                <a16:creationId xmlns:a16="http://schemas.microsoft.com/office/drawing/2014/main" id="{6B7F651A-D5E8-4C79-9F6D-718F17C8B54F}"/>
              </a:ext>
            </a:extLst>
          </p:cNvPr>
          <p:cNvGrpSpPr>
            <a:grpSpLocks/>
          </p:cNvGrpSpPr>
          <p:nvPr/>
        </p:nvGrpSpPr>
        <p:grpSpPr bwMode="auto">
          <a:xfrm>
            <a:off x="735013" y="3590925"/>
            <a:ext cx="7924800" cy="2881313"/>
            <a:chOff x="463" y="2262"/>
            <a:chExt cx="4992" cy="1815"/>
          </a:xfrm>
        </p:grpSpPr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B4F3BCE6-F86C-46B9-81CE-9F13907B7F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" y="2262"/>
              <a:ext cx="4992" cy="1815"/>
              <a:chOff x="463" y="1976"/>
              <a:chExt cx="4992" cy="1815"/>
            </a:xfrm>
          </p:grpSpPr>
          <p:graphicFrame>
            <p:nvGraphicFramePr>
              <p:cNvPr id="13" name="Object 8">
                <a:extLst>
                  <a:ext uri="{FF2B5EF4-FFF2-40B4-BE49-F238E27FC236}">
                    <a16:creationId xmlns:a16="http://schemas.microsoft.com/office/drawing/2014/main" id="{703338BC-C129-4E1F-9FF7-9347681D3E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3" y="1976"/>
              <a:ext cx="4992" cy="18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96" name="BMP 图象" r:id="rId4" imgW="4200000" imgH="1590897" progId="Paint.Picture">
                      <p:embed/>
                    </p:oleObj>
                  </mc:Choice>
                  <mc:Fallback>
                    <p:oleObj name="BMP 图象" r:id="rId4" imgW="4200000" imgH="1590897" progId="Paint.Picture">
                      <p:embed/>
                      <p:pic>
                        <p:nvPicPr>
                          <p:cNvPr id="10" name="Object 8">
                            <a:extLst>
                              <a:ext uri="{FF2B5EF4-FFF2-40B4-BE49-F238E27FC236}">
                                <a16:creationId xmlns:a16="http://schemas.microsoft.com/office/drawing/2014/main" id="{ECE4F762-50E6-47BB-82D3-4ADAB279B98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14828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" y="1976"/>
                            <a:ext cx="4992" cy="18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904D54AA-C44B-4F84-9C0D-E063AABD1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1" y="2880"/>
                <a:ext cx="124" cy="147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DB599EA3-4007-4102-98D9-F7637C2B0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" y="2903"/>
                <a:ext cx="417" cy="237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 Box 11">
                <a:extLst>
                  <a:ext uri="{FF2B5EF4-FFF2-40B4-BE49-F238E27FC236}">
                    <a16:creationId xmlns:a16="http://schemas.microsoft.com/office/drawing/2014/main" id="{DFE9E361-79F3-40A7-9E18-6E5BAED813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4" y="2892"/>
                <a:ext cx="10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161</a:t>
                </a:r>
              </a:p>
            </p:txBody>
          </p:sp>
          <p:sp>
            <p:nvSpPr>
              <p:cNvPr id="17" name="Rectangle 12">
                <a:extLst>
                  <a:ext uri="{FF2B5EF4-FFF2-40B4-BE49-F238E27FC236}">
                    <a16:creationId xmlns:a16="http://schemas.microsoft.com/office/drawing/2014/main" id="{B4B368F0-8232-4EA9-9CDA-256161764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" y="2654"/>
                <a:ext cx="598" cy="26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 Box 13">
                <a:extLst>
                  <a:ext uri="{FF2B5EF4-FFF2-40B4-BE49-F238E27FC236}">
                    <a16:creationId xmlns:a16="http://schemas.microsoft.com/office/drawing/2014/main" id="{71477AD6-B6F3-474D-9BBE-01F8FE76B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0" y="2666"/>
                <a:ext cx="10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74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</a:t>
                </a: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151</a:t>
                </a:r>
              </a:p>
            </p:txBody>
          </p:sp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87BDCFE7-C13B-4798-B9CE-95483D5C9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7" y="2970"/>
                <a:ext cx="474" cy="181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 Box 15">
                <a:extLst>
                  <a:ext uri="{FF2B5EF4-FFF2-40B4-BE49-F238E27FC236}">
                    <a16:creationId xmlns:a16="http://schemas.microsoft.com/office/drawing/2014/main" id="{BEC58C59-70E5-4911-A251-267187EB7F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1" y="2935"/>
                <a:ext cx="67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 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12AFF120-368A-458F-8905-6A7547756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0" y="2733"/>
                <a:ext cx="113" cy="11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 17">
                <a:extLst>
                  <a:ext uri="{FF2B5EF4-FFF2-40B4-BE49-F238E27FC236}">
                    <a16:creationId xmlns:a16="http://schemas.microsoft.com/office/drawing/2014/main" id="{BE0A009D-A2C4-44D3-AF46-A28A02B4A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5" y="2812"/>
                <a:ext cx="91" cy="30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6E9C5D88-E49C-428D-8A64-E1F1F098A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9"/>
                <a:ext cx="294" cy="13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 Box 19">
                <a:extLst>
                  <a:ext uri="{FF2B5EF4-FFF2-40B4-BE49-F238E27FC236}">
                    <a16:creationId xmlns:a16="http://schemas.microsoft.com/office/drawing/2014/main" id="{A24EBACC-835C-4B14-BBFF-17075EDF27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3" y="1999"/>
                <a:ext cx="2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5" name="Rectangle 20">
                <a:extLst>
                  <a:ext uri="{FF2B5EF4-FFF2-40B4-BE49-F238E27FC236}">
                    <a16:creationId xmlns:a16="http://schemas.microsoft.com/office/drawing/2014/main" id="{AD45204A-8CD4-4B87-A80F-8E7F5EA6F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3" y="3422"/>
                <a:ext cx="1186" cy="158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9D0E8C8D-50EC-4273-A6E1-017CC0553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" y="3378"/>
                <a:ext cx="1231" cy="214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1 1 0 0 0 1 1 0</a:t>
                </a:r>
              </a:p>
            </p:txBody>
          </p:sp>
          <p:sp>
            <p:nvSpPr>
              <p:cNvPr id="27" name="Rectangle 22">
                <a:extLst>
                  <a:ext uri="{FF2B5EF4-FFF2-40B4-BE49-F238E27FC236}">
                    <a16:creationId xmlns:a16="http://schemas.microsoft.com/office/drawing/2014/main" id="{83F2BF55-95DA-49C2-93BD-87C5F3230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" y="2970"/>
                <a:ext cx="1254" cy="181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 Box 23">
                <a:extLst>
                  <a:ext uri="{FF2B5EF4-FFF2-40B4-BE49-F238E27FC236}">
                    <a16:creationId xmlns:a16="http://schemas.microsoft.com/office/drawing/2014/main" id="{3B045F02-47F9-46B9-A833-6C67910BF2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2942"/>
                <a:ext cx="137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</a:t>
                </a:r>
              </a:p>
            </p:txBody>
          </p:sp>
          <p:sp>
            <p:nvSpPr>
              <p:cNvPr id="29" name="Rectangle 24">
                <a:extLst>
                  <a:ext uri="{FF2B5EF4-FFF2-40B4-BE49-F238E27FC236}">
                    <a16:creationId xmlns:a16="http://schemas.microsoft.com/office/drawing/2014/main" id="{E51F868F-60AF-41F9-884A-1F7EEC00C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993"/>
                <a:ext cx="102" cy="13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 Box 25">
                <a:extLst>
                  <a:ext uri="{FF2B5EF4-FFF2-40B4-BE49-F238E27FC236}">
                    <a16:creationId xmlns:a16="http://schemas.microsoft.com/office/drawing/2014/main" id="{41C7165C-12AC-48FD-8C72-966DA8EFC0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981"/>
                <a:ext cx="2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55A6F36F-B4C3-443B-ADB2-B6C6E7141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3027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27">
                <a:extLst>
                  <a:ext uri="{FF2B5EF4-FFF2-40B4-BE49-F238E27FC236}">
                    <a16:creationId xmlns:a16="http://schemas.microsoft.com/office/drawing/2014/main" id="{D244569F-854F-4F06-9980-210D9EE09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2" y="3241"/>
                <a:ext cx="780" cy="159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28">
                <a:extLst>
                  <a:ext uri="{FF2B5EF4-FFF2-40B4-BE49-F238E27FC236}">
                    <a16:creationId xmlns:a16="http://schemas.microsoft.com/office/drawing/2014/main" id="{C63E1BEC-ED03-46CB-A5D6-3F77E2248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2" y="2620"/>
                <a:ext cx="587" cy="170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 Box 29">
                <a:extLst>
                  <a:ext uri="{FF2B5EF4-FFF2-40B4-BE49-F238E27FC236}">
                    <a16:creationId xmlns:a16="http://schemas.microsoft.com/office/drawing/2014/main" id="{7D9196EE-A65B-4B68-A632-DEA7EF778B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569"/>
                <a:ext cx="8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1" lang="en-US" altLang="zh-CN" sz="1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0 </a:t>
                </a:r>
              </a:p>
            </p:txBody>
          </p:sp>
          <p:sp>
            <p:nvSpPr>
              <p:cNvPr id="35" name="Rectangle 30">
                <a:extLst>
                  <a:ext uri="{FF2B5EF4-FFF2-40B4-BE49-F238E27FC236}">
                    <a16:creationId xmlns:a16="http://schemas.microsoft.com/office/drawing/2014/main" id="{B4970F3E-A946-42DD-9222-3581399EF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3264"/>
                <a:ext cx="170" cy="147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 Box 31">
                <a:extLst>
                  <a:ext uri="{FF2B5EF4-FFF2-40B4-BE49-F238E27FC236}">
                    <a16:creationId xmlns:a16="http://schemas.microsoft.com/office/drawing/2014/main" id="{144E271D-7E1B-4846-AAB5-D93CB2B9B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3" y="3240"/>
                <a:ext cx="2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ea typeface="黑体" panose="02010609060101010101" pitchFamily="49" charset="-122"/>
                    <a:cs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37" name="Line 32">
                <a:extLst>
                  <a:ext uri="{FF2B5EF4-FFF2-40B4-BE49-F238E27FC236}">
                    <a16:creationId xmlns:a16="http://schemas.microsoft.com/office/drawing/2014/main" id="{BD8E852E-D5C6-4850-9DF1-7C7612585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7" y="3275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Line 33">
                <a:extLst>
                  <a:ext uri="{FF2B5EF4-FFF2-40B4-BE49-F238E27FC236}">
                    <a16:creationId xmlns:a16="http://schemas.microsoft.com/office/drawing/2014/main" id="{0DEAAA36-C063-4F56-9BE9-BE47F88C1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3" y="3264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Text Box 35">
              <a:extLst>
                <a:ext uri="{FF2B5EF4-FFF2-40B4-BE49-F238E27FC236}">
                  <a16:creationId xmlns:a16="http://schemas.microsoft.com/office/drawing/2014/main" id="{E7D29D89-2E41-43F7-B6B9-88375FBDD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8" y="2946"/>
              <a:ext cx="2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816140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D9B84E-5423-44AC-91C6-A7C8544E5E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ctr">
                <a:defRPr/>
              </a:pPr>
              <a:t>58</a:t>
            </a:fld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 descr="6-3-53a">
            <a:extLst>
              <a:ext uri="{FF2B5EF4-FFF2-40B4-BE49-F238E27FC236}">
                <a16:creationId xmlns:a16="http://schemas.microsoft.com/office/drawing/2014/main" id="{FE7EC93F-3BBE-4DF0-BF46-7B95EFB8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27" y="2237518"/>
            <a:ext cx="4437063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6-3-53b">
            <a:extLst>
              <a:ext uri="{FF2B5EF4-FFF2-40B4-BE49-F238E27FC236}">
                <a16:creationId xmlns:a16="http://schemas.microsoft.com/office/drawing/2014/main" id="{D1E51EBC-B222-4942-8F59-A03E3A307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1673225"/>
            <a:ext cx="377507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C06328-E903-46E3-938A-ECBA0D419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045" y="728662"/>
            <a:ext cx="6991694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2】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、计数器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译码器→顺序节拍脉冲发生器</a:t>
            </a:r>
          </a:p>
        </p:txBody>
      </p:sp>
    </p:spTree>
    <p:extLst>
      <p:ext uri="{BB962C8B-B14F-4D97-AF65-F5344CB8AC3E}">
        <p14:creationId xmlns:p14="http://schemas.microsoft.com/office/powerpoint/2010/main" val="393196719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3C3DB3-4ED7-46B4-8BC5-44AE67CD37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ln>
            <a:noFill/>
          </a:ln>
        </p:spPr>
        <p:txBody>
          <a:bodyPr/>
          <a:lstStyle/>
          <a:p>
            <a:pPr algn="ctr">
              <a:defRPr/>
            </a:pPr>
            <a:fld id="{3F117AFB-4BE6-416E-9FAF-3740AEFB0D45}" type="slidenum">
              <a:rPr lang="en-US" altLang="zh-CN" sz="1100" smtClean="0">
                <a:solidFill>
                  <a:schemeClr val="tx1"/>
                </a:solidFill>
                <a:ea typeface="黑体" panose="02010609060101010101" pitchFamily="49" charset="-122"/>
              </a:rPr>
              <a:pPr algn="ctr">
                <a:defRPr/>
              </a:pPr>
              <a:t>59</a:t>
            </a:fld>
            <a:endParaRPr lang="en-US" altLang="zh-CN" sz="11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F0B64C-2EDC-4F8A-AC26-5C3D2291500E}"/>
              </a:ext>
            </a:extLst>
          </p:cNvPr>
          <p:cNvSpPr txBox="1">
            <a:spLocks noChangeArrowheads="1"/>
          </p:cNvSpPr>
          <p:nvPr/>
        </p:nvSpPr>
        <p:spPr>
          <a:xfrm>
            <a:off x="347663" y="146050"/>
            <a:ext cx="1778000" cy="479425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</a:rPr>
              <a:t>【例3】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916641B-2F13-4110-9376-ADF8A684B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76200"/>
            <a:ext cx="347821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动态扫描键盘编码器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C235DA-7CC2-40EC-BE9B-E73D2770AF24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1057275"/>
            <a:ext cx="2814637" cy="1039813"/>
            <a:chOff x="746" y="1468"/>
            <a:chExt cx="1773" cy="6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F1E0A0-EFD3-4C57-A0B7-33BFCA86E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" y="1468"/>
              <a:ext cx="1694" cy="65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A404B510-19B9-4D89-BA87-025D6AEF5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" y="1490"/>
              <a:ext cx="129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32进制计数器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704B9CA-0C72-4BF9-A629-26A2FF0A9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683"/>
              <a:ext cx="46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D6472A5E-F280-4BC1-8F32-0A697E8BC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1660"/>
              <a:ext cx="27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5C650D4-E8ED-493E-9598-C036A97EA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" y="1819"/>
              <a:ext cx="141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E4035D-8C27-40AC-A253-6283A06E33D7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2079625"/>
            <a:ext cx="2851150" cy="4124325"/>
            <a:chOff x="992" y="1378"/>
            <a:chExt cx="1796" cy="259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02268E4-69C3-469D-8622-60209EF8E8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2" y="2009"/>
              <a:ext cx="1796" cy="1967"/>
              <a:chOff x="992" y="2009"/>
              <a:chExt cx="1796" cy="1967"/>
            </a:xfrm>
          </p:grpSpPr>
          <p:grpSp>
            <p:nvGrpSpPr>
              <p:cNvPr id="16" name="Group 12">
                <a:extLst>
                  <a:ext uri="{FF2B5EF4-FFF2-40B4-BE49-F238E27FC236}">
                    <a16:creationId xmlns:a16="http://schemas.microsoft.com/office/drawing/2014/main" id="{E71B91E3-8466-4CD8-93AA-29167538A7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2" y="2009"/>
                <a:ext cx="1796" cy="882"/>
                <a:chOff x="1004" y="2450"/>
                <a:chExt cx="1796" cy="882"/>
              </a:xfrm>
            </p:grpSpPr>
            <p:sp>
              <p:nvSpPr>
                <p:cNvPr id="25" name="Rectangle 13">
                  <a:extLst>
                    <a:ext uri="{FF2B5EF4-FFF2-40B4-BE49-F238E27FC236}">
                      <a16:creationId xmlns:a16="http://schemas.microsoft.com/office/drawing/2014/main" id="{CFD1A667-D96F-45A2-8950-8CFF4044C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8" y="2507"/>
                  <a:ext cx="1683" cy="75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" name="Text Box 14">
                  <a:extLst>
                    <a:ext uri="{FF2B5EF4-FFF2-40B4-BE49-F238E27FC236}">
                      <a16:creationId xmlns:a16="http://schemas.microsoft.com/office/drawing/2014/main" id="{FD1F0231-D282-498A-8488-57015633B2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" y="2745"/>
                  <a:ext cx="1118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3—8译码器</a:t>
                  </a:r>
                </a:p>
              </p:txBody>
            </p:sp>
            <p:sp>
              <p:nvSpPr>
                <p:cNvPr id="27" name="Text Box 15">
                  <a:extLst>
                    <a:ext uri="{FF2B5EF4-FFF2-40B4-BE49-F238E27FC236}">
                      <a16:creationId xmlns:a16="http://schemas.microsoft.com/office/drawing/2014/main" id="{93ABBC7F-2C00-4C4D-ABEA-DB0659716E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75" y="2450"/>
                  <a:ext cx="814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endParaRPr kumimoji="1" lang="zh-CN" altLang="en-US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Oval 16">
                  <a:extLst>
                    <a:ext uri="{FF2B5EF4-FFF2-40B4-BE49-F238E27FC236}">
                      <a16:creationId xmlns:a16="http://schemas.microsoft.com/office/drawing/2014/main" id="{B057D984-30E6-4659-8B78-2A764EB307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7" y="327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9" name="Group 17">
                  <a:extLst>
                    <a:ext uri="{FF2B5EF4-FFF2-40B4-BE49-F238E27FC236}">
                      <a16:creationId xmlns:a16="http://schemas.microsoft.com/office/drawing/2014/main" id="{C6B0A1E7-F25E-4C79-BE95-71A457B181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04" y="2981"/>
                  <a:ext cx="1796" cy="288"/>
                  <a:chOff x="2969" y="3003"/>
                  <a:chExt cx="1796" cy="288"/>
                </a:xfrm>
              </p:grpSpPr>
              <p:sp>
                <p:nvSpPr>
                  <p:cNvPr id="37" name="Text Box 18">
                    <a:extLst>
                      <a:ext uri="{FF2B5EF4-FFF2-40B4-BE49-F238E27FC236}">
                        <a16:creationId xmlns:a16="http://schemas.microsoft.com/office/drawing/2014/main" id="{9A621A34-0C5D-4EED-A874-375DA844E6E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9" y="3003"/>
                    <a:ext cx="1796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3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r>
                      <a:rPr kumimoji="1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Y</a:t>
                    </a:r>
                    <a:r>
                      <a:rPr kumimoji="1" lang="en-US" altLang="zh-CN" sz="2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1" lang="zh-CN" altLang="en-US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8" name="Line 19">
                    <a:extLst>
                      <a:ext uri="{FF2B5EF4-FFF2-40B4-BE49-F238E27FC236}">
                        <a16:creationId xmlns:a16="http://schemas.microsoft.com/office/drawing/2014/main" id="{5679ABED-963A-4124-9A9A-1E78D61D8F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38" y="3050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9" name="Line 20">
                    <a:extLst>
                      <a:ext uri="{FF2B5EF4-FFF2-40B4-BE49-F238E27FC236}">
                        <a16:creationId xmlns:a16="http://schemas.microsoft.com/office/drawing/2014/main" id="{314BA295-1B38-41A8-BE93-D3A3C8B201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2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0" name="Line 21">
                    <a:extLst>
                      <a:ext uri="{FF2B5EF4-FFF2-40B4-BE49-F238E27FC236}">
                        <a16:creationId xmlns:a16="http://schemas.microsoft.com/office/drawing/2014/main" id="{E449389C-57E4-4C8D-80F1-F52579337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45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1" name="Line 22">
                    <a:extLst>
                      <a:ext uri="{FF2B5EF4-FFF2-40B4-BE49-F238E27FC236}">
                        <a16:creationId xmlns:a16="http://schemas.microsoft.com/office/drawing/2014/main" id="{1FD1EC34-A9D5-4C96-B3B2-5FABADC1F3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37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2" name="Line 23">
                    <a:extLst>
                      <a:ext uri="{FF2B5EF4-FFF2-40B4-BE49-F238E27FC236}">
                        <a16:creationId xmlns:a16="http://schemas.microsoft.com/office/drawing/2014/main" id="{54AD2219-4ECC-4247-957A-0DAD94AA8B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3061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3" name="Line 24">
                    <a:extLst>
                      <a:ext uri="{FF2B5EF4-FFF2-40B4-BE49-F238E27FC236}">
                        <a16:creationId xmlns:a16="http://schemas.microsoft.com/office/drawing/2014/main" id="{E9A4F428-53B8-466E-8D45-0831DF8A59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5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4" name="Line 25">
                    <a:extLst>
                      <a:ext uri="{FF2B5EF4-FFF2-40B4-BE49-F238E27FC236}">
                        <a16:creationId xmlns:a16="http://schemas.microsoft.com/office/drawing/2014/main" id="{BFAAB69B-E90B-46A9-BEFB-42EE091998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47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5" name="Line 26">
                    <a:extLst>
                      <a:ext uri="{FF2B5EF4-FFF2-40B4-BE49-F238E27FC236}">
                        <a16:creationId xmlns:a16="http://schemas.microsoft.com/office/drawing/2014/main" id="{B773738C-6D67-4B00-AD02-FFD6FF34F0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50" y="3049"/>
                    <a:ext cx="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30" name="Oval 27">
                  <a:extLst>
                    <a:ext uri="{FF2B5EF4-FFF2-40B4-BE49-F238E27FC236}">
                      <a16:creationId xmlns:a16="http://schemas.microsoft.com/office/drawing/2014/main" id="{F892BB6B-33AF-4662-82B8-9F837BA63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9" y="327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Oval 28">
                  <a:extLst>
                    <a:ext uri="{FF2B5EF4-FFF2-40B4-BE49-F238E27FC236}">
                      <a16:creationId xmlns:a16="http://schemas.microsoft.com/office/drawing/2014/main" id="{B2052025-10FF-4CB7-ADFA-AABDA2EC95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2" y="327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Oval 29">
                  <a:extLst>
                    <a:ext uri="{FF2B5EF4-FFF2-40B4-BE49-F238E27FC236}">
                      <a16:creationId xmlns:a16="http://schemas.microsoft.com/office/drawing/2014/main" id="{F55EA348-A672-4952-AF4E-25CC89652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6" y="327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Oval 30">
                  <a:extLst>
                    <a:ext uri="{FF2B5EF4-FFF2-40B4-BE49-F238E27FC236}">
                      <a16:creationId xmlns:a16="http://schemas.microsoft.com/office/drawing/2014/main" id="{5655FD64-8941-48AE-A286-AA09CFE1F6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9" y="327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Oval 31">
                  <a:extLst>
                    <a:ext uri="{FF2B5EF4-FFF2-40B4-BE49-F238E27FC236}">
                      <a16:creationId xmlns:a16="http://schemas.microsoft.com/office/drawing/2014/main" id="{ED139971-30D0-4EA6-BDF6-8AEF328B8A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3276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Oval 32">
                  <a:extLst>
                    <a:ext uri="{FF2B5EF4-FFF2-40B4-BE49-F238E27FC236}">
                      <a16:creationId xmlns:a16="http://schemas.microsoft.com/office/drawing/2014/main" id="{E7240E2A-91CF-40FC-8EA5-61D82359E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3264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Oval 33">
                  <a:extLst>
                    <a:ext uri="{FF2B5EF4-FFF2-40B4-BE49-F238E27FC236}">
                      <a16:creationId xmlns:a16="http://schemas.microsoft.com/office/drawing/2014/main" id="{6A7B1C8E-5C31-4641-932E-6F426754A9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7" y="3265"/>
                  <a:ext cx="56" cy="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7" name="Line 34">
                <a:extLst>
                  <a:ext uri="{FF2B5EF4-FFF2-40B4-BE49-F238E27FC236}">
                    <a16:creationId xmlns:a16="http://schemas.microsoft.com/office/drawing/2014/main" id="{1DE422C6-520D-43D4-9951-F094A011B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9" y="2903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Line 35">
                <a:extLst>
                  <a:ext uri="{FF2B5EF4-FFF2-40B4-BE49-F238E27FC236}">
                    <a16:creationId xmlns:a16="http://schemas.microsoft.com/office/drawing/2014/main" id="{7078AF60-974C-4189-813F-819EB42CA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0" y="2915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Line 36">
                <a:extLst>
                  <a:ext uri="{FF2B5EF4-FFF2-40B4-BE49-F238E27FC236}">
                    <a16:creationId xmlns:a16="http://schemas.microsoft.com/office/drawing/2014/main" id="{4EC85863-160D-4ACA-97CD-4B5855074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3" y="2915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Line 37">
                <a:extLst>
                  <a:ext uri="{FF2B5EF4-FFF2-40B4-BE49-F238E27FC236}">
                    <a16:creationId xmlns:a16="http://schemas.microsoft.com/office/drawing/2014/main" id="{9664B8AD-04C6-481F-8DE5-A26F48222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903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38">
                <a:extLst>
                  <a:ext uri="{FF2B5EF4-FFF2-40B4-BE49-F238E27FC236}">
                    <a16:creationId xmlns:a16="http://schemas.microsoft.com/office/drawing/2014/main" id="{88945A90-6B34-4AD1-9689-4A065E34C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915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Line 39">
                <a:extLst>
                  <a:ext uri="{FF2B5EF4-FFF2-40B4-BE49-F238E27FC236}">
                    <a16:creationId xmlns:a16="http://schemas.microsoft.com/office/drawing/2014/main" id="{4BCBFEE8-3DE6-4F10-9923-272B16317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2915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Line 40">
                <a:extLst>
                  <a:ext uri="{FF2B5EF4-FFF2-40B4-BE49-F238E27FC236}">
                    <a16:creationId xmlns:a16="http://schemas.microsoft.com/office/drawing/2014/main" id="{43B95B11-3BD9-441A-8B60-A28A2FC81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5" y="2892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Line 41">
                <a:extLst>
                  <a:ext uri="{FF2B5EF4-FFF2-40B4-BE49-F238E27FC236}">
                    <a16:creationId xmlns:a16="http://schemas.microsoft.com/office/drawing/2014/main" id="{97F21173-78EF-4C94-B055-183AAF5DB3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92"/>
                <a:ext cx="0" cy="106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" name="Line 42">
              <a:extLst>
                <a:ext uri="{FF2B5EF4-FFF2-40B4-BE49-F238E27FC236}">
                  <a16:creationId xmlns:a16="http://schemas.microsoft.com/office/drawing/2014/main" id="{73B1A6E4-01FF-4E67-B589-8643AF12E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8" y="1378"/>
              <a:ext cx="0" cy="68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id="{92D6F1FD-8611-469A-A76D-F4ABB6907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1389"/>
              <a:ext cx="0" cy="6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44">
              <a:extLst>
                <a:ext uri="{FF2B5EF4-FFF2-40B4-BE49-F238E27FC236}">
                  <a16:creationId xmlns:a16="http://schemas.microsoft.com/office/drawing/2014/main" id="{DBFA726E-B691-4F1B-9548-76B48EB1B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7" y="1389"/>
              <a:ext cx="0" cy="6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A7740C-1350-4021-9656-7C1A3A69287D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4446588"/>
            <a:ext cx="2852738" cy="1770062"/>
            <a:chOff x="903" y="2869"/>
            <a:chExt cx="1797" cy="111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641EB28-81D0-41E1-9DE6-089C24A7F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30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2BEF1A8-BBB3-44C5-AEA0-90474DEF2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30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F825F03-8B56-4463-9402-5BD3ED026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0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7F3CDA5-0344-450F-B4C4-25CB368E4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0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BA27ACF-0530-49EB-B089-AD9A00098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3005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F4FE813-EE8F-4480-957F-9895A8395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3005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EA00B49-026C-492A-8EDC-831D93207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" y="30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87944E3-F5AB-4447-AEEC-AC1024FA1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3005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612074-9B8B-41AB-A46E-FC921443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456797F-8CA4-4ACC-8B69-50B48ED26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03D05C6-7DB5-40EE-AAC0-8B9AF66D0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69BDA0F-0293-41A8-8958-937849D27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C077B11-B9FA-4AE3-9A1D-F2582214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DFF16EC-1D7C-40FE-8C18-ECB8AD166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E66379F-42D3-4493-BC81-F174992E9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87B5034-7DB5-4AF7-81ED-B90DE7D6D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3253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86BC17A-4144-4FD4-8E38-1A54968B8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3479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C487E3D-30D0-46C9-AA12-D8DFADA7F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916FF6D-C0A5-47D6-9E3E-1A532A7A6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E0BB4CB-3145-4FDC-A2A9-F37590F3F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2345061-0185-44A9-920F-7ED8F3A1A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F107C8F-5288-4152-93F1-D2D8CDD46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58A0149-8F37-4F0B-91E2-D05B6165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289933D-7E64-405B-88CC-123E055B7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6B75361-1203-4947-B3E4-36E9985A7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3491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809B6E3-299E-49E6-A899-96A8DC476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DD602C3-ACFD-4743-9897-53DA2C822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5527C5-6F79-4C3E-B7B5-8953036A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3717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051B447-5C28-4ECF-B74F-5F6359478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A729F97-0CFE-447C-95CE-36E8BC8A8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" y="37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63636E4-711A-4E70-883B-A56DDD059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3490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FB04C17-FBE9-4972-ACBC-F3D2B2526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3716"/>
              <a:ext cx="90" cy="9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Text Box 78">
              <a:extLst>
                <a:ext uri="{FF2B5EF4-FFF2-40B4-BE49-F238E27FC236}">
                  <a16:creationId xmlns:a16="http://schemas.microsoft.com/office/drawing/2014/main" id="{077F20DC-FEBD-4E6A-91BF-4399E800F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869"/>
              <a:ext cx="1740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0    1    2     3     4    5    6    7</a:t>
              </a:r>
            </a:p>
          </p:txBody>
        </p:sp>
        <p:sp>
          <p:nvSpPr>
            <p:cNvPr id="80" name="Text Box 79">
              <a:extLst>
                <a:ext uri="{FF2B5EF4-FFF2-40B4-BE49-F238E27FC236}">
                  <a16:creationId xmlns:a16="http://schemas.microsoft.com/office/drawing/2014/main" id="{59FDDD4E-5A63-4242-A722-6865B4D13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" y="3772"/>
              <a:ext cx="1740" cy="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24  25  26   27   28  29  30  31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715B6F6-C7C5-4829-9800-ED54DC1FDA7D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2097088"/>
            <a:ext cx="4500562" cy="4103687"/>
            <a:chOff x="858" y="1389"/>
            <a:chExt cx="2835" cy="258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6602A32-38F8-470F-BDF3-08304B588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2721"/>
              <a:ext cx="2835" cy="1253"/>
              <a:chOff x="858" y="2721"/>
              <a:chExt cx="2835" cy="1253"/>
            </a:xfrm>
          </p:grpSpPr>
          <p:grpSp>
            <p:nvGrpSpPr>
              <p:cNvPr id="85" name="Group 82">
                <a:extLst>
                  <a:ext uri="{FF2B5EF4-FFF2-40B4-BE49-F238E27FC236}">
                    <a16:creationId xmlns:a16="http://schemas.microsoft.com/office/drawing/2014/main" id="{644D49FF-B32B-46AB-BDCB-D0581291C3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" y="2721"/>
                <a:ext cx="722" cy="1253"/>
                <a:chOff x="2972" y="2519"/>
                <a:chExt cx="722" cy="1253"/>
              </a:xfrm>
            </p:grpSpPr>
            <p:sp>
              <p:nvSpPr>
                <p:cNvPr id="90" name="Rectangle 83">
                  <a:extLst>
                    <a:ext uri="{FF2B5EF4-FFF2-40B4-BE49-F238E27FC236}">
                      <a16:creationId xmlns:a16="http://schemas.microsoft.com/office/drawing/2014/main" id="{CC5C683D-2FF7-4A8E-BB01-2FFA04E1E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4" y="2564"/>
                  <a:ext cx="633" cy="120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1" name="Text Box 84">
                  <a:extLst>
                    <a:ext uri="{FF2B5EF4-FFF2-40B4-BE49-F238E27FC236}">
                      <a16:creationId xmlns:a16="http://schemas.microsoft.com/office/drawing/2014/main" id="{C2E9D75A-59CB-4177-BA49-10ED143B0C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95" y="2519"/>
                  <a:ext cx="542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1" lang="zh-CN" altLang="en-US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2" name="Text Box 85">
                  <a:extLst>
                    <a:ext uri="{FF2B5EF4-FFF2-40B4-BE49-F238E27FC236}">
                      <a16:creationId xmlns:a16="http://schemas.microsoft.com/office/drawing/2014/main" id="{A2BBD655-0F0A-4C7D-B516-3EE2362F14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84" y="2776"/>
                  <a:ext cx="306" cy="98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四选一选择器</a:t>
                  </a:r>
                </a:p>
              </p:txBody>
            </p:sp>
            <p:sp>
              <p:nvSpPr>
                <p:cNvPr id="93" name="Text Box 86">
                  <a:extLst>
                    <a:ext uri="{FF2B5EF4-FFF2-40B4-BE49-F238E27FC236}">
                      <a16:creationId xmlns:a16="http://schemas.microsoft.com/office/drawing/2014/main" id="{AF450439-DA85-47E6-B783-B9464D8B2E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722"/>
                  <a:ext cx="327" cy="989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 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</a:t>
                  </a:r>
                  <a:endParaRPr kumimoji="1" lang="zh-CN" altLang="en-US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4" name="Text Box 87">
                  <a:extLst>
                    <a:ext uri="{FF2B5EF4-FFF2-40B4-BE49-F238E27FC236}">
                      <a16:creationId xmlns:a16="http://schemas.microsoft.com/office/drawing/2014/main" id="{3EE8F6D6-C9C5-4BFD-BE61-3E60BC9789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3" y="2891"/>
                  <a:ext cx="271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Y</a:t>
                  </a:r>
                  <a:endPara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5" name="Text Box 88">
                  <a:extLst>
                    <a:ext uri="{FF2B5EF4-FFF2-40B4-BE49-F238E27FC236}">
                      <a16:creationId xmlns:a16="http://schemas.microsoft.com/office/drawing/2014/main" id="{692ABDCC-9839-4D28-8A30-6B49651BC5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8" y="3321"/>
                  <a:ext cx="305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3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W</a:t>
                  </a:r>
                  <a:endPara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6" name="Line 89">
                <a:extLst>
                  <a:ext uri="{FF2B5EF4-FFF2-40B4-BE49-F238E27FC236}">
                    <a16:creationId xmlns:a16="http://schemas.microsoft.com/office/drawing/2014/main" id="{9F5CC310-6B43-450C-82CF-9661E6F06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061"/>
                <a:ext cx="21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Line 90">
                <a:extLst>
                  <a:ext uri="{FF2B5EF4-FFF2-40B4-BE49-F238E27FC236}">
                    <a16:creationId xmlns:a16="http://schemas.microsoft.com/office/drawing/2014/main" id="{73A8635D-D02D-4BE2-840B-BB2506A67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298"/>
                <a:ext cx="21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Line 91">
                <a:extLst>
                  <a:ext uri="{FF2B5EF4-FFF2-40B4-BE49-F238E27FC236}">
                    <a16:creationId xmlns:a16="http://schemas.microsoft.com/office/drawing/2014/main" id="{D0DBB9A9-D65E-4A31-A821-C714E7254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535"/>
                <a:ext cx="21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Line 92">
                <a:extLst>
                  <a:ext uri="{FF2B5EF4-FFF2-40B4-BE49-F238E27FC236}">
                    <a16:creationId xmlns:a16="http://schemas.microsoft.com/office/drawing/2014/main" id="{8DAA070A-1D51-4F1B-8B2C-015FF6F22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3761"/>
                <a:ext cx="21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3" name="Freeform 93">
              <a:extLst>
                <a:ext uri="{FF2B5EF4-FFF2-40B4-BE49-F238E27FC236}">
                  <a16:creationId xmlns:a16="http://schemas.microsoft.com/office/drawing/2014/main" id="{D4183514-1864-467D-AF06-B3B07E315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" y="1389"/>
              <a:ext cx="1107" cy="1378"/>
            </a:xfrm>
            <a:custGeom>
              <a:avLst/>
              <a:gdLst>
                <a:gd name="T0" fmla="*/ 0 w 1039"/>
                <a:gd name="T1" fmla="*/ 0 h 1378"/>
                <a:gd name="T2" fmla="*/ 0 w 1039"/>
                <a:gd name="T3" fmla="*/ 576 h 1378"/>
                <a:gd name="T4" fmla="*/ 1338 w 1039"/>
                <a:gd name="T5" fmla="*/ 576 h 1378"/>
                <a:gd name="T6" fmla="*/ 1338 w 1039"/>
                <a:gd name="T7" fmla="*/ 1378 h 13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9" h="1378">
                  <a:moveTo>
                    <a:pt x="0" y="0"/>
                  </a:moveTo>
                  <a:lnTo>
                    <a:pt x="0" y="576"/>
                  </a:lnTo>
                  <a:lnTo>
                    <a:pt x="1039" y="576"/>
                  </a:lnTo>
                  <a:lnTo>
                    <a:pt x="1039" y="137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Freeform 94">
              <a:extLst>
                <a:ext uri="{FF2B5EF4-FFF2-40B4-BE49-F238E27FC236}">
                  <a16:creationId xmlns:a16="http://schemas.microsoft.com/office/drawing/2014/main" id="{A1AD177A-EE30-4B0E-A43B-95F11E8B0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1389"/>
              <a:ext cx="1085" cy="1378"/>
            </a:xfrm>
            <a:custGeom>
              <a:avLst/>
              <a:gdLst>
                <a:gd name="T0" fmla="*/ 0 w 1085"/>
                <a:gd name="T1" fmla="*/ 0 h 1378"/>
                <a:gd name="T2" fmla="*/ 0 w 1085"/>
                <a:gd name="T3" fmla="*/ 486 h 1378"/>
                <a:gd name="T4" fmla="*/ 1085 w 1085"/>
                <a:gd name="T5" fmla="*/ 486 h 1378"/>
                <a:gd name="T6" fmla="*/ 1085 w 1085"/>
                <a:gd name="T7" fmla="*/ 1378 h 13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5" h="1378">
                  <a:moveTo>
                    <a:pt x="0" y="0"/>
                  </a:moveTo>
                  <a:lnTo>
                    <a:pt x="0" y="486"/>
                  </a:lnTo>
                  <a:lnTo>
                    <a:pt x="1085" y="486"/>
                  </a:lnTo>
                  <a:lnTo>
                    <a:pt x="1085" y="137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1AA14ED-FC04-47DA-837F-AD219ADC6B49}"/>
              </a:ext>
            </a:extLst>
          </p:cNvPr>
          <p:cNvGrpSpPr>
            <a:grpSpLocks/>
          </p:cNvGrpSpPr>
          <p:nvPr/>
        </p:nvGrpSpPr>
        <p:grpSpPr bwMode="auto">
          <a:xfrm>
            <a:off x="4322763" y="769938"/>
            <a:ext cx="1847850" cy="4267200"/>
            <a:chOff x="2642" y="553"/>
            <a:chExt cx="1164" cy="2688"/>
          </a:xfrm>
        </p:grpSpPr>
        <p:sp>
          <p:nvSpPr>
            <p:cNvPr id="97" name="Text Box 96">
              <a:extLst>
                <a:ext uri="{FF2B5EF4-FFF2-40B4-BE49-F238E27FC236}">
                  <a16:creationId xmlns:a16="http://schemas.microsoft.com/office/drawing/2014/main" id="{26D85E61-AC09-415F-9F76-97BA0F9EE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2" y="553"/>
              <a:ext cx="1164" cy="5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T=1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时计数，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T=0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时保持</a:t>
              </a: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C51F22E2-3589-44B4-BDDA-F50EA8A16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073"/>
              <a:ext cx="1152" cy="2168"/>
            </a:xfrm>
            <a:custGeom>
              <a:avLst/>
              <a:gdLst>
                <a:gd name="T0" fmla="*/ 994 w 1152"/>
                <a:gd name="T1" fmla="*/ 2345 h 2112"/>
                <a:gd name="T2" fmla="*/ 1152 w 1152"/>
                <a:gd name="T3" fmla="*/ 2345 h 2112"/>
                <a:gd name="T4" fmla="*/ 1152 w 1152"/>
                <a:gd name="T5" fmla="*/ 0 h 2112"/>
                <a:gd name="T6" fmla="*/ 0 w 1152"/>
                <a:gd name="T7" fmla="*/ 0 h 2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2112">
                  <a:moveTo>
                    <a:pt x="994" y="2112"/>
                  </a:moveTo>
                  <a:lnTo>
                    <a:pt x="1152" y="2112"/>
                  </a:lnTo>
                  <a:lnTo>
                    <a:pt x="1152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757E305-0A6A-404C-9AEF-E883C27703BA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1830388"/>
            <a:ext cx="2349500" cy="3933825"/>
            <a:chOff x="3717" y="1153"/>
            <a:chExt cx="1480" cy="247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FD6FA15-5C32-40C9-A5F6-B25022940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1153"/>
              <a:ext cx="802" cy="149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Text Box 100">
              <a:extLst>
                <a:ext uri="{FF2B5EF4-FFF2-40B4-BE49-F238E27FC236}">
                  <a16:creationId xmlns:a16="http://schemas.microsoft.com/office/drawing/2014/main" id="{DB4EB14C-3CCC-4865-ADAF-EB9CF27A3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" y="1368"/>
              <a:ext cx="328" cy="9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五位寄存器</a:t>
              </a:r>
            </a:p>
          </p:txBody>
        </p:sp>
        <p:sp>
          <p:nvSpPr>
            <p:cNvPr id="102" name="Text Box 101">
              <a:extLst>
                <a:ext uri="{FF2B5EF4-FFF2-40B4-BE49-F238E27FC236}">
                  <a16:creationId xmlns:a16="http://schemas.microsoft.com/office/drawing/2014/main" id="{590F5C9D-6338-4533-8C93-28FC64933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1367"/>
              <a:ext cx="362" cy="103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D2D3D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4D5D</a:t>
              </a:r>
            </a:p>
          </p:txBody>
        </p:sp>
        <p:sp>
          <p:nvSpPr>
            <p:cNvPr id="103" name="Text Box 102">
              <a:extLst>
                <a:ext uri="{FF2B5EF4-FFF2-40B4-BE49-F238E27FC236}">
                  <a16:creationId xmlns:a16="http://schemas.microsoft.com/office/drawing/2014/main" id="{8A177081-C3A4-43C6-88A3-F5646DB37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380"/>
              <a:ext cx="362" cy="98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Q2Q3Q4Q5Q</a:t>
              </a:r>
            </a:p>
          </p:txBody>
        </p:sp>
        <p:sp>
          <p:nvSpPr>
            <p:cNvPr id="104" name="Text Box 103">
              <a:extLst>
                <a:ext uri="{FF2B5EF4-FFF2-40B4-BE49-F238E27FC236}">
                  <a16:creationId xmlns:a16="http://schemas.microsoft.com/office/drawing/2014/main" id="{C821508F-97D9-40F6-83BF-6B805E31B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7" y="2305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AutoShape 104">
              <a:extLst>
                <a:ext uri="{FF2B5EF4-FFF2-40B4-BE49-F238E27FC236}">
                  <a16:creationId xmlns:a16="http://schemas.microsoft.com/office/drawing/2014/main" id="{46DB6A19-AC01-44AC-8889-8EB26EB4D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542"/>
              <a:ext cx="118" cy="10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Line 105">
              <a:extLst>
                <a:ext uri="{FF2B5EF4-FFF2-40B4-BE49-F238E27FC236}">
                  <a16:creationId xmlns:a16="http://schemas.microsoft.com/office/drawing/2014/main" id="{251BE8E0-0025-48C8-9F7F-AC4308E22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9" y="1492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Line 106">
              <a:extLst>
                <a:ext uri="{FF2B5EF4-FFF2-40B4-BE49-F238E27FC236}">
                  <a16:creationId xmlns:a16="http://schemas.microsoft.com/office/drawing/2014/main" id="{AB9D7145-B146-42E7-AB29-FA282A2BE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9" y="1673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Line 107">
              <a:extLst>
                <a:ext uri="{FF2B5EF4-FFF2-40B4-BE49-F238E27FC236}">
                  <a16:creationId xmlns:a16="http://schemas.microsoft.com/office/drawing/2014/main" id="{8F4632FE-E887-4E6F-AEA4-E15E89B1E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0" y="1853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Line 108">
              <a:extLst>
                <a:ext uri="{FF2B5EF4-FFF2-40B4-BE49-F238E27FC236}">
                  <a16:creationId xmlns:a16="http://schemas.microsoft.com/office/drawing/2014/main" id="{336FCC48-6750-4EFB-A1A1-E9203533B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0" y="2034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Line 109">
              <a:extLst>
                <a:ext uri="{FF2B5EF4-FFF2-40B4-BE49-F238E27FC236}">
                  <a16:creationId xmlns:a16="http://schemas.microsoft.com/office/drawing/2014/main" id="{CF9A8BE8-C4D4-430D-8D90-9204B74B0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0" y="2204"/>
              <a:ext cx="14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E8808A1-AE27-444F-899D-102A98B15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654"/>
              <a:ext cx="892" cy="977"/>
            </a:xfrm>
            <a:custGeom>
              <a:avLst/>
              <a:gdLst>
                <a:gd name="T0" fmla="*/ 0 w 915"/>
                <a:gd name="T1" fmla="*/ 1047 h 903"/>
                <a:gd name="T2" fmla="*/ 827 w 915"/>
                <a:gd name="T3" fmla="*/ 1047 h 903"/>
                <a:gd name="T4" fmla="*/ 827 w 915"/>
                <a:gd name="T5" fmla="*/ 0 h 9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5" h="903">
                  <a:moveTo>
                    <a:pt x="0" y="903"/>
                  </a:moveTo>
                  <a:lnTo>
                    <a:pt x="915" y="903"/>
                  </a:lnTo>
                  <a:lnTo>
                    <a:pt x="915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67D1BAB-A52E-4DB6-AD95-25F2ABF6DC1E}"/>
              </a:ext>
            </a:extLst>
          </p:cNvPr>
          <p:cNvGrpSpPr>
            <a:grpSpLocks/>
          </p:cNvGrpSpPr>
          <p:nvPr/>
        </p:nvGrpSpPr>
        <p:grpSpPr bwMode="auto">
          <a:xfrm>
            <a:off x="192088" y="1112838"/>
            <a:ext cx="1417637" cy="806450"/>
            <a:chOff x="44" y="768"/>
            <a:chExt cx="893" cy="508"/>
          </a:xfrm>
        </p:grpSpPr>
        <p:sp>
          <p:nvSpPr>
            <p:cNvPr id="113" name="Line 112">
              <a:extLst>
                <a:ext uri="{FF2B5EF4-FFF2-40B4-BE49-F238E27FC236}">
                  <a16:creationId xmlns:a16="http://schemas.microsoft.com/office/drawing/2014/main" id="{4AA626B3-B8F3-4B5C-9CF9-998F149DB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" y="1084"/>
              <a:ext cx="3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Text Box 113">
              <a:extLst>
                <a:ext uri="{FF2B5EF4-FFF2-40B4-BE49-F238E27FC236}">
                  <a16:creationId xmlns:a16="http://schemas.microsoft.com/office/drawing/2014/main" id="{DA3A147C-F515-4105-BF0A-8E4850BFC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" y="768"/>
              <a:ext cx="8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计数脉冲</a:t>
              </a: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68ECC326-8F4E-4F69-840E-B0C74238D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" y="1084"/>
              <a:ext cx="328" cy="192"/>
            </a:xfrm>
            <a:custGeom>
              <a:avLst/>
              <a:gdLst>
                <a:gd name="T0" fmla="*/ 0 w 328"/>
                <a:gd name="T1" fmla="*/ 192 h 192"/>
                <a:gd name="T2" fmla="*/ 90 w 328"/>
                <a:gd name="T3" fmla="*/ 192 h 192"/>
                <a:gd name="T4" fmla="*/ 90 w 328"/>
                <a:gd name="T5" fmla="*/ 0 h 192"/>
                <a:gd name="T6" fmla="*/ 192 w 328"/>
                <a:gd name="T7" fmla="*/ 0 h 192"/>
                <a:gd name="T8" fmla="*/ 192 w 328"/>
                <a:gd name="T9" fmla="*/ 192 h 192"/>
                <a:gd name="T10" fmla="*/ 328 w 328"/>
                <a:gd name="T11" fmla="*/ 192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8" h="192">
                  <a:moveTo>
                    <a:pt x="0" y="192"/>
                  </a:moveTo>
                  <a:lnTo>
                    <a:pt x="90" y="192"/>
                  </a:lnTo>
                  <a:lnTo>
                    <a:pt x="9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28" y="192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0429A01-E54A-4AED-B02A-D25F132D182B}"/>
              </a:ext>
            </a:extLst>
          </p:cNvPr>
          <p:cNvGrpSpPr>
            <a:grpSpLocks/>
          </p:cNvGrpSpPr>
          <p:nvPr/>
        </p:nvGrpSpPr>
        <p:grpSpPr bwMode="auto">
          <a:xfrm>
            <a:off x="2030413" y="1701800"/>
            <a:ext cx="4695825" cy="2084388"/>
            <a:chOff x="1198" y="1107"/>
            <a:chExt cx="2958" cy="1313"/>
          </a:xfrm>
        </p:grpSpPr>
        <p:sp>
          <p:nvSpPr>
            <p:cNvPr id="117" name="Line 116">
              <a:extLst>
                <a:ext uri="{FF2B5EF4-FFF2-40B4-BE49-F238E27FC236}">
                  <a16:creationId xmlns:a16="http://schemas.microsoft.com/office/drawing/2014/main" id="{679BBA0F-6793-4050-ADB1-C1875D5D6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8" y="1480"/>
              <a:ext cx="28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117">
              <a:extLst>
                <a:ext uri="{FF2B5EF4-FFF2-40B4-BE49-F238E27FC236}">
                  <a16:creationId xmlns:a16="http://schemas.microsoft.com/office/drawing/2014/main" id="{15FCB1C5-03F1-449B-8439-BC735D5FE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1625"/>
              <a:ext cx="26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118">
              <a:extLst>
                <a:ext uri="{FF2B5EF4-FFF2-40B4-BE49-F238E27FC236}">
                  <a16:creationId xmlns:a16="http://schemas.microsoft.com/office/drawing/2014/main" id="{F72DAAA5-AB43-43BE-808A-58F51D707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7" y="1760"/>
              <a:ext cx="243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119">
              <a:extLst>
                <a:ext uri="{FF2B5EF4-FFF2-40B4-BE49-F238E27FC236}">
                  <a16:creationId xmlns:a16="http://schemas.microsoft.com/office/drawing/2014/main" id="{63D2D5A1-4841-49DD-9FDF-D6360661F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5" y="2101"/>
              <a:ext cx="9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120">
              <a:extLst>
                <a:ext uri="{FF2B5EF4-FFF2-40B4-BE49-F238E27FC236}">
                  <a16:creationId xmlns:a16="http://schemas.microsoft.com/office/drawing/2014/main" id="{B1B702E2-4999-4159-A669-2BF5465EE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54" y="2281"/>
              <a:ext cx="79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Text Box 121">
              <a:extLst>
                <a:ext uri="{FF2B5EF4-FFF2-40B4-BE49-F238E27FC236}">
                  <a16:creationId xmlns:a16="http://schemas.microsoft.com/office/drawing/2014/main" id="{A20AD97E-7560-45B3-8F7E-D55C7D03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8" y="1107"/>
              <a:ext cx="21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23" name="Text Box 122">
              <a:extLst>
                <a:ext uri="{FF2B5EF4-FFF2-40B4-BE49-F238E27FC236}">
                  <a16:creationId xmlns:a16="http://schemas.microsoft.com/office/drawing/2014/main" id="{D48E90C4-F0E1-484A-8F4E-87D33CF81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245"/>
              <a:ext cx="21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24" name="Text Box 123">
              <a:extLst>
                <a:ext uri="{FF2B5EF4-FFF2-40B4-BE49-F238E27FC236}">
                  <a16:creationId xmlns:a16="http://schemas.microsoft.com/office/drawing/2014/main" id="{28FB5700-7F47-4E42-95F8-6A22ADF4F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8" y="1381"/>
              <a:ext cx="21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25" name="Text Box 124">
              <a:extLst>
                <a:ext uri="{FF2B5EF4-FFF2-40B4-BE49-F238E27FC236}">
                  <a16:creationId xmlns:a16="http://schemas.microsoft.com/office/drawing/2014/main" id="{0B6ACD9B-BA6A-4721-BE44-6E7AF19F6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1721"/>
              <a:ext cx="21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sp>
          <p:nvSpPr>
            <p:cNvPr id="126" name="Text Box 125">
              <a:extLst>
                <a:ext uri="{FF2B5EF4-FFF2-40B4-BE49-F238E27FC236}">
                  <a16:creationId xmlns:a16="http://schemas.microsoft.com/office/drawing/2014/main" id="{FC7C701A-DBC1-49BD-A54E-E0CADA030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9" y="1901"/>
              <a:ext cx="214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</p:grpSp>
      <p:sp>
        <p:nvSpPr>
          <p:cNvPr id="127" name="Text Box 126">
            <a:extLst>
              <a:ext uri="{FF2B5EF4-FFF2-40B4-BE49-F238E27FC236}">
                <a16:creationId xmlns:a16="http://schemas.microsoft.com/office/drawing/2014/main" id="{240F4451-3118-457A-BF6D-F73DF1E35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5" y="4535488"/>
            <a:ext cx="3238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28" name="Text Box 127">
            <a:extLst>
              <a:ext uri="{FF2B5EF4-FFF2-40B4-BE49-F238E27FC236}">
                <a16:creationId xmlns:a16="http://schemas.microsoft.com/office/drawing/2014/main" id="{290531E9-A804-43B5-A75B-779B5441F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5307013"/>
            <a:ext cx="3238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29" name="Text Box 128">
            <a:extLst>
              <a:ext uri="{FF2B5EF4-FFF2-40B4-BE49-F238E27FC236}">
                <a16:creationId xmlns:a16="http://schemas.microsoft.com/office/drawing/2014/main" id="{974E6711-F53C-4F9C-A28E-A9BBD9B2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243138"/>
            <a:ext cx="2151062" cy="3667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1    0    0         1   0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B35021EC-0CFB-40EF-82E6-A767E8E47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5037138"/>
            <a:ext cx="160337" cy="160337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6FBA3ED-70FB-415E-BBF8-24697AE4343C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4483100"/>
            <a:ext cx="323850" cy="2070100"/>
            <a:chOff x="193" y="2722"/>
            <a:chExt cx="204" cy="1304"/>
          </a:xfrm>
        </p:grpSpPr>
        <p:sp>
          <p:nvSpPr>
            <p:cNvPr id="132" name="Line 131">
              <a:extLst>
                <a:ext uri="{FF2B5EF4-FFF2-40B4-BE49-F238E27FC236}">
                  <a16:creationId xmlns:a16="http://schemas.microsoft.com/office/drawing/2014/main" id="{0733DF8A-19F1-4B0E-9255-66C9049AD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" y="2722"/>
              <a:ext cx="0" cy="107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" name="Text Box 132">
              <a:extLst>
                <a:ext uri="{FF2B5EF4-FFF2-40B4-BE49-F238E27FC236}">
                  <a16:creationId xmlns:a16="http://schemas.microsoft.com/office/drawing/2014/main" id="{6F455B30-7A97-4CA1-B12C-895F728DC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" y="3738"/>
              <a:ext cx="20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B1C8BF7-7C3E-45AC-A098-FF803D4FA919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4876800"/>
            <a:ext cx="3676650" cy="457200"/>
            <a:chOff x="756" y="3072"/>
            <a:chExt cx="2316" cy="288"/>
          </a:xfrm>
        </p:grpSpPr>
        <p:sp>
          <p:nvSpPr>
            <p:cNvPr id="135" name="Line 134">
              <a:extLst>
                <a:ext uri="{FF2B5EF4-FFF2-40B4-BE49-F238E27FC236}">
                  <a16:creationId xmlns:a16="http://schemas.microsoft.com/office/drawing/2014/main" id="{2D353F71-195A-429F-9FB1-A74FDBAC5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9" y="3230"/>
              <a:ext cx="2123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Text Box 135">
              <a:extLst>
                <a:ext uri="{FF2B5EF4-FFF2-40B4-BE49-F238E27FC236}">
                  <a16:creationId xmlns:a16="http://schemas.microsoft.com/office/drawing/2014/main" id="{2C545947-5D7A-404F-8BC4-C540AB47E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3072"/>
              <a:ext cx="26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FB60FBD-BA40-428C-8076-D770C64BC08D}"/>
              </a:ext>
            </a:extLst>
          </p:cNvPr>
          <p:cNvGrpSpPr>
            <a:grpSpLocks/>
          </p:cNvGrpSpPr>
          <p:nvPr/>
        </p:nvGrpSpPr>
        <p:grpSpPr bwMode="auto">
          <a:xfrm>
            <a:off x="6238876" y="4533111"/>
            <a:ext cx="376237" cy="462492"/>
            <a:chOff x="4765" y="3707"/>
            <a:chExt cx="237" cy="27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137429F-E5ED-4B16-B24A-FC2A953DE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3761"/>
              <a:ext cx="135" cy="181"/>
            </a:xfrm>
            <a:prstGeom prst="rect">
              <a:avLst/>
            </a:prstGeom>
            <a:solidFill>
              <a:srgbClr val="0000C2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Text Box 138">
              <a:extLst>
                <a:ext uri="{FF2B5EF4-FFF2-40B4-BE49-F238E27FC236}">
                  <a16:creationId xmlns:a16="http://schemas.microsoft.com/office/drawing/2014/main" id="{7A38A203-CA44-404A-A6D3-46D46C0F9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5" y="3707"/>
              <a:ext cx="237" cy="276"/>
            </a:xfrm>
            <a:prstGeom prst="rect">
              <a:avLst/>
            </a:prstGeom>
            <a:solidFill>
              <a:srgbClr val="FFFFFF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851D82F-8CEC-42E6-B179-FBE8BA2C3878}"/>
              </a:ext>
            </a:extLst>
          </p:cNvPr>
          <p:cNvGrpSpPr>
            <a:grpSpLocks/>
          </p:cNvGrpSpPr>
          <p:nvPr/>
        </p:nvGrpSpPr>
        <p:grpSpPr bwMode="auto">
          <a:xfrm>
            <a:off x="4476750" y="1676401"/>
            <a:ext cx="376238" cy="457200"/>
            <a:chOff x="4800" y="3716"/>
            <a:chExt cx="237" cy="288"/>
          </a:xfrm>
          <a:solidFill>
            <a:srgbClr val="FFFFFF"/>
          </a:solidFill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70A37B2-8997-4C38-AB51-60202E5CB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3761"/>
              <a:ext cx="135" cy="181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Text Box 141">
              <a:extLst>
                <a:ext uri="{FF2B5EF4-FFF2-40B4-BE49-F238E27FC236}">
                  <a16:creationId xmlns:a16="http://schemas.microsoft.com/office/drawing/2014/main" id="{30CC9147-56F0-444C-9D21-62FF53E0F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716"/>
              <a:ext cx="237" cy="288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8E40E72-105F-45AC-AC89-31BFAA10484B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5289557"/>
            <a:ext cx="347663" cy="461963"/>
            <a:chOff x="4819" y="3716"/>
            <a:chExt cx="219" cy="291"/>
          </a:xfrm>
          <a:solidFill>
            <a:srgbClr val="FFFFFF"/>
          </a:solidFill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A3E1C27-1C28-4F0F-8AB2-3246516E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3761"/>
              <a:ext cx="135" cy="181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Text Box 144">
              <a:extLst>
                <a:ext uri="{FF2B5EF4-FFF2-40B4-BE49-F238E27FC236}">
                  <a16:creationId xmlns:a16="http://schemas.microsoft.com/office/drawing/2014/main" id="{A7D4F160-137C-4232-BFC5-C723D92EC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9" y="3716"/>
              <a:ext cx="219" cy="291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46" name="Text Box 145">
            <a:extLst>
              <a:ext uri="{FF2B5EF4-FFF2-40B4-BE49-F238E27FC236}">
                <a16:creationId xmlns:a16="http://schemas.microsoft.com/office/drawing/2014/main" id="{A3CFE784-C224-413C-A382-2C8BFBD70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2024477"/>
            <a:ext cx="339725" cy="156042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1    0    0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1   0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7ED87EA-BB06-432C-B2EC-975A0ECC43D6}"/>
              </a:ext>
            </a:extLst>
          </p:cNvPr>
          <p:cNvGrpSpPr>
            <a:grpSpLocks/>
          </p:cNvGrpSpPr>
          <p:nvPr/>
        </p:nvGrpSpPr>
        <p:grpSpPr bwMode="auto">
          <a:xfrm>
            <a:off x="8174038" y="1809750"/>
            <a:ext cx="847725" cy="2308225"/>
            <a:chOff x="5149" y="1140"/>
            <a:chExt cx="534" cy="1454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C55179B-711F-4968-9183-F97B4BCA4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6" y="1140"/>
              <a:ext cx="407" cy="1454"/>
              <a:chOff x="5195" y="1208"/>
              <a:chExt cx="407" cy="1454"/>
            </a:xfrm>
          </p:grpSpPr>
          <p:sp>
            <p:nvSpPr>
              <p:cNvPr id="150" name="Text Box 148">
                <a:extLst>
                  <a:ext uri="{FF2B5EF4-FFF2-40B4-BE49-F238E27FC236}">
                    <a16:creationId xmlns:a16="http://schemas.microsoft.com/office/drawing/2014/main" id="{88BD56C5-57A2-4025-9DB4-47081E2B3D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8" y="1208"/>
                <a:ext cx="294" cy="1454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键盘代码输出</a:t>
                </a:r>
              </a:p>
            </p:txBody>
          </p:sp>
          <p:sp>
            <p:nvSpPr>
              <p:cNvPr id="151" name="AutoShape 149">
                <a:extLst>
                  <a:ext uri="{FF2B5EF4-FFF2-40B4-BE49-F238E27FC236}">
                    <a16:creationId xmlns:a16="http://schemas.microsoft.com/office/drawing/2014/main" id="{C617FF7E-32AA-458F-A876-BEB3A51B5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5" y="1423"/>
                <a:ext cx="136" cy="1141"/>
              </a:xfrm>
              <a:prstGeom prst="rightBrace">
                <a:avLst>
                  <a:gd name="adj1" fmla="val 69914"/>
                  <a:gd name="adj2" fmla="val 50000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9" name="Text Box 150">
              <a:extLst>
                <a:ext uri="{FF2B5EF4-FFF2-40B4-BE49-F238E27FC236}">
                  <a16:creationId xmlns:a16="http://schemas.microsoft.com/office/drawing/2014/main" id="{247B8EA2-AB4A-48C2-B0E5-937E64AE9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" y="1390"/>
              <a:ext cx="214" cy="9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3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1    0    0        1   0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4769225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127" grpId="0" animBg="1" autoUpdateAnimBg="0"/>
      <p:bldP spid="128" grpId="0" animBg="1" autoUpdateAnimBg="0"/>
      <p:bldP spid="129" grpId="0" autoUpdateAnimBg="0"/>
      <p:bldP spid="130" grpId="0" animBg="1"/>
      <p:bldP spid="146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0930B27-FE97-4E4A-8BDD-8C27D44B1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9016" y="2529251"/>
            <a:ext cx="2050740" cy="695360"/>
          </a:xfrm>
        </p:spPr>
        <p:txBody>
          <a:bodyPr/>
          <a:lstStyle/>
          <a:p>
            <a:r>
              <a:rPr lang="en-US" altLang="zh-CN" dirty="0"/>
              <a:t>THE END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40EAA6FB-2C98-4662-BFA4-EC12E92664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0E8BBB-7051-40F6-B9A0-9CA822B586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78588"/>
            <a:ext cx="903288" cy="338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7342033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1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l">
          <a:spcBef>
            <a:spcPct val="50000"/>
          </a:spcBef>
          <a:defRPr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>
        <a:spAutoFit/>
      </a:bodyPr>
      <a:lstStyle>
        <a:defPPr algn="l" eaLnBrk="1" hangingPunct="1">
          <a:spcBef>
            <a:spcPct val="50000"/>
          </a:spcBef>
          <a:buClrTx/>
          <a:buSzTx/>
          <a:buFontTx/>
          <a:buNone/>
          <a:defRPr sz="2800">
            <a:latin typeface="Times New Roman" panose="02020603050405020304" pitchFamily="18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数据校验码" id="{96EF2DD0-9C1A-4974-ACC3-3AB994C32880}" vid="{B4AFBB2E-451F-474C-961A-36FEF123966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课件北航模板</Template>
  <TotalTime>5153</TotalTime>
  <Words>5288</Words>
  <Application>Microsoft Office PowerPoint</Application>
  <PresentationFormat>全屏显示(4:3)</PresentationFormat>
  <Paragraphs>1703</Paragraphs>
  <Slides>60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60</vt:i4>
      </vt:variant>
    </vt:vector>
  </HeadingPairs>
  <TitlesOfParts>
    <vt:vector size="75" baseType="lpstr">
      <vt:lpstr>Monotype Sorts</vt:lpstr>
      <vt:lpstr>黑体</vt:lpstr>
      <vt:lpstr>Arial</vt:lpstr>
      <vt:lpstr>Calibri</vt:lpstr>
      <vt:lpstr>Cambria Math</vt:lpstr>
      <vt:lpstr>Comic Sans MS</vt:lpstr>
      <vt:lpstr>Georgia</vt:lpstr>
      <vt:lpstr>Tahoma</vt:lpstr>
      <vt:lpstr>Times New Roman</vt:lpstr>
      <vt:lpstr>Wingdings</vt:lpstr>
      <vt:lpstr>Blends</vt:lpstr>
      <vt:lpstr>位图图像</vt:lpstr>
      <vt:lpstr>BMP 图像</vt:lpstr>
      <vt:lpstr>Equation</vt:lpstr>
      <vt:lpstr>BMP 图象</vt:lpstr>
      <vt:lpstr>第八部分 集成时序逻辑电路</vt:lpstr>
      <vt:lpstr>§8.1   寄存器和移位寄存器</vt:lpstr>
      <vt:lpstr>§ 8.1.1 四位寄存器</vt:lpstr>
      <vt:lpstr>PowerPoint 演示文稿</vt:lpstr>
      <vt:lpstr>§ 8.1.2  移位寄存器 </vt:lpstr>
      <vt:lpstr>PowerPoint 演示文稿</vt:lpstr>
      <vt:lpstr>PowerPoint 演示文稿</vt:lpstr>
      <vt:lpstr>PowerPoint 演示文稿</vt:lpstr>
      <vt:lpstr>PowerPoint 演示文稿</vt:lpstr>
      <vt:lpstr>§ 8.1.3 集成移位寄存器：74LS194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§8.2   计数器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三、计数器的应用</vt:lpstr>
      <vt:lpstr>PowerPoint 演示文稿</vt:lpstr>
      <vt:lpstr>PowerPoint 演示文稿</vt:lpstr>
      <vt:lpstr>THE END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逻辑代数及逻辑函数的化简</dc:title>
  <dc:creator>thtf</dc:creator>
  <cp:lastModifiedBy>Dong Xu</cp:lastModifiedBy>
  <cp:revision>249</cp:revision>
  <dcterms:created xsi:type="dcterms:W3CDTF">2004-02-20T06:45:48Z</dcterms:created>
  <dcterms:modified xsi:type="dcterms:W3CDTF">2019-12-11T00:36:21Z</dcterms:modified>
</cp:coreProperties>
</file>