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58"/>
  </p:notesMasterIdLst>
  <p:sldIdLst>
    <p:sldId id="381" r:id="rId2"/>
    <p:sldId id="596" r:id="rId3"/>
    <p:sldId id="597" r:id="rId4"/>
    <p:sldId id="603" r:id="rId5"/>
    <p:sldId id="538" r:id="rId6"/>
    <p:sldId id="554" r:id="rId7"/>
    <p:sldId id="555" r:id="rId8"/>
    <p:sldId id="604" r:id="rId9"/>
    <p:sldId id="558" r:id="rId10"/>
    <p:sldId id="560" r:id="rId11"/>
    <p:sldId id="561" r:id="rId12"/>
    <p:sldId id="562" r:id="rId13"/>
    <p:sldId id="605" r:id="rId14"/>
    <p:sldId id="564" r:id="rId15"/>
    <p:sldId id="606" r:id="rId16"/>
    <p:sldId id="565" r:id="rId17"/>
    <p:sldId id="566" r:id="rId18"/>
    <p:sldId id="567" r:id="rId19"/>
    <p:sldId id="607" r:id="rId20"/>
    <p:sldId id="569" r:id="rId21"/>
    <p:sldId id="570" r:id="rId22"/>
    <p:sldId id="571" r:id="rId23"/>
    <p:sldId id="608" r:id="rId24"/>
    <p:sldId id="609" r:id="rId25"/>
    <p:sldId id="610" r:id="rId26"/>
    <p:sldId id="574" r:id="rId27"/>
    <p:sldId id="575" r:id="rId28"/>
    <p:sldId id="573" r:id="rId29"/>
    <p:sldId id="611" r:id="rId30"/>
    <p:sldId id="612" r:id="rId31"/>
    <p:sldId id="613" r:id="rId32"/>
    <p:sldId id="614" r:id="rId33"/>
    <p:sldId id="615" r:id="rId34"/>
    <p:sldId id="616" r:id="rId35"/>
    <p:sldId id="617" r:id="rId36"/>
    <p:sldId id="618" r:id="rId37"/>
    <p:sldId id="619" r:id="rId38"/>
    <p:sldId id="620" r:id="rId39"/>
    <p:sldId id="621" r:id="rId40"/>
    <p:sldId id="602" r:id="rId41"/>
    <p:sldId id="626" r:id="rId42"/>
    <p:sldId id="586" r:id="rId43"/>
    <p:sldId id="587" r:id="rId44"/>
    <p:sldId id="588" r:id="rId45"/>
    <p:sldId id="622" r:id="rId46"/>
    <p:sldId id="590" r:id="rId47"/>
    <p:sldId id="591" r:id="rId48"/>
    <p:sldId id="623" r:id="rId49"/>
    <p:sldId id="593" r:id="rId50"/>
    <p:sldId id="624" r:id="rId51"/>
    <p:sldId id="625" r:id="rId52"/>
    <p:sldId id="532" r:id="rId53"/>
    <p:sldId id="533" r:id="rId54"/>
    <p:sldId id="534" r:id="rId55"/>
    <p:sldId id="535" r:id="rId56"/>
    <p:sldId id="461" r:id="rId57"/>
  </p:sldIdLst>
  <p:sldSz cx="9144000" cy="6858000" type="screen4x3"/>
  <p:notesSz cx="6858000" cy="9144000"/>
  <p:defaultTextStyle>
    <a:defPPr>
      <a:defRPr lang="zh-CN"/>
    </a:defPPr>
    <a:lvl1pPr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08F8"/>
    <a:srgbClr val="F6F000"/>
    <a:srgbClr val="9090F4"/>
    <a:srgbClr val="FF33CC"/>
    <a:srgbClr val="A87E06"/>
    <a:srgbClr val="CC9900"/>
    <a:srgbClr val="FFFF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89610" autoAdjust="0"/>
  </p:normalViewPr>
  <p:slideViewPr>
    <p:cSldViewPr snapToGrid="0">
      <p:cViewPr varScale="1">
        <p:scale>
          <a:sx n="77" d="100"/>
          <a:sy n="77" d="100"/>
        </p:scale>
        <p:origin x="1646" y="67"/>
      </p:cViewPr>
      <p:guideLst>
        <p:guide orient="horz" pos="2160"/>
        <p:guide pos="2880"/>
      </p:guideLst>
    </p:cSldViewPr>
  </p:slideViewPr>
  <p:outlineViewPr>
    <p:cViewPr>
      <p:scale>
        <a:sx n="33" d="100"/>
        <a:sy n="33" d="100"/>
      </p:scale>
      <p:origin x="0" y="1650"/>
    </p:cViewPr>
  </p:outlineViewPr>
  <p:notesTextViewPr>
    <p:cViewPr>
      <p:scale>
        <a:sx n="3" d="2"/>
        <a:sy n="3" d="2"/>
      </p:scale>
      <p:origin x="0" y="0"/>
    </p:cViewPr>
  </p:notesTextViewPr>
  <p:sorterViewPr>
    <p:cViewPr>
      <p:scale>
        <a:sx n="66" d="100"/>
        <a:sy n="66" d="100"/>
      </p:scale>
      <p:origin x="0" y="15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3D59459-3A90-4E50-935D-8A047B3B10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49576579-CAA5-408C-8B0E-042381D41AD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AF0DD12-6D0B-434E-AEAE-27A0808CBFDE}" type="datetimeFigureOut">
              <a:rPr lang="zh-CN" altLang="en-US"/>
              <a:pPr>
                <a:defRPr/>
              </a:pPr>
              <a:t>2019/11/13</a:t>
            </a:fld>
            <a:endParaRPr lang="zh-CN" altLang="en-US"/>
          </a:p>
        </p:txBody>
      </p:sp>
      <p:sp>
        <p:nvSpPr>
          <p:cNvPr id="4" name="幻灯片图像占位符 3">
            <a:extLst>
              <a:ext uri="{FF2B5EF4-FFF2-40B4-BE49-F238E27FC236}">
                <a16:creationId xmlns:a16="http://schemas.microsoft.com/office/drawing/2014/main" id="{B228F404-B07E-4F48-B153-584E72C0D1F5}"/>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0201B93C-7BC2-434C-968A-AAA6D646C62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596A6D66-E3AC-4DFF-9499-3E7591069F6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1B73A8B5-1BE7-4E34-8BB4-5D8175BB728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0B33CE97-CE35-493D-9476-D12D3F712BC5}" type="slidenum">
              <a:rPr lang="zh-CN" altLang="en-US"/>
              <a:pPr>
                <a:defRPr/>
              </a:pPr>
              <a:t>‹#›</a:t>
            </a:fld>
            <a:endParaRPr lang="zh-CN" altLang="en-US"/>
          </a:p>
        </p:txBody>
      </p:sp>
    </p:spTree>
    <p:extLst>
      <p:ext uri="{BB962C8B-B14F-4D97-AF65-F5344CB8AC3E}">
        <p14:creationId xmlns:p14="http://schemas.microsoft.com/office/powerpoint/2010/main" val="30261874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如何存储，实现的思路？两个非门形成一个存储！</a:t>
            </a:r>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2</a:t>
            </a:fld>
            <a:endParaRPr lang="zh-CN" altLang="en-US"/>
          </a:p>
        </p:txBody>
      </p:sp>
    </p:spTree>
    <p:extLst>
      <p:ext uri="{BB962C8B-B14F-4D97-AF65-F5344CB8AC3E}">
        <p14:creationId xmlns:p14="http://schemas.microsoft.com/office/powerpoint/2010/main" val="4165185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用板书更清楚：！</a:t>
            </a:r>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3</a:t>
            </a:fld>
            <a:endParaRPr lang="zh-CN" altLang="en-US"/>
          </a:p>
        </p:txBody>
      </p:sp>
    </p:spTree>
    <p:extLst>
      <p:ext uri="{BB962C8B-B14F-4D97-AF65-F5344CB8AC3E}">
        <p14:creationId xmlns:p14="http://schemas.microsoft.com/office/powerpoint/2010/main" val="804396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可以去掉</a:t>
            </a:r>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6</a:t>
            </a:fld>
            <a:endParaRPr lang="zh-CN" altLang="en-US"/>
          </a:p>
        </p:txBody>
      </p:sp>
    </p:spTree>
    <p:extLst>
      <p:ext uri="{BB962C8B-B14F-4D97-AF65-F5344CB8AC3E}">
        <p14:creationId xmlns:p14="http://schemas.microsoft.com/office/powerpoint/2010/main" val="3661320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23</a:t>
            </a:fld>
            <a:endParaRPr lang="zh-CN" altLang="en-US"/>
          </a:p>
        </p:txBody>
      </p:sp>
    </p:spTree>
    <p:extLst>
      <p:ext uri="{BB962C8B-B14F-4D97-AF65-F5344CB8AC3E}">
        <p14:creationId xmlns:p14="http://schemas.microsoft.com/office/powerpoint/2010/main" val="2452151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认为：</a:t>
            </a:r>
            <a:r>
              <a:rPr lang="en-US" altLang="zh-CN" dirty="0"/>
              <a:t>Q</a:t>
            </a:r>
            <a:r>
              <a:rPr lang="zh-CN" altLang="en-US" dirty="0"/>
              <a:t>‘</a:t>
            </a:r>
            <a:r>
              <a:rPr lang="en-US" altLang="zh-CN" dirty="0"/>
              <a:t>n=</a:t>
            </a:r>
            <a:r>
              <a:rPr lang="en-US" altLang="zh-CN" dirty="0" err="1"/>
              <a:t>Qn</a:t>
            </a:r>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24</a:t>
            </a:fld>
            <a:endParaRPr lang="zh-CN" altLang="en-US"/>
          </a:p>
        </p:txBody>
      </p:sp>
    </p:spTree>
    <p:extLst>
      <p:ext uri="{BB962C8B-B14F-4D97-AF65-F5344CB8AC3E}">
        <p14:creationId xmlns:p14="http://schemas.microsoft.com/office/powerpoint/2010/main" val="2856506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以中间一次反转为例：下降沿，</a:t>
            </a:r>
            <a:r>
              <a:rPr lang="en-US" altLang="zh-CN" dirty="0" err="1"/>
              <a:t>Qn</a:t>
            </a:r>
            <a:r>
              <a:rPr lang="en-US" altLang="zh-CN" dirty="0"/>
              <a:t>=1</a:t>
            </a:r>
            <a:r>
              <a:rPr lang="zh-CN" altLang="en-US" dirty="0"/>
              <a:t>，</a:t>
            </a:r>
            <a:r>
              <a:rPr lang="en-US" altLang="zh-CN" dirty="0"/>
              <a:t>J=1</a:t>
            </a:r>
            <a:r>
              <a:rPr lang="zh-CN" altLang="en-US" dirty="0"/>
              <a:t>，</a:t>
            </a:r>
            <a:r>
              <a:rPr lang="en-US" altLang="zh-CN" dirty="0"/>
              <a:t>K=0</a:t>
            </a:r>
            <a:r>
              <a:rPr lang="zh-CN" altLang="en-US" dirty="0"/>
              <a:t>； </a:t>
            </a:r>
            <a:r>
              <a:rPr lang="en-US" altLang="zh-CN" dirty="0"/>
              <a:t>Qn+1=1</a:t>
            </a:r>
            <a:r>
              <a:rPr lang="zh-CN" altLang="en-US" dirty="0"/>
              <a:t>，实际是</a:t>
            </a:r>
            <a:r>
              <a:rPr lang="en-US" altLang="zh-CN" dirty="0"/>
              <a:t>Qn+1=0</a:t>
            </a:r>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25</a:t>
            </a:fld>
            <a:endParaRPr lang="zh-CN" altLang="en-US"/>
          </a:p>
        </p:txBody>
      </p:sp>
    </p:spTree>
    <p:extLst>
      <p:ext uri="{BB962C8B-B14F-4D97-AF65-F5344CB8AC3E}">
        <p14:creationId xmlns:p14="http://schemas.microsoft.com/office/powerpoint/2010/main" val="2087225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en-US" altLang="zh-CN" sz="1200" b="1" i="0" u="none" strike="noStrike" kern="1200" cap="none" spc="0" normalizeH="0" baseline="0" noProof="0" dirty="0">
                <a:effectLst/>
                <a:uLnTx/>
                <a:uFillTx/>
                <a:latin typeface="Times New Roman" panose="02020603050405020304" pitchFamily="18" charset="0"/>
                <a:ea typeface="+mn-ea"/>
                <a:cs typeface="+mn-cs"/>
              </a:rPr>
              <a:t>CP </a:t>
            </a:r>
            <a:r>
              <a:rPr kumimoji="0" lang="zh-CN" altLang="en-US" sz="1200" b="1" i="0" u="none" strike="noStrike" kern="1200" cap="none" spc="0" normalizeH="0" baseline="0" noProof="0" dirty="0">
                <a:effectLst/>
                <a:uLnTx/>
                <a:uFillTx/>
                <a:latin typeface="黑体" pitchFamily="49" charset="-122"/>
                <a:ea typeface="黑体" pitchFamily="49" charset="-122"/>
              </a:rPr>
              <a:t>一级门延时</a:t>
            </a:r>
            <a:r>
              <a:rPr kumimoji="0" lang="en-US" altLang="zh-CN" sz="1200" b="1" i="0" u="none" strike="noStrike" kern="1200" cap="none" spc="0" normalizeH="0" baseline="0" noProof="0" dirty="0">
                <a:effectLst/>
                <a:uLnTx/>
                <a:uFillTx/>
                <a:latin typeface="黑体" pitchFamily="49" charset="-122"/>
                <a:ea typeface="黑体" pitchFamily="49" charset="-122"/>
              </a:rPr>
              <a:t> </a:t>
            </a:r>
            <a:r>
              <a:rPr kumimoji="0" lang="zh-CN" altLang="en-US" sz="1200" b="1" i="0" u="none" strike="noStrike" kern="1200" cap="none" spc="0" normalizeH="0" baseline="0" noProof="0" dirty="0">
                <a:effectLst/>
                <a:uLnTx/>
                <a:uFillTx/>
                <a:latin typeface="黑体" pitchFamily="49" charset="-122"/>
                <a:ea typeface="黑体" pitchFamily="49" charset="-122"/>
              </a:rPr>
              <a:t>：</a:t>
            </a:r>
            <a:r>
              <a:rPr kumimoji="0" lang="en-US" altLang="zh-CN" sz="1200" b="1" i="0" u="none" strike="noStrike" kern="1200" cap="none" spc="0" normalizeH="0" baseline="0" noProof="0" dirty="0">
                <a:effectLst/>
                <a:uLnTx/>
                <a:uFillTx/>
                <a:latin typeface="黑体" pitchFamily="49" charset="-122"/>
                <a:ea typeface="黑体" pitchFamily="49" charset="-122"/>
              </a:rPr>
              <a:t>CP=0</a:t>
            </a:r>
            <a:r>
              <a:rPr kumimoji="0" lang="zh-CN" altLang="en-US" sz="1200" b="1" i="0" u="none" strike="noStrike" kern="1200" cap="none" spc="0" normalizeH="0" baseline="0" noProof="0" dirty="0">
                <a:effectLst/>
                <a:uLnTx/>
                <a:uFillTx/>
                <a:latin typeface="黑体" pitchFamily="49" charset="-122"/>
                <a:ea typeface="黑体" pitchFamily="49" charset="-122"/>
              </a:rPr>
              <a:t>，</a:t>
            </a:r>
            <a:r>
              <a:rPr kumimoji="0" lang="en-US" altLang="zh-CN" sz="1200" b="1" i="0" u="none" strike="noStrike" kern="1200" cap="none" spc="0" normalizeH="0" baseline="0" noProof="0" dirty="0">
                <a:effectLst/>
                <a:uLnTx/>
                <a:uFillTx/>
                <a:latin typeface="黑体" pitchFamily="49" charset="-122"/>
                <a:ea typeface="黑体" pitchFamily="49" charset="-122"/>
              </a:rPr>
              <a:t> </a:t>
            </a:r>
            <a:r>
              <a:rPr kumimoji="0" lang="zh-CN" altLang="en-US" sz="1200" b="1" i="0" u="none" strike="noStrike" kern="1200" cap="none" spc="0" normalizeH="0" baseline="0" noProof="0" dirty="0">
                <a:effectLst/>
                <a:uLnTx/>
                <a:uFillTx/>
                <a:latin typeface="黑体" pitchFamily="49" charset="-122"/>
                <a:ea typeface="黑体" pitchFamily="49" charset="-122"/>
              </a:rPr>
              <a:t>到门</a:t>
            </a:r>
            <a:r>
              <a:rPr kumimoji="0" lang="en-US" altLang="zh-CN" sz="1200" b="1" i="0" u="none" strike="noStrike" kern="1200" cap="none" spc="0" normalizeH="0" baseline="0" noProof="0" dirty="0">
                <a:effectLst/>
                <a:uLnTx/>
                <a:uFillTx/>
                <a:latin typeface="黑体" pitchFamily="49" charset="-122"/>
                <a:ea typeface="黑体" pitchFamily="49" charset="-122"/>
              </a:rPr>
              <a:t>3 </a:t>
            </a:r>
            <a:r>
              <a:rPr kumimoji="0" lang="zh-CN" altLang="en-US" sz="1200" b="1" i="0" u="none" strike="noStrike" kern="1200" cap="none" spc="0" normalizeH="0" baseline="0" noProof="0" dirty="0">
                <a:effectLst/>
                <a:uLnTx/>
                <a:uFillTx/>
                <a:latin typeface="黑体" pitchFamily="49" charset="-122"/>
                <a:ea typeface="黑体" pitchFamily="49" charset="-122"/>
              </a:rPr>
              <a:t>或者 </a:t>
            </a:r>
            <a:r>
              <a:rPr kumimoji="0" lang="en-US" altLang="zh-CN" sz="1200" b="1" i="0" u="none" strike="noStrike" kern="1200" cap="none" spc="0" normalizeH="0" baseline="0" noProof="0" dirty="0">
                <a:effectLst/>
                <a:uLnTx/>
                <a:uFillTx/>
                <a:latin typeface="黑体" pitchFamily="49" charset="-122"/>
                <a:ea typeface="黑体" pitchFamily="49" charset="-122"/>
              </a:rPr>
              <a:t>4 </a:t>
            </a:r>
            <a:r>
              <a:rPr kumimoji="0" lang="zh-CN" altLang="en-US" sz="1200" b="1" i="0" u="none" strike="noStrike" kern="1200" cap="none" spc="0" normalizeH="0" baseline="0" noProof="0" dirty="0">
                <a:effectLst/>
                <a:uLnTx/>
                <a:uFillTx/>
                <a:latin typeface="黑体" pitchFamily="49" charset="-122"/>
                <a:ea typeface="黑体" pitchFamily="49" charset="-122"/>
              </a:rPr>
              <a:t>输出，解除对</a:t>
            </a:r>
            <a:r>
              <a:rPr kumimoji="0" lang="en-US" altLang="zh-CN" sz="1200" b="1" i="0" u="none" strike="noStrike" kern="1200" cap="none" spc="0" normalizeH="0" baseline="0" noProof="0" dirty="0">
                <a:effectLst/>
                <a:uLnTx/>
                <a:uFillTx/>
                <a:latin typeface="黑体" pitchFamily="49" charset="-122"/>
                <a:ea typeface="黑体" pitchFamily="49" charset="-122"/>
              </a:rPr>
              <a:t>5</a:t>
            </a:r>
            <a:r>
              <a:rPr kumimoji="0" lang="zh-CN" altLang="en-US" sz="1200" b="1" i="0" u="none" strike="noStrike" kern="1200" cap="none" spc="0" normalizeH="0" baseline="0" noProof="0" dirty="0">
                <a:effectLst/>
                <a:uLnTx/>
                <a:uFillTx/>
                <a:latin typeface="黑体" pitchFamily="49" charset="-122"/>
                <a:ea typeface="黑体" pitchFamily="49" charset="-122"/>
              </a:rPr>
              <a:t>或</a:t>
            </a:r>
            <a:r>
              <a:rPr kumimoji="0" lang="en-US" altLang="zh-CN" sz="1200" b="1" i="0" u="none" strike="noStrike" kern="1200" cap="none" spc="0" normalizeH="0" baseline="0" noProof="0" dirty="0">
                <a:effectLst/>
                <a:uLnTx/>
                <a:uFillTx/>
                <a:latin typeface="黑体" pitchFamily="49" charset="-122"/>
                <a:ea typeface="黑体" pitchFamily="49" charset="-122"/>
              </a:rPr>
              <a:t>6</a:t>
            </a:r>
            <a:r>
              <a:rPr kumimoji="0" lang="zh-CN" altLang="en-US" sz="1200" b="1" i="0" u="none" strike="noStrike" kern="1200" cap="none" spc="0" normalizeH="0" baseline="0" noProof="0" dirty="0">
                <a:effectLst/>
                <a:uLnTx/>
                <a:uFillTx/>
                <a:latin typeface="黑体" pitchFamily="49" charset="-122"/>
                <a:ea typeface="黑体" pitchFamily="49" charset="-122"/>
              </a:rPr>
              <a:t>的封锁，需要一级门延时。</a:t>
            </a:r>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34</a:t>
            </a:fld>
            <a:endParaRPr lang="zh-CN" altLang="en-US"/>
          </a:p>
        </p:txBody>
      </p:sp>
    </p:spTree>
    <p:extLst>
      <p:ext uri="{BB962C8B-B14F-4D97-AF65-F5344CB8AC3E}">
        <p14:creationId xmlns:p14="http://schemas.microsoft.com/office/powerpoint/2010/main" val="2473976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SD </a:t>
            </a:r>
            <a:r>
              <a:rPr lang="zh-CN" altLang="en-US" dirty="0"/>
              <a:t>和 </a:t>
            </a:r>
            <a:r>
              <a:rPr lang="en-US" altLang="zh-CN" dirty="0"/>
              <a:t>RD</a:t>
            </a:r>
            <a:r>
              <a:rPr lang="zh-CN" altLang="en-US" dirty="0"/>
              <a:t>作用：</a:t>
            </a:r>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40</a:t>
            </a:fld>
            <a:endParaRPr lang="zh-CN" altLang="en-US"/>
          </a:p>
        </p:txBody>
      </p:sp>
    </p:spTree>
    <p:extLst>
      <p:ext uri="{BB962C8B-B14F-4D97-AF65-F5344CB8AC3E}">
        <p14:creationId xmlns:p14="http://schemas.microsoft.com/office/powerpoint/2010/main" val="534648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a:t>
            </a:r>
            <a:r>
              <a:rPr lang="en-US" altLang="zh-CN" dirty="0"/>
              <a:t>D</a:t>
            </a:r>
            <a:r>
              <a:rPr lang="zh-CN" altLang="en-US" dirty="0"/>
              <a:t>两个门在 </a:t>
            </a:r>
            <a:r>
              <a:rPr lang="en-US" altLang="zh-CN" dirty="0"/>
              <a:t>CP=1 </a:t>
            </a:r>
            <a:r>
              <a:rPr lang="zh-CN" altLang="en-US" dirty="0"/>
              <a:t>时实现了保持（封锁）</a:t>
            </a:r>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42</a:t>
            </a:fld>
            <a:endParaRPr lang="zh-CN" altLang="en-US"/>
          </a:p>
        </p:txBody>
      </p:sp>
    </p:spTree>
    <p:extLst>
      <p:ext uri="{BB962C8B-B14F-4D97-AF65-F5344CB8AC3E}">
        <p14:creationId xmlns:p14="http://schemas.microsoft.com/office/powerpoint/2010/main" val="4201823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47</a:t>
            </a:fld>
            <a:endParaRPr lang="zh-CN" altLang="en-US"/>
          </a:p>
        </p:txBody>
      </p:sp>
    </p:spTree>
    <p:extLst>
      <p:ext uri="{BB962C8B-B14F-4D97-AF65-F5344CB8AC3E}">
        <p14:creationId xmlns:p14="http://schemas.microsoft.com/office/powerpoint/2010/main" val="1250840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B33CE97-CE35-493D-9476-D12D3F712BC5}" type="slidenum">
              <a:rPr lang="zh-CN" altLang="en-US" smtClean="0"/>
              <a:pPr>
                <a:defRPr/>
              </a:pPr>
              <a:t>56</a:t>
            </a:fld>
            <a:endParaRPr lang="zh-CN" altLang="en-US"/>
          </a:p>
        </p:txBody>
      </p:sp>
    </p:spTree>
    <p:extLst>
      <p:ext uri="{BB962C8B-B14F-4D97-AF65-F5344CB8AC3E}">
        <p14:creationId xmlns:p14="http://schemas.microsoft.com/office/powerpoint/2010/main" val="1990087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Rectangle 11">
            <a:extLst>
              <a:ext uri="{FF2B5EF4-FFF2-40B4-BE49-F238E27FC236}">
                <a16:creationId xmlns:a16="http://schemas.microsoft.com/office/drawing/2014/main" id="{E64B3B62-5DCE-4A42-A0FB-B7FAF0548068}"/>
              </a:ext>
            </a:extLst>
          </p:cNvPr>
          <p:cNvSpPr>
            <a:spLocks noChangeArrowheads="1"/>
          </p:cNvSpPr>
          <p:nvPr/>
        </p:nvSpPr>
        <p:spPr bwMode="auto">
          <a:xfrm flipV="1">
            <a:off x="633045" y="3174576"/>
            <a:ext cx="8446717" cy="45719"/>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b="1" dirty="0">
              <a:effectLst>
                <a:outerShdw blurRad="38100" dist="38100" dir="2700000" algn="tl">
                  <a:srgbClr val="000000">
                    <a:alpha val="43137"/>
                  </a:srgbClr>
                </a:outerShdw>
              </a:effectLst>
            </a:endParaRPr>
          </a:p>
        </p:txBody>
      </p:sp>
      <p:sp>
        <p:nvSpPr>
          <p:cNvPr id="16396" name="Rectangle 12"/>
          <p:cNvSpPr>
            <a:spLocks noGrp="1" noChangeArrowheads="1"/>
          </p:cNvSpPr>
          <p:nvPr>
            <p:ph type="ctrTitle"/>
          </p:nvPr>
        </p:nvSpPr>
        <p:spPr>
          <a:xfrm>
            <a:off x="858715" y="2466906"/>
            <a:ext cx="7426569" cy="695360"/>
          </a:xfrm>
        </p:spPr>
        <p:txBody>
          <a:bodyPr/>
          <a:lstStyle>
            <a:lvl1pPr>
              <a:defRPr b="1"/>
            </a:lvl1pPr>
          </a:lstStyle>
          <a:p>
            <a:pPr lvl="0"/>
            <a:r>
              <a:rPr lang="zh-CN" altLang="en-US" noProof="0"/>
              <a:t>单击此处编辑母版标题样式</a:t>
            </a:r>
            <a:endParaRPr lang="zh-CN" altLang="en-US" noProof="0" dirty="0"/>
          </a:p>
        </p:txBody>
      </p:sp>
      <p:sp>
        <p:nvSpPr>
          <p:cNvPr id="16397" name="Rectangle 13"/>
          <p:cNvSpPr>
            <a:spLocks noGrp="1" noChangeArrowheads="1"/>
          </p:cNvSpPr>
          <p:nvPr>
            <p:ph type="subTitle" idx="1"/>
          </p:nvPr>
        </p:nvSpPr>
        <p:spPr>
          <a:xfrm>
            <a:off x="1219994" y="3445937"/>
            <a:ext cx="6400800" cy="1752600"/>
          </a:xfrm>
          <a:prstGeom prst="rect">
            <a:avLst/>
          </a:prstGeom>
        </p:spPr>
        <p:txBody>
          <a:bodyPr/>
          <a:lstStyle>
            <a:lvl1pPr marL="0" indent="0" algn="ctr">
              <a:buFont typeface="Wingdings" panose="05000000000000000000" pitchFamily="2" charset="2"/>
              <a:buNone/>
              <a:defRPr b="1"/>
            </a:lvl1pPr>
          </a:lstStyle>
          <a:p>
            <a:pPr lvl="0"/>
            <a:r>
              <a:rPr lang="zh-CN" altLang="en-US" noProof="0"/>
              <a:t>单击此处编辑母版副标题样式</a:t>
            </a:r>
            <a:endParaRPr lang="zh-CN" altLang="en-US" noProof="0" dirty="0"/>
          </a:p>
        </p:txBody>
      </p:sp>
      <p:sp>
        <p:nvSpPr>
          <p:cNvPr id="20" name="Rectangle 8">
            <a:extLst>
              <a:ext uri="{FF2B5EF4-FFF2-40B4-BE49-F238E27FC236}">
                <a16:creationId xmlns:a16="http://schemas.microsoft.com/office/drawing/2014/main" id="{DD6750F8-FE5B-4AAF-AB86-B6AAAC40B492}"/>
              </a:ext>
            </a:extLst>
          </p:cNvPr>
          <p:cNvSpPr>
            <a:spLocks noChangeArrowheads="1"/>
          </p:cNvSpPr>
          <p:nvPr/>
        </p:nvSpPr>
        <p:spPr bwMode="gray">
          <a:xfrm>
            <a:off x="189640" y="937607"/>
            <a:ext cx="3571387" cy="45719"/>
          </a:xfrm>
          <a:prstGeom prst="rect">
            <a:avLst/>
          </a:prstGeom>
          <a:gradFill rotWithShape="0">
            <a:gsLst>
              <a:gs pos="87000">
                <a:schemeClr val="bg2"/>
              </a:gs>
              <a:gs pos="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61652214&amp;di=0dbe8ba562ebf8b0aac6fc468b7851b5&amp;imgtype=0&amp;src=http%3A%2F%2Fphotocdn.sohu.com%2F20160130%2Fmp57336747_1454147583329_1_th.png">
            <a:extLst>
              <a:ext uri="{FF2B5EF4-FFF2-40B4-BE49-F238E27FC236}">
                <a16:creationId xmlns:a16="http://schemas.microsoft.com/office/drawing/2014/main" id="{2DA67216-37D7-4C69-A2CE-B9CD4F7AB62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7692" b="35641"/>
          <a:stretch/>
        </p:blipFill>
        <p:spPr bwMode="auto">
          <a:xfrm>
            <a:off x="372005" y="275048"/>
            <a:ext cx="3389022" cy="67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3245184"/>
      </p:ext>
    </p:extLst>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6954715" cy="588136"/>
          </a:xfrm>
        </p:spPr>
        <p:txBody>
          <a:bodyPr/>
          <a:lstStyle>
            <a:lvl1pPr>
              <a:defRPr b="1"/>
            </a:lvl1pPr>
          </a:lstStyle>
          <a:p>
            <a:r>
              <a:rPr lang="zh-CN" altLang="en-US" dirty="0"/>
              <a:t>单击此处编辑母版标题样式</a:t>
            </a:r>
          </a:p>
        </p:txBody>
      </p:sp>
      <p:sp>
        <p:nvSpPr>
          <p:cNvPr id="3" name="内容占位符 2"/>
          <p:cNvSpPr>
            <a:spLocks noGrp="1"/>
          </p:cNvSpPr>
          <p:nvPr>
            <p:ph idx="1"/>
          </p:nvPr>
        </p:nvSpPr>
        <p:spPr>
          <a:xfrm>
            <a:off x="316523" y="984738"/>
            <a:ext cx="8563708" cy="5375029"/>
          </a:xfrm>
          <a:prstGeom prst="rect">
            <a:avLst/>
          </a:prstGeo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12">
            <a:extLst>
              <a:ext uri="{FF2B5EF4-FFF2-40B4-BE49-F238E27FC236}">
                <a16:creationId xmlns:a16="http://schemas.microsoft.com/office/drawing/2014/main" id="{BC01E0D4-4280-4C64-8793-7E6B1B7F27F7}"/>
              </a:ext>
            </a:extLst>
          </p:cNvPr>
          <p:cNvSpPr>
            <a:spLocks noGrp="1" noChangeArrowheads="1"/>
          </p:cNvSpPr>
          <p:nvPr>
            <p:ph type="ftr" sz="quarter" idx="11"/>
          </p:nvPr>
        </p:nvSpPr>
        <p:spPr>
          <a:ln/>
        </p:spPr>
        <p:txBody>
          <a:bodyPr/>
          <a:lstStyle>
            <a:lvl1pPr>
              <a:defRPr b="1"/>
            </a:lvl1pPr>
          </a:lstStyle>
          <a:p>
            <a:pPr>
              <a:defRPr/>
            </a:pPr>
            <a:endParaRPr lang="en-US" altLang="zh-CN" dirty="0"/>
          </a:p>
        </p:txBody>
      </p:sp>
      <p:sp>
        <p:nvSpPr>
          <p:cNvPr id="6" name="Rectangle 13">
            <a:extLst>
              <a:ext uri="{FF2B5EF4-FFF2-40B4-BE49-F238E27FC236}">
                <a16:creationId xmlns:a16="http://schemas.microsoft.com/office/drawing/2014/main" id="{E3273F16-BE22-4912-8CC3-17915B73E13F}"/>
              </a:ext>
            </a:extLst>
          </p:cNvPr>
          <p:cNvSpPr>
            <a:spLocks noGrp="1" noChangeArrowheads="1"/>
          </p:cNvSpPr>
          <p:nvPr>
            <p:ph type="sldNum" sz="quarter" idx="12"/>
          </p:nvPr>
        </p:nvSpPr>
        <p:spPr>
          <a:xfrm>
            <a:off x="222737" y="6478561"/>
            <a:ext cx="902677" cy="338407"/>
          </a:xfrm>
          <a:prstGeom prst="rect">
            <a:avLst/>
          </a:prstGeom>
          <a:ln/>
        </p:spPr>
        <p:txBody>
          <a:bodyPr/>
          <a:lstStyle>
            <a:lvl1pPr>
              <a:defRPr sz="1800" b="1">
                <a:solidFill>
                  <a:srgbClr val="1F08F8"/>
                </a:solidFill>
              </a:defRPr>
            </a:lvl1pPr>
          </a:lstStyle>
          <a:p>
            <a:pPr>
              <a:defRPr/>
            </a:pPr>
            <a:fld id="{315B291C-51FB-4C18-A138-CCB3C24CD792}" type="slidenum">
              <a:rPr lang="en-US" altLang="zh-CN" smtClean="0"/>
              <a:pPr>
                <a:defRPr/>
              </a:pPr>
              <a:t>‹#›</a:t>
            </a:fld>
            <a:endParaRPr lang="en-US" altLang="zh-CN" dirty="0"/>
          </a:p>
        </p:txBody>
      </p:sp>
    </p:spTree>
    <p:extLst>
      <p:ext uri="{BB962C8B-B14F-4D97-AF65-F5344CB8AC3E}">
        <p14:creationId xmlns:p14="http://schemas.microsoft.com/office/powerpoint/2010/main" val="2304400382"/>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12F6F2E6-03C8-4A9F-B35A-01BD986C3518}"/>
              </a:ext>
            </a:extLst>
          </p:cNvPr>
          <p:cNvSpPr>
            <a:spLocks noGrp="1" noChangeArrowheads="1"/>
          </p:cNvSpPr>
          <p:nvPr>
            <p:ph type="dt" sz="half" idx="2"/>
          </p:nvPr>
        </p:nvSpPr>
        <p:spPr bwMode="auto">
          <a:xfrm>
            <a:off x="263770" y="6459605"/>
            <a:ext cx="518747"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a:defRPr/>
            </a:pPr>
            <a:endParaRPr lang="en-US" altLang="zh-CN" dirty="0"/>
          </a:p>
        </p:txBody>
      </p:sp>
      <p:pic>
        <p:nvPicPr>
          <p:cNvPr id="12"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AFC2CF9D-AB67-4B63-9B45-B7CE43C6A685}"/>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3077" t="40974" b="38513"/>
          <a:stretch/>
        </p:blipFill>
        <p:spPr bwMode="auto">
          <a:xfrm>
            <a:off x="7640514" y="95243"/>
            <a:ext cx="1415562" cy="283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874293"/>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p>
        </p:txBody>
      </p:sp>
      <p:sp>
        <p:nvSpPr>
          <p:cNvPr id="3" name="内容占位符 2"/>
          <p:cNvSpPr>
            <a:spLocks noGrp="1"/>
          </p:cNvSpPr>
          <p:nvPr>
            <p:ph sz="half" idx="1"/>
          </p:nvPr>
        </p:nvSpPr>
        <p:spPr>
          <a:xfrm>
            <a:off x="839788" y="1455006"/>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40642" y="1432904"/>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5AD8B827-6413-4C25-8DA1-80CBDD262CD9}"/>
              </a:ext>
            </a:extLst>
          </p:cNvPr>
          <p:cNvSpPr>
            <a:spLocks noGrp="1" noChangeArrowheads="1"/>
          </p:cNvSpPr>
          <p:nvPr>
            <p:ph type="dt" sz="half" idx="10"/>
          </p:nvPr>
        </p:nvSpPr>
        <p:spPr>
          <a:ln/>
        </p:spPr>
        <p:txBody>
          <a:bodyPr/>
          <a:lstStyle>
            <a:lvl1pPr>
              <a:defRPr b="1"/>
            </a:lvl1pPr>
          </a:lstStyle>
          <a:p>
            <a:pPr>
              <a:defRPr/>
            </a:pPr>
            <a:endParaRPr lang="en-US" altLang="zh-CN" dirty="0"/>
          </a:p>
        </p:txBody>
      </p:sp>
      <p:sp>
        <p:nvSpPr>
          <p:cNvPr id="6" name="Rectangle 12">
            <a:extLst>
              <a:ext uri="{FF2B5EF4-FFF2-40B4-BE49-F238E27FC236}">
                <a16:creationId xmlns:a16="http://schemas.microsoft.com/office/drawing/2014/main" id="{870B3030-B043-4F47-9B26-F954C9946003}"/>
              </a:ext>
            </a:extLst>
          </p:cNvPr>
          <p:cNvSpPr>
            <a:spLocks noGrp="1" noChangeArrowheads="1"/>
          </p:cNvSpPr>
          <p:nvPr>
            <p:ph type="ftr" sz="quarter" idx="11"/>
          </p:nvPr>
        </p:nvSpPr>
        <p:spPr>
          <a:ln/>
        </p:spPr>
        <p:txBody>
          <a:bodyPr/>
          <a:lstStyle>
            <a:lvl1pPr>
              <a:defRPr b="1"/>
            </a:lvl1pPr>
          </a:lstStyle>
          <a:p>
            <a:pPr>
              <a:defRPr/>
            </a:pPr>
            <a:endParaRPr lang="en-US" altLang="zh-CN" dirty="0"/>
          </a:p>
        </p:txBody>
      </p:sp>
      <p:sp>
        <p:nvSpPr>
          <p:cNvPr id="7" name="Rectangle 13">
            <a:extLst>
              <a:ext uri="{FF2B5EF4-FFF2-40B4-BE49-F238E27FC236}">
                <a16:creationId xmlns:a16="http://schemas.microsoft.com/office/drawing/2014/main" id="{BA423450-2CBE-4B62-AE41-DD58522F516C}"/>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b="1"/>
            </a:lvl1pPr>
          </a:lstStyle>
          <a:p>
            <a:pPr>
              <a:defRPr/>
            </a:pPr>
            <a:fld id="{F4C1C56C-149B-47FD-93E1-25EA40A550F8}" type="slidenum">
              <a:rPr lang="en-US" altLang="zh-CN" smtClean="0"/>
              <a:pPr>
                <a:defRPr/>
              </a:pPr>
              <a:t>‹#›</a:t>
            </a:fld>
            <a:endParaRPr lang="en-US" altLang="zh-CN" dirty="0"/>
          </a:p>
        </p:txBody>
      </p:sp>
    </p:spTree>
    <p:extLst>
      <p:ext uri="{BB962C8B-B14F-4D97-AF65-F5344CB8AC3E}">
        <p14:creationId xmlns:p14="http://schemas.microsoft.com/office/powerpoint/2010/main" val="1454072281"/>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06104" y="265475"/>
            <a:ext cx="6961256" cy="823912"/>
          </a:xfrm>
        </p:spPr>
        <p:txBody>
          <a:bodyPr/>
          <a:lstStyle/>
          <a:p>
            <a:r>
              <a:rPr lang="zh-CN" altLang="en-US"/>
              <a:t>单击此处编辑母版标题样式</a:t>
            </a:r>
          </a:p>
        </p:txBody>
      </p:sp>
      <p:sp>
        <p:nvSpPr>
          <p:cNvPr id="3" name="文本占位符 2"/>
          <p:cNvSpPr>
            <a:spLocks noGrp="1"/>
          </p:cNvSpPr>
          <p:nvPr>
            <p:ph type="body" idx="1"/>
          </p:nvPr>
        </p:nvSpPr>
        <p:spPr>
          <a:xfrm>
            <a:off x="533523" y="1276719"/>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533523" y="2100631"/>
            <a:ext cx="386873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532435" y="1276719"/>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532435" y="2100631"/>
            <a:ext cx="38877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6E1F2607-B43C-46D6-B2B2-7FD0BB3715E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D4067993-EC72-4429-BEFF-EBBFBC8EC6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47310DB-F0C8-4363-B0B3-A32B28E66042}"/>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FF513AF2-E6BE-46BF-BE60-AE5395E88CAD}" type="slidenum">
              <a:rPr lang="en-US" altLang="zh-CN" smtClean="0"/>
              <a:pPr>
                <a:defRPr/>
              </a:pPr>
              <a:t>‹#›</a:t>
            </a:fld>
            <a:endParaRPr lang="en-US" altLang="zh-CN"/>
          </a:p>
        </p:txBody>
      </p:sp>
    </p:spTree>
    <p:extLst>
      <p:ext uri="{BB962C8B-B14F-4D97-AF65-F5344CB8AC3E}">
        <p14:creationId xmlns:p14="http://schemas.microsoft.com/office/powerpoint/2010/main" val="2433346217"/>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1125414"/>
            <a:ext cx="2949575" cy="931985"/>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1283677"/>
            <a:ext cx="4629150" cy="457737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A4267126-A643-4066-8088-A43B3042210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88BCFC2-534C-41E8-811C-18B0F5FAF91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EAC1D16-6221-440A-B52D-08EEFAE6C80B}"/>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5E5B9687-43AD-48E3-B967-34003FFE165D}" type="slidenum">
              <a:rPr lang="en-US" altLang="zh-CN" smtClean="0"/>
              <a:pPr>
                <a:defRPr/>
              </a:pPr>
              <a:t>‹#›</a:t>
            </a:fld>
            <a:endParaRPr lang="en-US" altLang="zh-CN"/>
          </a:p>
        </p:txBody>
      </p:sp>
      <p:sp>
        <p:nvSpPr>
          <p:cNvPr id="8" name="标题 1">
            <a:extLst>
              <a:ext uri="{FF2B5EF4-FFF2-40B4-BE49-F238E27FC236}">
                <a16:creationId xmlns:a16="http://schemas.microsoft.com/office/drawing/2014/main" id="{9B1102C7-0F18-4D91-A4A7-17569BAF03D1}"/>
              </a:ext>
            </a:extLst>
          </p:cNvPr>
          <p:cNvSpPr txBox="1">
            <a:spLocks/>
          </p:cNvSpPr>
          <p:nvPr/>
        </p:nvSpPr>
        <p:spPr bwMode="auto">
          <a:xfrm>
            <a:off x="1306104" y="265475"/>
            <a:ext cx="6961256"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b="0"/>
              <a:t>单击此处编辑母版标题样式</a:t>
            </a:r>
          </a:p>
        </p:txBody>
      </p:sp>
    </p:spTree>
    <p:extLst>
      <p:ext uri="{BB962C8B-B14F-4D97-AF65-F5344CB8AC3E}">
        <p14:creationId xmlns:p14="http://schemas.microsoft.com/office/powerpoint/2010/main" val="1454928051"/>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2A6C1A6F-CA45-4ED4-8D74-4DB3EA4119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E8E0055-8C08-48AE-A614-0621C3AAAC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7AB1BBF-1B54-4936-89F0-D7134E96DF24}"/>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4F3AD361-67D9-49AA-9A53-38CF28EEA583}" type="slidenum">
              <a:rPr lang="en-US" altLang="zh-CN" smtClean="0"/>
              <a:pPr>
                <a:defRPr/>
              </a:pPr>
              <a:t>‹#›</a:t>
            </a:fld>
            <a:endParaRPr lang="en-US" altLang="zh-CN"/>
          </a:p>
        </p:txBody>
      </p:sp>
    </p:spTree>
    <p:extLst>
      <p:ext uri="{BB962C8B-B14F-4D97-AF65-F5344CB8AC3E}">
        <p14:creationId xmlns:p14="http://schemas.microsoft.com/office/powerpoint/2010/main" val="3886074596"/>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00100" y="1661550"/>
            <a:ext cx="7772400" cy="4663050"/>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503D8EB-F24A-4CC2-A452-D605652469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4055C235-C6C7-4F8E-BEA1-B254A0E7B0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E7095AB-979D-4545-9D7B-BDA09C0C721A}"/>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D5C643A4-3E26-45D1-96DF-2F67516788A1}" type="slidenum">
              <a:rPr lang="en-US" altLang="zh-CN" smtClean="0"/>
              <a:pPr>
                <a:defRPr/>
              </a:pPr>
              <a:t>‹#›</a:t>
            </a:fld>
            <a:endParaRPr lang="en-US" altLang="zh-CN"/>
          </a:p>
        </p:txBody>
      </p:sp>
    </p:spTree>
    <p:extLst>
      <p:ext uri="{BB962C8B-B14F-4D97-AF65-F5344CB8AC3E}">
        <p14:creationId xmlns:p14="http://schemas.microsoft.com/office/powerpoint/2010/main" val="582396544"/>
      </p:ext>
    </p:extLst>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34D4DC8-598E-4C1C-8C7D-D0DB2351736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E49145F-D98D-4B52-A0C3-CC0F1041CC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B5EB162E-2B07-43A3-969A-1620367E155C}"/>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DD5FF35C-FDA9-4B3C-A051-F6FCDC8E36DB}" type="slidenum">
              <a:rPr lang="en-US" altLang="zh-CN" smtClean="0"/>
              <a:pPr>
                <a:defRPr/>
              </a:pPr>
              <a:t>‹#›</a:t>
            </a:fld>
            <a:endParaRPr lang="en-US" altLang="zh-CN"/>
          </a:p>
        </p:txBody>
      </p:sp>
    </p:spTree>
    <p:extLst>
      <p:ext uri="{BB962C8B-B14F-4D97-AF65-F5344CB8AC3E}">
        <p14:creationId xmlns:p14="http://schemas.microsoft.com/office/powerpoint/2010/main" val="4016937342"/>
      </p:ext>
    </p:extLst>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596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12F6F2E6-03C8-4A9F-B35A-01BD986C3518}"/>
              </a:ext>
            </a:extLst>
          </p:cNvPr>
          <p:cNvSpPr>
            <a:spLocks noGrp="1" noChangeArrowheads="1"/>
          </p:cNvSpPr>
          <p:nvPr>
            <p:ph type="dt" sz="half" idx="2"/>
          </p:nvPr>
        </p:nvSpPr>
        <p:spPr bwMode="auto">
          <a:xfrm>
            <a:off x="263770" y="6459605"/>
            <a:ext cx="518747"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12"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AFC2CF9D-AB67-4B63-9B45-B7CE43C6A685}"/>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3077" t="40974" b="38513"/>
          <a:stretch/>
        </p:blipFill>
        <p:spPr bwMode="auto">
          <a:xfrm>
            <a:off x="7640514" y="95243"/>
            <a:ext cx="1415562" cy="283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02055"/>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100000">
              <a:schemeClr val="bg1"/>
            </a:gs>
            <a:gs pos="100000">
              <a:srgbClr val="0000C8"/>
            </a:gs>
          </a:gsLst>
          <a:lin ang="5400000" scaled="1"/>
          <a:tileRect/>
        </a:gradFill>
        <a:effectLst/>
      </p:bgPr>
    </p:bg>
    <p:spTree>
      <p:nvGrpSpPr>
        <p:cNvPr id="1" name=""/>
        <p:cNvGrpSpPr/>
        <p:nvPr/>
      </p:nvGrpSpPr>
      <p:grpSpPr>
        <a:xfrm>
          <a:off x="0" y="0"/>
          <a:ext cx="0" cy="0"/>
          <a:chOff x="0" y="0"/>
          <a:chExt cx="0" cy="0"/>
        </a:xfrm>
      </p:grpSpPr>
      <p:sp>
        <p:nvSpPr>
          <p:cNvPr id="1033" name="Rectangle 9">
            <a:extLst>
              <a:ext uri="{FF2B5EF4-FFF2-40B4-BE49-F238E27FC236}">
                <a16:creationId xmlns:a16="http://schemas.microsoft.com/office/drawing/2014/main" id="{33707532-3883-41BD-9420-919E4556FE09}"/>
              </a:ext>
            </a:extLst>
          </p:cNvPr>
          <p:cNvSpPr>
            <a:spLocks noGrp="1" noChangeArrowheads="1"/>
          </p:cNvSpPr>
          <p:nvPr>
            <p:ph type="title"/>
          </p:nvPr>
        </p:nvSpPr>
        <p:spPr bwMode="auto">
          <a:xfrm>
            <a:off x="1324769" y="320113"/>
            <a:ext cx="7305992" cy="575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5371" name="Rectangle 11">
            <a:extLst>
              <a:ext uri="{FF2B5EF4-FFF2-40B4-BE49-F238E27FC236}">
                <a16:creationId xmlns:a16="http://schemas.microsoft.com/office/drawing/2014/main" id="{B2AD3E2D-3A3D-4B5E-9FF0-A1F7C6A7EB9F}"/>
              </a:ext>
            </a:extLst>
          </p:cNvPr>
          <p:cNvSpPr>
            <a:spLocks noGrp="1" noChangeArrowheads="1"/>
          </p:cNvSpPr>
          <p:nvPr>
            <p:ph type="dt" sz="half" idx="2"/>
          </p:nvPr>
        </p:nvSpPr>
        <p:spPr bwMode="auto">
          <a:xfrm>
            <a:off x="263770" y="6459605"/>
            <a:ext cx="518747"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a:defRPr/>
            </a:pPr>
            <a:endParaRPr lang="en-US" altLang="zh-CN" dirty="0"/>
          </a:p>
        </p:txBody>
      </p:sp>
      <p:sp>
        <p:nvSpPr>
          <p:cNvPr id="15372" name="Rectangle 12">
            <a:extLst>
              <a:ext uri="{FF2B5EF4-FFF2-40B4-BE49-F238E27FC236}">
                <a16:creationId xmlns:a16="http://schemas.microsoft.com/office/drawing/2014/main" id="{251BD657-367E-42D1-AD22-5D841EBD793A}"/>
              </a:ext>
            </a:extLst>
          </p:cNvPr>
          <p:cNvSpPr>
            <a:spLocks noGrp="1" noChangeArrowheads="1"/>
          </p:cNvSpPr>
          <p:nvPr>
            <p:ph type="ftr" sz="quarter" idx="3"/>
          </p:nvPr>
        </p:nvSpPr>
        <p:spPr bwMode="auto">
          <a:xfrm>
            <a:off x="3069748" y="6465656"/>
            <a:ext cx="2895600"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b="1" smtClean="0">
                <a:solidFill>
                  <a:schemeClr val="tx1"/>
                </a:solidFill>
                <a:effectLst/>
              </a:defRPr>
            </a:lvl1pPr>
          </a:lstStyle>
          <a:p>
            <a:pPr>
              <a:defRPr/>
            </a:pPr>
            <a:endParaRPr lang="en-US" altLang="zh-CN" dirty="0"/>
          </a:p>
        </p:txBody>
      </p:sp>
      <p:sp>
        <p:nvSpPr>
          <p:cNvPr id="15" name="Rectangle 8">
            <a:extLst>
              <a:ext uri="{FF2B5EF4-FFF2-40B4-BE49-F238E27FC236}">
                <a16:creationId xmlns:a16="http://schemas.microsoft.com/office/drawing/2014/main" id="{97F5FEE0-C94D-4C86-98BD-A08461FDF141}"/>
              </a:ext>
            </a:extLst>
          </p:cNvPr>
          <p:cNvSpPr>
            <a:spLocks noChangeArrowheads="1"/>
          </p:cNvSpPr>
          <p:nvPr/>
        </p:nvSpPr>
        <p:spPr bwMode="gray">
          <a:xfrm>
            <a:off x="602818" y="6380642"/>
            <a:ext cx="8226425" cy="31750"/>
          </a:xfrm>
          <a:prstGeom prst="rect">
            <a:avLst/>
          </a:prstGeom>
          <a:gradFill rotWithShape="0">
            <a:gsLst>
              <a:gs pos="87000">
                <a:schemeClr val="bg2"/>
              </a:gs>
              <a:gs pos="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57428162&amp;di=37860fdf3c4871460953786bbfa26622&amp;imgtype=0&amp;src=http%3A%2F%2Fpic.baike.soso.com%2Fp%2F20111015%2F20111015115227-260268041.jpg">
            <a:extLst>
              <a:ext uri="{FF2B5EF4-FFF2-40B4-BE49-F238E27FC236}">
                <a16:creationId xmlns:a16="http://schemas.microsoft.com/office/drawing/2014/main" id="{2318C2BE-15EA-4A82-8C68-EB4236E68D72}"/>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11894" t="12080" r="11532" b="12880"/>
          <a:stretch/>
        </p:blipFill>
        <p:spPr bwMode="auto">
          <a:xfrm>
            <a:off x="428827" y="248004"/>
            <a:ext cx="677490" cy="6639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7A33D88C-FAA7-4E46-8DD1-45BB3E8CD8AF}"/>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3077" t="40974" b="38513"/>
          <a:stretch/>
        </p:blipFill>
        <p:spPr bwMode="auto">
          <a:xfrm>
            <a:off x="7464668" y="6446811"/>
            <a:ext cx="1415562" cy="283113"/>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8">
            <a:extLst>
              <a:ext uri="{FF2B5EF4-FFF2-40B4-BE49-F238E27FC236}">
                <a16:creationId xmlns:a16="http://schemas.microsoft.com/office/drawing/2014/main" id="{B0A16393-7427-4CCB-805E-364FBB0B1A7F}"/>
              </a:ext>
            </a:extLst>
          </p:cNvPr>
          <p:cNvSpPr>
            <a:spLocks noChangeArrowheads="1"/>
          </p:cNvSpPr>
          <p:nvPr/>
        </p:nvSpPr>
        <p:spPr bwMode="gray">
          <a:xfrm>
            <a:off x="404336" y="918967"/>
            <a:ext cx="8226425" cy="31750"/>
          </a:xfrm>
          <a:prstGeom prst="rect">
            <a:avLst/>
          </a:prstGeom>
          <a:gradFill rotWithShape="0">
            <a:gsLst>
              <a:gs pos="16000">
                <a:schemeClr val="bg2"/>
              </a:gs>
              <a:gs pos="10000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
        <p:nvSpPr>
          <p:cNvPr id="1031" name="Rectangle 7">
            <a:extLst>
              <a:ext uri="{FF2B5EF4-FFF2-40B4-BE49-F238E27FC236}">
                <a16:creationId xmlns:a16="http://schemas.microsoft.com/office/drawing/2014/main" id="{CE2F7D08-FD33-484E-9182-6B281FB7CB59}"/>
              </a:ext>
            </a:extLst>
          </p:cNvPr>
          <p:cNvSpPr>
            <a:spLocks noChangeArrowheads="1"/>
          </p:cNvSpPr>
          <p:nvPr/>
        </p:nvSpPr>
        <p:spPr bwMode="gray">
          <a:xfrm>
            <a:off x="1107784" y="248004"/>
            <a:ext cx="31750" cy="1052513"/>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16200000" scaled="1"/>
            <a:tileRect/>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Tree>
    <p:extLst>
      <p:ext uri="{BB962C8B-B14F-4D97-AF65-F5344CB8AC3E}">
        <p14:creationId xmlns:p14="http://schemas.microsoft.com/office/powerpoint/2010/main" val="173915020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80" r:id="rId3"/>
    <p:sldLayoutId id="2147483756" r:id="rId4"/>
    <p:sldLayoutId id="2147483757" r:id="rId5"/>
    <p:sldLayoutId id="2147483758" r:id="rId6"/>
    <p:sldLayoutId id="2147483759" r:id="rId7"/>
    <p:sldLayoutId id="2147483760" r:id="rId8"/>
    <p:sldLayoutId id="2147483761" r:id="rId9"/>
    <p:sldLayoutId id="2147483793" r:id="rId10"/>
    <p:sldLayoutId id="2147483797" r:id="rId11"/>
  </p:sldLayoutIdLst>
  <p:transition>
    <p:blinds dir="vert"/>
  </p:transition>
  <p:hf hdr="0" ftr="0" dt="0"/>
  <p:txStyles>
    <p:title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1.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0.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oleObject" Target="../embeddings/oleObject3.bin"/><Relationship Id="rId4" Type="http://schemas.openxmlformats.org/officeDocument/2006/relationships/image" Target="../media/image8.jpeg"/><Relationship Id="rId9" Type="http://schemas.openxmlformats.org/officeDocument/2006/relationships/oleObject" Target="../embeddings/oleObject5.bin"/></Relationships>
</file>

<file path=ppt/slides/_rels/slide48.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3.png"/><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oleObject" Target="../embeddings/oleObject11.bin"/><Relationship Id="rId2" Type="http://schemas.openxmlformats.org/officeDocument/2006/relationships/slideLayout" Target="../slideLayouts/slideLayout11.xml"/><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image" Target="../media/image12.png"/><Relationship Id="rId5" Type="http://schemas.openxmlformats.org/officeDocument/2006/relationships/oleObject" Target="../embeddings/oleObject7.bin"/><Relationship Id="rId15" Type="http://schemas.openxmlformats.org/officeDocument/2006/relationships/image" Target="../media/image14.png"/><Relationship Id="rId10" Type="http://schemas.openxmlformats.org/officeDocument/2006/relationships/oleObject" Target="../embeddings/oleObject10.bin"/><Relationship Id="rId4" Type="http://schemas.openxmlformats.org/officeDocument/2006/relationships/image" Target="../media/image9.wmf"/><Relationship Id="rId9" Type="http://schemas.openxmlformats.org/officeDocument/2006/relationships/oleObject" Target="../embeddings/oleObject9.bin"/><Relationship Id="rId14" Type="http://schemas.openxmlformats.org/officeDocument/2006/relationships/oleObject" Target="../embeddings/oleObject12.bin"/></Relationships>
</file>

<file path=ppt/slides/_rels/slide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1.xml"/><Relationship Id="rId1" Type="http://schemas.openxmlformats.org/officeDocument/2006/relationships/vmlDrawing" Target="../drawings/vmlDrawing5.vml"/><Relationship Id="rId5" Type="http://schemas.openxmlformats.org/officeDocument/2006/relationships/image" Target="../media/image15.wmf"/><Relationship Id="rId4" Type="http://schemas.openxmlformats.org/officeDocument/2006/relationships/oleObject" Target="../embeddings/oleObject13.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1.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E9A2F44-287A-4D16-B1EF-F79BB4E79478}"/>
              </a:ext>
            </a:extLst>
          </p:cNvPr>
          <p:cNvSpPr>
            <a:spLocks noGrp="1"/>
          </p:cNvSpPr>
          <p:nvPr>
            <p:ph type="ctrTitle"/>
          </p:nvPr>
        </p:nvSpPr>
        <p:spPr>
          <a:xfrm>
            <a:off x="2650210" y="2342216"/>
            <a:ext cx="5916157" cy="695360"/>
          </a:xfrm>
        </p:spPr>
        <p:txBody>
          <a:bodyPr/>
          <a:lstStyle/>
          <a:p>
            <a:r>
              <a:rPr lang="zh-CN" altLang="en-US" dirty="0">
                <a:ea typeface="黑体" panose="02010609060101010101" pitchFamily="49" charset="-122"/>
              </a:rPr>
              <a:t>第六部分 触发器</a:t>
            </a:r>
          </a:p>
        </p:txBody>
      </p:sp>
    </p:spTree>
    <p:extLst>
      <p:ext uri="{BB962C8B-B14F-4D97-AF65-F5344CB8AC3E}">
        <p14:creationId xmlns:p14="http://schemas.microsoft.com/office/powerpoint/2010/main" val="3453375705"/>
      </p:ext>
    </p:extLst>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30480" y="6352223"/>
            <a:ext cx="903288" cy="338137"/>
          </a:xfrm>
          <a:prstGeom prst="rect">
            <a:avLst/>
          </a:prstGeom>
        </p:spPr>
        <p:txBody>
          <a:bodyPr/>
          <a:lstStyle>
            <a:defPPr>
              <a:defRPr lang="zh-CN"/>
            </a:defPPr>
            <a:lvl1pPr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9pPr>
          </a:lstStyle>
          <a:p>
            <a:pPr>
              <a:defRPr/>
            </a:pPr>
            <a:fld id="{315B291C-51FB-4C18-A138-CCB3C24CD792}" type="slidenum">
              <a:rPr lang="en-US" altLang="zh-CN" sz="1800" smtClean="0">
                <a:solidFill>
                  <a:schemeClr val="tx2"/>
                </a:solidFill>
              </a:rPr>
              <a:pPr>
                <a:defRPr/>
              </a:pPr>
              <a:t>2</a:t>
            </a:fld>
            <a:endParaRPr lang="en-US" altLang="zh-CN" sz="1800" dirty="0">
              <a:solidFill>
                <a:schemeClr val="tx2"/>
              </a:solidFill>
            </a:endParaRPr>
          </a:p>
        </p:txBody>
      </p:sp>
      <p:sp>
        <p:nvSpPr>
          <p:cNvPr id="3" name="标题 1"/>
          <p:cNvSpPr txBox="1">
            <a:spLocks/>
          </p:cNvSpPr>
          <p:nvPr/>
        </p:nvSpPr>
        <p:spPr bwMode="auto">
          <a:xfrm>
            <a:off x="2190750" y="309563"/>
            <a:ext cx="6953250" cy="58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3200">
                <a:latin typeface="黑体" pitchFamily="49" charset="-122"/>
                <a:ea typeface="黑体" panose="02010609060101010101" pitchFamily="49" charset="-122"/>
              </a:rPr>
              <a:t>§6.1 </a:t>
            </a:r>
            <a:r>
              <a:rPr lang="zh-CN" altLang="en-US" sz="3200">
                <a:latin typeface="黑体" pitchFamily="49" charset="-122"/>
                <a:ea typeface="黑体" panose="02010609060101010101" pitchFamily="49" charset="-122"/>
              </a:rPr>
              <a:t>概述</a:t>
            </a:r>
            <a:endParaRPr lang="zh-CN" altLang="en-US" sz="3200" dirty="0">
              <a:latin typeface="黑体" pitchFamily="49" charset="-122"/>
              <a:ea typeface="黑体" panose="02010609060101010101" pitchFamily="49" charset="-122"/>
            </a:endParaRPr>
          </a:p>
        </p:txBody>
      </p:sp>
      <p:sp>
        <p:nvSpPr>
          <p:cNvPr id="4" name="Text Box 5">
            <a:extLst>
              <a:ext uri="{FF2B5EF4-FFF2-40B4-BE49-F238E27FC236}">
                <a16:creationId xmlns:a16="http://schemas.microsoft.com/office/drawing/2014/main" id="{C46B880E-1DE1-4F8D-9033-21DE4E092BA8}"/>
              </a:ext>
            </a:extLst>
          </p:cNvPr>
          <p:cNvSpPr txBox="1">
            <a:spLocks noChangeArrowheads="1"/>
          </p:cNvSpPr>
          <p:nvPr/>
        </p:nvSpPr>
        <p:spPr bwMode="auto">
          <a:xfrm>
            <a:off x="534218" y="1357935"/>
            <a:ext cx="755397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kumimoji="1" lang="zh-CN" altLang="en-US" sz="2800" b="1" i="0" u="none" strike="noStrike" kern="1200" cap="none" spc="0" normalizeH="0" baseline="0" noProof="0" dirty="0">
                <a:ln>
                  <a:noFill/>
                </a:ln>
                <a:effectLst/>
                <a:uLnTx/>
                <a:uFillTx/>
                <a:latin typeface="黑体" pitchFamily="49" charset="-122"/>
                <a:ea typeface="黑体" pitchFamily="49" charset="-122"/>
              </a:rPr>
              <a:t>    触发器的功能</a:t>
            </a:r>
            <a:r>
              <a:rPr kumimoji="1" lang="en-US" altLang="zh-CN" sz="2800" b="1" i="0" u="none" strike="noStrike" kern="1200" cap="none" spc="0" normalizeH="0" baseline="0" noProof="0" dirty="0">
                <a:ln>
                  <a:noFill/>
                </a:ln>
                <a:effectLst/>
                <a:uLnTx/>
                <a:uFillTx/>
                <a:latin typeface="黑体" pitchFamily="49" charset="-122"/>
                <a:ea typeface="黑体" pitchFamily="49" charset="-122"/>
              </a:rPr>
              <a:t>:</a:t>
            </a:r>
            <a:r>
              <a:rPr lang="zh-CN" altLang="en-US" sz="2800" dirty="0">
                <a:latin typeface="黑体" pitchFamily="49" charset="-122"/>
                <a:ea typeface="黑体" pitchFamily="49" charset="-122"/>
              </a:rPr>
              <a:t>触发器是数字时序逻辑电路的基本单元电路。它是由门电路构成的，且具有记忆功能，能够存储</a:t>
            </a:r>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位二值信号。</a:t>
            </a:r>
            <a:endParaRPr kumimoji="1" lang="zh-CN" altLang="en-US" sz="2800" b="1" i="0" u="none" strike="noStrike" kern="1200" cap="none" spc="0" normalizeH="0" baseline="0" noProof="0" dirty="0">
              <a:ln>
                <a:noFill/>
              </a:ln>
              <a:effectLst/>
              <a:uLnTx/>
              <a:uFillTx/>
              <a:latin typeface="黑体" pitchFamily="49" charset="-122"/>
              <a:ea typeface="黑体" pitchFamily="49" charset="-122"/>
            </a:endParaRPr>
          </a:p>
        </p:txBody>
      </p:sp>
      <p:sp>
        <p:nvSpPr>
          <p:cNvPr id="5" name="Text Box 7">
            <a:extLst>
              <a:ext uri="{FF2B5EF4-FFF2-40B4-BE49-F238E27FC236}">
                <a16:creationId xmlns:a16="http://schemas.microsoft.com/office/drawing/2014/main" id="{ED92FE86-E926-4D31-B517-4F021252A69D}"/>
              </a:ext>
            </a:extLst>
          </p:cNvPr>
          <p:cNvSpPr txBox="1">
            <a:spLocks noChangeArrowheads="1"/>
          </p:cNvSpPr>
          <p:nvPr/>
        </p:nvSpPr>
        <p:spPr bwMode="auto">
          <a:xfrm>
            <a:off x="562891" y="3059409"/>
            <a:ext cx="82700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buNone/>
              <a:defRPr/>
            </a:pPr>
            <a:r>
              <a:rPr lang="zh-CN" altLang="en-US" sz="2800" dirty="0">
                <a:latin typeface="黑体" pitchFamily="49" charset="-122"/>
                <a:ea typeface="黑体" pitchFamily="49" charset="-122"/>
              </a:rPr>
              <a:t>    触发器的特点</a:t>
            </a:r>
            <a:r>
              <a:rPr lang="en-US" altLang="zh-CN" sz="2800" dirty="0">
                <a:latin typeface="黑体" pitchFamily="49" charset="-122"/>
                <a:ea typeface="黑体" pitchFamily="49" charset="-122"/>
              </a:rPr>
              <a:t>:</a:t>
            </a:r>
            <a:r>
              <a:rPr lang="zh-CN" altLang="en-US" sz="2800" dirty="0">
                <a:latin typeface="黑体" pitchFamily="49" charset="-122"/>
                <a:ea typeface="黑体" pitchFamily="49" charset="-122"/>
              </a:rPr>
              <a:t>具有两个能自行保持的稳定状态</a:t>
            </a:r>
            <a:r>
              <a:rPr lang="en-US" altLang="zh-CN" sz="2800" dirty="0">
                <a:latin typeface="黑体" pitchFamily="49" charset="-122"/>
                <a:ea typeface="黑体" pitchFamily="49" charset="-122"/>
              </a:rPr>
              <a:t>——0</a:t>
            </a:r>
            <a:r>
              <a:rPr lang="zh-CN" altLang="en-US" sz="2800" dirty="0">
                <a:latin typeface="黑体" pitchFamily="49" charset="-122"/>
                <a:ea typeface="黑体" pitchFamily="49" charset="-122"/>
              </a:rPr>
              <a:t>状态和</a:t>
            </a:r>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状态。用来表示二进制的</a:t>
            </a:r>
            <a:r>
              <a:rPr lang="en-US" altLang="zh-CN" sz="2800" dirty="0">
                <a:latin typeface="黑体" pitchFamily="49" charset="-122"/>
                <a:ea typeface="黑体" pitchFamily="49" charset="-122"/>
              </a:rPr>
              <a:t>0</a:t>
            </a:r>
            <a:r>
              <a:rPr lang="zh-CN" altLang="en-US" sz="2800" dirty="0">
                <a:latin typeface="黑体" pitchFamily="49" charset="-122"/>
                <a:ea typeface="黑体" pitchFamily="49" charset="-122"/>
              </a:rPr>
              <a:t>和</a:t>
            </a:r>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a:t>
            </a:r>
          </a:p>
        </p:txBody>
      </p:sp>
      <p:sp>
        <p:nvSpPr>
          <p:cNvPr id="6" name="Text Box 9">
            <a:extLst>
              <a:ext uri="{FF2B5EF4-FFF2-40B4-BE49-F238E27FC236}">
                <a16:creationId xmlns:a16="http://schemas.microsoft.com/office/drawing/2014/main" id="{C7935965-6B89-4D8B-B387-AE3A8D33CD3F}"/>
              </a:ext>
            </a:extLst>
          </p:cNvPr>
          <p:cNvSpPr txBox="1">
            <a:spLocks noChangeArrowheads="1"/>
          </p:cNvSpPr>
          <p:nvPr/>
        </p:nvSpPr>
        <p:spPr bwMode="auto">
          <a:xfrm>
            <a:off x="328810" y="4349423"/>
            <a:ext cx="819302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eaLnBrk="1" hangingPunct="1">
              <a:spcBef>
                <a:spcPct val="50000"/>
              </a:spcBef>
              <a:buNone/>
              <a:defRPr/>
            </a:pPr>
            <a:r>
              <a:rPr lang="zh-CN" altLang="en-US" sz="2800" dirty="0">
                <a:latin typeface="黑体" pitchFamily="49" charset="-122"/>
                <a:ea typeface="黑体" pitchFamily="49" charset="-122"/>
              </a:rPr>
              <a:t>    触发器的现态和次态</a:t>
            </a:r>
            <a:r>
              <a:rPr lang="en-US" altLang="zh-CN" sz="2800" dirty="0">
                <a:latin typeface="黑体" pitchFamily="49" charset="-122"/>
                <a:ea typeface="黑体" pitchFamily="49" charset="-122"/>
              </a:rPr>
              <a:t>:</a:t>
            </a:r>
            <a:r>
              <a:rPr lang="zh-CN" altLang="en-US" sz="2800" dirty="0">
                <a:latin typeface="黑体" pitchFamily="49" charset="-122"/>
                <a:ea typeface="黑体" pitchFamily="49" charset="-122"/>
              </a:rPr>
              <a:t>触发器接收输入信号之前的状态叫做现态，用</a:t>
            </a:r>
            <a:r>
              <a:rPr lang="en-US" altLang="zh-CN" sz="2800" dirty="0">
                <a:latin typeface="黑体" pitchFamily="49" charset="-122"/>
                <a:ea typeface="黑体" pitchFamily="49" charset="-122"/>
              </a:rPr>
              <a:t>Q</a:t>
            </a:r>
            <a:r>
              <a:rPr lang="en-US" altLang="zh-CN" sz="2800" baseline="30000" dirty="0">
                <a:latin typeface="黑体" pitchFamily="49" charset="-122"/>
                <a:ea typeface="黑体" pitchFamily="49" charset="-122"/>
              </a:rPr>
              <a:t>n</a:t>
            </a:r>
            <a:r>
              <a:rPr lang="zh-CN" altLang="en-US" sz="2800" dirty="0">
                <a:latin typeface="黑体" pitchFamily="49" charset="-122"/>
                <a:ea typeface="黑体" pitchFamily="49" charset="-122"/>
              </a:rPr>
              <a:t>表示。触发器接收输入信号之后的状态叫做次态，用</a:t>
            </a:r>
            <a:r>
              <a:rPr lang="en-US" altLang="zh-CN" sz="2800" dirty="0">
                <a:latin typeface="黑体" pitchFamily="49" charset="-122"/>
                <a:ea typeface="黑体" pitchFamily="49" charset="-122"/>
              </a:rPr>
              <a:t>Q</a:t>
            </a:r>
            <a:r>
              <a:rPr lang="en-US" altLang="zh-CN" sz="2800" baseline="30000" dirty="0">
                <a:latin typeface="黑体" pitchFamily="49" charset="-122"/>
                <a:ea typeface="黑体" pitchFamily="49" charset="-122"/>
              </a:rPr>
              <a:t>n+1</a:t>
            </a:r>
            <a:r>
              <a:rPr lang="zh-CN" altLang="en-US" sz="2800" dirty="0">
                <a:latin typeface="黑体" pitchFamily="49" charset="-122"/>
                <a:ea typeface="黑体" pitchFamily="49" charset="-122"/>
              </a:rPr>
              <a:t>表示。</a:t>
            </a:r>
          </a:p>
        </p:txBody>
      </p:sp>
    </p:spTree>
    <p:extLst>
      <p:ext uri="{BB962C8B-B14F-4D97-AF65-F5344CB8AC3E}">
        <p14:creationId xmlns:p14="http://schemas.microsoft.com/office/powerpoint/2010/main" val="151788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bwMode="auto">
          <a:xfrm>
            <a:off x="1229043" y="-91440"/>
            <a:ext cx="6954837"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§6.2   </a:t>
            </a:r>
            <a:r>
              <a:rPr kumimoji="1" lang="zh-CN" altLang="en-US" sz="32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基本</a:t>
            </a:r>
            <a:r>
              <a:rPr kumimoji="1" lang="en-US" altLang="zh-CN" sz="32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R—S</a:t>
            </a:r>
            <a:r>
              <a:rPr kumimoji="1" lang="zh-CN" altLang="en-US" sz="32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触发器</a:t>
            </a:r>
          </a:p>
        </p:txBody>
      </p:sp>
      <p:sp>
        <p:nvSpPr>
          <p:cNvPr id="3" name="TextBox 2"/>
          <p:cNvSpPr txBox="1"/>
          <p:nvPr/>
        </p:nvSpPr>
        <p:spPr bwMode="auto">
          <a:xfrm>
            <a:off x="243840" y="411480"/>
            <a:ext cx="54254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一、电路结构及工作过程</a:t>
            </a:r>
          </a:p>
        </p:txBody>
      </p:sp>
      <p:sp>
        <p:nvSpPr>
          <p:cNvPr id="49"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25962" y="100534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nvGrpSpPr>
          <p:cNvPr id="76" name="组合 75"/>
          <p:cNvGrpSpPr/>
          <p:nvPr/>
        </p:nvGrpSpPr>
        <p:grpSpPr>
          <a:xfrm>
            <a:off x="2590800" y="1002027"/>
            <a:ext cx="1772376" cy="1169551"/>
            <a:chOff x="2590800" y="1337307"/>
            <a:chExt cx="1772376" cy="1169551"/>
          </a:xfrm>
        </p:grpSpPr>
        <p:grpSp>
          <p:nvGrpSpPr>
            <p:cNvPr id="48" name="组合 47"/>
            <p:cNvGrpSpPr/>
            <p:nvPr/>
          </p:nvGrpSpPr>
          <p:grpSpPr>
            <a:xfrm>
              <a:off x="2590800" y="1337307"/>
              <a:ext cx="1772376" cy="1169551"/>
              <a:chOff x="2590800" y="1337307"/>
              <a:chExt cx="1772376" cy="1169551"/>
            </a:xfrm>
          </p:grpSpPr>
          <p:grpSp>
            <p:nvGrpSpPr>
              <p:cNvPr id="45" name="组合 44"/>
              <p:cNvGrpSpPr/>
              <p:nvPr/>
            </p:nvGrpSpPr>
            <p:grpSpPr>
              <a:xfrm>
                <a:off x="3291840" y="1337307"/>
                <a:ext cx="1071336" cy="1169551"/>
                <a:chOff x="2804160" y="1322067"/>
                <a:chExt cx="1071336" cy="1169551"/>
              </a:xfrm>
            </p:grpSpPr>
            <p:sp>
              <p:nvSpPr>
                <p:cNvPr id="36" name="Text Box 32">
                  <a:extLst>
                    <a:ext uri="{FF2B5EF4-FFF2-40B4-BE49-F238E27FC236}">
                      <a16:creationId xmlns:a16="http://schemas.microsoft.com/office/drawing/2014/main" id="{45BEC76A-E341-4233-B686-745B8B8CE869}"/>
                    </a:ext>
                  </a:extLst>
                </p:cNvPr>
                <p:cNvSpPr txBox="1">
                  <a:spLocks noChangeArrowheads="1"/>
                </p:cNvSpPr>
                <p:nvPr/>
              </p:nvSpPr>
              <p:spPr bwMode="auto">
                <a:xfrm>
                  <a:off x="2994433" y="1322067"/>
                  <a:ext cx="881063" cy="116955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S=1</a:t>
                  </a:r>
                </a:p>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b="0" dirty="0">
                      <a:ln>
                        <a:solidFill>
                          <a:schemeClr val="tx1"/>
                        </a:solidFill>
                      </a:ln>
                    </a:rPr>
                    <a:t>R=1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左大括号 43"/>
                <p:cNvSpPr/>
                <p:nvPr/>
              </p:nvSpPr>
              <p:spPr bwMode="auto">
                <a:xfrm>
                  <a:off x="2804160" y="1493520"/>
                  <a:ext cx="213360" cy="853440"/>
                </a:xfrm>
                <a:prstGeom prst="leftBrac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grpSp>
          <p:sp>
            <p:nvSpPr>
              <p:cNvPr id="46" name="TextBox 45"/>
              <p:cNvSpPr txBox="1"/>
              <p:nvPr/>
            </p:nvSpPr>
            <p:spPr bwMode="auto">
              <a:xfrm>
                <a:off x="2590800" y="1615440"/>
                <a:ext cx="563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Times New Roman" panose="02020603050405020304" pitchFamily="18" charset="0"/>
                  </a:rPr>
                  <a:t>(1)</a:t>
                </a:r>
                <a:endParaRPr lang="zh-CN" altLang="en-US" sz="2800" dirty="0">
                  <a:solidFill>
                    <a:schemeClr val="tx1"/>
                  </a:solidFill>
                  <a:latin typeface="Times New Roman" panose="02020603050405020304" pitchFamily="18" charset="0"/>
                </a:endParaRPr>
              </a:p>
            </p:txBody>
          </p:sp>
        </p:grpSp>
        <p:sp>
          <p:nvSpPr>
            <p:cNvPr id="74"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143129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20561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9" name="组合 78"/>
          <p:cNvGrpSpPr/>
          <p:nvPr/>
        </p:nvGrpSpPr>
        <p:grpSpPr>
          <a:xfrm>
            <a:off x="288925" y="977900"/>
            <a:ext cx="2252663" cy="3182938"/>
            <a:chOff x="288925" y="1313180"/>
            <a:chExt cx="2252663" cy="3182938"/>
          </a:xfrm>
        </p:grpSpPr>
        <p:sp>
          <p:nvSpPr>
            <p:cNvPr id="58" name="Text Box 173">
              <a:extLst>
                <a:ext uri="{FF2B5EF4-FFF2-40B4-BE49-F238E27FC236}">
                  <a16:creationId xmlns:a16="http://schemas.microsoft.com/office/drawing/2014/main" id="{8815CE3B-1624-4FFA-B0AD-B200F727030C}"/>
                </a:ext>
              </a:extLst>
            </p:cNvPr>
            <p:cNvSpPr txBox="1">
              <a:spLocks noChangeArrowheads="1"/>
            </p:cNvSpPr>
            <p:nvPr/>
          </p:nvSpPr>
          <p:spPr bwMode="auto">
            <a:xfrm>
              <a:off x="481648" y="2713991"/>
              <a:ext cx="449262" cy="39687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sp>
          <p:nvSpPr>
            <p:cNvPr id="59" name="Text Box 173">
              <a:extLst>
                <a:ext uri="{FF2B5EF4-FFF2-40B4-BE49-F238E27FC236}">
                  <a16:creationId xmlns:a16="http://schemas.microsoft.com/office/drawing/2014/main" id="{8815CE3B-1624-4FFA-B0AD-B200F727030C}"/>
                </a:ext>
              </a:extLst>
            </p:cNvPr>
            <p:cNvSpPr txBox="1">
              <a:spLocks noChangeArrowheads="1"/>
            </p:cNvSpPr>
            <p:nvPr/>
          </p:nvSpPr>
          <p:spPr bwMode="auto">
            <a:xfrm>
              <a:off x="1792288" y="2713991"/>
              <a:ext cx="449262" cy="39687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grpSp>
          <p:nvGrpSpPr>
            <p:cNvPr id="78" name="组合 77"/>
            <p:cNvGrpSpPr/>
            <p:nvPr/>
          </p:nvGrpSpPr>
          <p:grpSpPr>
            <a:xfrm>
              <a:off x="288925" y="1313180"/>
              <a:ext cx="2252663" cy="3182938"/>
              <a:chOff x="288925" y="1313180"/>
              <a:chExt cx="2252663" cy="3182938"/>
            </a:xfrm>
          </p:grpSpPr>
          <p:grpSp>
            <p:nvGrpSpPr>
              <p:cNvPr id="4" name="组合 3"/>
              <p:cNvGrpSpPr/>
              <p:nvPr/>
            </p:nvGrpSpPr>
            <p:grpSpPr>
              <a:xfrm>
                <a:off x="288925" y="1313180"/>
                <a:ext cx="2252663" cy="3182938"/>
                <a:chOff x="288925" y="1313180"/>
                <a:chExt cx="2252663" cy="3182938"/>
              </a:xfrm>
            </p:grpSpPr>
            <p:grpSp>
              <p:nvGrpSpPr>
                <p:cNvPr id="5" name="Group 3">
                  <a:extLst>
                    <a:ext uri="{FF2B5EF4-FFF2-40B4-BE49-F238E27FC236}">
                      <a16:creationId xmlns:a16="http://schemas.microsoft.com/office/drawing/2014/main" id="{7425F7F6-3D2A-4FF2-B730-80403D91CFCC}"/>
                    </a:ext>
                  </a:extLst>
                </p:cNvPr>
                <p:cNvGrpSpPr>
                  <a:grpSpLocks/>
                </p:cNvGrpSpPr>
                <p:nvPr/>
              </p:nvGrpSpPr>
              <p:grpSpPr bwMode="auto">
                <a:xfrm>
                  <a:off x="288925" y="1313180"/>
                  <a:ext cx="2252663" cy="3182938"/>
                  <a:chOff x="182" y="477"/>
                  <a:chExt cx="1419" cy="2005"/>
                </a:xfrm>
              </p:grpSpPr>
              <p:grpSp>
                <p:nvGrpSpPr>
                  <p:cNvPr id="8" name="Group 4">
                    <a:extLst>
                      <a:ext uri="{FF2B5EF4-FFF2-40B4-BE49-F238E27FC236}">
                        <a16:creationId xmlns:a16="http://schemas.microsoft.com/office/drawing/2014/main" id="{560A56FE-3137-42EC-8658-049B8DED3E83}"/>
                      </a:ext>
                    </a:extLst>
                  </p:cNvPr>
                  <p:cNvGrpSpPr>
                    <a:grpSpLocks/>
                  </p:cNvGrpSpPr>
                  <p:nvPr/>
                </p:nvGrpSpPr>
                <p:grpSpPr bwMode="auto">
                  <a:xfrm>
                    <a:off x="247" y="797"/>
                    <a:ext cx="1301" cy="1350"/>
                    <a:chOff x="714" y="1188"/>
                    <a:chExt cx="1769" cy="1860"/>
                  </a:xfrm>
                </p:grpSpPr>
                <p:sp>
                  <p:nvSpPr>
                    <p:cNvPr id="15" name="Rectangle 5">
                      <a:extLst>
                        <a:ext uri="{FF2B5EF4-FFF2-40B4-BE49-F238E27FC236}">
                          <a16:creationId xmlns:a16="http://schemas.microsoft.com/office/drawing/2014/main" id="{21C2EF4B-16E6-45F0-A72A-FFCFD64E24FA}"/>
                        </a:ext>
                      </a:extLst>
                    </p:cNvPr>
                    <p:cNvSpPr>
                      <a:spLocks noChangeArrowheads="1"/>
                    </p:cNvSpPr>
                    <p:nvPr/>
                  </p:nvSpPr>
                  <p:spPr bwMode="auto">
                    <a:xfrm>
                      <a:off x="714"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 name="Oval 6">
                      <a:extLst>
                        <a:ext uri="{FF2B5EF4-FFF2-40B4-BE49-F238E27FC236}">
                          <a16:creationId xmlns:a16="http://schemas.microsoft.com/office/drawing/2014/main" id="{49EE8A2A-73B5-40E9-B34B-1A6B430D7451}"/>
                        </a:ext>
                      </a:extLst>
                    </p:cNvPr>
                    <p:cNvSpPr>
                      <a:spLocks noChangeArrowheads="1"/>
                    </p:cNvSpPr>
                    <p:nvPr/>
                  </p:nvSpPr>
                  <p:spPr bwMode="auto">
                    <a:xfrm>
                      <a:off x="941"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 name="Line 7">
                      <a:extLst>
                        <a:ext uri="{FF2B5EF4-FFF2-40B4-BE49-F238E27FC236}">
                          <a16:creationId xmlns:a16="http://schemas.microsoft.com/office/drawing/2014/main" id="{BD787D62-5ADB-4128-86E3-0421923ED7DD}"/>
                        </a:ext>
                      </a:extLst>
                    </p:cNvPr>
                    <p:cNvSpPr>
                      <a:spLocks noChangeShapeType="1"/>
                    </p:cNvSpPr>
                    <p:nvPr/>
                  </p:nvSpPr>
                  <p:spPr bwMode="auto">
                    <a:xfrm flipV="1">
                      <a:off x="1032"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8">
                      <a:extLst>
                        <a:ext uri="{FF2B5EF4-FFF2-40B4-BE49-F238E27FC236}">
                          <a16:creationId xmlns:a16="http://schemas.microsoft.com/office/drawing/2014/main" id="{542ED4BF-2CC9-4A50-814F-9963F55C1135}"/>
                        </a:ext>
                      </a:extLst>
                    </p:cNvPr>
                    <p:cNvSpPr>
                      <a:spLocks noChangeShapeType="1"/>
                    </p:cNvSpPr>
                    <p:nvPr/>
                  </p:nvSpPr>
                  <p:spPr bwMode="auto">
                    <a:xfrm>
                      <a:off x="851" y="2322"/>
                      <a:ext cx="1" cy="7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9">
                      <a:extLst>
                        <a:ext uri="{FF2B5EF4-FFF2-40B4-BE49-F238E27FC236}">
                          <a16:creationId xmlns:a16="http://schemas.microsoft.com/office/drawing/2014/main" id="{30E035A6-24CE-49CB-9952-FB6A8948BBA2}"/>
                        </a:ext>
                      </a:extLst>
                    </p:cNvPr>
                    <p:cNvSpPr>
                      <a:spLocks noChangeShapeType="1"/>
                    </p:cNvSpPr>
                    <p:nvPr/>
                  </p:nvSpPr>
                  <p:spPr bwMode="auto">
                    <a:xfrm>
                      <a:off x="1213"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10">
                      <a:extLst>
                        <a:ext uri="{FF2B5EF4-FFF2-40B4-BE49-F238E27FC236}">
                          <a16:creationId xmlns:a16="http://schemas.microsoft.com/office/drawing/2014/main" id="{67482422-005F-4753-AB89-55B0F0DC2191}"/>
                        </a:ext>
                      </a:extLst>
                    </p:cNvPr>
                    <p:cNvSpPr>
                      <a:spLocks noChangeArrowheads="1"/>
                    </p:cNvSpPr>
                    <p:nvPr/>
                  </p:nvSpPr>
                  <p:spPr bwMode="auto">
                    <a:xfrm>
                      <a:off x="1848"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1" name="Oval 11">
                      <a:extLst>
                        <a:ext uri="{FF2B5EF4-FFF2-40B4-BE49-F238E27FC236}">
                          <a16:creationId xmlns:a16="http://schemas.microsoft.com/office/drawing/2014/main" id="{CDDC3B95-99C6-4141-B02C-1648C23DFC2D}"/>
                        </a:ext>
                      </a:extLst>
                    </p:cNvPr>
                    <p:cNvSpPr>
                      <a:spLocks noChangeArrowheads="1"/>
                    </p:cNvSpPr>
                    <p:nvPr/>
                  </p:nvSpPr>
                  <p:spPr bwMode="auto">
                    <a:xfrm>
                      <a:off x="2075"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Line 12">
                      <a:extLst>
                        <a:ext uri="{FF2B5EF4-FFF2-40B4-BE49-F238E27FC236}">
                          <a16:creationId xmlns:a16="http://schemas.microsoft.com/office/drawing/2014/main" id="{E40DD57B-7EFF-4FF6-8C2D-F1FCE76B717A}"/>
                        </a:ext>
                      </a:extLst>
                    </p:cNvPr>
                    <p:cNvSpPr>
                      <a:spLocks noChangeShapeType="1"/>
                    </p:cNvSpPr>
                    <p:nvPr/>
                  </p:nvSpPr>
                  <p:spPr bwMode="auto">
                    <a:xfrm flipV="1">
                      <a:off x="2166"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13">
                      <a:extLst>
                        <a:ext uri="{FF2B5EF4-FFF2-40B4-BE49-F238E27FC236}">
                          <a16:creationId xmlns:a16="http://schemas.microsoft.com/office/drawing/2014/main" id="{E1170C48-B78C-4F8C-BD32-38BFD70C4B66}"/>
                        </a:ext>
                      </a:extLst>
                    </p:cNvPr>
                    <p:cNvSpPr>
                      <a:spLocks noChangeShapeType="1"/>
                    </p:cNvSpPr>
                    <p:nvPr/>
                  </p:nvSpPr>
                  <p:spPr bwMode="auto">
                    <a:xfrm flipH="1">
                      <a:off x="1984" y="2322"/>
                      <a:ext cx="1" cy="22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14">
                      <a:extLst>
                        <a:ext uri="{FF2B5EF4-FFF2-40B4-BE49-F238E27FC236}">
                          <a16:creationId xmlns:a16="http://schemas.microsoft.com/office/drawing/2014/main" id="{EE35875E-FB4C-4825-B8F6-2DE93410CE2D}"/>
                        </a:ext>
                      </a:extLst>
                    </p:cNvPr>
                    <p:cNvSpPr>
                      <a:spLocks noChangeShapeType="1"/>
                    </p:cNvSpPr>
                    <p:nvPr/>
                  </p:nvSpPr>
                  <p:spPr bwMode="auto">
                    <a:xfrm>
                      <a:off x="2347"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15">
                      <a:extLst>
                        <a:ext uri="{FF2B5EF4-FFF2-40B4-BE49-F238E27FC236}">
                          <a16:creationId xmlns:a16="http://schemas.microsoft.com/office/drawing/2014/main" id="{B91A4662-44C5-4C64-8CD5-888EB373D18E}"/>
                        </a:ext>
                      </a:extLst>
                    </p:cNvPr>
                    <p:cNvSpPr>
                      <a:spLocks noChangeShapeType="1"/>
                    </p:cNvSpPr>
                    <p:nvPr/>
                  </p:nvSpPr>
                  <p:spPr bwMode="auto">
                    <a:xfrm>
                      <a:off x="1984" y="2549"/>
                      <a:ext cx="1" cy="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16">
                      <a:extLst>
                        <a:ext uri="{FF2B5EF4-FFF2-40B4-BE49-F238E27FC236}">
                          <a16:creationId xmlns:a16="http://schemas.microsoft.com/office/drawing/2014/main" id="{A63D1E93-4A4E-47EF-A947-8C3AAD1E868E}"/>
                        </a:ext>
                      </a:extLst>
                    </p:cNvPr>
                    <p:cNvSpPr>
                      <a:spLocks noChangeShapeType="1"/>
                    </p:cNvSpPr>
                    <p:nvPr/>
                  </p:nvSpPr>
                  <p:spPr bwMode="auto">
                    <a:xfrm>
                      <a:off x="1032"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17">
                      <a:extLst>
                        <a:ext uri="{FF2B5EF4-FFF2-40B4-BE49-F238E27FC236}">
                          <a16:creationId xmlns:a16="http://schemas.microsoft.com/office/drawing/2014/main" id="{19D2A29D-1339-4C8B-A5E4-B6FB176F2998}"/>
                        </a:ext>
                      </a:extLst>
                    </p:cNvPr>
                    <p:cNvSpPr>
                      <a:spLocks noChangeShapeType="1"/>
                    </p:cNvSpPr>
                    <p:nvPr/>
                  </p:nvSpPr>
                  <p:spPr bwMode="auto">
                    <a:xfrm>
                      <a:off x="1304"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18">
                      <a:extLst>
                        <a:ext uri="{FF2B5EF4-FFF2-40B4-BE49-F238E27FC236}">
                          <a16:creationId xmlns:a16="http://schemas.microsoft.com/office/drawing/2014/main" id="{B8F9D91E-E563-4F60-BBF9-F9B43BEE1495}"/>
                        </a:ext>
                      </a:extLst>
                    </p:cNvPr>
                    <p:cNvSpPr>
                      <a:spLocks noChangeShapeType="1"/>
                    </p:cNvSpPr>
                    <p:nvPr/>
                  </p:nvSpPr>
                  <p:spPr bwMode="auto">
                    <a:xfrm flipH="1">
                      <a:off x="1894"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19">
                      <a:extLst>
                        <a:ext uri="{FF2B5EF4-FFF2-40B4-BE49-F238E27FC236}">
                          <a16:creationId xmlns:a16="http://schemas.microsoft.com/office/drawing/2014/main" id="{5F6195EE-D11B-4236-9D2D-2AAE18458B5C}"/>
                        </a:ext>
                      </a:extLst>
                    </p:cNvPr>
                    <p:cNvSpPr>
                      <a:spLocks noChangeShapeType="1"/>
                    </p:cNvSpPr>
                    <p:nvPr/>
                  </p:nvSpPr>
                  <p:spPr bwMode="auto">
                    <a:xfrm flipH="1">
                      <a:off x="1395"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20">
                      <a:extLst>
                        <a:ext uri="{FF2B5EF4-FFF2-40B4-BE49-F238E27FC236}">
                          <a16:creationId xmlns:a16="http://schemas.microsoft.com/office/drawing/2014/main" id="{DB50842C-3022-4D58-8B0A-41B18A389D5D}"/>
                        </a:ext>
                      </a:extLst>
                    </p:cNvPr>
                    <p:cNvSpPr>
                      <a:spLocks noChangeShapeType="1"/>
                    </p:cNvSpPr>
                    <p:nvPr/>
                  </p:nvSpPr>
                  <p:spPr bwMode="auto">
                    <a:xfrm>
                      <a:off x="1803" y="2685"/>
                      <a:ext cx="181"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21">
                      <a:extLst>
                        <a:ext uri="{FF2B5EF4-FFF2-40B4-BE49-F238E27FC236}">
                          <a16:creationId xmlns:a16="http://schemas.microsoft.com/office/drawing/2014/main" id="{B5CC9B0F-509A-4B3C-B7F1-F242405EE3F3}"/>
                        </a:ext>
                      </a:extLst>
                    </p:cNvPr>
                    <p:cNvSpPr>
                      <a:spLocks noChangeShapeType="1"/>
                    </p:cNvSpPr>
                    <p:nvPr/>
                  </p:nvSpPr>
                  <p:spPr bwMode="auto">
                    <a:xfrm flipV="1">
                      <a:off x="1984" y="2594"/>
                      <a:ext cx="1"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22">
                      <a:extLst>
                        <a:ext uri="{FF2B5EF4-FFF2-40B4-BE49-F238E27FC236}">
                          <a16:creationId xmlns:a16="http://schemas.microsoft.com/office/drawing/2014/main" id="{E0D19C31-33E2-43F0-8D8B-29F0607EA2DD}"/>
                        </a:ext>
                      </a:extLst>
                    </p:cNvPr>
                    <p:cNvSpPr>
                      <a:spLocks noChangeShapeType="1"/>
                    </p:cNvSpPr>
                    <p:nvPr/>
                  </p:nvSpPr>
                  <p:spPr bwMode="auto">
                    <a:xfrm flipH="1">
                      <a:off x="1213" y="2685"/>
                      <a:ext cx="18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23">
                      <a:extLst>
                        <a:ext uri="{FF2B5EF4-FFF2-40B4-BE49-F238E27FC236}">
                          <a16:creationId xmlns:a16="http://schemas.microsoft.com/office/drawing/2014/main" id="{CDCE71A4-C6BD-4234-815E-1C497FFB28F9}"/>
                        </a:ext>
                      </a:extLst>
                    </p:cNvPr>
                    <p:cNvSpPr>
                      <a:spLocks noChangeShapeType="1"/>
                    </p:cNvSpPr>
                    <p:nvPr/>
                  </p:nvSpPr>
                  <p:spPr bwMode="auto">
                    <a:xfrm flipV="1">
                      <a:off x="1213" y="2549"/>
                      <a:ext cx="1"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24">
                      <a:extLst>
                        <a:ext uri="{FF2B5EF4-FFF2-40B4-BE49-F238E27FC236}">
                          <a16:creationId xmlns:a16="http://schemas.microsoft.com/office/drawing/2014/main" id="{0E4623FC-DBCB-42BB-AAAB-DE2FD821F432}"/>
                        </a:ext>
                      </a:extLst>
                    </p:cNvPr>
                    <p:cNvSpPr>
                      <a:spLocks noChangeShapeType="1"/>
                    </p:cNvSpPr>
                    <p:nvPr/>
                  </p:nvSpPr>
                  <p:spPr bwMode="auto">
                    <a:xfrm>
                      <a:off x="2347" y="2594"/>
                      <a:ext cx="1" cy="4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 name="Text Box 25">
                    <a:extLst>
                      <a:ext uri="{FF2B5EF4-FFF2-40B4-BE49-F238E27FC236}">
                        <a16:creationId xmlns:a16="http://schemas.microsoft.com/office/drawing/2014/main" id="{D2318321-8446-4206-8D52-6026CDDC73CD}"/>
                      </a:ext>
                    </a:extLst>
                  </p:cNvPr>
                  <p:cNvSpPr txBox="1">
                    <a:spLocks noChangeArrowheads="1"/>
                  </p:cNvSpPr>
                  <p:nvPr/>
                </p:nvSpPr>
                <p:spPr bwMode="auto">
                  <a:xfrm>
                    <a:off x="182" y="2152"/>
                    <a:ext cx="267" cy="330"/>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0" name="Text Box 26">
                    <a:extLst>
                      <a:ext uri="{FF2B5EF4-FFF2-40B4-BE49-F238E27FC236}">
                        <a16:creationId xmlns:a16="http://schemas.microsoft.com/office/drawing/2014/main" id="{1730C42C-60E1-463C-8784-709187375241}"/>
                      </a:ext>
                    </a:extLst>
                  </p:cNvPr>
                  <p:cNvSpPr txBox="1">
                    <a:spLocks noChangeArrowheads="1"/>
                  </p:cNvSpPr>
                  <p:nvPr/>
                </p:nvSpPr>
                <p:spPr bwMode="auto">
                  <a:xfrm>
                    <a:off x="1316" y="2130"/>
                    <a:ext cx="285"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1" name="Text Box 27">
                    <a:extLst>
                      <a:ext uri="{FF2B5EF4-FFF2-40B4-BE49-F238E27FC236}">
                        <a16:creationId xmlns:a16="http://schemas.microsoft.com/office/drawing/2014/main" id="{D8F0B9BA-BD72-4C4D-A35F-228C8FBE5992}"/>
                      </a:ext>
                    </a:extLst>
                  </p:cNvPr>
                  <p:cNvSpPr txBox="1">
                    <a:spLocks noChangeArrowheads="1"/>
                  </p:cNvSpPr>
                  <p:nvPr/>
                </p:nvSpPr>
                <p:spPr bwMode="auto">
                  <a:xfrm>
                    <a:off x="1220" y="502"/>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12" name="Group 28">
                    <a:extLst>
                      <a:ext uri="{FF2B5EF4-FFF2-40B4-BE49-F238E27FC236}">
                        <a16:creationId xmlns:a16="http://schemas.microsoft.com/office/drawing/2014/main" id="{D30D9E8D-8024-413A-8E7E-1DA1DF99DD61}"/>
                      </a:ext>
                    </a:extLst>
                  </p:cNvPr>
                  <p:cNvGrpSpPr>
                    <a:grpSpLocks/>
                  </p:cNvGrpSpPr>
                  <p:nvPr/>
                </p:nvGrpSpPr>
                <p:grpSpPr bwMode="auto">
                  <a:xfrm>
                    <a:off x="331" y="477"/>
                    <a:ext cx="290" cy="327"/>
                    <a:chOff x="527" y="879"/>
                    <a:chExt cx="290" cy="327"/>
                  </a:xfrm>
                </p:grpSpPr>
                <p:sp>
                  <p:nvSpPr>
                    <p:cNvPr id="13" name="Text Box 29">
                      <a:extLst>
                        <a:ext uri="{FF2B5EF4-FFF2-40B4-BE49-F238E27FC236}">
                          <a16:creationId xmlns:a16="http://schemas.microsoft.com/office/drawing/2014/main" id="{E1C54380-841A-4C4F-979F-0E51AEDAE20A}"/>
                        </a:ext>
                      </a:extLst>
                    </p:cNvPr>
                    <p:cNvSpPr txBox="1">
                      <a:spLocks noChangeArrowheads="1"/>
                    </p:cNvSpPr>
                    <p:nvPr/>
                  </p:nvSpPr>
                  <p:spPr bwMode="auto">
                    <a:xfrm>
                      <a:off x="527" y="879"/>
                      <a:ext cx="290"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4" name="Line 30">
                      <a:extLst>
                        <a:ext uri="{FF2B5EF4-FFF2-40B4-BE49-F238E27FC236}">
                          <a16:creationId xmlns:a16="http://schemas.microsoft.com/office/drawing/2014/main" id="{45785605-B567-4937-9D17-C99D1A7E0A6C}"/>
                        </a:ext>
                      </a:extLst>
                    </p:cNvPr>
                    <p:cNvSpPr>
                      <a:spLocks noChangeShapeType="1"/>
                    </p:cNvSpPr>
                    <p:nvPr/>
                  </p:nvSpPr>
                  <p:spPr bwMode="auto">
                    <a:xfrm>
                      <a:off x="587" y="924"/>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 name="Line 103">
                  <a:extLst>
                    <a:ext uri="{FF2B5EF4-FFF2-40B4-BE49-F238E27FC236}">
                      <a16:creationId xmlns:a16="http://schemas.microsoft.com/office/drawing/2014/main" id="{D04456CA-0136-4D0E-AC65-98F85C0148F0}"/>
                    </a:ext>
                  </a:extLst>
                </p:cNvPr>
                <p:cNvSpPr>
                  <a:spLocks noChangeShapeType="1"/>
                </p:cNvSpPr>
                <p:nvPr/>
              </p:nvSpPr>
              <p:spPr bwMode="auto">
                <a:xfrm>
                  <a:off x="2173288" y="40373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77" name="Line 103">
                <a:extLst>
                  <a:ext uri="{FF2B5EF4-FFF2-40B4-BE49-F238E27FC236}">
                    <a16:creationId xmlns:a16="http://schemas.microsoft.com/office/drawing/2014/main" id="{D04456CA-0136-4D0E-AC65-98F85C0148F0}"/>
                  </a:ext>
                </a:extLst>
              </p:cNvPr>
              <p:cNvSpPr>
                <a:spLocks noChangeShapeType="1"/>
              </p:cNvSpPr>
              <p:nvPr/>
            </p:nvSpPr>
            <p:spPr bwMode="auto">
              <a:xfrm>
                <a:off x="359728" y="406781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80"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61442" y="100534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81"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41202" y="163018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87"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61442" y="166066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88" name="组合 87"/>
          <p:cNvGrpSpPr/>
          <p:nvPr/>
        </p:nvGrpSpPr>
        <p:grpSpPr>
          <a:xfrm>
            <a:off x="2636520" y="2160267"/>
            <a:ext cx="1772376" cy="1169551"/>
            <a:chOff x="2590800" y="1337307"/>
            <a:chExt cx="1772376" cy="1169551"/>
          </a:xfrm>
        </p:grpSpPr>
        <p:grpSp>
          <p:nvGrpSpPr>
            <p:cNvPr id="89" name="组合 47"/>
            <p:cNvGrpSpPr/>
            <p:nvPr/>
          </p:nvGrpSpPr>
          <p:grpSpPr>
            <a:xfrm>
              <a:off x="2590800" y="1337307"/>
              <a:ext cx="1772376" cy="1169551"/>
              <a:chOff x="2590800" y="1337307"/>
              <a:chExt cx="1772376" cy="1169551"/>
            </a:xfrm>
          </p:grpSpPr>
          <p:grpSp>
            <p:nvGrpSpPr>
              <p:cNvPr id="92" name="组合 44"/>
              <p:cNvGrpSpPr/>
              <p:nvPr/>
            </p:nvGrpSpPr>
            <p:grpSpPr>
              <a:xfrm>
                <a:off x="3291840" y="1337307"/>
                <a:ext cx="1071336" cy="1169551"/>
                <a:chOff x="2804160" y="1322067"/>
                <a:chExt cx="1071336" cy="1169551"/>
              </a:xfrm>
            </p:grpSpPr>
            <p:sp>
              <p:nvSpPr>
                <p:cNvPr id="94" name="Text Box 32">
                  <a:extLst>
                    <a:ext uri="{FF2B5EF4-FFF2-40B4-BE49-F238E27FC236}">
                      <a16:creationId xmlns:a16="http://schemas.microsoft.com/office/drawing/2014/main" id="{45BEC76A-E341-4233-B686-745B8B8CE869}"/>
                    </a:ext>
                  </a:extLst>
                </p:cNvPr>
                <p:cNvSpPr txBox="1">
                  <a:spLocks noChangeArrowheads="1"/>
                </p:cNvSpPr>
                <p:nvPr/>
              </p:nvSpPr>
              <p:spPr bwMode="auto">
                <a:xfrm>
                  <a:off x="2994433" y="1322067"/>
                  <a:ext cx="881063" cy="116955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S=0</a:t>
                  </a:r>
                </a:p>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b="0" dirty="0">
                      <a:ln>
                        <a:solidFill>
                          <a:schemeClr val="tx1"/>
                        </a:solidFill>
                      </a:ln>
                    </a:rPr>
                    <a:t>R=1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左大括号 94"/>
                <p:cNvSpPr/>
                <p:nvPr/>
              </p:nvSpPr>
              <p:spPr bwMode="auto">
                <a:xfrm>
                  <a:off x="2804160" y="1493520"/>
                  <a:ext cx="213360" cy="853440"/>
                </a:xfrm>
                <a:prstGeom prst="leftBrac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grpSp>
          <p:sp>
            <p:nvSpPr>
              <p:cNvPr id="93" name="TextBox 92"/>
              <p:cNvSpPr txBox="1"/>
              <p:nvPr/>
            </p:nvSpPr>
            <p:spPr bwMode="auto">
              <a:xfrm>
                <a:off x="2590800" y="1615440"/>
                <a:ext cx="563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Times New Roman" panose="02020603050405020304" pitchFamily="18" charset="0"/>
                  </a:rPr>
                  <a:t>(2)</a:t>
                </a:r>
                <a:endParaRPr lang="zh-CN" altLang="en-US" sz="2800" dirty="0">
                  <a:solidFill>
                    <a:schemeClr val="tx1"/>
                  </a:solidFill>
                  <a:latin typeface="Times New Roman" panose="02020603050405020304" pitchFamily="18" charset="0"/>
                </a:endParaRPr>
              </a:p>
            </p:txBody>
          </p:sp>
        </p:grpSp>
        <p:sp>
          <p:nvSpPr>
            <p:cNvPr id="90"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143129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20561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6"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56442" y="219406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02"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61442" y="222454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03"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56442" y="278842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08"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46202" y="278842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109" name="组合 108"/>
          <p:cNvGrpSpPr/>
          <p:nvPr/>
        </p:nvGrpSpPr>
        <p:grpSpPr>
          <a:xfrm>
            <a:off x="2651760" y="3303267"/>
            <a:ext cx="1772376" cy="1169551"/>
            <a:chOff x="2590800" y="1337307"/>
            <a:chExt cx="1772376" cy="1169551"/>
          </a:xfrm>
        </p:grpSpPr>
        <p:grpSp>
          <p:nvGrpSpPr>
            <p:cNvPr id="110" name="组合 47"/>
            <p:cNvGrpSpPr/>
            <p:nvPr/>
          </p:nvGrpSpPr>
          <p:grpSpPr>
            <a:xfrm>
              <a:off x="2590800" y="1337307"/>
              <a:ext cx="1772376" cy="1169551"/>
              <a:chOff x="2590800" y="1337307"/>
              <a:chExt cx="1772376" cy="1169551"/>
            </a:xfrm>
          </p:grpSpPr>
          <p:grpSp>
            <p:nvGrpSpPr>
              <p:cNvPr id="113" name="组合 44"/>
              <p:cNvGrpSpPr/>
              <p:nvPr/>
            </p:nvGrpSpPr>
            <p:grpSpPr>
              <a:xfrm>
                <a:off x="3291840" y="1337307"/>
                <a:ext cx="1071336" cy="1169551"/>
                <a:chOff x="2804160" y="1322067"/>
                <a:chExt cx="1071336" cy="1169551"/>
              </a:xfrm>
            </p:grpSpPr>
            <p:sp>
              <p:nvSpPr>
                <p:cNvPr id="115" name="Text Box 32">
                  <a:extLst>
                    <a:ext uri="{FF2B5EF4-FFF2-40B4-BE49-F238E27FC236}">
                      <a16:creationId xmlns:a16="http://schemas.microsoft.com/office/drawing/2014/main" id="{45BEC76A-E341-4233-B686-745B8B8CE869}"/>
                    </a:ext>
                  </a:extLst>
                </p:cNvPr>
                <p:cNvSpPr txBox="1">
                  <a:spLocks noChangeArrowheads="1"/>
                </p:cNvSpPr>
                <p:nvPr/>
              </p:nvSpPr>
              <p:spPr bwMode="auto">
                <a:xfrm>
                  <a:off x="2994433" y="1322067"/>
                  <a:ext cx="881063" cy="116955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S=1</a:t>
                  </a:r>
                </a:p>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b="0" dirty="0">
                      <a:ln>
                        <a:solidFill>
                          <a:schemeClr val="tx1"/>
                        </a:solidFill>
                      </a:ln>
                    </a:rPr>
                    <a:t>R=0</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6" name="左大括号 115"/>
                <p:cNvSpPr/>
                <p:nvPr/>
              </p:nvSpPr>
              <p:spPr bwMode="auto">
                <a:xfrm>
                  <a:off x="2804160" y="1493520"/>
                  <a:ext cx="213360" cy="853440"/>
                </a:xfrm>
                <a:prstGeom prst="leftBrac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grpSp>
          <p:sp>
            <p:nvSpPr>
              <p:cNvPr id="114" name="TextBox 113"/>
              <p:cNvSpPr txBox="1"/>
              <p:nvPr/>
            </p:nvSpPr>
            <p:spPr bwMode="auto">
              <a:xfrm>
                <a:off x="2590800" y="1615440"/>
                <a:ext cx="563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Times New Roman" panose="02020603050405020304" pitchFamily="18" charset="0"/>
                  </a:rPr>
                  <a:t>(3)</a:t>
                </a:r>
                <a:endParaRPr lang="zh-CN" altLang="en-US" sz="2800" dirty="0">
                  <a:solidFill>
                    <a:schemeClr val="tx1"/>
                  </a:solidFill>
                  <a:latin typeface="Times New Roman" panose="02020603050405020304" pitchFamily="18" charset="0"/>
                </a:endParaRPr>
              </a:p>
            </p:txBody>
          </p:sp>
        </p:grpSp>
        <p:sp>
          <p:nvSpPr>
            <p:cNvPr id="111"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143129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20561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17"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41202" y="329134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22"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30962" y="332182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23"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4325962" y="391618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31" name="TextBox 130"/>
          <p:cNvSpPr txBox="1"/>
          <p:nvPr/>
        </p:nvSpPr>
        <p:spPr bwMode="auto">
          <a:xfrm>
            <a:off x="8122920" y="1158240"/>
            <a:ext cx="9296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400" dirty="0">
                <a:solidFill>
                  <a:schemeClr val="tx1"/>
                </a:solidFill>
                <a:latin typeface="黑体" pitchFamily="49" charset="-122"/>
                <a:ea typeface="黑体" pitchFamily="49" charset="-122"/>
              </a:rPr>
              <a:t>保持状态</a:t>
            </a:r>
          </a:p>
        </p:txBody>
      </p:sp>
      <p:sp>
        <p:nvSpPr>
          <p:cNvPr id="132" name="TextBox 131"/>
          <p:cNvSpPr txBox="1"/>
          <p:nvPr/>
        </p:nvSpPr>
        <p:spPr bwMode="auto">
          <a:xfrm>
            <a:off x="8077200" y="2331720"/>
            <a:ext cx="11887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400" dirty="0">
                <a:solidFill>
                  <a:schemeClr val="tx1"/>
                </a:solidFill>
                <a:latin typeface="黑体" pitchFamily="49" charset="-122"/>
                <a:ea typeface="黑体" pitchFamily="49" charset="-122"/>
              </a:rPr>
              <a:t>置“</a:t>
            </a:r>
            <a:r>
              <a:rPr lang="en-US" altLang="zh-CN" sz="2400" dirty="0">
                <a:solidFill>
                  <a:schemeClr val="tx1"/>
                </a:solidFill>
                <a:latin typeface="黑体" pitchFamily="49" charset="-122"/>
                <a:ea typeface="黑体" pitchFamily="49" charset="-122"/>
              </a:rPr>
              <a:t>1</a:t>
            </a:r>
            <a:r>
              <a:rPr lang="zh-CN" altLang="en-US" sz="2400" dirty="0">
                <a:solidFill>
                  <a:schemeClr val="tx1"/>
                </a:solidFill>
                <a:latin typeface="黑体" pitchFamily="49" charset="-122"/>
                <a:ea typeface="黑体" pitchFamily="49" charset="-122"/>
              </a:rPr>
              <a:t>”</a:t>
            </a:r>
            <a:r>
              <a:rPr lang="en-US" altLang="zh-CN" sz="2400" dirty="0">
                <a:solidFill>
                  <a:schemeClr val="tx1"/>
                </a:solidFill>
                <a:latin typeface="黑体" pitchFamily="49" charset="-122"/>
                <a:ea typeface="黑体" pitchFamily="49" charset="-122"/>
              </a:rPr>
              <a:t> </a:t>
            </a:r>
            <a:r>
              <a:rPr lang="zh-CN" altLang="en-US" sz="2400" dirty="0">
                <a:solidFill>
                  <a:schemeClr val="tx1"/>
                </a:solidFill>
                <a:latin typeface="黑体" pitchFamily="49" charset="-122"/>
                <a:ea typeface="黑体" pitchFamily="49" charset="-122"/>
              </a:rPr>
              <a:t>状态</a:t>
            </a:r>
          </a:p>
        </p:txBody>
      </p:sp>
      <p:sp>
        <p:nvSpPr>
          <p:cNvPr id="140"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6230962" y="3931422"/>
            <a:ext cx="210531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41" name="TextBox 140"/>
          <p:cNvSpPr txBox="1"/>
          <p:nvPr/>
        </p:nvSpPr>
        <p:spPr bwMode="auto">
          <a:xfrm>
            <a:off x="8046720" y="3429000"/>
            <a:ext cx="11887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400" dirty="0">
                <a:solidFill>
                  <a:schemeClr val="tx1"/>
                </a:solidFill>
                <a:latin typeface="黑体" pitchFamily="49" charset="-122"/>
                <a:ea typeface="黑体" pitchFamily="49" charset="-122"/>
              </a:rPr>
              <a:t>置“</a:t>
            </a:r>
            <a:r>
              <a:rPr lang="en-US" altLang="zh-CN" sz="2400" dirty="0">
                <a:solidFill>
                  <a:schemeClr val="tx1"/>
                </a:solidFill>
                <a:latin typeface="黑体" pitchFamily="49" charset="-122"/>
                <a:ea typeface="黑体" pitchFamily="49" charset="-122"/>
              </a:rPr>
              <a:t>0</a:t>
            </a:r>
            <a:r>
              <a:rPr lang="zh-CN" altLang="en-US" sz="2400" dirty="0">
                <a:solidFill>
                  <a:schemeClr val="tx1"/>
                </a:solidFill>
                <a:latin typeface="黑体" pitchFamily="49" charset="-122"/>
                <a:ea typeface="黑体" pitchFamily="49" charset="-122"/>
              </a:rPr>
              <a:t>”</a:t>
            </a:r>
            <a:r>
              <a:rPr lang="en-US" altLang="zh-CN" sz="2400" dirty="0">
                <a:solidFill>
                  <a:schemeClr val="tx1"/>
                </a:solidFill>
                <a:latin typeface="黑体" pitchFamily="49" charset="-122"/>
                <a:ea typeface="黑体" pitchFamily="49" charset="-122"/>
              </a:rPr>
              <a:t> </a:t>
            </a:r>
            <a:r>
              <a:rPr lang="zh-CN" altLang="en-US" sz="2400" dirty="0">
                <a:solidFill>
                  <a:schemeClr val="tx1"/>
                </a:solidFill>
                <a:latin typeface="黑体" pitchFamily="49" charset="-122"/>
                <a:ea typeface="黑体" pitchFamily="49" charset="-122"/>
              </a:rPr>
              <a:t>状态</a:t>
            </a:r>
          </a:p>
        </p:txBody>
      </p:sp>
      <p:grpSp>
        <p:nvGrpSpPr>
          <p:cNvPr id="142" name="组合 141"/>
          <p:cNvGrpSpPr/>
          <p:nvPr/>
        </p:nvGrpSpPr>
        <p:grpSpPr>
          <a:xfrm>
            <a:off x="518160" y="4648200"/>
            <a:ext cx="1763742" cy="961938"/>
            <a:chOff x="2590800" y="1508760"/>
            <a:chExt cx="1763742" cy="961938"/>
          </a:xfrm>
        </p:grpSpPr>
        <p:grpSp>
          <p:nvGrpSpPr>
            <p:cNvPr id="143" name="组合 47"/>
            <p:cNvGrpSpPr/>
            <p:nvPr/>
          </p:nvGrpSpPr>
          <p:grpSpPr>
            <a:xfrm>
              <a:off x="2590800" y="1508760"/>
              <a:ext cx="1763742" cy="961938"/>
              <a:chOff x="2590800" y="1508760"/>
              <a:chExt cx="1763742" cy="961938"/>
            </a:xfrm>
          </p:grpSpPr>
          <p:grpSp>
            <p:nvGrpSpPr>
              <p:cNvPr id="146" name="组合 44"/>
              <p:cNvGrpSpPr/>
              <p:nvPr/>
            </p:nvGrpSpPr>
            <p:grpSpPr>
              <a:xfrm>
                <a:off x="3291840" y="1508760"/>
                <a:ext cx="1062702" cy="961938"/>
                <a:chOff x="2804160" y="1493520"/>
                <a:chExt cx="1062702" cy="961938"/>
              </a:xfrm>
            </p:grpSpPr>
            <p:sp>
              <p:nvSpPr>
                <p:cNvPr id="148" name="Text Box 32">
                  <a:extLst>
                    <a:ext uri="{FF2B5EF4-FFF2-40B4-BE49-F238E27FC236}">
                      <a16:creationId xmlns:a16="http://schemas.microsoft.com/office/drawing/2014/main" id="{45BEC76A-E341-4233-B686-745B8B8CE869}"/>
                    </a:ext>
                  </a:extLst>
                </p:cNvPr>
                <p:cNvSpPr txBox="1">
                  <a:spLocks noChangeArrowheads="1"/>
                </p:cNvSpPr>
                <p:nvPr/>
              </p:nvSpPr>
              <p:spPr bwMode="auto">
                <a:xfrm>
                  <a:off x="2985799" y="1501351"/>
                  <a:ext cx="881063" cy="95410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S=0</a:t>
                  </a:r>
                  <a:r>
                    <a:rPr lang="en-US" altLang="zh-CN" sz="2800" b="0" dirty="0">
                      <a:ln>
                        <a:solidFill>
                          <a:schemeClr val="tx1"/>
                        </a:solidFill>
                      </a:ln>
                    </a:rPr>
                    <a:t>R=0</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9" name="左大括号 148"/>
                <p:cNvSpPr/>
                <p:nvPr/>
              </p:nvSpPr>
              <p:spPr bwMode="auto">
                <a:xfrm>
                  <a:off x="2804160" y="1493520"/>
                  <a:ext cx="213360" cy="853440"/>
                </a:xfrm>
                <a:prstGeom prst="leftBrac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grpSp>
          <p:sp>
            <p:nvSpPr>
              <p:cNvPr id="147" name="TextBox 146"/>
              <p:cNvSpPr txBox="1"/>
              <p:nvPr/>
            </p:nvSpPr>
            <p:spPr bwMode="auto">
              <a:xfrm>
                <a:off x="2590800" y="1615440"/>
                <a:ext cx="563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Times New Roman" panose="02020603050405020304" pitchFamily="18" charset="0"/>
                  </a:rPr>
                  <a:t>(4)</a:t>
                </a:r>
                <a:endParaRPr lang="zh-CN" altLang="en-US" sz="2800" dirty="0">
                  <a:solidFill>
                    <a:schemeClr val="tx1"/>
                  </a:solidFill>
                  <a:latin typeface="Times New Roman" panose="02020603050405020304" pitchFamily="18" charset="0"/>
                </a:endParaRPr>
              </a:p>
            </p:txBody>
          </p:sp>
        </p:grpSp>
        <p:sp>
          <p:nvSpPr>
            <p:cNvPr id="144"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158496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5" name="Line 103">
              <a:extLst>
                <a:ext uri="{FF2B5EF4-FFF2-40B4-BE49-F238E27FC236}">
                  <a16:creationId xmlns:a16="http://schemas.microsoft.com/office/drawing/2014/main" id="{D04456CA-0136-4D0E-AC65-98F85C0148F0}"/>
                </a:ext>
              </a:extLst>
            </p:cNvPr>
            <p:cNvSpPr>
              <a:spLocks noChangeShapeType="1"/>
            </p:cNvSpPr>
            <p:nvPr/>
          </p:nvSpPr>
          <p:spPr bwMode="auto">
            <a:xfrm>
              <a:off x="3560128" y="20561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50"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2161882" y="446482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nvGrpSpPr>
          <p:cNvPr id="159" name="组合 158"/>
          <p:cNvGrpSpPr/>
          <p:nvPr/>
        </p:nvGrpSpPr>
        <p:grpSpPr>
          <a:xfrm>
            <a:off x="3840480" y="4480062"/>
            <a:ext cx="2849880" cy="523220"/>
            <a:chOff x="3931920" y="4876302"/>
            <a:chExt cx="2849880" cy="523220"/>
          </a:xfrm>
        </p:grpSpPr>
        <p:sp>
          <p:nvSpPr>
            <p:cNvPr id="157"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3931920" y="4876302"/>
              <a:ext cx="2849880"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lang="en-US" altLang="zh-CN" sz="2800" b="0" dirty="0">
                  <a:ln>
                    <a:solidFill>
                      <a:schemeClr val="tx1"/>
                    </a:solidFill>
                  </a:ln>
                </a:rPr>
                <a:t>=Q</a:t>
              </a:r>
              <a:r>
                <a:rPr lang="en-US" altLang="zh-CN" sz="2800" b="0" baseline="30000" dirty="0">
                  <a:ln>
                    <a:solidFill>
                      <a:schemeClr val="tx1"/>
                    </a:solidFill>
                  </a:ln>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58" name="Line 103">
              <a:extLst>
                <a:ext uri="{FF2B5EF4-FFF2-40B4-BE49-F238E27FC236}">
                  <a16:creationId xmlns:a16="http://schemas.microsoft.com/office/drawing/2014/main" id="{D04456CA-0136-4D0E-AC65-98F85C0148F0}"/>
                </a:ext>
              </a:extLst>
            </p:cNvPr>
            <p:cNvSpPr>
              <a:spLocks noChangeShapeType="1"/>
            </p:cNvSpPr>
            <p:nvPr/>
          </p:nvSpPr>
          <p:spPr bwMode="auto">
            <a:xfrm>
              <a:off x="5556568" y="49517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60"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2161882" y="5059182"/>
            <a:ext cx="1754798"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若：</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167" name="组合 166"/>
          <p:cNvGrpSpPr/>
          <p:nvPr/>
        </p:nvGrpSpPr>
        <p:grpSpPr>
          <a:xfrm>
            <a:off x="3794760" y="5043942"/>
            <a:ext cx="2849880" cy="523220"/>
            <a:chOff x="3931920" y="4876302"/>
            <a:chExt cx="2849880" cy="523220"/>
          </a:xfrm>
        </p:grpSpPr>
        <p:sp>
          <p:nvSpPr>
            <p:cNvPr id="168" name="Text Box 39">
              <a:extLst>
                <a:ext uri="{FF2B5EF4-FFF2-40B4-BE49-F238E27FC236}">
                  <a16:creationId xmlns:a16="http://schemas.microsoft.com/office/drawing/2014/main" id="{15660A71-F98C-4013-BE7C-E269AE39B148}"/>
                </a:ext>
              </a:extLst>
            </p:cNvPr>
            <p:cNvSpPr txBox="1">
              <a:spLocks noChangeArrowheads="1"/>
            </p:cNvSpPr>
            <p:nvPr/>
          </p:nvSpPr>
          <p:spPr bwMode="auto">
            <a:xfrm>
              <a:off x="3931920" y="4876302"/>
              <a:ext cx="2849880" cy="52322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zh-CN" altLang="en-US" sz="2800" b="0" dirty="0">
                  <a:ln>
                    <a:solidFill>
                      <a:schemeClr val="tx1"/>
                    </a:solidFill>
                  </a:ln>
                </a:rPr>
                <a:t>则：</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lang="en-US" altLang="zh-CN" sz="2800" b="0" dirty="0">
                  <a:ln>
                    <a:solidFill>
                      <a:schemeClr val="tx1"/>
                    </a:solidFill>
                  </a:ln>
                </a:rPr>
                <a:t>=Q</a:t>
              </a:r>
              <a:r>
                <a:rPr lang="en-US" altLang="zh-CN" sz="2800" b="0" baseline="30000" dirty="0">
                  <a:ln>
                    <a:solidFill>
                      <a:schemeClr val="tx1"/>
                    </a:solidFill>
                  </a:ln>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69" name="Line 103">
              <a:extLst>
                <a:ext uri="{FF2B5EF4-FFF2-40B4-BE49-F238E27FC236}">
                  <a16:creationId xmlns:a16="http://schemas.microsoft.com/office/drawing/2014/main" id="{D04456CA-0136-4D0E-AC65-98F85C0148F0}"/>
                </a:ext>
              </a:extLst>
            </p:cNvPr>
            <p:cNvSpPr>
              <a:spLocks noChangeShapeType="1"/>
            </p:cNvSpPr>
            <p:nvPr/>
          </p:nvSpPr>
          <p:spPr bwMode="auto">
            <a:xfrm>
              <a:off x="5556568" y="4951730"/>
              <a:ext cx="2238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70" name="TextBox 169"/>
          <p:cNvSpPr txBox="1"/>
          <p:nvPr/>
        </p:nvSpPr>
        <p:spPr bwMode="auto">
          <a:xfrm>
            <a:off x="6705600" y="4724400"/>
            <a:ext cx="9296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400" dirty="0">
                <a:solidFill>
                  <a:schemeClr val="tx1"/>
                </a:solidFill>
                <a:latin typeface="黑体" pitchFamily="49" charset="-122"/>
                <a:ea typeface="黑体" pitchFamily="49" charset="-122"/>
              </a:rPr>
              <a:t>不定状态</a:t>
            </a:r>
          </a:p>
        </p:txBody>
      </p:sp>
      <p:sp>
        <p:nvSpPr>
          <p:cNvPr id="171" name="Text Box 99">
            <a:extLst>
              <a:ext uri="{FF2B5EF4-FFF2-40B4-BE49-F238E27FC236}">
                <a16:creationId xmlns:a16="http://schemas.microsoft.com/office/drawing/2014/main" id="{47F317A3-B803-41FB-B016-DB54FABEB9F7}"/>
              </a:ext>
            </a:extLst>
          </p:cNvPr>
          <p:cNvSpPr txBox="1">
            <a:spLocks noChangeArrowheads="1"/>
          </p:cNvSpPr>
          <p:nvPr/>
        </p:nvSpPr>
        <p:spPr bwMode="auto">
          <a:xfrm>
            <a:off x="213360" y="5565636"/>
            <a:ext cx="8656319" cy="1200329"/>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accent6">
                      <a:lumMod val="60000"/>
                      <a:lumOff val="40000"/>
                    </a:schemeClr>
                  </a:solid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400" b="0" i="0" u="none" strike="noStrike" kern="1200" cap="none" spc="0" normalizeH="0" noProof="0" dirty="0">
                <a:ln>
                  <a:solidFill>
                    <a:schemeClr val="accent6">
                      <a:lumMod val="60000"/>
                      <a:lumOff val="40000"/>
                    </a:schemeClr>
                  </a:solid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zh-CN" altLang="en-US" sz="2400" i="0" u="none" strike="noStrike" kern="1200" cap="none" spc="0" normalizeH="0" noProof="0" dirty="0">
                <a:solidFill>
                  <a:srgbClr val="FF0000"/>
                </a:solidFill>
                <a:effectLst/>
                <a:uLnTx/>
                <a:uFillTx/>
                <a:latin typeface="黑体" pitchFamily="49" charset="-122"/>
                <a:ea typeface="黑体" pitchFamily="49" charset="-122"/>
              </a:rPr>
              <a:t>不定状态：</a:t>
            </a:r>
            <a:r>
              <a:rPr lang="zh-CN" altLang="en-US" sz="2400" dirty="0">
                <a:latin typeface="黑体" pitchFamily="49" charset="-122"/>
                <a:ea typeface="黑体" pitchFamily="49" charset="-122"/>
                <a:cs typeface="Times New Roman" pitchFamily="18" charset="0"/>
              </a:rPr>
              <a:t>触发器既不是</a:t>
            </a:r>
            <a:r>
              <a:rPr lang="en-US" altLang="zh-CN" sz="2400" dirty="0">
                <a:latin typeface="黑体" pitchFamily="49" charset="-122"/>
                <a:ea typeface="黑体" pitchFamily="49" charset="-122"/>
                <a:cs typeface="Times New Roman" pitchFamily="18" charset="0"/>
              </a:rPr>
              <a:t>1</a:t>
            </a:r>
            <a:r>
              <a:rPr lang="zh-CN" altLang="en-US" sz="2400" dirty="0">
                <a:latin typeface="黑体" pitchFamily="49" charset="-122"/>
                <a:ea typeface="黑体" pitchFamily="49" charset="-122"/>
                <a:cs typeface="Times New Roman" pitchFamily="18" charset="0"/>
              </a:rPr>
              <a:t>态，也不是</a:t>
            </a:r>
            <a:r>
              <a:rPr lang="en-US" altLang="zh-CN" sz="2400" dirty="0">
                <a:latin typeface="黑体" pitchFamily="49" charset="-122"/>
                <a:ea typeface="黑体" pitchFamily="49" charset="-122"/>
                <a:cs typeface="Times New Roman" pitchFamily="18" charset="0"/>
              </a:rPr>
              <a:t>0</a:t>
            </a:r>
            <a:r>
              <a:rPr lang="zh-CN" altLang="en-US" sz="2400" dirty="0">
                <a:latin typeface="黑体" pitchFamily="49" charset="-122"/>
                <a:ea typeface="黑体" pitchFamily="49" charset="-122"/>
                <a:cs typeface="Times New Roman" pitchFamily="18" charset="0"/>
              </a:rPr>
              <a:t>态，而且在</a:t>
            </a:r>
            <a:r>
              <a:rPr lang="en-US" altLang="zh-CN" sz="2400" dirty="0">
                <a:latin typeface="黑体" pitchFamily="49" charset="-122"/>
                <a:ea typeface="黑体" pitchFamily="49" charset="-122"/>
                <a:cs typeface="Times New Roman" pitchFamily="18" charset="0"/>
              </a:rPr>
              <a:t>S</a:t>
            </a:r>
            <a:r>
              <a:rPr lang="zh-CN" altLang="en-US" sz="2400" dirty="0">
                <a:latin typeface="黑体" pitchFamily="49" charset="-122"/>
                <a:ea typeface="黑体" pitchFamily="49" charset="-122"/>
                <a:cs typeface="Times New Roman" pitchFamily="18" charset="0"/>
              </a:rPr>
              <a:t>和</a:t>
            </a:r>
            <a:r>
              <a:rPr lang="en-US" altLang="zh-CN" sz="2400" dirty="0">
                <a:latin typeface="黑体" pitchFamily="49" charset="-122"/>
                <a:ea typeface="黑体" pitchFamily="49" charset="-122"/>
                <a:cs typeface="Times New Roman" pitchFamily="18" charset="0"/>
              </a:rPr>
              <a:t>R</a:t>
            </a:r>
            <a:r>
              <a:rPr lang="zh-CN" altLang="en-US" sz="2400" dirty="0">
                <a:latin typeface="黑体" pitchFamily="49" charset="-122"/>
                <a:ea typeface="黑体" pitchFamily="49" charset="-122"/>
                <a:cs typeface="Times New Roman" pitchFamily="18" charset="0"/>
              </a:rPr>
              <a:t>同时回到</a:t>
            </a:r>
            <a:r>
              <a:rPr lang="en-US" altLang="zh-CN" sz="2400" dirty="0">
                <a:latin typeface="黑体" pitchFamily="49" charset="-122"/>
                <a:ea typeface="黑体" pitchFamily="49" charset="-122"/>
                <a:cs typeface="Times New Roman" pitchFamily="18" charset="0"/>
              </a:rPr>
              <a:t>1</a:t>
            </a:r>
            <a:r>
              <a:rPr lang="zh-CN" altLang="en-US" sz="2400" dirty="0">
                <a:latin typeface="黑体" pitchFamily="49" charset="-122"/>
                <a:ea typeface="黑体" pitchFamily="49" charset="-122"/>
                <a:cs typeface="Times New Roman" pitchFamily="18" charset="0"/>
              </a:rPr>
              <a:t>后无法判定触发器将回到</a:t>
            </a:r>
            <a:r>
              <a:rPr lang="en-US" altLang="zh-CN" sz="2400" dirty="0">
                <a:latin typeface="黑体" pitchFamily="49" charset="-122"/>
                <a:ea typeface="黑体" pitchFamily="49" charset="-122"/>
                <a:cs typeface="Times New Roman" pitchFamily="18" charset="0"/>
              </a:rPr>
              <a:t>1</a:t>
            </a:r>
            <a:r>
              <a:rPr lang="zh-CN" altLang="en-US" sz="2400" dirty="0">
                <a:latin typeface="黑体" pitchFamily="49" charset="-122"/>
                <a:ea typeface="黑体" pitchFamily="49" charset="-122"/>
                <a:cs typeface="Times New Roman" pitchFamily="18" charset="0"/>
              </a:rPr>
              <a:t>态还是</a:t>
            </a:r>
            <a:r>
              <a:rPr lang="en-US" altLang="zh-CN" sz="2400" dirty="0">
                <a:latin typeface="黑体" pitchFamily="49" charset="-122"/>
                <a:ea typeface="黑体" pitchFamily="49" charset="-122"/>
                <a:cs typeface="Times New Roman" pitchFamily="18" charset="0"/>
              </a:rPr>
              <a:t>0</a:t>
            </a:r>
            <a:r>
              <a:rPr lang="zh-CN" altLang="en-US" sz="2400" dirty="0">
                <a:latin typeface="黑体" pitchFamily="49" charset="-122"/>
                <a:ea typeface="黑体" pitchFamily="49" charset="-122"/>
                <a:cs typeface="Times New Roman" pitchFamily="18" charset="0"/>
              </a:rPr>
              <a:t>态。在正常工作时，输入信号不允许输入</a:t>
            </a:r>
            <a:r>
              <a:rPr lang="en-US" altLang="zh-CN" sz="2400" dirty="0">
                <a:latin typeface="黑体" pitchFamily="49" charset="-122"/>
                <a:ea typeface="黑体" pitchFamily="49" charset="-122"/>
                <a:cs typeface="Times New Roman" pitchFamily="18" charset="0"/>
              </a:rPr>
              <a:t>S=R=0</a:t>
            </a:r>
            <a:r>
              <a:rPr lang="zh-CN" altLang="en-US" sz="2400" dirty="0">
                <a:latin typeface="黑体" pitchFamily="49" charset="-122"/>
                <a:ea typeface="黑体" pitchFamily="49" charset="-122"/>
                <a:cs typeface="Times New Roman" pitchFamily="18" charset="0"/>
              </a:rPr>
              <a:t>的信号。</a:t>
            </a:r>
          </a:p>
        </p:txBody>
      </p:sp>
    </p:spTree>
    <p:extLst>
      <p:ext uri="{BB962C8B-B14F-4D97-AF65-F5344CB8AC3E}">
        <p14:creationId xmlns:p14="http://schemas.microsoft.com/office/powerpoint/2010/main" val="20771409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blinds(horizontal)">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linds(horizontal)">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linds(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blinds(horizontal)">
                                      <p:cBhvr>
                                        <p:cTn id="27" dur="500"/>
                                        <p:tgtEl>
                                          <p:spTgt spid="8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blinds(horizontal)">
                                      <p:cBhvr>
                                        <p:cTn id="32" dur="5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blinds(horizontal)">
                                      <p:cBhvr>
                                        <p:cTn id="37" dur="500"/>
                                        <p:tgtEl>
                                          <p:spTgt spid="8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1"/>
                                        </p:tgtEl>
                                        <p:attrNameLst>
                                          <p:attrName>style.visibility</p:attrName>
                                        </p:attrNameLst>
                                      </p:cBhvr>
                                      <p:to>
                                        <p:strVal val="visible"/>
                                      </p:to>
                                    </p:set>
                                    <p:animEffect transition="in" filter="blinds(horizontal)">
                                      <p:cBhvr>
                                        <p:cTn id="42" dur="500"/>
                                        <p:tgtEl>
                                          <p:spTgt spid="13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8"/>
                                        </p:tgtEl>
                                        <p:attrNameLst>
                                          <p:attrName>style.visibility</p:attrName>
                                        </p:attrNameLst>
                                      </p:cBhvr>
                                      <p:to>
                                        <p:strVal val="visible"/>
                                      </p:to>
                                    </p:set>
                                    <p:animEffect transition="in" filter="blinds(horizontal)">
                                      <p:cBhvr>
                                        <p:cTn id="47" dur="500"/>
                                        <p:tgtEl>
                                          <p:spTgt spid="8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6"/>
                                        </p:tgtEl>
                                        <p:attrNameLst>
                                          <p:attrName>style.visibility</p:attrName>
                                        </p:attrNameLst>
                                      </p:cBhvr>
                                      <p:to>
                                        <p:strVal val="visible"/>
                                      </p:to>
                                    </p:set>
                                    <p:animEffect transition="in" filter="blinds(horizontal)">
                                      <p:cBhvr>
                                        <p:cTn id="52" dur="500"/>
                                        <p:tgtEl>
                                          <p:spTgt spid="9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
                                        </p:tgtEl>
                                        <p:attrNameLst>
                                          <p:attrName>style.visibility</p:attrName>
                                        </p:attrNameLst>
                                      </p:cBhvr>
                                      <p:to>
                                        <p:strVal val="visible"/>
                                      </p:to>
                                    </p:set>
                                    <p:animEffect transition="in" filter="blinds(horizontal)">
                                      <p:cBhvr>
                                        <p:cTn id="57" dur="500"/>
                                        <p:tgtEl>
                                          <p:spTgt spid="10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3"/>
                                        </p:tgtEl>
                                        <p:attrNameLst>
                                          <p:attrName>style.visibility</p:attrName>
                                        </p:attrNameLst>
                                      </p:cBhvr>
                                      <p:to>
                                        <p:strVal val="visible"/>
                                      </p:to>
                                    </p:set>
                                    <p:animEffect transition="in" filter="blinds(horizontal)">
                                      <p:cBhvr>
                                        <p:cTn id="62" dur="500"/>
                                        <p:tgtEl>
                                          <p:spTgt spid="10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08"/>
                                        </p:tgtEl>
                                        <p:attrNameLst>
                                          <p:attrName>style.visibility</p:attrName>
                                        </p:attrNameLst>
                                      </p:cBhvr>
                                      <p:to>
                                        <p:strVal val="visible"/>
                                      </p:to>
                                    </p:set>
                                    <p:animEffect transition="in" filter="blinds(horizontal)">
                                      <p:cBhvr>
                                        <p:cTn id="67" dur="500"/>
                                        <p:tgtEl>
                                          <p:spTgt spid="10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32"/>
                                        </p:tgtEl>
                                        <p:attrNameLst>
                                          <p:attrName>style.visibility</p:attrName>
                                        </p:attrNameLst>
                                      </p:cBhvr>
                                      <p:to>
                                        <p:strVal val="visible"/>
                                      </p:to>
                                    </p:set>
                                    <p:animEffect transition="in" filter="blinds(horizontal)">
                                      <p:cBhvr>
                                        <p:cTn id="72" dur="500"/>
                                        <p:tgtEl>
                                          <p:spTgt spid="13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09"/>
                                        </p:tgtEl>
                                        <p:attrNameLst>
                                          <p:attrName>style.visibility</p:attrName>
                                        </p:attrNameLst>
                                      </p:cBhvr>
                                      <p:to>
                                        <p:strVal val="visible"/>
                                      </p:to>
                                    </p:set>
                                    <p:animEffect transition="in" filter="blinds(horizontal)">
                                      <p:cBhvr>
                                        <p:cTn id="77" dur="500"/>
                                        <p:tgtEl>
                                          <p:spTgt spid="10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17"/>
                                        </p:tgtEl>
                                        <p:attrNameLst>
                                          <p:attrName>style.visibility</p:attrName>
                                        </p:attrNameLst>
                                      </p:cBhvr>
                                      <p:to>
                                        <p:strVal val="visible"/>
                                      </p:to>
                                    </p:set>
                                    <p:animEffect transition="in" filter="blinds(horizontal)">
                                      <p:cBhvr>
                                        <p:cTn id="82" dur="500"/>
                                        <p:tgtEl>
                                          <p:spTgt spid="117"/>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22"/>
                                        </p:tgtEl>
                                        <p:attrNameLst>
                                          <p:attrName>style.visibility</p:attrName>
                                        </p:attrNameLst>
                                      </p:cBhvr>
                                      <p:to>
                                        <p:strVal val="visible"/>
                                      </p:to>
                                    </p:set>
                                    <p:animEffect transition="in" filter="blinds(horizontal)">
                                      <p:cBhvr>
                                        <p:cTn id="87" dur="500"/>
                                        <p:tgtEl>
                                          <p:spTgt spid="122"/>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123"/>
                                        </p:tgtEl>
                                        <p:attrNameLst>
                                          <p:attrName>style.visibility</p:attrName>
                                        </p:attrNameLst>
                                      </p:cBhvr>
                                      <p:to>
                                        <p:strVal val="visible"/>
                                      </p:to>
                                    </p:set>
                                    <p:animEffect transition="in" filter="blinds(horizontal)">
                                      <p:cBhvr>
                                        <p:cTn id="92" dur="500"/>
                                        <p:tgtEl>
                                          <p:spTgt spid="12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140"/>
                                        </p:tgtEl>
                                        <p:attrNameLst>
                                          <p:attrName>style.visibility</p:attrName>
                                        </p:attrNameLst>
                                      </p:cBhvr>
                                      <p:to>
                                        <p:strVal val="visible"/>
                                      </p:to>
                                    </p:set>
                                    <p:animEffect transition="in" filter="blinds(horizontal)">
                                      <p:cBhvr>
                                        <p:cTn id="97" dur="500"/>
                                        <p:tgtEl>
                                          <p:spTgt spid="140"/>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41"/>
                                        </p:tgtEl>
                                        <p:attrNameLst>
                                          <p:attrName>style.visibility</p:attrName>
                                        </p:attrNameLst>
                                      </p:cBhvr>
                                      <p:to>
                                        <p:strVal val="visible"/>
                                      </p:to>
                                    </p:set>
                                    <p:animEffect transition="in" filter="blinds(horizontal)">
                                      <p:cBhvr>
                                        <p:cTn id="102" dur="500"/>
                                        <p:tgtEl>
                                          <p:spTgt spid="14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42"/>
                                        </p:tgtEl>
                                        <p:attrNameLst>
                                          <p:attrName>style.visibility</p:attrName>
                                        </p:attrNameLst>
                                      </p:cBhvr>
                                      <p:to>
                                        <p:strVal val="visible"/>
                                      </p:to>
                                    </p:set>
                                    <p:animEffect transition="in" filter="blinds(horizontal)">
                                      <p:cBhvr>
                                        <p:cTn id="107" dur="500"/>
                                        <p:tgtEl>
                                          <p:spTgt spid="142"/>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150"/>
                                        </p:tgtEl>
                                        <p:attrNameLst>
                                          <p:attrName>style.visibility</p:attrName>
                                        </p:attrNameLst>
                                      </p:cBhvr>
                                      <p:to>
                                        <p:strVal val="visible"/>
                                      </p:to>
                                    </p:set>
                                    <p:animEffect transition="in" filter="blinds(horizontal)">
                                      <p:cBhvr>
                                        <p:cTn id="112" dur="500"/>
                                        <p:tgtEl>
                                          <p:spTgt spid="150"/>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159"/>
                                        </p:tgtEl>
                                        <p:attrNameLst>
                                          <p:attrName>style.visibility</p:attrName>
                                        </p:attrNameLst>
                                      </p:cBhvr>
                                      <p:to>
                                        <p:strVal val="visible"/>
                                      </p:to>
                                    </p:set>
                                    <p:animEffect transition="in" filter="blinds(horizontal)">
                                      <p:cBhvr>
                                        <p:cTn id="117" dur="500"/>
                                        <p:tgtEl>
                                          <p:spTgt spid="159"/>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160"/>
                                        </p:tgtEl>
                                        <p:attrNameLst>
                                          <p:attrName>style.visibility</p:attrName>
                                        </p:attrNameLst>
                                      </p:cBhvr>
                                      <p:to>
                                        <p:strVal val="visible"/>
                                      </p:to>
                                    </p:set>
                                    <p:animEffect transition="in" filter="blinds(horizontal)">
                                      <p:cBhvr>
                                        <p:cTn id="122" dur="500"/>
                                        <p:tgtEl>
                                          <p:spTgt spid="160"/>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167"/>
                                        </p:tgtEl>
                                        <p:attrNameLst>
                                          <p:attrName>style.visibility</p:attrName>
                                        </p:attrNameLst>
                                      </p:cBhvr>
                                      <p:to>
                                        <p:strVal val="visible"/>
                                      </p:to>
                                    </p:set>
                                    <p:animEffect transition="in" filter="blinds(horizontal)">
                                      <p:cBhvr>
                                        <p:cTn id="127" dur="500"/>
                                        <p:tgtEl>
                                          <p:spTgt spid="167"/>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170"/>
                                        </p:tgtEl>
                                        <p:attrNameLst>
                                          <p:attrName>style.visibility</p:attrName>
                                        </p:attrNameLst>
                                      </p:cBhvr>
                                      <p:to>
                                        <p:strVal val="visible"/>
                                      </p:to>
                                    </p:set>
                                    <p:animEffect transition="in" filter="blinds(horizontal)">
                                      <p:cBhvr>
                                        <p:cTn id="132" dur="500"/>
                                        <p:tgtEl>
                                          <p:spTgt spid="170"/>
                                        </p:tgtEl>
                                      </p:cBhvr>
                                    </p:animEffect>
                                  </p:childTnLst>
                                </p:cTn>
                              </p:par>
                            </p:childTnLst>
                          </p:cTn>
                        </p:par>
                      </p:childTnLst>
                    </p:cTn>
                  </p:par>
                  <p:par>
                    <p:cTn id="133" fill="hold">
                      <p:stCondLst>
                        <p:cond delay="indefinite"/>
                      </p:stCondLst>
                      <p:childTnLst>
                        <p:par>
                          <p:cTn id="134" fill="hold">
                            <p:stCondLst>
                              <p:cond delay="0"/>
                            </p:stCondLst>
                            <p:childTnLst>
                              <p:par>
                                <p:cTn id="135" presetID="23" presetClass="entr" presetSubtype="16" fill="hold" grpId="0" nodeType="clickEffect">
                                  <p:stCondLst>
                                    <p:cond delay="0"/>
                                  </p:stCondLst>
                                  <p:childTnLst>
                                    <p:set>
                                      <p:cBhvr>
                                        <p:cTn id="136" dur="1" fill="hold">
                                          <p:stCondLst>
                                            <p:cond delay="0"/>
                                          </p:stCondLst>
                                        </p:cTn>
                                        <p:tgtEl>
                                          <p:spTgt spid="171"/>
                                        </p:tgtEl>
                                        <p:attrNameLst>
                                          <p:attrName>style.visibility</p:attrName>
                                        </p:attrNameLst>
                                      </p:cBhvr>
                                      <p:to>
                                        <p:strVal val="visible"/>
                                      </p:to>
                                    </p:set>
                                    <p:anim calcmode="lin" valueType="num">
                                      <p:cBhvr>
                                        <p:cTn id="137" dur="500" fill="hold"/>
                                        <p:tgtEl>
                                          <p:spTgt spid="171"/>
                                        </p:tgtEl>
                                        <p:attrNameLst>
                                          <p:attrName>ppt_w</p:attrName>
                                        </p:attrNameLst>
                                      </p:cBhvr>
                                      <p:tavLst>
                                        <p:tav tm="0">
                                          <p:val>
                                            <p:fltVal val="0"/>
                                          </p:val>
                                        </p:tav>
                                        <p:tav tm="100000">
                                          <p:val>
                                            <p:strVal val="#ppt_w"/>
                                          </p:val>
                                        </p:tav>
                                      </p:tavLst>
                                    </p:anim>
                                    <p:anim calcmode="lin" valueType="num">
                                      <p:cBhvr>
                                        <p:cTn id="138" dur="500" fill="hold"/>
                                        <p:tgtEl>
                                          <p:spTgt spid="1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9" grpId="0"/>
      <p:bldP spid="80" grpId="0"/>
      <p:bldP spid="81" grpId="0"/>
      <p:bldP spid="87" grpId="0"/>
      <p:bldP spid="96" grpId="0"/>
      <p:bldP spid="102" grpId="0"/>
      <p:bldP spid="103" grpId="0"/>
      <p:bldP spid="108" grpId="0"/>
      <p:bldP spid="117" grpId="0"/>
      <p:bldP spid="122" grpId="0"/>
      <p:bldP spid="123" grpId="0"/>
      <p:bldP spid="131" grpId="0"/>
      <p:bldP spid="132" grpId="0"/>
      <p:bldP spid="140" grpId="0"/>
      <p:bldP spid="141" grpId="0"/>
      <p:bldP spid="150" grpId="0"/>
      <p:bldP spid="160" grpId="0"/>
      <p:bldP spid="170" grpId="0"/>
      <p:bldP spid="171"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1A8ABC-78D9-4101-AB3A-8BAFD83EBEBF}"/>
              </a:ext>
            </a:extLst>
          </p:cNvPr>
          <p:cNvSpPr txBox="1">
            <a:spLocks noChangeArrowheads="1"/>
          </p:cNvSpPr>
          <p:nvPr/>
        </p:nvSpPr>
        <p:spPr>
          <a:xfrm>
            <a:off x="4065928" y="46943"/>
            <a:ext cx="1389063" cy="522288"/>
          </a:xfrm>
          <a:prstGeom prst="rect">
            <a:avLst/>
          </a:prstGeom>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solidFill>
                  <a:schemeClr val="tx1"/>
                </a:solidFill>
                <a:effectLst/>
                <a:uLnTx/>
                <a:uFillTx/>
                <a:latin typeface="黑体" pitchFamily="49" charset="-122"/>
                <a:ea typeface="黑体" pitchFamily="49" charset="-122"/>
                <a:cs typeface="+mj-cs"/>
              </a:rPr>
              <a:t>功能表</a:t>
            </a:r>
            <a:endParaRPr kumimoji="1"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j-cs"/>
            </a:endParaRPr>
          </a:p>
        </p:txBody>
      </p:sp>
      <p:sp>
        <p:nvSpPr>
          <p:cNvPr id="4" name="Text Box 67">
            <a:extLst>
              <a:ext uri="{FF2B5EF4-FFF2-40B4-BE49-F238E27FC236}">
                <a16:creationId xmlns:a16="http://schemas.microsoft.com/office/drawing/2014/main" id="{E4D9452C-7A06-4F68-A2A5-4C082457F661}"/>
              </a:ext>
            </a:extLst>
          </p:cNvPr>
          <p:cNvSpPr txBox="1">
            <a:spLocks noChangeArrowheads="1"/>
          </p:cNvSpPr>
          <p:nvPr/>
        </p:nvSpPr>
        <p:spPr bwMode="auto">
          <a:xfrm>
            <a:off x="7132637" y="442506"/>
            <a:ext cx="1758950"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黑体" pitchFamily="49" charset="-122"/>
                <a:ea typeface="黑体" pitchFamily="49" charset="-122"/>
              </a:rPr>
              <a:t>逻辑符号</a:t>
            </a:r>
          </a:p>
        </p:txBody>
      </p:sp>
      <p:grpSp>
        <p:nvGrpSpPr>
          <p:cNvPr id="5" name="Group 110">
            <a:extLst>
              <a:ext uri="{FF2B5EF4-FFF2-40B4-BE49-F238E27FC236}">
                <a16:creationId xmlns:a16="http://schemas.microsoft.com/office/drawing/2014/main" id="{90ED1C52-CCFC-49CE-9C2F-CF4E42420999}"/>
              </a:ext>
            </a:extLst>
          </p:cNvPr>
          <p:cNvGrpSpPr>
            <a:grpSpLocks/>
          </p:cNvGrpSpPr>
          <p:nvPr/>
        </p:nvGrpSpPr>
        <p:grpSpPr bwMode="auto">
          <a:xfrm>
            <a:off x="7243762" y="1077916"/>
            <a:ext cx="1489074" cy="2159001"/>
            <a:chOff x="1737" y="2476"/>
            <a:chExt cx="938" cy="1360"/>
          </a:xfrm>
        </p:grpSpPr>
        <p:sp>
          <p:nvSpPr>
            <p:cNvPr id="6" name="Rectangle 68">
              <a:extLst>
                <a:ext uri="{FF2B5EF4-FFF2-40B4-BE49-F238E27FC236}">
                  <a16:creationId xmlns:a16="http://schemas.microsoft.com/office/drawing/2014/main" id="{3519BECC-F817-4E3C-8C37-8C4D4D656637}"/>
                </a:ext>
              </a:extLst>
            </p:cNvPr>
            <p:cNvSpPr>
              <a:spLocks noChangeArrowheads="1"/>
            </p:cNvSpPr>
            <p:nvPr/>
          </p:nvSpPr>
          <p:spPr bwMode="auto">
            <a:xfrm>
              <a:off x="1782" y="2826"/>
              <a:ext cx="782" cy="40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 name="Line 69">
              <a:extLst>
                <a:ext uri="{FF2B5EF4-FFF2-40B4-BE49-F238E27FC236}">
                  <a16:creationId xmlns:a16="http://schemas.microsoft.com/office/drawing/2014/main" id="{1A57A64E-F663-4282-A148-4612F25BC008}"/>
                </a:ext>
              </a:extLst>
            </p:cNvPr>
            <p:cNvSpPr>
              <a:spLocks noChangeShapeType="1"/>
            </p:cNvSpPr>
            <p:nvPr/>
          </p:nvSpPr>
          <p:spPr bwMode="auto">
            <a:xfrm flipV="1">
              <a:off x="2369" y="2478"/>
              <a:ext cx="0" cy="3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Oval 70">
              <a:extLst>
                <a:ext uri="{FF2B5EF4-FFF2-40B4-BE49-F238E27FC236}">
                  <a16:creationId xmlns:a16="http://schemas.microsoft.com/office/drawing/2014/main" id="{CB2CF3C8-BFF9-481A-9DC3-498CA9B3CF49}"/>
                </a:ext>
              </a:extLst>
            </p:cNvPr>
            <p:cNvSpPr>
              <a:spLocks noChangeArrowheads="1"/>
            </p:cNvSpPr>
            <p:nvPr/>
          </p:nvSpPr>
          <p:spPr bwMode="auto">
            <a:xfrm>
              <a:off x="1967" y="2739"/>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 name="Line 71">
              <a:extLst>
                <a:ext uri="{FF2B5EF4-FFF2-40B4-BE49-F238E27FC236}">
                  <a16:creationId xmlns:a16="http://schemas.microsoft.com/office/drawing/2014/main" id="{9C7B68D0-A967-4A03-8CA8-AD572CBC09AE}"/>
                </a:ext>
              </a:extLst>
            </p:cNvPr>
            <p:cNvSpPr>
              <a:spLocks noChangeShapeType="1"/>
            </p:cNvSpPr>
            <p:nvPr/>
          </p:nvSpPr>
          <p:spPr bwMode="auto">
            <a:xfrm flipV="1">
              <a:off x="2010" y="2478"/>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Oval 72">
              <a:extLst>
                <a:ext uri="{FF2B5EF4-FFF2-40B4-BE49-F238E27FC236}">
                  <a16:creationId xmlns:a16="http://schemas.microsoft.com/office/drawing/2014/main" id="{894FC78A-948A-47AA-B8FD-D6F4694EEF81}"/>
                </a:ext>
              </a:extLst>
            </p:cNvPr>
            <p:cNvSpPr>
              <a:spLocks noChangeArrowheads="1"/>
            </p:cNvSpPr>
            <p:nvPr/>
          </p:nvSpPr>
          <p:spPr bwMode="auto">
            <a:xfrm>
              <a:off x="2336" y="3229"/>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 name="Oval 73">
              <a:extLst>
                <a:ext uri="{FF2B5EF4-FFF2-40B4-BE49-F238E27FC236}">
                  <a16:creationId xmlns:a16="http://schemas.microsoft.com/office/drawing/2014/main" id="{D4F2EE2A-2D5F-486D-B5E1-5DCA2A0B9C1C}"/>
                </a:ext>
              </a:extLst>
            </p:cNvPr>
            <p:cNvSpPr>
              <a:spLocks noChangeArrowheads="1"/>
            </p:cNvSpPr>
            <p:nvPr/>
          </p:nvSpPr>
          <p:spPr bwMode="auto">
            <a:xfrm>
              <a:off x="1967" y="3229"/>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 name="Line 74">
              <a:extLst>
                <a:ext uri="{FF2B5EF4-FFF2-40B4-BE49-F238E27FC236}">
                  <a16:creationId xmlns:a16="http://schemas.microsoft.com/office/drawing/2014/main" id="{61950FD3-A229-4D55-8B86-11214331F0E0}"/>
                </a:ext>
              </a:extLst>
            </p:cNvPr>
            <p:cNvSpPr>
              <a:spLocks noChangeShapeType="1"/>
            </p:cNvSpPr>
            <p:nvPr/>
          </p:nvSpPr>
          <p:spPr bwMode="auto">
            <a:xfrm>
              <a:off x="2369" y="3304"/>
              <a:ext cx="0" cy="20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Text Box 76">
              <a:extLst>
                <a:ext uri="{FF2B5EF4-FFF2-40B4-BE49-F238E27FC236}">
                  <a16:creationId xmlns:a16="http://schemas.microsoft.com/office/drawing/2014/main" id="{7E10681B-BCFC-4D5A-B2B2-BACD7A3E5B82}"/>
                </a:ext>
              </a:extLst>
            </p:cNvPr>
            <p:cNvSpPr txBox="1">
              <a:spLocks noChangeArrowheads="1"/>
            </p:cNvSpPr>
            <p:nvPr/>
          </p:nvSpPr>
          <p:spPr bwMode="auto">
            <a:xfrm>
              <a:off x="2337" y="2476"/>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grpSp>
          <p:nvGrpSpPr>
            <p:cNvPr id="14" name="Group 79">
              <a:extLst>
                <a:ext uri="{FF2B5EF4-FFF2-40B4-BE49-F238E27FC236}">
                  <a16:creationId xmlns:a16="http://schemas.microsoft.com/office/drawing/2014/main" id="{79F30CB3-5C91-4CB1-90D3-B6A3F1D5E005}"/>
                </a:ext>
              </a:extLst>
            </p:cNvPr>
            <p:cNvGrpSpPr>
              <a:grpSpLocks/>
            </p:cNvGrpSpPr>
            <p:nvPr/>
          </p:nvGrpSpPr>
          <p:grpSpPr bwMode="auto">
            <a:xfrm>
              <a:off x="1737" y="2523"/>
              <a:ext cx="338" cy="288"/>
              <a:chOff x="2792" y="3391"/>
              <a:chExt cx="338" cy="288"/>
            </a:xfrm>
          </p:grpSpPr>
          <p:sp>
            <p:nvSpPr>
              <p:cNvPr id="24" name="Text Box 77">
                <a:extLst>
                  <a:ext uri="{FF2B5EF4-FFF2-40B4-BE49-F238E27FC236}">
                    <a16:creationId xmlns:a16="http://schemas.microsoft.com/office/drawing/2014/main" id="{A3021C2D-373E-41A2-9E75-53400E414827}"/>
                  </a:ext>
                </a:extLst>
              </p:cNvPr>
              <p:cNvSpPr txBox="1">
                <a:spLocks noChangeArrowheads="1"/>
              </p:cNvSpPr>
              <p:nvPr/>
            </p:nvSpPr>
            <p:spPr bwMode="auto">
              <a:xfrm>
                <a:off x="2792" y="3391"/>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sp>
            <p:nvSpPr>
              <p:cNvPr id="25" name="Line 78">
                <a:extLst>
                  <a:ext uri="{FF2B5EF4-FFF2-40B4-BE49-F238E27FC236}">
                    <a16:creationId xmlns:a16="http://schemas.microsoft.com/office/drawing/2014/main" id="{0E623422-0BCE-455E-A21E-C1C9BB857493}"/>
                  </a:ext>
                </a:extLst>
              </p:cNvPr>
              <p:cNvSpPr>
                <a:spLocks noChangeShapeType="1"/>
              </p:cNvSpPr>
              <p:nvPr/>
            </p:nvSpPr>
            <p:spPr bwMode="auto">
              <a:xfrm>
                <a:off x="2847" y="3434"/>
                <a:ext cx="1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5" name="Group 84">
              <a:extLst>
                <a:ext uri="{FF2B5EF4-FFF2-40B4-BE49-F238E27FC236}">
                  <a16:creationId xmlns:a16="http://schemas.microsoft.com/office/drawing/2014/main" id="{CC8FBC33-8365-47C1-82F1-53263B1F5436}"/>
                </a:ext>
              </a:extLst>
            </p:cNvPr>
            <p:cNvGrpSpPr>
              <a:grpSpLocks/>
            </p:cNvGrpSpPr>
            <p:nvPr/>
          </p:nvGrpSpPr>
          <p:grpSpPr bwMode="auto">
            <a:xfrm>
              <a:off x="2280" y="3533"/>
              <a:ext cx="338" cy="288"/>
              <a:chOff x="3410" y="3685"/>
              <a:chExt cx="338" cy="288"/>
            </a:xfrm>
          </p:grpSpPr>
          <p:sp>
            <p:nvSpPr>
              <p:cNvPr id="22" name="Text Box 81">
                <a:extLst>
                  <a:ext uri="{FF2B5EF4-FFF2-40B4-BE49-F238E27FC236}">
                    <a16:creationId xmlns:a16="http://schemas.microsoft.com/office/drawing/2014/main" id="{C2D7050F-056F-49A4-A73F-9E63194BEF62}"/>
                  </a:ext>
                </a:extLst>
              </p:cNvPr>
              <p:cNvSpPr txBox="1">
                <a:spLocks noChangeArrowheads="1"/>
              </p:cNvSpPr>
              <p:nvPr/>
            </p:nvSpPr>
            <p:spPr bwMode="auto">
              <a:xfrm>
                <a:off x="3410" y="3685"/>
                <a:ext cx="338" cy="288"/>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S</a:t>
                </a:r>
              </a:p>
            </p:txBody>
          </p:sp>
          <p:sp>
            <p:nvSpPr>
              <p:cNvPr id="23" name="Line 83">
                <a:extLst>
                  <a:ext uri="{FF2B5EF4-FFF2-40B4-BE49-F238E27FC236}">
                    <a16:creationId xmlns:a16="http://schemas.microsoft.com/office/drawing/2014/main" id="{A093A10C-8403-4942-8825-EB12A048580E}"/>
                  </a:ext>
                </a:extLst>
              </p:cNvPr>
              <p:cNvSpPr>
                <a:spLocks noChangeShapeType="1"/>
              </p:cNvSpPr>
              <p:nvPr/>
            </p:nvSpPr>
            <p:spPr bwMode="auto">
              <a:xfrm>
                <a:off x="3467" y="3739"/>
                <a:ext cx="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6" name="Group 89">
              <a:extLst>
                <a:ext uri="{FF2B5EF4-FFF2-40B4-BE49-F238E27FC236}">
                  <a16:creationId xmlns:a16="http://schemas.microsoft.com/office/drawing/2014/main" id="{6D51BC48-61F9-4C4B-A9C1-9054C35E6091}"/>
                </a:ext>
              </a:extLst>
            </p:cNvPr>
            <p:cNvGrpSpPr>
              <a:grpSpLocks/>
            </p:cNvGrpSpPr>
            <p:nvPr/>
          </p:nvGrpSpPr>
          <p:grpSpPr bwMode="auto">
            <a:xfrm>
              <a:off x="1888" y="3281"/>
              <a:ext cx="338" cy="555"/>
              <a:chOff x="1888" y="3314"/>
              <a:chExt cx="338" cy="555"/>
            </a:xfrm>
          </p:grpSpPr>
          <p:sp>
            <p:nvSpPr>
              <p:cNvPr id="19" name="Line 75">
                <a:extLst>
                  <a:ext uri="{FF2B5EF4-FFF2-40B4-BE49-F238E27FC236}">
                    <a16:creationId xmlns:a16="http://schemas.microsoft.com/office/drawing/2014/main" id="{DF95B936-F6AC-45F4-B716-17B9D4BA9583}"/>
                  </a:ext>
                </a:extLst>
              </p:cNvPr>
              <p:cNvSpPr>
                <a:spLocks noChangeShapeType="1"/>
              </p:cNvSpPr>
              <p:nvPr/>
            </p:nvSpPr>
            <p:spPr bwMode="auto">
              <a:xfrm>
                <a:off x="1999" y="3314"/>
                <a:ext cx="0" cy="20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Text Box 86">
                <a:extLst>
                  <a:ext uri="{FF2B5EF4-FFF2-40B4-BE49-F238E27FC236}">
                    <a16:creationId xmlns:a16="http://schemas.microsoft.com/office/drawing/2014/main" id="{4FA2144A-8B9E-428C-9B3F-C32A25EDA355}"/>
                  </a:ext>
                </a:extLst>
              </p:cNvPr>
              <p:cNvSpPr txBox="1">
                <a:spLocks noChangeArrowheads="1"/>
              </p:cNvSpPr>
              <p:nvPr/>
            </p:nvSpPr>
            <p:spPr bwMode="auto">
              <a:xfrm>
                <a:off x="1888" y="3581"/>
                <a:ext cx="338" cy="288"/>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R</a:t>
                </a:r>
              </a:p>
            </p:txBody>
          </p:sp>
          <p:sp>
            <p:nvSpPr>
              <p:cNvPr id="21" name="Line 88">
                <a:extLst>
                  <a:ext uri="{FF2B5EF4-FFF2-40B4-BE49-F238E27FC236}">
                    <a16:creationId xmlns:a16="http://schemas.microsoft.com/office/drawing/2014/main" id="{8ABEE14B-75F1-4028-86EE-7CE7100D885B}"/>
                  </a:ext>
                </a:extLst>
              </p:cNvPr>
              <p:cNvSpPr>
                <a:spLocks noChangeShapeType="1"/>
              </p:cNvSpPr>
              <p:nvPr/>
            </p:nvSpPr>
            <p:spPr bwMode="auto">
              <a:xfrm>
                <a:off x="1927" y="3620"/>
                <a:ext cx="1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7" name="Text Box 90">
              <a:extLst>
                <a:ext uri="{FF2B5EF4-FFF2-40B4-BE49-F238E27FC236}">
                  <a16:creationId xmlns:a16="http://schemas.microsoft.com/office/drawing/2014/main" id="{4D3658CD-A694-4A8B-8914-CD8B8E1D4DF9}"/>
                </a:ext>
              </a:extLst>
            </p:cNvPr>
            <p:cNvSpPr txBox="1">
              <a:spLocks noChangeArrowheads="1"/>
            </p:cNvSpPr>
            <p:nvPr/>
          </p:nvSpPr>
          <p:spPr bwMode="auto">
            <a:xfrm>
              <a:off x="2282" y="2979"/>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S</a:t>
              </a:r>
            </a:p>
          </p:txBody>
        </p:sp>
        <p:sp>
          <p:nvSpPr>
            <p:cNvPr id="18" name="Text Box 91">
              <a:extLst>
                <a:ext uri="{FF2B5EF4-FFF2-40B4-BE49-F238E27FC236}">
                  <a16:creationId xmlns:a16="http://schemas.microsoft.com/office/drawing/2014/main" id="{7C8490A7-B254-4853-A416-B3FC0F360489}"/>
                </a:ext>
              </a:extLst>
            </p:cNvPr>
            <p:cNvSpPr txBox="1">
              <a:spLocks noChangeArrowheads="1"/>
            </p:cNvSpPr>
            <p:nvPr/>
          </p:nvSpPr>
          <p:spPr bwMode="auto">
            <a:xfrm>
              <a:off x="1880" y="2957"/>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R</a:t>
              </a:r>
            </a:p>
          </p:txBody>
        </p:sp>
      </p:grpSp>
      <p:sp>
        <p:nvSpPr>
          <p:cNvPr id="26" name="Text Box 111">
            <a:extLst>
              <a:ext uri="{FF2B5EF4-FFF2-40B4-BE49-F238E27FC236}">
                <a16:creationId xmlns:a16="http://schemas.microsoft.com/office/drawing/2014/main" id="{34D86192-7BC0-40F4-AD51-28B3907520F1}"/>
              </a:ext>
            </a:extLst>
          </p:cNvPr>
          <p:cNvSpPr txBox="1">
            <a:spLocks noChangeArrowheads="1"/>
          </p:cNvSpPr>
          <p:nvPr/>
        </p:nvSpPr>
        <p:spPr bwMode="auto">
          <a:xfrm>
            <a:off x="812800" y="3863975"/>
            <a:ext cx="1465263"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effectLst/>
                <a:uLnTx/>
                <a:uFillTx/>
                <a:latin typeface="黑体" pitchFamily="49" charset="-122"/>
                <a:ea typeface="黑体" pitchFamily="49" charset="-122"/>
              </a:rPr>
              <a:t>时序图</a:t>
            </a:r>
          </a:p>
        </p:txBody>
      </p:sp>
      <p:sp>
        <p:nvSpPr>
          <p:cNvPr id="27" name="Text Box 130">
            <a:extLst>
              <a:ext uri="{FF2B5EF4-FFF2-40B4-BE49-F238E27FC236}">
                <a16:creationId xmlns:a16="http://schemas.microsoft.com/office/drawing/2014/main" id="{06DC0A78-52B9-4DE6-8561-453CA620AA8B}"/>
              </a:ext>
            </a:extLst>
          </p:cNvPr>
          <p:cNvSpPr txBox="1">
            <a:spLocks noChangeArrowheads="1"/>
          </p:cNvSpPr>
          <p:nvPr/>
        </p:nvSpPr>
        <p:spPr bwMode="auto">
          <a:xfrm>
            <a:off x="430213" y="5243513"/>
            <a:ext cx="1428750"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黑体" pitchFamily="49" charset="-122"/>
                <a:ea typeface="黑体" pitchFamily="49" charset="-122"/>
              </a:rPr>
              <a:t>注意：</a:t>
            </a:r>
          </a:p>
        </p:txBody>
      </p:sp>
      <p:grpSp>
        <p:nvGrpSpPr>
          <p:cNvPr id="28" name="Group 177">
            <a:extLst>
              <a:ext uri="{FF2B5EF4-FFF2-40B4-BE49-F238E27FC236}">
                <a16:creationId xmlns:a16="http://schemas.microsoft.com/office/drawing/2014/main" id="{43DACCB3-A65A-4C1A-B844-BA3C61927E09}"/>
              </a:ext>
            </a:extLst>
          </p:cNvPr>
          <p:cNvGrpSpPr>
            <a:grpSpLocks/>
          </p:cNvGrpSpPr>
          <p:nvPr/>
        </p:nvGrpSpPr>
        <p:grpSpPr bwMode="auto">
          <a:xfrm>
            <a:off x="236538" y="621983"/>
            <a:ext cx="2252662" cy="3178175"/>
            <a:chOff x="149" y="219"/>
            <a:chExt cx="1419" cy="2002"/>
          </a:xfrm>
        </p:grpSpPr>
        <p:grpSp>
          <p:nvGrpSpPr>
            <p:cNvPr id="29" name="Group 144">
              <a:extLst>
                <a:ext uri="{FF2B5EF4-FFF2-40B4-BE49-F238E27FC236}">
                  <a16:creationId xmlns:a16="http://schemas.microsoft.com/office/drawing/2014/main" id="{52C36BC7-43B3-4081-BB81-9E70D970C5F4}"/>
                </a:ext>
              </a:extLst>
            </p:cNvPr>
            <p:cNvGrpSpPr>
              <a:grpSpLocks/>
            </p:cNvGrpSpPr>
            <p:nvPr/>
          </p:nvGrpSpPr>
          <p:grpSpPr bwMode="auto">
            <a:xfrm>
              <a:off x="149" y="219"/>
              <a:ext cx="1419" cy="2002"/>
              <a:chOff x="182" y="664"/>
              <a:chExt cx="1419" cy="2002"/>
            </a:xfrm>
          </p:grpSpPr>
          <p:grpSp>
            <p:nvGrpSpPr>
              <p:cNvPr id="32" name="Group 145">
                <a:extLst>
                  <a:ext uri="{FF2B5EF4-FFF2-40B4-BE49-F238E27FC236}">
                    <a16:creationId xmlns:a16="http://schemas.microsoft.com/office/drawing/2014/main" id="{317C25C9-E12F-418C-8D74-F86021545AE7}"/>
                  </a:ext>
                </a:extLst>
              </p:cNvPr>
              <p:cNvGrpSpPr>
                <a:grpSpLocks/>
              </p:cNvGrpSpPr>
              <p:nvPr/>
            </p:nvGrpSpPr>
            <p:grpSpPr bwMode="auto">
              <a:xfrm>
                <a:off x="182" y="664"/>
                <a:ext cx="1419" cy="2002"/>
                <a:chOff x="182" y="477"/>
                <a:chExt cx="1419" cy="2002"/>
              </a:xfrm>
            </p:grpSpPr>
            <p:grpSp>
              <p:nvGrpSpPr>
                <p:cNvPr id="35" name="Group 146">
                  <a:extLst>
                    <a:ext uri="{FF2B5EF4-FFF2-40B4-BE49-F238E27FC236}">
                      <a16:creationId xmlns:a16="http://schemas.microsoft.com/office/drawing/2014/main" id="{E067C48C-B458-408E-A567-5C7988A23E5A}"/>
                    </a:ext>
                  </a:extLst>
                </p:cNvPr>
                <p:cNvGrpSpPr>
                  <a:grpSpLocks/>
                </p:cNvGrpSpPr>
                <p:nvPr/>
              </p:nvGrpSpPr>
              <p:grpSpPr bwMode="auto">
                <a:xfrm>
                  <a:off x="247" y="796"/>
                  <a:ext cx="1302" cy="1349"/>
                  <a:chOff x="714" y="1188"/>
                  <a:chExt cx="1769" cy="1860"/>
                </a:xfrm>
              </p:grpSpPr>
              <p:sp>
                <p:nvSpPr>
                  <p:cNvPr id="42" name="Rectangle 147">
                    <a:extLst>
                      <a:ext uri="{FF2B5EF4-FFF2-40B4-BE49-F238E27FC236}">
                        <a16:creationId xmlns:a16="http://schemas.microsoft.com/office/drawing/2014/main" id="{C969EF9C-A2AE-4842-9317-46BE3A1C31BE}"/>
                      </a:ext>
                    </a:extLst>
                  </p:cNvPr>
                  <p:cNvSpPr>
                    <a:spLocks noChangeArrowheads="1"/>
                  </p:cNvSpPr>
                  <p:nvPr/>
                </p:nvSpPr>
                <p:spPr bwMode="auto">
                  <a:xfrm>
                    <a:off x="714"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3" name="Oval 148">
                    <a:extLst>
                      <a:ext uri="{FF2B5EF4-FFF2-40B4-BE49-F238E27FC236}">
                        <a16:creationId xmlns:a16="http://schemas.microsoft.com/office/drawing/2014/main" id="{A3A96FF4-9713-46C5-AEBB-925401A65ACA}"/>
                      </a:ext>
                    </a:extLst>
                  </p:cNvPr>
                  <p:cNvSpPr>
                    <a:spLocks noChangeArrowheads="1"/>
                  </p:cNvSpPr>
                  <p:nvPr/>
                </p:nvSpPr>
                <p:spPr bwMode="auto">
                  <a:xfrm>
                    <a:off x="941"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4" name="Line 149">
                    <a:extLst>
                      <a:ext uri="{FF2B5EF4-FFF2-40B4-BE49-F238E27FC236}">
                        <a16:creationId xmlns:a16="http://schemas.microsoft.com/office/drawing/2014/main" id="{02889B10-A055-4471-A03F-870895B1FF04}"/>
                      </a:ext>
                    </a:extLst>
                  </p:cNvPr>
                  <p:cNvSpPr>
                    <a:spLocks noChangeShapeType="1"/>
                  </p:cNvSpPr>
                  <p:nvPr/>
                </p:nvSpPr>
                <p:spPr bwMode="auto">
                  <a:xfrm flipV="1">
                    <a:off x="1032"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150">
                    <a:extLst>
                      <a:ext uri="{FF2B5EF4-FFF2-40B4-BE49-F238E27FC236}">
                        <a16:creationId xmlns:a16="http://schemas.microsoft.com/office/drawing/2014/main" id="{88572AFF-5440-47DE-B66B-D50EF9EAFC1F}"/>
                      </a:ext>
                    </a:extLst>
                  </p:cNvPr>
                  <p:cNvSpPr>
                    <a:spLocks noChangeShapeType="1"/>
                  </p:cNvSpPr>
                  <p:nvPr/>
                </p:nvSpPr>
                <p:spPr bwMode="auto">
                  <a:xfrm>
                    <a:off x="851" y="2322"/>
                    <a:ext cx="1" cy="7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151">
                    <a:extLst>
                      <a:ext uri="{FF2B5EF4-FFF2-40B4-BE49-F238E27FC236}">
                        <a16:creationId xmlns:a16="http://schemas.microsoft.com/office/drawing/2014/main" id="{3865260B-89E7-4383-A2DF-71D8254A78BA}"/>
                      </a:ext>
                    </a:extLst>
                  </p:cNvPr>
                  <p:cNvSpPr>
                    <a:spLocks noChangeShapeType="1"/>
                  </p:cNvSpPr>
                  <p:nvPr/>
                </p:nvSpPr>
                <p:spPr bwMode="auto">
                  <a:xfrm>
                    <a:off x="1213"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Rectangle 152">
                    <a:extLst>
                      <a:ext uri="{FF2B5EF4-FFF2-40B4-BE49-F238E27FC236}">
                        <a16:creationId xmlns:a16="http://schemas.microsoft.com/office/drawing/2014/main" id="{499CEE76-4EAB-48C5-9394-0C0047007FB5}"/>
                      </a:ext>
                    </a:extLst>
                  </p:cNvPr>
                  <p:cNvSpPr>
                    <a:spLocks noChangeArrowheads="1"/>
                  </p:cNvSpPr>
                  <p:nvPr/>
                </p:nvSpPr>
                <p:spPr bwMode="auto">
                  <a:xfrm>
                    <a:off x="1848"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8" name="Oval 153">
                    <a:extLst>
                      <a:ext uri="{FF2B5EF4-FFF2-40B4-BE49-F238E27FC236}">
                        <a16:creationId xmlns:a16="http://schemas.microsoft.com/office/drawing/2014/main" id="{A7C35534-578F-4BB4-A9E1-97E4C87C53F8}"/>
                      </a:ext>
                    </a:extLst>
                  </p:cNvPr>
                  <p:cNvSpPr>
                    <a:spLocks noChangeArrowheads="1"/>
                  </p:cNvSpPr>
                  <p:nvPr/>
                </p:nvSpPr>
                <p:spPr bwMode="auto">
                  <a:xfrm>
                    <a:off x="2075"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9" name="Line 154">
                    <a:extLst>
                      <a:ext uri="{FF2B5EF4-FFF2-40B4-BE49-F238E27FC236}">
                        <a16:creationId xmlns:a16="http://schemas.microsoft.com/office/drawing/2014/main" id="{EBF8435E-3C36-4697-872A-8879298AF664}"/>
                      </a:ext>
                    </a:extLst>
                  </p:cNvPr>
                  <p:cNvSpPr>
                    <a:spLocks noChangeShapeType="1"/>
                  </p:cNvSpPr>
                  <p:nvPr/>
                </p:nvSpPr>
                <p:spPr bwMode="auto">
                  <a:xfrm flipV="1">
                    <a:off x="2166"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155">
                    <a:extLst>
                      <a:ext uri="{FF2B5EF4-FFF2-40B4-BE49-F238E27FC236}">
                        <a16:creationId xmlns:a16="http://schemas.microsoft.com/office/drawing/2014/main" id="{463A8B24-4E35-48F2-A617-D06F3BC75E61}"/>
                      </a:ext>
                    </a:extLst>
                  </p:cNvPr>
                  <p:cNvSpPr>
                    <a:spLocks noChangeShapeType="1"/>
                  </p:cNvSpPr>
                  <p:nvPr/>
                </p:nvSpPr>
                <p:spPr bwMode="auto">
                  <a:xfrm flipH="1">
                    <a:off x="1984" y="2322"/>
                    <a:ext cx="1" cy="22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156">
                    <a:extLst>
                      <a:ext uri="{FF2B5EF4-FFF2-40B4-BE49-F238E27FC236}">
                        <a16:creationId xmlns:a16="http://schemas.microsoft.com/office/drawing/2014/main" id="{9433D5E0-4869-45F1-9DB3-9D7705C38AAB}"/>
                      </a:ext>
                    </a:extLst>
                  </p:cNvPr>
                  <p:cNvSpPr>
                    <a:spLocks noChangeShapeType="1"/>
                  </p:cNvSpPr>
                  <p:nvPr/>
                </p:nvSpPr>
                <p:spPr bwMode="auto">
                  <a:xfrm>
                    <a:off x="2347"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157">
                    <a:extLst>
                      <a:ext uri="{FF2B5EF4-FFF2-40B4-BE49-F238E27FC236}">
                        <a16:creationId xmlns:a16="http://schemas.microsoft.com/office/drawing/2014/main" id="{ED0A097B-0A65-48B5-8E6A-13EDADFD4646}"/>
                      </a:ext>
                    </a:extLst>
                  </p:cNvPr>
                  <p:cNvSpPr>
                    <a:spLocks noChangeShapeType="1"/>
                  </p:cNvSpPr>
                  <p:nvPr/>
                </p:nvSpPr>
                <p:spPr bwMode="auto">
                  <a:xfrm>
                    <a:off x="1984" y="2549"/>
                    <a:ext cx="1" cy="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158">
                    <a:extLst>
                      <a:ext uri="{FF2B5EF4-FFF2-40B4-BE49-F238E27FC236}">
                        <a16:creationId xmlns:a16="http://schemas.microsoft.com/office/drawing/2014/main" id="{B5129214-2440-4DA9-81EC-333F353F1C49}"/>
                      </a:ext>
                    </a:extLst>
                  </p:cNvPr>
                  <p:cNvSpPr>
                    <a:spLocks noChangeShapeType="1"/>
                  </p:cNvSpPr>
                  <p:nvPr/>
                </p:nvSpPr>
                <p:spPr bwMode="auto">
                  <a:xfrm>
                    <a:off x="1032"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159">
                    <a:extLst>
                      <a:ext uri="{FF2B5EF4-FFF2-40B4-BE49-F238E27FC236}">
                        <a16:creationId xmlns:a16="http://schemas.microsoft.com/office/drawing/2014/main" id="{3B67E38C-3734-4768-9DC5-CE7B006D6DDC}"/>
                      </a:ext>
                    </a:extLst>
                  </p:cNvPr>
                  <p:cNvSpPr>
                    <a:spLocks noChangeShapeType="1"/>
                  </p:cNvSpPr>
                  <p:nvPr/>
                </p:nvSpPr>
                <p:spPr bwMode="auto">
                  <a:xfrm>
                    <a:off x="1304"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Line 160">
                    <a:extLst>
                      <a:ext uri="{FF2B5EF4-FFF2-40B4-BE49-F238E27FC236}">
                        <a16:creationId xmlns:a16="http://schemas.microsoft.com/office/drawing/2014/main" id="{91C1A627-24B9-49FA-B8C7-9498196AD882}"/>
                      </a:ext>
                    </a:extLst>
                  </p:cNvPr>
                  <p:cNvSpPr>
                    <a:spLocks noChangeShapeType="1"/>
                  </p:cNvSpPr>
                  <p:nvPr/>
                </p:nvSpPr>
                <p:spPr bwMode="auto">
                  <a:xfrm flipH="1">
                    <a:off x="1894"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Line 161">
                    <a:extLst>
                      <a:ext uri="{FF2B5EF4-FFF2-40B4-BE49-F238E27FC236}">
                        <a16:creationId xmlns:a16="http://schemas.microsoft.com/office/drawing/2014/main" id="{E05D8A40-A29F-4021-BA49-7145D0C32275}"/>
                      </a:ext>
                    </a:extLst>
                  </p:cNvPr>
                  <p:cNvSpPr>
                    <a:spLocks noChangeShapeType="1"/>
                  </p:cNvSpPr>
                  <p:nvPr/>
                </p:nvSpPr>
                <p:spPr bwMode="auto">
                  <a:xfrm flipH="1">
                    <a:off x="1395"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162">
                    <a:extLst>
                      <a:ext uri="{FF2B5EF4-FFF2-40B4-BE49-F238E27FC236}">
                        <a16:creationId xmlns:a16="http://schemas.microsoft.com/office/drawing/2014/main" id="{7F9F4314-4D89-4352-8D98-D130543ABE28}"/>
                      </a:ext>
                    </a:extLst>
                  </p:cNvPr>
                  <p:cNvSpPr>
                    <a:spLocks noChangeShapeType="1"/>
                  </p:cNvSpPr>
                  <p:nvPr/>
                </p:nvSpPr>
                <p:spPr bwMode="auto">
                  <a:xfrm>
                    <a:off x="1803" y="2685"/>
                    <a:ext cx="181"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163">
                    <a:extLst>
                      <a:ext uri="{FF2B5EF4-FFF2-40B4-BE49-F238E27FC236}">
                        <a16:creationId xmlns:a16="http://schemas.microsoft.com/office/drawing/2014/main" id="{2C1C782B-59ED-42CE-8489-E3FC0EBF8826}"/>
                      </a:ext>
                    </a:extLst>
                  </p:cNvPr>
                  <p:cNvSpPr>
                    <a:spLocks noChangeShapeType="1"/>
                  </p:cNvSpPr>
                  <p:nvPr/>
                </p:nvSpPr>
                <p:spPr bwMode="auto">
                  <a:xfrm flipV="1">
                    <a:off x="1984" y="2594"/>
                    <a:ext cx="1"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164">
                    <a:extLst>
                      <a:ext uri="{FF2B5EF4-FFF2-40B4-BE49-F238E27FC236}">
                        <a16:creationId xmlns:a16="http://schemas.microsoft.com/office/drawing/2014/main" id="{B5E3D5AF-5F74-4789-887A-F108B135D7F8}"/>
                      </a:ext>
                    </a:extLst>
                  </p:cNvPr>
                  <p:cNvSpPr>
                    <a:spLocks noChangeShapeType="1"/>
                  </p:cNvSpPr>
                  <p:nvPr/>
                </p:nvSpPr>
                <p:spPr bwMode="auto">
                  <a:xfrm flipH="1">
                    <a:off x="1213" y="2685"/>
                    <a:ext cx="18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165">
                    <a:extLst>
                      <a:ext uri="{FF2B5EF4-FFF2-40B4-BE49-F238E27FC236}">
                        <a16:creationId xmlns:a16="http://schemas.microsoft.com/office/drawing/2014/main" id="{8C5840EE-3A27-498F-9B2A-342714FCD112}"/>
                      </a:ext>
                    </a:extLst>
                  </p:cNvPr>
                  <p:cNvSpPr>
                    <a:spLocks noChangeShapeType="1"/>
                  </p:cNvSpPr>
                  <p:nvPr/>
                </p:nvSpPr>
                <p:spPr bwMode="auto">
                  <a:xfrm flipV="1">
                    <a:off x="1213" y="2549"/>
                    <a:ext cx="1"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166">
                    <a:extLst>
                      <a:ext uri="{FF2B5EF4-FFF2-40B4-BE49-F238E27FC236}">
                        <a16:creationId xmlns:a16="http://schemas.microsoft.com/office/drawing/2014/main" id="{0E0CA3EA-AF24-4376-B2E6-06079DD1FB68}"/>
                      </a:ext>
                    </a:extLst>
                  </p:cNvPr>
                  <p:cNvSpPr>
                    <a:spLocks noChangeShapeType="1"/>
                  </p:cNvSpPr>
                  <p:nvPr/>
                </p:nvSpPr>
                <p:spPr bwMode="auto">
                  <a:xfrm>
                    <a:off x="2347" y="2594"/>
                    <a:ext cx="1" cy="4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6" name="Text Box 167">
                  <a:extLst>
                    <a:ext uri="{FF2B5EF4-FFF2-40B4-BE49-F238E27FC236}">
                      <a16:creationId xmlns:a16="http://schemas.microsoft.com/office/drawing/2014/main" id="{422A9C76-D066-4C68-B35C-143A9A003D4C}"/>
                    </a:ext>
                  </a:extLst>
                </p:cNvPr>
                <p:cNvSpPr txBox="1">
                  <a:spLocks noChangeArrowheads="1"/>
                </p:cNvSpPr>
                <p:nvPr/>
              </p:nvSpPr>
              <p:spPr bwMode="auto">
                <a:xfrm>
                  <a:off x="182" y="2152"/>
                  <a:ext cx="278"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R</a:t>
                  </a:r>
                </a:p>
              </p:txBody>
            </p:sp>
            <p:sp>
              <p:nvSpPr>
                <p:cNvPr id="37" name="Text Box 168">
                  <a:extLst>
                    <a:ext uri="{FF2B5EF4-FFF2-40B4-BE49-F238E27FC236}">
                      <a16:creationId xmlns:a16="http://schemas.microsoft.com/office/drawing/2014/main" id="{32E24DB5-53E5-4DCF-BB8E-8627CD647835}"/>
                    </a:ext>
                  </a:extLst>
                </p:cNvPr>
                <p:cNvSpPr txBox="1">
                  <a:spLocks noChangeArrowheads="1"/>
                </p:cNvSpPr>
                <p:nvPr/>
              </p:nvSpPr>
              <p:spPr bwMode="auto">
                <a:xfrm>
                  <a:off x="1316" y="2130"/>
                  <a:ext cx="285"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S</a:t>
                  </a:r>
                </a:p>
              </p:txBody>
            </p:sp>
            <p:sp>
              <p:nvSpPr>
                <p:cNvPr id="38" name="Text Box 169">
                  <a:extLst>
                    <a:ext uri="{FF2B5EF4-FFF2-40B4-BE49-F238E27FC236}">
                      <a16:creationId xmlns:a16="http://schemas.microsoft.com/office/drawing/2014/main" id="{F9E7C093-5A7A-4939-B146-B48388471C3F}"/>
                    </a:ext>
                  </a:extLst>
                </p:cNvPr>
                <p:cNvSpPr txBox="1">
                  <a:spLocks noChangeArrowheads="1"/>
                </p:cNvSpPr>
                <p:nvPr/>
              </p:nvSpPr>
              <p:spPr bwMode="auto">
                <a:xfrm>
                  <a:off x="1220" y="487"/>
                  <a:ext cx="227" cy="34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grpSp>
              <p:nvGrpSpPr>
                <p:cNvPr id="39" name="Group 170">
                  <a:extLst>
                    <a:ext uri="{FF2B5EF4-FFF2-40B4-BE49-F238E27FC236}">
                      <a16:creationId xmlns:a16="http://schemas.microsoft.com/office/drawing/2014/main" id="{ED987897-4838-43FC-90FE-EB0F55BF9C85}"/>
                    </a:ext>
                  </a:extLst>
                </p:cNvPr>
                <p:cNvGrpSpPr>
                  <a:grpSpLocks/>
                </p:cNvGrpSpPr>
                <p:nvPr/>
              </p:nvGrpSpPr>
              <p:grpSpPr bwMode="auto">
                <a:xfrm>
                  <a:off x="331" y="477"/>
                  <a:ext cx="290" cy="327"/>
                  <a:chOff x="527" y="879"/>
                  <a:chExt cx="290" cy="327"/>
                </a:xfrm>
              </p:grpSpPr>
              <p:sp>
                <p:nvSpPr>
                  <p:cNvPr id="40" name="Text Box 171">
                    <a:extLst>
                      <a:ext uri="{FF2B5EF4-FFF2-40B4-BE49-F238E27FC236}">
                        <a16:creationId xmlns:a16="http://schemas.microsoft.com/office/drawing/2014/main" id="{AE8C0B38-1079-4E2E-975E-7C781120D0EA}"/>
                      </a:ext>
                    </a:extLst>
                  </p:cNvPr>
                  <p:cNvSpPr txBox="1">
                    <a:spLocks noChangeArrowheads="1"/>
                  </p:cNvSpPr>
                  <p:nvPr/>
                </p:nvSpPr>
                <p:spPr bwMode="auto">
                  <a:xfrm>
                    <a:off x="527" y="879"/>
                    <a:ext cx="290"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Q</a:t>
                    </a:r>
                  </a:p>
                </p:txBody>
              </p:sp>
              <p:sp>
                <p:nvSpPr>
                  <p:cNvPr id="41" name="Line 172">
                    <a:extLst>
                      <a:ext uri="{FF2B5EF4-FFF2-40B4-BE49-F238E27FC236}">
                        <a16:creationId xmlns:a16="http://schemas.microsoft.com/office/drawing/2014/main" id="{BDC38B01-FFAF-4D55-83A0-73626B10E29D}"/>
                      </a:ext>
                    </a:extLst>
                  </p:cNvPr>
                  <p:cNvSpPr>
                    <a:spLocks noChangeShapeType="1"/>
                  </p:cNvSpPr>
                  <p:nvPr/>
                </p:nvSpPr>
                <p:spPr bwMode="auto">
                  <a:xfrm>
                    <a:off x="587" y="924"/>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33" name="Text Box 173">
                <a:extLst>
                  <a:ext uri="{FF2B5EF4-FFF2-40B4-BE49-F238E27FC236}">
                    <a16:creationId xmlns:a16="http://schemas.microsoft.com/office/drawing/2014/main" id="{8815CE3B-1624-4FFA-B0AD-B200F727030C}"/>
                  </a:ext>
                </a:extLst>
              </p:cNvPr>
              <p:cNvSpPr txBox="1">
                <a:spLocks noChangeArrowheads="1"/>
              </p:cNvSpPr>
              <p:nvPr/>
            </p:nvSpPr>
            <p:spPr bwMode="auto">
              <a:xfrm>
                <a:off x="250" y="1521"/>
                <a:ext cx="28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sp>
            <p:nvSpPr>
              <p:cNvPr id="34" name="Text Box 174">
                <a:extLst>
                  <a:ext uri="{FF2B5EF4-FFF2-40B4-BE49-F238E27FC236}">
                    <a16:creationId xmlns:a16="http://schemas.microsoft.com/office/drawing/2014/main" id="{04BE7BFE-7740-48CE-B122-7D75BC42381E}"/>
                  </a:ext>
                </a:extLst>
              </p:cNvPr>
              <p:cNvSpPr txBox="1">
                <a:spLocks noChangeArrowheads="1"/>
              </p:cNvSpPr>
              <p:nvPr/>
            </p:nvSpPr>
            <p:spPr bwMode="auto">
              <a:xfrm>
                <a:off x="1054" y="1510"/>
                <a:ext cx="28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grpSp>
        <p:sp>
          <p:nvSpPr>
            <p:cNvPr id="30" name="Line 175">
              <a:extLst>
                <a:ext uri="{FF2B5EF4-FFF2-40B4-BE49-F238E27FC236}">
                  <a16:creationId xmlns:a16="http://schemas.microsoft.com/office/drawing/2014/main" id="{A5915021-2079-415F-B395-39F6999D9097}"/>
                </a:ext>
              </a:extLst>
            </p:cNvPr>
            <p:cNvSpPr>
              <a:spLocks noChangeShapeType="1"/>
            </p:cNvSpPr>
            <p:nvPr/>
          </p:nvSpPr>
          <p:spPr bwMode="auto">
            <a:xfrm>
              <a:off x="206" y="1945"/>
              <a:ext cx="1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176">
              <a:extLst>
                <a:ext uri="{FF2B5EF4-FFF2-40B4-BE49-F238E27FC236}">
                  <a16:creationId xmlns:a16="http://schemas.microsoft.com/office/drawing/2014/main" id="{D097FBC3-2E20-4FCA-9393-584268C1ED66}"/>
                </a:ext>
              </a:extLst>
            </p:cNvPr>
            <p:cNvSpPr>
              <a:spLocks noChangeShapeType="1"/>
            </p:cNvSpPr>
            <p:nvPr/>
          </p:nvSpPr>
          <p:spPr bwMode="auto">
            <a:xfrm>
              <a:off x="1347" y="1924"/>
              <a:ext cx="1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 name="Group 180">
            <a:extLst>
              <a:ext uri="{FF2B5EF4-FFF2-40B4-BE49-F238E27FC236}">
                <a16:creationId xmlns:a16="http://schemas.microsoft.com/office/drawing/2014/main" id="{E3B450DD-05DC-4459-91E5-20040BEDA03B}"/>
              </a:ext>
            </a:extLst>
          </p:cNvPr>
          <p:cNvGrpSpPr>
            <a:grpSpLocks/>
          </p:cNvGrpSpPr>
          <p:nvPr/>
        </p:nvGrpSpPr>
        <p:grpSpPr bwMode="auto">
          <a:xfrm>
            <a:off x="3282950" y="652463"/>
            <a:ext cx="3128963" cy="2573337"/>
            <a:chOff x="2068" y="411"/>
            <a:chExt cx="1971" cy="1621"/>
          </a:xfrm>
        </p:grpSpPr>
        <p:grpSp>
          <p:nvGrpSpPr>
            <p:cNvPr id="63" name="Group 66">
              <a:extLst>
                <a:ext uri="{FF2B5EF4-FFF2-40B4-BE49-F238E27FC236}">
                  <a16:creationId xmlns:a16="http://schemas.microsoft.com/office/drawing/2014/main" id="{80112718-AA96-4023-A4EF-FEDF29C91975}"/>
                </a:ext>
              </a:extLst>
            </p:cNvPr>
            <p:cNvGrpSpPr>
              <a:grpSpLocks/>
            </p:cNvGrpSpPr>
            <p:nvPr/>
          </p:nvGrpSpPr>
          <p:grpSpPr bwMode="auto">
            <a:xfrm>
              <a:off x="2068" y="411"/>
              <a:ext cx="1971" cy="1621"/>
              <a:chOff x="2111" y="630"/>
              <a:chExt cx="1971" cy="1621"/>
            </a:xfrm>
          </p:grpSpPr>
          <p:sp>
            <p:nvSpPr>
              <p:cNvPr id="66" name="Rectangle 9">
                <a:extLst>
                  <a:ext uri="{FF2B5EF4-FFF2-40B4-BE49-F238E27FC236}">
                    <a16:creationId xmlns:a16="http://schemas.microsoft.com/office/drawing/2014/main" id="{4EDAC656-2B76-4988-B2B9-B7AAD3DF1C39}"/>
                  </a:ext>
                </a:extLst>
              </p:cNvPr>
              <p:cNvSpPr>
                <a:spLocks noChangeArrowheads="1"/>
              </p:cNvSpPr>
              <p:nvPr/>
            </p:nvSpPr>
            <p:spPr bwMode="auto">
              <a:xfrm>
                <a:off x="2857" y="956"/>
                <a:ext cx="1225" cy="129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295400" indent="-3810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145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1717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ln>
                      <a:noFill/>
                    </a:ln>
                    <a:effectLst/>
                    <a:uLnTx/>
                    <a:uFillTx/>
                    <a:latin typeface="Times New Roman" panose="02020603050405020304" pitchFamily="18" charset="0"/>
                    <a:ea typeface="宋体" panose="02010600030101010101" pitchFamily="2" charset="-122"/>
                    <a:cs typeface="+mn-cs"/>
                  </a:rPr>
                  <a:t>n          </a:t>
                </a:r>
                <a:r>
                  <a:rPr kumimoji="1" lang="en-US" altLang="zh-CN" sz="2800" b="1" i="0"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err="1">
                    <a:ln>
                      <a:noFill/>
                    </a:ln>
                    <a:effectLst/>
                    <a:uLnTx/>
                    <a:uFillTx/>
                    <a:latin typeface="Times New Roman" panose="02020603050405020304" pitchFamily="18" charset="0"/>
                    <a:ea typeface="宋体" panose="02010600030101010101" pitchFamily="2" charset="-122"/>
                    <a:cs typeface="+mn-cs"/>
                  </a:rPr>
                  <a:t>n</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0          1</a:t>
                </a:r>
              </a:p>
              <a:p>
                <a:pPr marL="533400" marR="0" lvl="0" indent="-533400" algn="ctr" defTabSz="914400" rtl="0" eaLnBrk="1" fontAlgn="base" latinLnBrk="0" hangingPunct="1">
                  <a:lnSpc>
                    <a:spcPct val="100000"/>
                  </a:lnSpc>
                  <a:spcBef>
                    <a:spcPct val="20000"/>
                  </a:spcBef>
                  <a:spcAft>
                    <a:spcPct val="0"/>
                  </a:spcAft>
                  <a:buClrTx/>
                  <a:buSzTx/>
                  <a:buFontTx/>
                  <a:buAutoNum type="arabicPlain"/>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0</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1*        1*</a:t>
                </a:r>
              </a:p>
            </p:txBody>
          </p:sp>
          <p:sp>
            <p:nvSpPr>
              <p:cNvPr id="67" name="Rectangle 8">
                <a:extLst>
                  <a:ext uri="{FF2B5EF4-FFF2-40B4-BE49-F238E27FC236}">
                    <a16:creationId xmlns:a16="http://schemas.microsoft.com/office/drawing/2014/main" id="{2139DC47-A63F-41E9-B52B-8CE28DECB010}"/>
                  </a:ext>
                </a:extLst>
              </p:cNvPr>
              <p:cNvSpPr>
                <a:spLocks noChangeArrowheads="1"/>
              </p:cNvSpPr>
              <p:nvPr/>
            </p:nvSpPr>
            <p:spPr bwMode="auto">
              <a:xfrm>
                <a:off x="2111" y="956"/>
                <a:ext cx="746" cy="129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295400" indent="-3810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145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1717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rtl="0" eaLnBrk="1" fontAlgn="base" latinLnBrk="0" hangingPunct="1">
                  <a:lnSpc>
                    <a:spcPct val="100000"/>
                  </a:lnSpc>
                  <a:spcBef>
                    <a:spcPct val="20000"/>
                  </a:spcBef>
                  <a:spcAft>
                    <a:spcPct val="0"/>
                  </a:spcAft>
                  <a:buClrTx/>
                  <a:buSzTx/>
                  <a:buFontTx/>
                  <a:buAutoNum type="arabicPlain"/>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0    1</a:t>
                </a:r>
              </a:p>
              <a:p>
                <a:pPr marL="533400" marR="0" lvl="0" indent="-533400" algn="ctr" defTabSz="914400" rtl="0" eaLnBrk="1" fontAlgn="base" latinLnBrk="0" hangingPunct="1">
                  <a:lnSpc>
                    <a:spcPct val="100000"/>
                  </a:lnSpc>
                  <a:spcBef>
                    <a:spcPct val="20000"/>
                  </a:spcBef>
                  <a:spcAft>
                    <a:spcPct val="0"/>
                  </a:spcAft>
                  <a:buClrTx/>
                  <a:buSzTx/>
                  <a:buFontTx/>
                  <a:buAutoNum type="arabicPlain"/>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0    0</a:t>
                </a:r>
              </a:p>
            </p:txBody>
          </p:sp>
          <p:sp>
            <p:nvSpPr>
              <p:cNvPr id="68" name="Rectangle 7">
                <a:extLst>
                  <a:ext uri="{FF2B5EF4-FFF2-40B4-BE49-F238E27FC236}">
                    <a16:creationId xmlns:a16="http://schemas.microsoft.com/office/drawing/2014/main" id="{600A48B8-2298-4D0B-A61E-752328AF5A05}"/>
                  </a:ext>
                </a:extLst>
              </p:cNvPr>
              <p:cNvSpPr>
                <a:spLocks noChangeArrowheads="1"/>
              </p:cNvSpPr>
              <p:nvPr/>
            </p:nvSpPr>
            <p:spPr bwMode="auto">
              <a:xfrm>
                <a:off x="2857" y="630"/>
                <a:ext cx="1225"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ln>
                      <a:noFill/>
                    </a:ln>
                    <a:effectLst/>
                    <a:uLnTx/>
                    <a:uFillTx/>
                    <a:latin typeface="Times New Roman" panose="02020603050405020304" pitchFamily="18" charset="0"/>
                    <a:ea typeface="宋体" panose="02010600030101010101" pitchFamily="2" charset="-122"/>
                    <a:cs typeface="+mn-cs"/>
                  </a:rPr>
                  <a:t>n+1    </a:t>
                </a:r>
                <a:r>
                  <a:rPr kumimoji="1" lang="en-US" altLang="zh-CN" sz="2800" b="1" i="0"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err="1">
                    <a:ln>
                      <a:noFill/>
                    </a:ln>
                    <a:effectLst/>
                    <a:uLnTx/>
                    <a:uFillTx/>
                    <a:latin typeface="Times New Roman" panose="02020603050405020304" pitchFamily="18" charset="0"/>
                    <a:ea typeface="宋体" panose="02010600030101010101" pitchFamily="2" charset="-122"/>
                    <a:cs typeface="+mn-cs"/>
                  </a:rPr>
                  <a:t>n+1</a:t>
                </a:r>
                <a:endParaRPr kumimoji="1" lang="en-US" altLang="zh-CN" sz="2800" b="1" i="0" u="none" strike="noStrike" kern="1200" cap="none" spc="0" normalizeH="0" baseline="30000" noProof="0" dirty="0">
                  <a:ln>
                    <a:noFill/>
                  </a:ln>
                  <a:effectLst/>
                  <a:uLnTx/>
                  <a:uFillTx/>
                  <a:latin typeface="Times New Roman" panose="02020603050405020304" pitchFamily="18" charset="0"/>
                  <a:ea typeface="宋体" panose="02010600030101010101" pitchFamily="2" charset="-122"/>
                  <a:cs typeface="+mn-cs"/>
                </a:endParaRPr>
              </a:p>
            </p:txBody>
          </p:sp>
          <p:sp>
            <p:nvSpPr>
              <p:cNvPr id="69" name="Rectangle 6">
                <a:extLst>
                  <a:ext uri="{FF2B5EF4-FFF2-40B4-BE49-F238E27FC236}">
                    <a16:creationId xmlns:a16="http://schemas.microsoft.com/office/drawing/2014/main" id="{4A122CF9-A5AF-4FF2-BC7B-0066D1792D74}"/>
                  </a:ext>
                </a:extLst>
              </p:cNvPr>
              <p:cNvSpPr>
                <a:spLocks noChangeArrowheads="1"/>
              </p:cNvSpPr>
              <p:nvPr/>
            </p:nvSpPr>
            <p:spPr bwMode="auto">
              <a:xfrm>
                <a:off x="2111" y="630"/>
                <a:ext cx="746"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R   S</a:t>
                </a:r>
              </a:p>
            </p:txBody>
          </p:sp>
          <p:sp>
            <p:nvSpPr>
              <p:cNvPr id="70" name="Line 11">
                <a:extLst>
                  <a:ext uri="{FF2B5EF4-FFF2-40B4-BE49-F238E27FC236}">
                    <a16:creationId xmlns:a16="http://schemas.microsoft.com/office/drawing/2014/main" id="{88E6202C-EA51-4A84-91DB-11370DDE7DC4}"/>
                  </a:ext>
                </a:extLst>
              </p:cNvPr>
              <p:cNvSpPr>
                <a:spLocks noChangeShapeType="1"/>
              </p:cNvSpPr>
              <p:nvPr/>
            </p:nvSpPr>
            <p:spPr bwMode="auto">
              <a:xfrm>
                <a:off x="2111" y="956"/>
                <a:ext cx="19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14">
                <a:extLst>
                  <a:ext uri="{FF2B5EF4-FFF2-40B4-BE49-F238E27FC236}">
                    <a16:creationId xmlns:a16="http://schemas.microsoft.com/office/drawing/2014/main" id="{84848B1B-7F8B-4F32-992A-83F9C0AE65BF}"/>
                  </a:ext>
                </a:extLst>
              </p:cNvPr>
              <p:cNvSpPr>
                <a:spLocks noChangeShapeType="1"/>
              </p:cNvSpPr>
              <p:nvPr/>
            </p:nvSpPr>
            <p:spPr bwMode="auto">
              <a:xfrm>
                <a:off x="2857" y="630"/>
                <a:ext cx="0" cy="162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10">
                <a:extLst>
                  <a:ext uri="{FF2B5EF4-FFF2-40B4-BE49-F238E27FC236}">
                    <a16:creationId xmlns:a16="http://schemas.microsoft.com/office/drawing/2014/main" id="{ADE685F7-2285-4F38-9CF0-15B70C5D74A5}"/>
                  </a:ext>
                </a:extLst>
              </p:cNvPr>
              <p:cNvSpPr>
                <a:spLocks noChangeShapeType="1"/>
              </p:cNvSpPr>
              <p:nvPr/>
            </p:nvSpPr>
            <p:spPr bwMode="auto">
              <a:xfrm>
                <a:off x="2111" y="630"/>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13">
                <a:extLst>
                  <a:ext uri="{FF2B5EF4-FFF2-40B4-BE49-F238E27FC236}">
                    <a16:creationId xmlns:a16="http://schemas.microsoft.com/office/drawing/2014/main" id="{D3493A67-EA45-46CF-8B25-8B6B28FD7BFA}"/>
                  </a:ext>
                </a:extLst>
              </p:cNvPr>
              <p:cNvSpPr>
                <a:spLocks noChangeShapeType="1"/>
              </p:cNvSpPr>
              <p:nvPr/>
            </p:nvSpPr>
            <p:spPr bwMode="auto">
              <a:xfrm>
                <a:off x="2111" y="630"/>
                <a:ext cx="0" cy="1621"/>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15">
                <a:extLst>
                  <a:ext uri="{FF2B5EF4-FFF2-40B4-BE49-F238E27FC236}">
                    <a16:creationId xmlns:a16="http://schemas.microsoft.com/office/drawing/2014/main" id="{06C54E23-5095-4A09-A431-0DBFBE50FE1F}"/>
                  </a:ext>
                </a:extLst>
              </p:cNvPr>
              <p:cNvSpPr>
                <a:spLocks noChangeShapeType="1"/>
              </p:cNvSpPr>
              <p:nvPr/>
            </p:nvSpPr>
            <p:spPr bwMode="auto">
              <a:xfrm>
                <a:off x="4082" y="630"/>
                <a:ext cx="0" cy="1621"/>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12">
                <a:extLst>
                  <a:ext uri="{FF2B5EF4-FFF2-40B4-BE49-F238E27FC236}">
                    <a16:creationId xmlns:a16="http://schemas.microsoft.com/office/drawing/2014/main" id="{72C0A191-06E7-4935-8C31-5FACD7E4301D}"/>
                  </a:ext>
                </a:extLst>
              </p:cNvPr>
              <p:cNvSpPr>
                <a:spLocks noChangeShapeType="1"/>
              </p:cNvSpPr>
              <p:nvPr/>
            </p:nvSpPr>
            <p:spPr bwMode="auto">
              <a:xfrm>
                <a:off x="2111" y="2251"/>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31">
                <a:extLst>
                  <a:ext uri="{FF2B5EF4-FFF2-40B4-BE49-F238E27FC236}">
                    <a16:creationId xmlns:a16="http://schemas.microsoft.com/office/drawing/2014/main" id="{D7680936-F429-40FE-B1AE-F883E985B776}"/>
                  </a:ext>
                </a:extLst>
              </p:cNvPr>
              <p:cNvSpPr>
                <a:spLocks noChangeShapeType="1"/>
              </p:cNvSpPr>
              <p:nvPr/>
            </p:nvSpPr>
            <p:spPr bwMode="auto">
              <a:xfrm>
                <a:off x="3555" y="684"/>
                <a:ext cx="13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Line 34">
                <a:extLst>
                  <a:ext uri="{FF2B5EF4-FFF2-40B4-BE49-F238E27FC236}">
                    <a16:creationId xmlns:a16="http://schemas.microsoft.com/office/drawing/2014/main" id="{A1E14290-E1F1-4AAC-A2E1-0C04F4A7C9B5}"/>
                  </a:ext>
                </a:extLst>
              </p:cNvPr>
              <p:cNvSpPr>
                <a:spLocks noChangeShapeType="1"/>
              </p:cNvSpPr>
              <p:nvPr/>
            </p:nvSpPr>
            <p:spPr bwMode="auto">
              <a:xfrm>
                <a:off x="3685" y="1010"/>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4" name="Line 178">
              <a:extLst>
                <a:ext uri="{FF2B5EF4-FFF2-40B4-BE49-F238E27FC236}">
                  <a16:creationId xmlns:a16="http://schemas.microsoft.com/office/drawing/2014/main" id="{057D229D-C51C-4508-8A75-CF5563D2CE0F}"/>
                </a:ext>
              </a:extLst>
            </p:cNvPr>
            <p:cNvSpPr>
              <a:spLocks noChangeShapeType="1"/>
            </p:cNvSpPr>
            <p:nvPr/>
          </p:nvSpPr>
          <p:spPr bwMode="auto">
            <a:xfrm>
              <a:off x="2207" y="467"/>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Line 179">
              <a:extLst>
                <a:ext uri="{FF2B5EF4-FFF2-40B4-BE49-F238E27FC236}">
                  <a16:creationId xmlns:a16="http://schemas.microsoft.com/office/drawing/2014/main" id="{4EA2FB93-9282-4F5B-8E20-3A5B8B4FBA6E}"/>
                </a:ext>
              </a:extLst>
            </p:cNvPr>
            <p:cNvSpPr>
              <a:spLocks noChangeShapeType="1"/>
            </p:cNvSpPr>
            <p:nvPr/>
          </p:nvSpPr>
          <p:spPr bwMode="auto">
            <a:xfrm>
              <a:off x="2544" y="467"/>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8" name="Group 183">
            <a:extLst>
              <a:ext uri="{FF2B5EF4-FFF2-40B4-BE49-F238E27FC236}">
                <a16:creationId xmlns:a16="http://schemas.microsoft.com/office/drawing/2014/main" id="{4A4450B6-9FE4-4B4C-A0A4-619D11D2E7FF}"/>
              </a:ext>
            </a:extLst>
          </p:cNvPr>
          <p:cNvGrpSpPr>
            <a:grpSpLocks/>
          </p:cNvGrpSpPr>
          <p:nvPr/>
        </p:nvGrpSpPr>
        <p:grpSpPr bwMode="auto">
          <a:xfrm>
            <a:off x="2524125" y="3382963"/>
            <a:ext cx="5668963" cy="2293937"/>
            <a:chOff x="1590" y="2131"/>
            <a:chExt cx="3571" cy="1445"/>
          </a:xfrm>
        </p:grpSpPr>
        <p:sp>
          <p:nvSpPr>
            <p:cNvPr id="79" name="Rectangle 121">
              <a:extLst>
                <a:ext uri="{FF2B5EF4-FFF2-40B4-BE49-F238E27FC236}">
                  <a16:creationId xmlns:a16="http://schemas.microsoft.com/office/drawing/2014/main" id="{64348B9F-0DD2-44F5-B33F-4C59D5CB0843}"/>
                </a:ext>
              </a:extLst>
            </p:cNvPr>
            <p:cNvSpPr>
              <a:spLocks noChangeArrowheads="1"/>
            </p:cNvSpPr>
            <p:nvPr/>
          </p:nvSpPr>
          <p:spPr bwMode="auto">
            <a:xfrm>
              <a:off x="1620" y="2185"/>
              <a:ext cx="260" cy="1390"/>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aphicFrame>
          <p:nvGraphicFramePr>
            <p:cNvPr id="80" name="Object 112">
              <a:extLst>
                <a:ext uri="{FF2B5EF4-FFF2-40B4-BE49-F238E27FC236}">
                  <a16:creationId xmlns:a16="http://schemas.microsoft.com/office/drawing/2014/main" id="{FA3BA93A-8EC3-4BAB-9D3B-DCDC1006D918}"/>
                </a:ext>
              </a:extLst>
            </p:cNvPr>
            <p:cNvGraphicFramePr>
              <a:graphicFrameLocks noChangeAspect="1"/>
            </p:cNvGraphicFramePr>
            <p:nvPr/>
          </p:nvGraphicFramePr>
          <p:xfrm>
            <a:off x="1881" y="2185"/>
            <a:ext cx="3277" cy="1390"/>
          </p:xfrm>
          <a:graphic>
            <a:graphicData uri="http://schemas.openxmlformats.org/presentationml/2006/ole">
              <mc:AlternateContent xmlns:mc="http://schemas.openxmlformats.org/markup-compatibility/2006">
                <mc:Choice xmlns:v="urn:schemas-microsoft-com:vml" Requires="v">
                  <p:oleObj spid="_x0000_s325654" name="位图图像" r:id="rId3" imgW="3943901" imgH="1038370" progId="PBrush">
                    <p:embed/>
                  </p:oleObj>
                </mc:Choice>
                <mc:Fallback>
                  <p:oleObj name="位图图像" r:id="rId3" imgW="3943901" imgH="1038370"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 y="2185"/>
                          <a:ext cx="3277" cy="13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 name="Text Box 116">
              <a:extLst>
                <a:ext uri="{FF2B5EF4-FFF2-40B4-BE49-F238E27FC236}">
                  <a16:creationId xmlns:a16="http://schemas.microsoft.com/office/drawing/2014/main" id="{92A8B909-2947-46EE-BBE7-911C023B42F7}"/>
                </a:ext>
              </a:extLst>
            </p:cNvPr>
            <p:cNvSpPr txBox="1">
              <a:spLocks noChangeArrowheads="1"/>
            </p:cNvSpPr>
            <p:nvPr/>
          </p:nvSpPr>
          <p:spPr bwMode="auto">
            <a:xfrm>
              <a:off x="1641" y="2131"/>
              <a:ext cx="21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S</a:t>
              </a:r>
            </a:p>
          </p:txBody>
        </p:sp>
        <p:sp>
          <p:nvSpPr>
            <p:cNvPr id="82" name="Text Box 117">
              <a:extLst>
                <a:ext uri="{FF2B5EF4-FFF2-40B4-BE49-F238E27FC236}">
                  <a16:creationId xmlns:a16="http://schemas.microsoft.com/office/drawing/2014/main" id="{FCAE70F1-38F7-4187-9A24-E664F243DB82}"/>
                </a:ext>
              </a:extLst>
            </p:cNvPr>
            <p:cNvSpPr txBox="1">
              <a:spLocks noChangeArrowheads="1"/>
            </p:cNvSpPr>
            <p:nvPr/>
          </p:nvSpPr>
          <p:spPr bwMode="auto">
            <a:xfrm>
              <a:off x="1618" y="2381"/>
              <a:ext cx="26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R</a:t>
              </a:r>
            </a:p>
          </p:txBody>
        </p:sp>
        <p:sp>
          <p:nvSpPr>
            <p:cNvPr id="83" name="Text Box 118">
              <a:extLst>
                <a:ext uri="{FF2B5EF4-FFF2-40B4-BE49-F238E27FC236}">
                  <a16:creationId xmlns:a16="http://schemas.microsoft.com/office/drawing/2014/main" id="{7DB91391-051B-469B-8E2E-2123BBA8E10C}"/>
                </a:ext>
              </a:extLst>
            </p:cNvPr>
            <p:cNvSpPr txBox="1">
              <a:spLocks noChangeArrowheads="1"/>
            </p:cNvSpPr>
            <p:nvPr/>
          </p:nvSpPr>
          <p:spPr bwMode="auto">
            <a:xfrm>
              <a:off x="1590" y="2822"/>
              <a:ext cx="255"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sp>
          <p:nvSpPr>
            <p:cNvPr id="84" name="Text Box 119">
              <a:extLst>
                <a:ext uri="{FF2B5EF4-FFF2-40B4-BE49-F238E27FC236}">
                  <a16:creationId xmlns:a16="http://schemas.microsoft.com/office/drawing/2014/main" id="{A44AEBE3-BEE1-43C2-AB70-3566AFA5BBFC}"/>
                </a:ext>
              </a:extLst>
            </p:cNvPr>
            <p:cNvSpPr txBox="1">
              <a:spLocks noChangeArrowheads="1"/>
            </p:cNvSpPr>
            <p:nvPr/>
          </p:nvSpPr>
          <p:spPr bwMode="auto">
            <a:xfrm>
              <a:off x="1607" y="3130"/>
              <a:ext cx="243"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sp>
          <p:nvSpPr>
            <p:cNvPr id="85" name="Line 120">
              <a:extLst>
                <a:ext uri="{FF2B5EF4-FFF2-40B4-BE49-F238E27FC236}">
                  <a16:creationId xmlns:a16="http://schemas.microsoft.com/office/drawing/2014/main" id="{7A36C7D0-20D3-4680-95D0-B1A0380059DF}"/>
                </a:ext>
              </a:extLst>
            </p:cNvPr>
            <p:cNvSpPr>
              <a:spLocks noChangeShapeType="1"/>
            </p:cNvSpPr>
            <p:nvPr/>
          </p:nvSpPr>
          <p:spPr bwMode="auto">
            <a:xfrm>
              <a:off x="1663" y="3184"/>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Rectangle 134">
              <a:extLst>
                <a:ext uri="{FF2B5EF4-FFF2-40B4-BE49-F238E27FC236}">
                  <a16:creationId xmlns:a16="http://schemas.microsoft.com/office/drawing/2014/main" id="{CF2F3B43-F61C-4A2E-8AB3-402C6EE4CBF8}"/>
                </a:ext>
              </a:extLst>
            </p:cNvPr>
            <p:cNvSpPr>
              <a:spLocks noChangeArrowheads="1"/>
            </p:cNvSpPr>
            <p:nvPr/>
          </p:nvSpPr>
          <p:spPr bwMode="auto">
            <a:xfrm>
              <a:off x="1886" y="2451"/>
              <a:ext cx="3275"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87" name="Rectangle 135">
              <a:extLst>
                <a:ext uri="{FF2B5EF4-FFF2-40B4-BE49-F238E27FC236}">
                  <a16:creationId xmlns:a16="http://schemas.microsoft.com/office/drawing/2014/main" id="{59BF65F0-16AF-4155-A6FC-FAF8F26C8BC0}"/>
                </a:ext>
              </a:extLst>
            </p:cNvPr>
            <p:cNvSpPr>
              <a:spLocks noChangeArrowheads="1"/>
            </p:cNvSpPr>
            <p:nvPr/>
          </p:nvSpPr>
          <p:spPr bwMode="auto">
            <a:xfrm>
              <a:off x="1886" y="2790"/>
              <a:ext cx="3275"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88" name="Rectangle 136">
              <a:extLst>
                <a:ext uri="{FF2B5EF4-FFF2-40B4-BE49-F238E27FC236}">
                  <a16:creationId xmlns:a16="http://schemas.microsoft.com/office/drawing/2014/main" id="{68150B89-32F4-42D6-8ACA-784F3D6BFE7E}"/>
                </a:ext>
              </a:extLst>
            </p:cNvPr>
            <p:cNvSpPr>
              <a:spLocks noChangeArrowheads="1"/>
            </p:cNvSpPr>
            <p:nvPr/>
          </p:nvSpPr>
          <p:spPr bwMode="auto">
            <a:xfrm>
              <a:off x="1886" y="3129"/>
              <a:ext cx="3275"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89" name="Rectangle 137">
              <a:extLst>
                <a:ext uri="{FF2B5EF4-FFF2-40B4-BE49-F238E27FC236}">
                  <a16:creationId xmlns:a16="http://schemas.microsoft.com/office/drawing/2014/main" id="{10AD8F4D-0439-4E14-8B2D-44D7277EBF54}"/>
                </a:ext>
              </a:extLst>
            </p:cNvPr>
            <p:cNvSpPr>
              <a:spLocks noChangeArrowheads="1"/>
            </p:cNvSpPr>
            <p:nvPr/>
          </p:nvSpPr>
          <p:spPr bwMode="auto">
            <a:xfrm>
              <a:off x="1886" y="3468"/>
              <a:ext cx="3275"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0" name="Line 122">
              <a:extLst>
                <a:ext uri="{FF2B5EF4-FFF2-40B4-BE49-F238E27FC236}">
                  <a16:creationId xmlns:a16="http://schemas.microsoft.com/office/drawing/2014/main" id="{30E096C0-2891-4AC3-AE05-B3C5FB6EEBEC}"/>
                </a:ext>
              </a:extLst>
            </p:cNvPr>
            <p:cNvSpPr>
              <a:spLocks noChangeShapeType="1"/>
            </p:cNvSpPr>
            <p:nvPr/>
          </p:nvSpPr>
          <p:spPr bwMode="auto">
            <a:xfrm flipH="1">
              <a:off x="2510" y="2195"/>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Line 123">
              <a:extLst>
                <a:ext uri="{FF2B5EF4-FFF2-40B4-BE49-F238E27FC236}">
                  <a16:creationId xmlns:a16="http://schemas.microsoft.com/office/drawing/2014/main" id="{002727C0-7110-46A7-A5B1-49019128E0E4}"/>
                </a:ext>
              </a:extLst>
            </p:cNvPr>
            <p:cNvSpPr>
              <a:spLocks noChangeShapeType="1"/>
            </p:cNvSpPr>
            <p:nvPr/>
          </p:nvSpPr>
          <p:spPr bwMode="auto">
            <a:xfrm flipH="1">
              <a:off x="3206" y="2195"/>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2" name="Line 124">
              <a:extLst>
                <a:ext uri="{FF2B5EF4-FFF2-40B4-BE49-F238E27FC236}">
                  <a16:creationId xmlns:a16="http://schemas.microsoft.com/office/drawing/2014/main" id="{9E02CDAC-5E34-4DBC-AB5C-FC4C42DF2768}"/>
                </a:ext>
              </a:extLst>
            </p:cNvPr>
            <p:cNvSpPr>
              <a:spLocks noChangeShapeType="1"/>
            </p:cNvSpPr>
            <p:nvPr/>
          </p:nvSpPr>
          <p:spPr bwMode="auto">
            <a:xfrm flipH="1">
              <a:off x="3380" y="2195"/>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 name="Line 125">
              <a:extLst>
                <a:ext uri="{FF2B5EF4-FFF2-40B4-BE49-F238E27FC236}">
                  <a16:creationId xmlns:a16="http://schemas.microsoft.com/office/drawing/2014/main" id="{ADBA8371-3B05-40D3-8AB0-D413C3A3D42D}"/>
                </a:ext>
              </a:extLst>
            </p:cNvPr>
            <p:cNvSpPr>
              <a:spLocks noChangeShapeType="1"/>
            </p:cNvSpPr>
            <p:nvPr/>
          </p:nvSpPr>
          <p:spPr bwMode="auto">
            <a:xfrm flipH="1">
              <a:off x="3695" y="2184"/>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4" name="Line 126">
              <a:extLst>
                <a:ext uri="{FF2B5EF4-FFF2-40B4-BE49-F238E27FC236}">
                  <a16:creationId xmlns:a16="http://schemas.microsoft.com/office/drawing/2014/main" id="{5B69392D-6D59-4E9F-8D74-9251B8345C32}"/>
                </a:ext>
              </a:extLst>
            </p:cNvPr>
            <p:cNvSpPr>
              <a:spLocks noChangeShapeType="1"/>
            </p:cNvSpPr>
            <p:nvPr/>
          </p:nvSpPr>
          <p:spPr bwMode="auto">
            <a:xfrm flipH="1">
              <a:off x="4326" y="2184"/>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Line 127">
              <a:extLst>
                <a:ext uri="{FF2B5EF4-FFF2-40B4-BE49-F238E27FC236}">
                  <a16:creationId xmlns:a16="http://schemas.microsoft.com/office/drawing/2014/main" id="{67B464E4-3EFD-48EE-9395-E437A30B1CC4}"/>
                </a:ext>
              </a:extLst>
            </p:cNvPr>
            <p:cNvSpPr>
              <a:spLocks noChangeShapeType="1"/>
            </p:cNvSpPr>
            <p:nvPr/>
          </p:nvSpPr>
          <p:spPr bwMode="auto">
            <a:xfrm flipH="1">
              <a:off x="4631" y="2207"/>
              <a:ext cx="11" cy="136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7" name="Line 142">
              <a:extLst>
                <a:ext uri="{FF2B5EF4-FFF2-40B4-BE49-F238E27FC236}">
                  <a16:creationId xmlns:a16="http://schemas.microsoft.com/office/drawing/2014/main" id="{B85B7C5E-E1EF-4671-82F9-93B7EDF0544A}"/>
                </a:ext>
              </a:extLst>
            </p:cNvPr>
            <p:cNvSpPr>
              <a:spLocks noChangeShapeType="1"/>
            </p:cNvSpPr>
            <p:nvPr/>
          </p:nvSpPr>
          <p:spPr bwMode="auto">
            <a:xfrm>
              <a:off x="2849" y="2209"/>
              <a:ext cx="0" cy="132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8" name="Line 181">
              <a:extLst>
                <a:ext uri="{FF2B5EF4-FFF2-40B4-BE49-F238E27FC236}">
                  <a16:creationId xmlns:a16="http://schemas.microsoft.com/office/drawing/2014/main" id="{9C788F81-521F-41C8-B9DE-3F0A0C32D050}"/>
                </a:ext>
              </a:extLst>
            </p:cNvPr>
            <p:cNvSpPr>
              <a:spLocks noChangeShapeType="1"/>
            </p:cNvSpPr>
            <p:nvPr/>
          </p:nvSpPr>
          <p:spPr bwMode="auto">
            <a:xfrm>
              <a:off x="1695" y="2206"/>
              <a:ext cx="13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 name="Line 182">
              <a:extLst>
                <a:ext uri="{FF2B5EF4-FFF2-40B4-BE49-F238E27FC236}">
                  <a16:creationId xmlns:a16="http://schemas.microsoft.com/office/drawing/2014/main" id="{8897909A-B8F8-42D1-BC4A-08A655B90988}"/>
                </a:ext>
              </a:extLst>
            </p:cNvPr>
            <p:cNvSpPr>
              <a:spLocks noChangeShapeType="1"/>
            </p:cNvSpPr>
            <p:nvPr/>
          </p:nvSpPr>
          <p:spPr bwMode="auto">
            <a:xfrm>
              <a:off x="1684" y="2445"/>
              <a:ext cx="13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9" name="组合 108"/>
          <p:cNvGrpSpPr/>
          <p:nvPr/>
        </p:nvGrpSpPr>
        <p:grpSpPr>
          <a:xfrm>
            <a:off x="542925" y="5916613"/>
            <a:ext cx="7640638" cy="750887"/>
            <a:chOff x="542925" y="5916613"/>
            <a:chExt cx="7640638" cy="750887"/>
          </a:xfrm>
        </p:grpSpPr>
        <p:sp>
          <p:nvSpPr>
            <p:cNvPr id="2" name="Rectangle 131">
              <a:extLst>
                <a:ext uri="{FF2B5EF4-FFF2-40B4-BE49-F238E27FC236}">
                  <a16:creationId xmlns:a16="http://schemas.microsoft.com/office/drawing/2014/main" id="{D012BBCA-338A-494C-996A-2805A65C1269}"/>
                </a:ext>
              </a:extLst>
            </p:cNvPr>
            <p:cNvSpPr>
              <a:spLocks noChangeArrowheads="1"/>
            </p:cNvSpPr>
            <p:nvPr/>
          </p:nvSpPr>
          <p:spPr bwMode="auto">
            <a:xfrm>
              <a:off x="542925" y="5916613"/>
              <a:ext cx="7608888" cy="750887"/>
            </a:xfrm>
            <a:prstGeom prst="rect">
              <a:avLst/>
            </a:prstGeom>
            <a:gradFill rotWithShape="0">
              <a:gsLst>
                <a:gs pos="0">
                  <a:srgbClr val="FFFFA3"/>
                </a:gs>
                <a:gs pos="100000">
                  <a:srgbClr val="8FFFE2"/>
                </a:gs>
              </a:gsLst>
              <a:path path="shape">
                <a:fillToRect l="50000" t="50000" r="50000" b="50000"/>
              </a:path>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100" name="Group 188">
              <a:extLst>
                <a:ext uri="{FF2B5EF4-FFF2-40B4-BE49-F238E27FC236}">
                  <a16:creationId xmlns:a16="http://schemas.microsoft.com/office/drawing/2014/main" id="{79339AD4-4A93-45BD-89CF-51A4A1AB5842}"/>
                </a:ext>
              </a:extLst>
            </p:cNvPr>
            <p:cNvGrpSpPr>
              <a:grpSpLocks/>
            </p:cNvGrpSpPr>
            <p:nvPr/>
          </p:nvGrpSpPr>
          <p:grpSpPr bwMode="auto">
            <a:xfrm>
              <a:off x="660400" y="6097588"/>
              <a:ext cx="7523163" cy="519112"/>
              <a:chOff x="416" y="3841"/>
              <a:chExt cx="4739" cy="327"/>
            </a:xfrm>
          </p:grpSpPr>
          <p:grpSp>
            <p:nvGrpSpPr>
              <p:cNvPr id="101" name="Group 133">
                <a:extLst>
                  <a:ext uri="{FF2B5EF4-FFF2-40B4-BE49-F238E27FC236}">
                    <a16:creationId xmlns:a16="http://schemas.microsoft.com/office/drawing/2014/main" id="{0DAD77DD-46A7-4FD8-B8D7-78E76C951E64}"/>
                  </a:ext>
                </a:extLst>
              </p:cNvPr>
              <p:cNvGrpSpPr>
                <a:grpSpLocks/>
              </p:cNvGrpSpPr>
              <p:nvPr/>
            </p:nvGrpSpPr>
            <p:grpSpPr bwMode="auto">
              <a:xfrm>
                <a:off x="416" y="3841"/>
                <a:ext cx="4739" cy="327"/>
                <a:chOff x="130" y="3841"/>
                <a:chExt cx="4739" cy="327"/>
              </a:xfrm>
            </p:grpSpPr>
            <p:sp>
              <p:nvSpPr>
                <p:cNvPr id="106" name="Text Box 129">
                  <a:extLst>
                    <a:ext uri="{FF2B5EF4-FFF2-40B4-BE49-F238E27FC236}">
                      <a16:creationId xmlns:a16="http://schemas.microsoft.com/office/drawing/2014/main" id="{A9E67768-DA5D-402F-8591-F613127AE36C}"/>
                    </a:ext>
                  </a:extLst>
                </p:cNvPr>
                <p:cNvSpPr txBox="1">
                  <a:spLocks noChangeArrowheads="1"/>
                </p:cNvSpPr>
                <p:nvPr/>
              </p:nvSpPr>
              <p:spPr bwMode="auto">
                <a:xfrm>
                  <a:off x="130" y="3841"/>
                  <a:ext cx="473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RS</a:t>
                  </a:r>
                  <a:r>
                    <a:rPr kumimoji="0"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00, QQ</a:t>
                  </a:r>
                  <a:r>
                    <a:rPr kumimoji="0"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11;     RS</a:t>
                  </a:r>
                  <a:r>
                    <a:rPr kumimoji="0"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由</a:t>
                  </a: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00</a:t>
                  </a: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11,</a:t>
                  </a:r>
                  <a:r>
                    <a:rPr kumimoji="0"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下一状态不定</a:t>
                  </a:r>
                </a:p>
              </p:txBody>
            </p:sp>
            <p:sp>
              <p:nvSpPr>
                <p:cNvPr id="107" name="Line 132">
                  <a:extLst>
                    <a:ext uri="{FF2B5EF4-FFF2-40B4-BE49-F238E27FC236}">
                      <a16:creationId xmlns:a16="http://schemas.microsoft.com/office/drawing/2014/main" id="{99A7F3C8-E5DF-4E5F-9665-588C8C47A0DA}"/>
                    </a:ext>
                  </a:extLst>
                </p:cNvPr>
                <p:cNvSpPr>
                  <a:spLocks noChangeShapeType="1"/>
                </p:cNvSpPr>
                <p:nvPr/>
              </p:nvSpPr>
              <p:spPr bwMode="auto">
                <a:xfrm>
                  <a:off x="1228" y="3923"/>
                  <a:ext cx="12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2" name="Line 184">
                <a:extLst>
                  <a:ext uri="{FF2B5EF4-FFF2-40B4-BE49-F238E27FC236}">
                    <a16:creationId xmlns:a16="http://schemas.microsoft.com/office/drawing/2014/main" id="{977A0B9C-DAD9-4E63-873D-76BC38DCEB5D}"/>
                  </a:ext>
                </a:extLst>
              </p:cNvPr>
              <p:cNvSpPr>
                <a:spLocks noChangeShapeType="1"/>
              </p:cNvSpPr>
              <p:nvPr/>
            </p:nvSpPr>
            <p:spPr bwMode="auto">
              <a:xfrm>
                <a:off x="478" y="3902"/>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 name="Line 185">
                <a:extLst>
                  <a:ext uri="{FF2B5EF4-FFF2-40B4-BE49-F238E27FC236}">
                    <a16:creationId xmlns:a16="http://schemas.microsoft.com/office/drawing/2014/main" id="{CC5B83BB-32BC-427E-90CB-A333D8FC21EB}"/>
                  </a:ext>
                </a:extLst>
              </p:cNvPr>
              <p:cNvSpPr>
                <a:spLocks noChangeShapeType="1"/>
              </p:cNvSpPr>
              <p:nvPr/>
            </p:nvSpPr>
            <p:spPr bwMode="auto">
              <a:xfrm>
                <a:off x="652" y="3902"/>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 name="Line 186">
                <a:extLst>
                  <a:ext uri="{FF2B5EF4-FFF2-40B4-BE49-F238E27FC236}">
                    <a16:creationId xmlns:a16="http://schemas.microsoft.com/office/drawing/2014/main" id="{42764603-4997-472F-8267-B339672C532C}"/>
                  </a:ext>
                </a:extLst>
              </p:cNvPr>
              <p:cNvSpPr>
                <a:spLocks noChangeShapeType="1"/>
              </p:cNvSpPr>
              <p:nvPr/>
            </p:nvSpPr>
            <p:spPr bwMode="auto">
              <a:xfrm>
                <a:off x="2478" y="3902"/>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 name="Line 187">
                <a:extLst>
                  <a:ext uri="{FF2B5EF4-FFF2-40B4-BE49-F238E27FC236}">
                    <a16:creationId xmlns:a16="http://schemas.microsoft.com/office/drawing/2014/main" id="{5EA35F70-089E-4560-8032-9970189A050B}"/>
                  </a:ext>
                </a:extLst>
              </p:cNvPr>
              <p:cNvSpPr>
                <a:spLocks noChangeShapeType="1"/>
              </p:cNvSpPr>
              <p:nvPr/>
            </p:nvSpPr>
            <p:spPr bwMode="auto">
              <a:xfrm>
                <a:off x="2652" y="3902"/>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08" name="TextBox 107"/>
          <p:cNvSpPr txBox="1"/>
          <p:nvPr/>
        </p:nvSpPr>
        <p:spPr bwMode="auto">
          <a:xfrm>
            <a:off x="579120" y="45720"/>
            <a:ext cx="30327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二、表示法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blinds(horizontal)">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linds(horizontal)">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blinds(horizontal)">
                                      <p:cBhvr>
                                        <p:cTn id="37" dur="500"/>
                                        <p:tgtEl>
                                          <p:spTgt spid="7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linds(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linds(horizontal)">
                                      <p:cBhvr>
                                        <p:cTn id="4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autoUpdateAnimBg="0"/>
      <p:bldP spid="26" grpId="0" animBg="1" autoUpdateAnimBg="0"/>
      <p:bldP spid="27"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324911"/>
            <a:ext cx="6954715" cy="588136"/>
          </a:xfrm>
        </p:spPr>
        <p:txBody>
          <a:bodyPr/>
          <a:lstStyle/>
          <a:p>
            <a:r>
              <a:rPr lang="en-US" altLang="zh-CN" dirty="0">
                <a:latin typeface="黑体" pitchFamily="49" charset="-122"/>
                <a:ea typeface="黑体" panose="02010609060101010101" pitchFamily="49" charset="-122"/>
              </a:rPr>
              <a:t>§6.2   </a:t>
            </a:r>
            <a:r>
              <a:rPr lang="zh-CN" altLang="en-US" dirty="0">
                <a:latin typeface="黑体" pitchFamily="49" charset="-122"/>
                <a:ea typeface="黑体" panose="02010609060101010101" pitchFamily="49" charset="-122"/>
              </a:rPr>
              <a:t>基本</a:t>
            </a:r>
            <a:r>
              <a:rPr lang="en-US" altLang="zh-CN" dirty="0">
                <a:latin typeface="黑体" pitchFamily="49" charset="-122"/>
                <a:ea typeface="黑体" panose="02010609060101010101" pitchFamily="49" charset="-122"/>
              </a:rPr>
              <a:t>R—S</a:t>
            </a:r>
            <a:r>
              <a:rPr lang="zh-CN" altLang="en-US" dirty="0">
                <a:latin typeface="黑体" pitchFamily="49" charset="-122"/>
                <a:ea typeface="黑体" panose="02010609060101010101" pitchFamily="49" charset="-122"/>
              </a:rPr>
              <a:t>触发器</a:t>
            </a:r>
            <a:endParaRPr lang="zh-CN" altLang="en-US" dirty="0"/>
          </a:p>
        </p:txBody>
      </p:sp>
      <p:sp>
        <p:nvSpPr>
          <p:cNvPr id="4" name="灯片编号占位符 3"/>
          <p:cNvSpPr>
            <a:spLocks noGrp="1"/>
          </p:cNvSpPr>
          <p:nvPr>
            <p:ph type="sldNum" sz="quarter" idx="12"/>
          </p:nvPr>
        </p:nvSpPr>
        <p:spPr>
          <a:xfrm>
            <a:off x="237977" y="6519593"/>
            <a:ext cx="902677" cy="338407"/>
          </a:xfrm>
        </p:spPr>
        <p:txBody>
          <a:bodyPr/>
          <a:lstStyle/>
          <a:p>
            <a:pPr>
              <a:defRPr/>
            </a:pPr>
            <a:fld id="{315B291C-51FB-4C18-A138-CCB3C24CD792}" type="slidenum">
              <a:rPr lang="en-US" altLang="zh-CN" smtClean="0">
                <a:solidFill>
                  <a:schemeClr val="tx2"/>
                </a:solidFill>
              </a:rPr>
              <a:pPr>
                <a:defRPr/>
              </a:pPr>
              <a:t>5</a:t>
            </a:fld>
            <a:endParaRPr lang="en-US" altLang="zh-CN" dirty="0">
              <a:solidFill>
                <a:schemeClr val="tx2"/>
              </a:solidFill>
            </a:endParaRPr>
          </a:p>
        </p:txBody>
      </p:sp>
      <p:sp>
        <p:nvSpPr>
          <p:cNvPr id="5" name="Rectangle 2">
            <a:extLst>
              <a:ext uri="{FF2B5EF4-FFF2-40B4-BE49-F238E27FC236}">
                <a16:creationId xmlns:a16="http://schemas.microsoft.com/office/drawing/2014/main" id="{F90FB55C-4781-46EB-AEF6-602FEE31E654}"/>
              </a:ext>
            </a:extLst>
          </p:cNvPr>
          <p:cNvSpPr txBox="1">
            <a:spLocks noChangeArrowheads="1"/>
          </p:cNvSpPr>
          <p:nvPr/>
        </p:nvSpPr>
        <p:spPr bwMode="auto">
          <a:xfrm>
            <a:off x="633413" y="1158558"/>
            <a:ext cx="2475547"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dirty="0">
                <a:solidFill>
                  <a:schemeClr val="tx1"/>
                </a:solidFill>
                <a:latin typeface="黑体" pitchFamily="49" charset="-122"/>
                <a:ea typeface="黑体" pitchFamily="49" charset="-122"/>
                <a:cs typeface="+mj-cs"/>
              </a:rPr>
              <a:t>三、应用</a:t>
            </a:r>
            <a:endParaRPr kumimoji="1"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j-cs"/>
            </a:endParaRPr>
          </a:p>
        </p:txBody>
      </p:sp>
      <p:sp>
        <p:nvSpPr>
          <p:cNvPr id="8" name="Text Box 4">
            <a:extLst>
              <a:ext uri="{FF2B5EF4-FFF2-40B4-BE49-F238E27FC236}">
                <a16:creationId xmlns:a16="http://schemas.microsoft.com/office/drawing/2014/main" id="{3F675F45-7C0E-4149-9BBB-752F851B9E24}"/>
              </a:ext>
            </a:extLst>
          </p:cNvPr>
          <p:cNvSpPr txBox="1">
            <a:spLocks noChangeArrowheads="1"/>
          </p:cNvSpPr>
          <p:nvPr/>
        </p:nvSpPr>
        <p:spPr bwMode="auto">
          <a:xfrm>
            <a:off x="845185" y="1762760"/>
            <a:ext cx="1982788" cy="519113"/>
          </a:xfrm>
          <a:prstGeom prst="rect">
            <a:avLst/>
          </a:prstGeom>
          <a:noFill/>
          <a:ln w="38100">
            <a:solidFill>
              <a:srgbClr val="FFFFFF"/>
            </a:solid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黑体" pitchFamily="49" charset="-122"/>
                <a:ea typeface="黑体" pitchFamily="49" charset="-122"/>
              </a:rPr>
              <a:t>防抖开关</a:t>
            </a:r>
          </a:p>
        </p:txBody>
      </p:sp>
      <p:grpSp>
        <p:nvGrpSpPr>
          <p:cNvPr id="9" name="Group 107">
            <a:extLst>
              <a:ext uri="{FF2B5EF4-FFF2-40B4-BE49-F238E27FC236}">
                <a16:creationId xmlns:a16="http://schemas.microsoft.com/office/drawing/2014/main" id="{5D103702-F87B-4183-8FE9-0E7918AA8A57}"/>
              </a:ext>
            </a:extLst>
          </p:cNvPr>
          <p:cNvGrpSpPr>
            <a:grpSpLocks/>
          </p:cNvGrpSpPr>
          <p:nvPr/>
        </p:nvGrpSpPr>
        <p:grpSpPr bwMode="auto">
          <a:xfrm>
            <a:off x="3777298" y="1130300"/>
            <a:ext cx="2344737" cy="1728788"/>
            <a:chOff x="1870" y="429"/>
            <a:chExt cx="1477" cy="1089"/>
          </a:xfrm>
        </p:grpSpPr>
        <p:sp>
          <p:nvSpPr>
            <p:cNvPr id="10" name="Line 35">
              <a:extLst>
                <a:ext uri="{FF2B5EF4-FFF2-40B4-BE49-F238E27FC236}">
                  <a16:creationId xmlns:a16="http://schemas.microsoft.com/office/drawing/2014/main" id="{6C000082-D441-4B62-90BA-49EABDFE7BBB}"/>
                </a:ext>
              </a:extLst>
            </p:cNvPr>
            <p:cNvSpPr>
              <a:spLocks noChangeShapeType="1"/>
            </p:cNvSpPr>
            <p:nvPr/>
          </p:nvSpPr>
          <p:spPr bwMode="auto">
            <a:xfrm>
              <a:off x="1946" y="1235"/>
              <a:ext cx="1119"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36">
              <a:extLst>
                <a:ext uri="{FF2B5EF4-FFF2-40B4-BE49-F238E27FC236}">
                  <a16:creationId xmlns:a16="http://schemas.microsoft.com/office/drawing/2014/main" id="{733AECEE-CFC0-4161-B00E-4548B53C5E66}"/>
                </a:ext>
              </a:extLst>
            </p:cNvPr>
            <p:cNvSpPr>
              <a:spLocks noChangeShapeType="1"/>
            </p:cNvSpPr>
            <p:nvPr/>
          </p:nvSpPr>
          <p:spPr bwMode="auto">
            <a:xfrm>
              <a:off x="2065" y="626"/>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Text Box 37">
              <a:extLst>
                <a:ext uri="{FF2B5EF4-FFF2-40B4-BE49-F238E27FC236}">
                  <a16:creationId xmlns:a16="http://schemas.microsoft.com/office/drawing/2014/main" id="{8A94984C-634F-4CB5-97A1-258AE75AF0D9}"/>
                </a:ext>
              </a:extLst>
            </p:cNvPr>
            <p:cNvSpPr txBox="1">
              <a:spLocks noChangeArrowheads="1"/>
            </p:cNvSpPr>
            <p:nvPr/>
          </p:nvSpPr>
          <p:spPr bwMode="auto">
            <a:xfrm>
              <a:off x="3043" y="1061"/>
              <a:ext cx="304"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t</a:t>
              </a:r>
            </a:p>
          </p:txBody>
        </p:sp>
        <p:sp>
          <p:nvSpPr>
            <p:cNvPr id="13" name="Text Box 38">
              <a:extLst>
                <a:ext uri="{FF2B5EF4-FFF2-40B4-BE49-F238E27FC236}">
                  <a16:creationId xmlns:a16="http://schemas.microsoft.com/office/drawing/2014/main" id="{8D3EC49A-F66F-4246-8C47-FFFBB539E146}"/>
                </a:ext>
              </a:extLst>
            </p:cNvPr>
            <p:cNvSpPr txBox="1">
              <a:spLocks noChangeArrowheads="1"/>
            </p:cNvSpPr>
            <p:nvPr/>
          </p:nvSpPr>
          <p:spPr bwMode="auto">
            <a:xfrm>
              <a:off x="2076" y="429"/>
              <a:ext cx="44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A</a:t>
              </a:r>
              <a:endPar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endParaRPr>
            </a:p>
          </p:txBody>
        </p:sp>
        <p:sp>
          <p:nvSpPr>
            <p:cNvPr id="14" name="Text Box 39">
              <a:extLst>
                <a:ext uri="{FF2B5EF4-FFF2-40B4-BE49-F238E27FC236}">
                  <a16:creationId xmlns:a16="http://schemas.microsoft.com/office/drawing/2014/main" id="{BCAB81A5-4ECB-4AF1-8C45-A4C4AB59E4F8}"/>
                </a:ext>
              </a:extLst>
            </p:cNvPr>
            <p:cNvSpPr txBox="1">
              <a:spLocks noChangeArrowheads="1"/>
            </p:cNvSpPr>
            <p:nvPr/>
          </p:nvSpPr>
          <p:spPr bwMode="auto">
            <a:xfrm>
              <a:off x="1870" y="1191"/>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grpSp>
      <p:grpSp>
        <p:nvGrpSpPr>
          <p:cNvPr id="15" name="Group 109">
            <a:extLst>
              <a:ext uri="{FF2B5EF4-FFF2-40B4-BE49-F238E27FC236}">
                <a16:creationId xmlns:a16="http://schemas.microsoft.com/office/drawing/2014/main" id="{946F9DAF-E3F5-438F-A160-3F683FD7FF40}"/>
              </a:ext>
            </a:extLst>
          </p:cNvPr>
          <p:cNvGrpSpPr>
            <a:grpSpLocks/>
          </p:cNvGrpSpPr>
          <p:nvPr/>
        </p:nvGrpSpPr>
        <p:grpSpPr bwMode="auto">
          <a:xfrm>
            <a:off x="3804285" y="4197350"/>
            <a:ext cx="2466975" cy="1574800"/>
            <a:chOff x="2272" y="2361"/>
            <a:chExt cx="1554" cy="992"/>
          </a:xfrm>
        </p:grpSpPr>
        <p:sp>
          <p:nvSpPr>
            <p:cNvPr id="16" name="Text Box 64">
              <a:extLst>
                <a:ext uri="{FF2B5EF4-FFF2-40B4-BE49-F238E27FC236}">
                  <a16:creationId xmlns:a16="http://schemas.microsoft.com/office/drawing/2014/main" id="{D66B1FF1-0B06-4788-8C3B-41D798A0EEEE}"/>
                </a:ext>
              </a:extLst>
            </p:cNvPr>
            <p:cNvSpPr txBox="1">
              <a:spLocks noChangeArrowheads="1"/>
            </p:cNvSpPr>
            <p:nvPr/>
          </p:nvSpPr>
          <p:spPr bwMode="auto">
            <a:xfrm>
              <a:off x="2456" y="2361"/>
              <a:ext cx="446"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Y</a:t>
              </a:r>
            </a:p>
          </p:txBody>
        </p:sp>
        <p:sp>
          <p:nvSpPr>
            <p:cNvPr id="17" name="Line 61">
              <a:extLst>
                <a:ext uri="{FF2B5EF4-FFF2-40B4-BE49-F238E27FC236}">
                  <a16:creationId xmlns:a16="http://schemas.microsoft.com/office/drawing/2014/main" id="{AC2A0402-D08B-4043-ABDC-3C0AEE8465D4}"/>
                </a:ext>
              </a:extLst>
            </p:cNvPr>
            <p:cNvSpPr>
              <a:spLocks noChangeShapeType="1"/>
            </p:cNvSpPr>
            <p:nvPr/>
          </p:nvSpPr>
          <p:spPr bwMode="auto">
            <a:xfrm>
              <a:off x="2348" y="3070"/>
              <a:ext cx="1151"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62">
              <a:extLst>
                <a:ext uri="{FF2B5EF4-FFF2-40B4-BE49-F238E27FC236}">
                  <a16:creationId xmlns:a16="http://schemas.microsoft.com/office/drawing/2014/main" id="{9533CE42-3684-4357-88B8-D1F277A918A3}"/>
                </a:ext>
              </a:extLst>
            </p:cNvPr>
            <p:cNvSpPr>
              <a:spLocks noChangeShapeType="1"/>
            </p:cNvSpPr>
            <p:nvPr/>
          </p:nvSpPr>
          <p:spPr bwMode="auto">
            <a:xfrm>
              <a:off x="2467" y="2461"/>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Text Box 63">
              <a:extLst>
                <a:ext uri="{FF2B5EF4-FFF2-40B4-BE49-F238E27FC236}">
                  <a16:creationId xmlns:a16="http://schemas.microsoft.com/office/drawing/2014/main" id="{D49CA27A-F855-4D05-8744-E81C3291E869}"/>
                </a:ext>
              </a:extLst>
            </p:cNvPr>
            <p:cNvSpPr txBox="1">
              <a:spLocks noChangeArrowheads="1"/>
            </p:cNvSpPr>
            <p:nvPr/>
          </p:nvSpPr>
          <p:spPr bwMode="auto">
            <a:xfrm>
              <a:off x="3522" y="2896"/>
              <a:ext cx="304"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t</a:t>
              </a:r>
            </a:p>
          </p:txBody>
        </p:sp>
        <p:sp>
          <p:nvSpPr>
            <p:cNvPr id="20" name="Text Box 65">
              <a:extLst>
                <a:ext uri="{FF2B5EF4-FFF2-40B4-BE49-F238E27FC236}">
                  <a16:creationId xmlns:a16="http://schemas.microsoft.com/office/drawing/2014/main" id="{1F630380-6FA2-44DF-A5A6-D09A363D011C}"/>
                </a:ext>
              </a:extLst>
            </p:cNvPr>
            <p:cNvSpPr txBox="1">
              <a:spLocks noChangeArrowheads="1"/>
            </p:cNvSpPr>
            <p:nvPr/>
          </p:nvSpPr>
          <p:spPr bwMode="auto">
            <a:xfrm>
              <a:off x="2272" y="3026"/>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sp>
          <p:nvSpPr>
            <p:cNvPr id="21" name="Text Box 67">
              <a:extLst>
                <a:ext uri="{FF2B5EF4-FFF2-40B4-BE49-F238E27FC236}">
                  <a16:creationId xmlns:a16="http://schemas.microsoft.com/office/drawing/2014/main" id="{266550B2-38BB-46D9-93D4-E3642AFD67CC}"/>
                </a:ext>
              </a:extLst>
            </p:cNvPr>
            <p:cNvSpPr txBox="1">
              <a:spLocks noChangeArrowheads="1"/>
            </p:cNvSpPr>
            <p:nvPr/>
          </p:nvSpPr>
          <p:spPr bwMode="auto">
            <a:xfrm>
              <a:off x="2543" y="3004"/>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sp>
          <p:nvSpPr>
            <p:cNvPr id="22" name="Freeform 68">
              <a:extLst>
                <a:ext uri="{FF2B5EF4-FFF2-40B4-BE49-F238E27FC236}">
                  <a16:creationId xmlns:a16="http://schemas.microsoft.com/office/drawing/2014/main" id="{35523653-0221-402C-A2F7-641371C60639}"/>
                </a:ext>
              </a:extLst>
            </p:cNvPr>
            <p:cNvSpPr>
              <a:spLocks/>
            </p:cNvSpPr>
            <p:nvPr/>
          </p:nvSpPr>
          <p:spPr bwMode="auto">
            <a:xfrm>
              <a:off x="2467" y="2820"/>
              <a:ext cx="859" cy="250"/>
            </a:xfrm>
            <a:custGeom>
              <a:avLst/>
              <a:gdLst>
                <a:gd name="T0" fmla="*/ 0 w 1326"/>
                <a:gd name="T1" fmla="*/ 250 h 250"/>
                <a:gd name="T2" fmla="*/ 34 w 1326"/>
                <a:gd name="T3" fmla="*/ 250 h 250"/>
                <a:gd name="T4" fmla="*/ 34 w 1326"/>
                <a:gd name="T5" fmla="*/ 0 h 250"/>
                <a:gd name="T6" fmla="*/ 151 w 1326"/>
                <a:gd name="T7" fmla="*/ 0 h 2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6" h="250">
                  <a:moveTo>
                    <a:pt x="0" y="250"/>
                  </a:moveTo>
                  <a:lnTo>
                    <a:pt x="294" y="250"/>
                  </a:lnTo>
                  <a:lnTo>
                    <a:pt x="294" y="0"/>
                  </a:lnTo>
                  <a:lnTo>
                    <a:pt x="132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 name="Line 71">
            <a:extLst>
              <a:ext uri="{FF2B5EF4-FFF2-40B4-BE49-F238E27FC236}">
                <a16:creationId xmlns:a16="http://schemas.microsoft.com/office/drawing/2014/main" id="{00EBE055-477B-421C-950B-4C0EF5B512A4}"/>
              </a:ext>
            </a:extLst>
          </p:cNvPr>
          <p:cNvSpPr>
            <a:spLocks noChangeShapeType="1"/>
          </p:cNvSpPr>
          <p:nvPr/>
        </p:nvSpPr>
        <p:spPr bwMode="auto">
          <a:xfrm>
            <a:off x="4424998" y="1752600"/>
            <a:ext cx="0" cy="36576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Text Box 72">
            <a:extLst>
              <a:ext uri="{FF2B5EF4-FFF2-40B4-BE49-F238E27FC236}">
                <a16:creationId xmlns:a16="http://schemas.microsoft.com/office/drawing/2014/main" id="{0860BF6E-9AC9-4777-BDF6-BE0C684D73C5}"/>
              </a:ext>
            </a:extLst>
          </p:cNvPr>
          <p:cNvSpPr txBox="1">
            <a:spLocks noChangeArrowheads="1"/>
          </p:cNvSpPr>
          <p:nvPr/>
        </p:nvSpPr>
        <p:spPr bwMode="auto">
          <a:xfrm>
            <a:off x="4028123" y="5768975"/>
            <a:ext cx="1846262"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理想波形</a:t>
            </a:r>
          </a:p>
        </p:txBody>
      </p:sp>
      <p:sp>
        <p:nvSpPr>
          <p:cNvPr id="25" name="Text Box 73">
            <a:extLst>
              <a:ext uri="{FF2B5EF4-FFF2-40B4-BE49-F238E27FC236}">
                <a16:creationId xmlns:a16="http://schemas.microsoft.com/office/drawing/2014/main" id="{B338B919-7331-418C-B3BE-DC6800865709}"/>
              </a:ext>
            </a:extLst>
          </p:cNvPr>
          <p:cNvSpPr txBox="1">
            <a:spLocks noChangeArrowheads="1"/>
          </p:cNvSpPr>
          <p:nvPr/>
        </p:nvSpPr>
        <p:spPr bwMode="auto">
          <a:xfrm>
            <a:off x="6739573" y="5700713"/>
            <a:ext cx="1846262"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实际波形</a:t>
            </a:r>
          </a:p>
        </p:txBody>
      </p:sp>
      <p:grpSp>
        <p:nvGrpSpPr>
          <p:cNvPr id="26" name="Group 185">
            <a:extLst>
              <a:ext uri="{FF2B5EF4-FFF2-40B4-BE49-F238E27FC236}">
                <a16:creationId xmlns:a16="http://schemas.microsoft.com/office/drawing/2014/main" id="{41A931DD-F912-43D7-AA11-3291388601AF}"/>
              </a:ext>
            </a:extLst>
          </p:cNvPr>
          <p:cNvGrpSpPr>
            <a:grpSpLocks/>
          </p:cNvGrpSpPr>
          <p:nvPr/>
        </p:nvGrpSpPr>
        <p:grpSpPr bwMode="auto">
          <a:xfrm>
            <a:off x="3786823" y="2576513"/>
            <a:ext cx="2465387" cy="1712912"/>
            <a:chOff x="2443" y="1287"/>
            <a:chExt cx="1553" cy="1079"/>
          </a:xfrm>
        </p:grpSpPr>
        <p:sp>
          <p:nvSpPr>
            <p:cNvPr id="27" name="Text Box 47">
              <a:extLst>
                <a:ext uri="{FF2B5EF4-FFF2-40B4-BE49-F238E27FC236}">
                  <a16:creationId xmlns:a16="http://schemas.microsoft.com/office/drawing/2014/main" id="{F98BCFD9-AB79-4147-83BD-390A45DDAB21}"/>
                </a:ext>
              </a:extLst>
            </p:cNvPr>
            <p:cNvSpPr txBox="1">
              <a:spLocks noChangeArrowheads="1"/>
            </p:cNvSpPr>
            <p:nvPr/>
          </p:nvSpPr>
          <p:spPr bwMode="auto">
            <a:xfrm>
              <a:off x="2627" y="1287"/>
              <a:ext cx="446"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B</a:t>
              </a:r>
            </a:p>
          </p:txBody>
        </p:sp>
        <p:grpSp>
          <p:nvGrpSpPr>
            <p:cNvPr id="28" name="Group 184">
              <a:extLst>
                <a:ext uri="{FF2B5EF4-FFF2-40B4-BE49-F238E27FC236}">
                  <a16:creationId xmlns:a16="http://schemas.microsoft.com/office/drawing/2014/main" id="{93AC23FF-A6BA-4627-B55E-1A4D2092B6CD}"/>
                </a:ext>
              </a:extLst>
            </p:cNvPr>
            <p:cNvGrpSpPr>
              <a:grpSpLocks/>
            </p:cNvGrpSpPr>
            <p:nvPr/>
          </p:nvGrpSpPr>
          <p:grpSpPr bwMode="auto">
            <a:xfrm>
              <a:off x="2443" y="1452"/>
              <a:ext cx="1553" cy="914"/>
              <a:chOff x="2443" y="1452"/>
              <a:chExt cx="1553" cy="914"/>
            </a:xfrm>
          </p:grpSpPr>
          <p:sp>
            <p:nvSpPr>
              <p:cNvPr id="29" name="Line 44">
                <a:extLst>
                  <a:ext uri="{FF2B5EF4-FFF2-40B4-BE49-F238E27FC236}">
                    <a16:creationId xmlns:a16="http://schemas.microsoft.com/office/drawing/2014/main" id="{32B103F1-CA5E-4AC7-B3EF-324A851F04F3}"/>
                  </a:ext>
                </a:extLst>
              </p:cNvPr>
              <p:cNvSpPr>
                <a:spLocks noChangeShapeType="1"/>
              </p:cNvSpPr>
              <p:nvPr/>
            </p:nvSpPr>
            <p:spPr bwMode="auto">
              <a:xfrm>
                <a:off x="2519" y="2061"/>
                <a:ext cx="1217"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45">
                <a:extLst>
                  <a:ext uri="{FF2B5EF4-FFF2-40B4-BE49-F238E27FC236}">
                    <a16:creationId xmlns:a16="http://schemas.microsoft.com/office/drawing/2014/main" id="{10F5F764-6FD6-48F3-981B-48F0E67C0FDD}"/>
                  </a:ext>
                </a:extLst>
              </p:cNvPr>
              <p:cNvSpPr>
                <a:spLocks noChangeShapeType="1"/>
              </p:cNvSpPr>
              <p:nvPr/>
            </p:nvSpPr>
            <p:spPr bwMode="auto">
              <a:xfrm>
                <a:off x="2638" y="1452"/>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Text Box 46">
                <a:extLst>
                  <a:ext uri="{FF2B5EF4-FFF2-40B4-BE49-F238E27FC236}">
                    <a16:creationId xmlns:a16="http://schemas.microsoft.com/office/drawing/2014/main" id="{92B31B03-6ACB-4556-8CEC-9B21476903F7}"/>
                  </a:ext>
                </a:extLst>
              </p:cNvPr>
              <p:cNvSpPr txBox="1">
                <a:spLocks noChangeArrowheads="1"/>
              </p:cNvSpPr>
              <p:nvPr/>
            </p:nvSpPr>
            <p:spPr bwMode="auto">
              <a:xfrm>
                <a:off x="3692" y="1898"/>
                <a:ext cx="304"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t</a:t>
                </a:r>
              </a:p>
            </p:txBody>
          </p:sp>
          <p:sp>
            <p:nvSpPr>
              <p:cNvPr id="32" name="Text Box 48">
                <a:extLst>
                  <a:ext uri="{FF2B5EF4-FFF2-40B4-BE49-F238E27FC236}">
                    <a16:creationId xmlns:a16="http://schemas.microsoft.com/office/drawing/2014/main" id="{27BF629C-C915-4308-8F18-A6C7374DCA0E}"/>
                  </a:ext>
                </a:extLst>
              </p:cNvPr>
              <p:cNvSpPr txBox="1">
                <a:spLocks noChangeArrowheads="1"/>
              </p:cNvSpPr>
              <p:nvPr/>
            </p:nvSpPr>
            <p:spPr bwMode="auto">
              <a:xfrm>
                <a:off x="2443" y="2017"/>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sp>
            <p:nvSpPr>
              <p:cNvPr id="33" name="Text Box 51">
                <a:extLst>
                  <a:ext uri="{FF2B5EF4-FFF2-40B4-BE49-F238E27FC236}">
                    <a16:creationId xmlns:a16="http://schemas.microsoft.com/office/drawing/2014/main" id="{98FB903B-5FB9-4774-8D70-D9C5F200FA03}"/>
                  </a:ext>
                </a:extLst>
              </p:cNvPr>
              <p:cNvSpPr txBox="1">
                <a:spLocks noChangeArrowheads="1"/>
              </p:cNvSpPr>
              <p:nvPr/>
            </p:nvSpPr>
            <p:spPr bwMode="auto">
              <a:xfrm>
                <a:off x="2822" y="2039"/>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sp>
            <p:nvSpPr>
              <p:cNvPr id="34" name="Freeform 102">
                <a:extLst>
                  <a:ext uri="{FF2B5EF4-FFF2-40B4-BE49-F238E27FC236}">
                    <a16:creationId xmlns:a16="http://schemas.microsoft.com/office/drawing/2014/main" id="{FD6F6C91-1A5C-4045-847F-55DF77F0D61B}"/>
                  </a:ext>
                </a:extLst>
              </p:cNvPr>
              <p:cNvSpPr>
                <a:spLocks/>
              </p:cNvSpPr>
              <p:nvPr/>
            </p:nvSpPr>
            <p:spPr bwMode="auto">
              <a:xfrm flipV="1">
                <a:off x="2650" y="1810"/>
                <a:ext cx="859" cy="250"/>
              </a:xfrm>
              <a:custGeom>
                <a:avLst/>
                <a:gdLst>
                  <a:gd name="T0" fmla="*/ 0 w 1326"/>
                  <a:gd name="T1" fmla="*/ 250 h 250"/>
                  <a:gd name="T2" fmla="*/ 34 w 1326"/>
                  <a:gd name="T3" fmla="*/ 250 h 250"/>
                  <a:gd name="T4" fmla="*/ 34 w 1326"/>
                  <a:gd name="T5" fmla="*/ 0 h 250"/>
                  <a:gd name="T6" fmla="*/ 151 w 1326"/>
                  <a:gd name="T7" fmla="*/ 0 h 2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6" h="250">
                    <a:moveTo>
                      <a:pt x="0" y="250"/>
                    </a:moveTo>
                    <a:lnTo>
                      <a:pt x="294" y="250"/>
                    </a:lnTo>
                    <a:lnTo>
                      <a:pt x="294" y="0"/>
                    </a:lnTo>
                    <a:lnTo>
                      <a:pt x="132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35" name="Group 112">
            <a:extLst>
              <a:ext uri="{FF2B5EF4-FFF2-40B4-BE49-F238E27FC236}">
                <a16:creationId xmlns:a16="http://schemas.microsoft.com/office/drawing/2014/main" id="{BCB63832-CDEE-4163-B71B-1789D96D0337}"/>
              </a:ext>
            </a:extLst>
          </p:cNvPr>
          <p:cNvGrpSpPr>
            <a:grpSpLocks/>
          </p:cNvGrpSpPr>
          <p:nvPr/>
        </p:nvGrpSpPr>
        <p:grpSpPr bwMode="auto">
          <a:xfrm>
            <a:off x="4121785" y="2009775"/>
            <a:ext cx="1363663" cy="793750"/>
            <a:chOff x="2065" y="994"/>
            <a:chExt cx="859" cy="500"/>
          </a:xfrm>
        </p:grpSpPr>
        <p:sp>
          <p:nvSpPr>
            <p:cNvPr id="36" name="Text Box 106">
              <a:extLst>
                <a:ext uri="{FF2B5EF4-FFF2-40B4-BE49-F238E27FC236}">
                  <a16:creationId xmlns:a16="http://schemas.microsoft.com/office/drawing/2014/main" id="{95D3C0F1-7505-4F16-920B-2DBE12BB90F4}"/>
                </a:ext>
              </a:extLst>
            </p:cNvPr>
            <p:cNvSpPr txBox="1">
              <a:spLocks noChangeArrowheads="1"/>
            </p:cNvSpPr>
            <p:nvPr/>
          </p:nvSpPr>
          <p:spPr bwMode="auto">
            <a:xfrm>
              <a:off x="2278" y="1167"/>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sp>
          <p:nvSpPr>
            <p:cNvPr id="37" name="Freeform 105">
              <a:extLst>
                <a:ext uri="{FF2B5EF4-FFF2-40B4-BE49-F238E27FC236}">
                  <a16:creationId xmlns:a16="http://schemas.microsoft.com/office/drawing/2014/main" id="{6536BC7E-EEA1-4A6F-BB67-B2A6F8208984}"/>
                </a:ext>
              </a:extLst>
            </p:cNvPr>
            <p:cNvSpPr>
              <a:spLocks/>
            </p:cNvSpPr>
            <p:nvPr/>
          </p:nvSpPr>
          <p:spPr bwMode="auto">
            <a:xfrm>
              <a:off x="2065" y="994"/>
              <a:ext cx="859" cy="250"/>
            </a:xfrm>
            <a:custGeom>
              <a:avLst/>
              <a:gdLst>
                <a:gd name="T0" fmla="*/ 0 w 1326"/>
                <a:gd name="T1" fmla="*/ 250 h 250"/>
                <a:gd name="T2" fmla="*/ 34 w 1326"/>
                <a:gd name="T3" fmla="*/ 250 h 250"/>
                <a:gd name="T4" fmla="*/ 34 w 1326"/>
                <a:gd name="T5" fmla="*/ 0 h 250"/>
                <a:gd name="T6" fmla="*/ 151 w 1326"/>
                <a:gd name="T7" fmla="*/ 0 h 2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26" h="250">
                  <a:moveTo>
                    <a:pt x="0" y="250"/>
                  </a:moveTo>
                  <a:lnTo>
                    <a:pt x="294" y="250"/>
                  </a:lnTo>
                  <a:lnTo>
                    <a:pt x="294" y="0"/>
                  </a:lnTo>
                  <a:lnTo>
                    <a:pt x="132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8" name="Group 175">
            <a:extLst>
              <a:ext uri="{FF2B5EF4-FFF2-40B4-BE49-F238E27FC236}">
                <a16:creationId xmlns:a16="http://schemas.microsoft.com/office/drawing/2014/main" id="{8EF58841-E365-4716-BD8F-CE1FBE2ABE96}"/>
              </a:ext>
            </a:extLst>
          </p:cNvPr>
          <p:cNvGrpSpPr>
            <a:grpSpLocks/>
          </p:cNvGrpSpPr>
          <p:nvPr/>
        </p:nvGrpSpPr>
        <p:grpSpPr bwMode="auto">
          <a:xfrm>
            <a:off x="6385560" y="1149350"/>
            <a:ext cx="2344738" cy="1728788"/>
            <a:chOff x="4080" y="388"/>
            <a:chExt cx="1477" cy="1089"/>
          </a:xfrm>
        </p:grpSpPr>
        <p:sp>
          <p:nvSpPr>
            <p:cNvPr id="39" name="Line 114">
              <a:extLst>
                <a:ext uri="{FF2B5EF4-FFF2-40B4-BE49-F238E27FC236}">
                  <a16:creationId xmlns:a16="http://schemas.microsoft.com/office/drawing/2014/main" id="{214DB286-B57D-4068-84E6-B21AA930567F}"/>
                </a:ext>
              </a:extLst>
            </p:cNvPr>
            <p:cNvSpPr>
              <a:spLocks noChangeShapeType="1"/>
            </p:cNvSpPr>
            <p:nvPr/>
          </p:nvSpPr>
          <p:spPr bwMode="auto">
            <a:xfrm>
              <a:off x="4156" y="1194"/>
              <a:ext cx="1119"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115">
              <a:extLst>
                <a:ext uri="{FF2B5EF4-FFF2-40B4-BE49-F238E27FC236}">
                  <a16:creationId xmlns:a16="http://schemas.microsoft.com/office/drawing/2014/main" id="{A912CC9C-AB95-4A13-A0F9-9778C43FBC38}"/>
                </a:ext>
              </a:extLst>
            </p:cNvPr>
            <p:cNvSpPr>
              <a:spLocks noChangeShapeType="1"/>
            </p:cNvSpPr>
            <p:nvPr/>
          </p:nvSpPr>
          <p:spPr bwMode="auto">
            <a:xfrm>
              <a:off x="4275" y="585"/>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Text Box 116">
              <a:extLst>
                <a:ext uri="{FF2B5EF4-FFF2-40B4-BE49-F238E27FC236}">
                  <a16:creationId xmlns:a16="http://schemas.microsoft.com/office/drawing/2014/main" id="{222747D3-72A8-43C4-8D4F-5A5C76A839F5}"/>
                </a:ext>
              </a:extLst>
            </p:cNvPr>
            <p:cNvSpPr txBox="1">
              <a:spLocks noChangeArrowheads="1"/>
            </p:cNvSpPr>
            <p:nvPr/>
          </p:nvSpPr>
          <p:spPr bwMode="auto">
            <a:xfrm>
              <a:off x="5253" y="1020"/>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p>
          </p:txBody>
        </p:sp>
        <p:sp>
          <p:nvSpPr>
            <p:cNvPr id="42" name="Text Box 117">
              <a:extLst>
                <a:ext uri="{FF2B5EF4-FFF2-40B4-BE49-F238E27FC236}">
                  <a16:creationId xmlns:a16="http://schemas.microsoft.com/office/drawing/2014/main" id="{26C5E278-FB7C-408B-8C6C-D5917B42B06D}"/>
                </a:ext>
              </a:extLst>
            </p:cNvPr>
            <p:cNvSpPr txBox="1">
              <a:spLocks noChangeArrowheads="1"/>
            </p:cNvSpPr>
            <p:nvPr/>
          </p:nvSpPr>
          <p:spPr bwMode="auto">
            <a:xfrm>
              <a:off x="4286" y="388"/>
              <a:ext cx="44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A</a:t>
              </a:r>
              <a:endPar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endParaRPr>
            </a:p>
          </p:txBody>
        </p:sp>
        <p:sp>
          <p:nvSpPr>
            <p:cNvPr id="43" name="Text Box 118">
              <a:extLst>
                <a:ext uri="{FF2B5EF4-FFF2-40B4-BE49-F238E27FC236}">
                  <a16:creationId xmlns:a16="http://schemas.microsoft.com/office/drawing/2014/main" id="{FF464C37-9FF7-4B8B-97B2-9124159A7792}"/>
                </a:ext>
              </a:extLst>
            </p:cNvPr>
            <p:cNvSpPr txBox="1">
              <a:spLocks noChangeArrowheads="1"/>
            </p:cNvSpPr>
            <p:nvPr/>
          </p:nvSpPr>
          <p:spPr bwMode="auto">
            <a:xfrm>
              <a:off x="4080" y="1150"/>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grpSp>
      <p:grpSp>
        <p:nvGrpSpPr>
          <p:cNvPr id="44" name="Group 148">
            <a:extLst>
              <a:ext uri="{FF2B5EF4-FFF2-40B4-BE49-F238E27FC236}">
                <a16:creationId xmlns:a16="http://schemas.microsoft.com/office/drawing/2014/main" id="{F43B048E-ACFB-4584-AC78-D66E0BC105F7}"/>
              </a:ext>
            </a:extLst>
          </p:cNvPr>
          <p:cNvGrpSpPr>
            <a:grpSpLocks/>
          </p:cNvGrpSpPr>
          <p:nvPr/>
        </p:nvGrpSpPr>
        <p:grpSpPr bwMode="auto">
          <a:xfrm>
            <a:off x="6687185" y="2019300"/>
            <a:ext cx="1311275" cy="820738"/>
            <a:chOff x="4369" y="859"/>
            <a:chExt cx="935" cy="517"/>
          </a:xfrm>
        </p:grpSpPr>
        <p:sp>
          <p:nvSpPr>
            <p:cNvPr id="45" name="Text Box 139">
              <a:extLst>
                <a:ext uri="{FF2B5EF4-FFF2-40B4-BE49-F238E27FC236}">
                  <a16:creationId xmlns:a16="http://schemas.microsoft.com/office/drawing/2014/main" id="{F1620ADA-DF2D-40DE-BAA3-ED905BFBA2E0}"/>
                </a:ext>
              </a:extLst>
            </p:cNvPr>
            <p:cNvSpPr txBox="1">
              <a:spLocks noChangeArrowheads="1"/>
            </p:cNvSpPr>
            <p:nvPr/>
          </p:nvSpPr>
          <p:spPr bwMode="auto">
            <a:xfrm>
              <a:off x="4591" y="1049"/>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sp>
          <p:nvSpPr>
            <p:cNvPr id="46" name="Line 142">
              <a:extLst>
                <a:ext uri="{FF2B5EF4-FFF2-40B4-BE49-F238E27FC236}">
                  <a16:creationId xmlns:a16="http://schemas.microsoft.com/office/drawing/2014/main" id="{4E8EF799-1435-4A6F-BB79-161084CCD3EA}"/>
                </a:ext>
              </a:extLst>
            </p:cNvPr>
            <p:cNvSpPr>
              <a:spLocks noChangeShapeType="1"/>
            </p:cNvSpPr>
            <p:nvPr/>
          </p:nvSpPr>
          <p:spPr bwMode="auto">
            <a:xfrm>
              <a:off x="4369" y="1109"/>
              <a:ext cx="2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144">
              <a:extLst>
                <a:ext uri="{FF2B5EF4-FFF2-40B4-BE49-F238E27FC236}">
                  <a16:creationId xmlns:a16="http://schemas.microsoft.com/office/drawing/2014/main" id="{FE179EBC-0786-490F-9C0F-CDB5830D0C6E}"/>
                </a:ext>
              </a:extLst>
            </p:cNvPr>
            <p:cNvSpPr>
              <a:spLocks noChangeShapeType="1"/>
            </p:cNvSpPr>
            <p:nvPr/>
          </p:nvSpPr>
          <p:spPr bwMode="auto">
            <a:xfrm flipV="1">
              <a:off x="4575" y="1011"/>
              <a:ext cx="66" cy="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145">
              <a:extLst>
                <a:ext uri="{FF2B5EF4-FFF2-40B4-BE49-F238E27FC236}">
                  <a16:creationId xmlns:a16="http://schemas.microsoft.com/office/drawing/2014/main" id="{98EE7E44-72CE-4817-A349-E67B2BF60ECC}"/>
                </a:ext>
              </a:extLst>
            </p:cNvPr>
            <p:cNvSpPr>
              <a:spLocks noChangeShapeType="1"/>
            </p:cNvSpPr>
            <p:nvPr/>
          </p:nvSpPr>
          <p:spPr bwMode="auto">
            <a:xfrm>
              <a:off x="4641" y="1000"/>
              <a:ext cx="65" cy="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146">
              <a:extLst>
                <a:ext uri="{FF2B5EF4-FFF2-40B4-BE49-F238E27FC236}">
                  <a16:creationId xmlns:a16="http://schemas.microsoft.com/office/drawing/2014/main" id="{78C4F904-4556-4055-A595-9EF17A93327D}"/>
                </a:ext>
              </a:extLst>
            </p:cNvPr>
            <p:cNvSpPr>
              <a:spLocks noChangeShapeType="1"/>
            </p:cNvSpPr>
            <p:nvPr/>
          </p:nvSpPr>
          <p:spPr bwMode="auto">
            <a:xfrm flipV="1">
              <a:off x="4706" y="859"/>
              <a:ext cx="43" cy="1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147">
              <a:extLst>
                <a:ext uri="{FF2B5EF4-FFF2-40B4-BE49-F238E27FC236}">
                  <a16:creationId xmlns:a16="http://schemas.microsoft.com/office/drawing/2014/main" id="{1209F42A-DE59-41B2-BBDF-1E93DF2B6829}"/>
                </a:ext>
              </a:extLst>
            </p:cNvPr>
            <p:cNvSpPr>
              <a:spLocks noChangeShapeType="1"/>
            </p:cNvSpPr>
            <p:nvPr/>
          </p:nvSpPr>
          <p:spPr bwMode="auto">
            <a:xfrm>
              <a:off x="4749" y="859"/>
              <a:ext cx="5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1" name="Group 183">
            <a:extLst>
              <a:ext uri="{FF2B5EF4-FFF2-40B4-BE49-F238E27FC236}">
                <a16:creationId xmlns:a16="http://schemas.microsoft.com/office/drawing/2014/main" id="{51E13775-9BF8-43D6-BE17-D216C666E1F7}"/>
              </a:ext>
            </a:extLst>
          </p:cNvPr>
          <p:cNvGrpSpPr>
            <a:grpSpLocks/>
          </p:cNvGrpSpPr>
          <p:nvPr/>
        </p:nvGrpSpPr>
        <p:grpSpPr bwMode="auto">
          <a:xfrm>
            <a:off x="6395085" y="2595563"/>
            <a:ext cx="2465388" cy="1712912"/>
            <a:chOff x="4086" y="1299"/>
            <a:chExt cx="1553" cy="1079"/>
          </a:xfrm>
        </p:grpSpPr>
        <p:sp>
          <p:nvSpPr>
            <p:cNvPr id="52" name="Text Box 129">
              <a:extLst>
                <a:ext uri="{FF2B5EF4-FFF2-40B4-BE49-F238E27FC236}">
                  <a16:creationId xmlns:a16="http://schemas.microsoft.com/office/drawing/2014/main" id="{99118B15-CE75-4AD3-96A4-F20AA25AE12A}"/>
                </a:ext>
              </a:extLst>
            </p:cNvPr>
            <p:cNvSpPr txBox="1">
              <a:spLocks noChangeArrowheads="1"/>
            </p:cNvSpPr>
            <p:nvPr/>
          </p:nvSpPr>
          <p:spPr bwMode="auto">
            <a:xfrm>
              <a:off x="4270" y="1299"/>
              <a:ext cx="44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B</a:t>
              </a:r>
              <a:endPar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endParaRPr>
            </a:p>
          </p:txBody>
        </p:sp>
        <p:grpSp>
          <p:nvGrpSpPr>
            <p:cNvPr id="53" name="Group 160">
              <a:extLst>
                <a:ext uri="{FF2B5EF4-FFF2-40B4-BE49-F238E27FC236}">
                  <a16:creationId xmlns:a16="http://schemas.microsoft.com/office/drawing/2014/main" id="{0CF5E670-B08C-4E99-9591-864C907DC56E}"/>
                </a:ext>
              </a:extLst>
            </p:cNvPr>
            <p:cNvGrpSpPr>
              <a:grpSpLocks/>
            </p:cNvGrpSpPr>
            <p:nvPr/>
          </p:nvGrpSpPr>
          <p:grpSpPr bwMode="auto">
            <a:xfrm>
              <a:off x="4086" y="1464"/>
              <a:ext cx="1553" cy="914"/>
              <a:chOff x="4185" y="1387"/>
              <a:chExt cx="1553" cy="914"/>
            </a:xfrm>
          </p:grpSpPr>
          <p:sp>
            <p:nvSpPr>
              <p:cNvPr id="62" name="Line 131">
                <a:extLst>
                  <a:ext uri="{FF2B5EF4-FFF2-40B4-BE49-F238E27FC236}">
                    <a16:creationId xmlns:a16="http://schemas.microsoft.com/office/drawing/2014/main" id="{C7149AEE-5C7D-42EC-8718-7EF3DE3A24E8}"/>
                  </a:ext>
                </a:extLst>
              </p:cNvPr>
              <p:cNvSpPr>
                <a:spLocks noChangeShapeType="1"/>
              </p:cNvSpPr>
              <p:nvPr/>
            </p:nvSpPr>
            <p:spPr bwMode="auto">
              <a:xfrm>
                <a:off x="4261" y="1996"/>
                <a:ext cx="1217"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Line 132">
                <a:extLst>
                  <a:ext uri="{FF2B5EF4-FFF2-40B4-BE49-F238E27FC236}">
                    <a16:creationId xmlns:a16="http://schemas.microsoft.com/office/drawing/2014/main" id="{8293FBE1-DFD8-4E21-99FA-EBFB5A84079D}"/>
                  </a:ext>
                </a:extLst>
              </p:cNvPr>
              <p:cNvSpPr>
                <a:spLocks noChangeShapeType="1"/>
              </p:cNvSpPr>
              <p:nvPr/>
            </p:nvSpPr>
            <p:spPr bwMode="auto">
              <a:xfrm>
                <a:off x="4380" y="1387"/>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Text Box 133">
                <a:extLst>
                  <a:ext uri="{FF2B5EF4-FFF2-40B4-BE49-F238E27FC236}">
                    <a16:creationId xmlns:a16="http://schemas.microsoft.com/office/drawing/2014/main" id="{99A95D12-1F91-412F-8C75-27C252FE8B9B}"/>
                  </a:ext>
                </a:extLst>
              </p:cNvPr>
              <p:cNvSpPr txBox="1">
                <a:spLocks noChangeArrowheads="1"/>
              </p:cNvSpPr>
              <p:nvPr/>
            </p:nvSpPr>
            <p:spPr bwMode="auto">
              <a:xfrm>
                <a:off x="5434" y="1833"/>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p>
            </p:txBody>
          </p:sp>
          <p:sp>
            <p:nvSpPr>
              <p:cNvPr id="65" name="Text Box 134">
                <a:extLst>
                  <a:ext uri="{FF2B5EF4-FFF2-40B4-BE49-F238E27FC236}">
                    <a16:creationId xmlns:a16="http://schemas.microsoft.com/office/drawing/2014/main" id="{494400CB-5D9F-4700-A843-F985D16D901D}"/>
                  </a:ext>
                </a:extLst>
              </p:cNvPr>
              <p:cNvSpPr txBox="1">
                <a:spLocks noChangeArrowheads="1"/>
              </p:cNvSpPr>
              <p:nvPr/>
            </p:nvSpPr>
            <p:spPr bwMode="auto">
              <a:xfrm>
                <a:off x="4185" y="1952"/>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sp>
            <p:nvSpPr>
              <p:cNvPr id="66" name="Text Box 135">
                <a:extLst>
                  <a:ext uri="{FF2B5EF4-FFF2-40B4-BE49-F238E27FC236}">
                    <a16:creationId xmlns:a16="http://schemas.microsoft.com/office/drawing/2014/main" id="{E9AEDF69-6B85-4F8A-979F-604EEF020B95}"/>
                  </a:ext>
                </a:extLst>
              </p:cNvPr>
              <p:cNvSpPr txBox="1">
                <a:spLocks noChangeArrowheads="1"/>
              </p:cNvSpPr>
              <p:nvPr/>
            </p:nvSpPr>
            <p:spPr bwMode="auto">
              <a:xfrm>
                <a:off x="4564" y="1974"/>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grpSp>
        <p:sp>
          <p:nvSpPr>
            <p:cNvPr id="54" name="Line 150">
              <a:extLst>
                <a:ext uri="{FF2B5EF4-FFF2-40B4-BE49-F238E27FC236}">
                  <a16:creationId xmlns:a16="http://schemas.microsoft.com/office/drawing/2014/main" id="{03C778C9-E187-41F9-91E3-A6DD3827B2FD}"/>
                </a:ext>
              </a:extLst>
            </p:cNvPr>
            <p:cNvSpPr>
              <a:spLocks noChangeShapeType="1"/>
            </p:cNvSpPr>
            <p:nvPr/>
          </p:nvSpPr>
          <p:spPr bwMode="auto">
            <a:xfrm>
              <a:off x="4270" y="1827"/>
              <a:ext cx="2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Arc 152">
              <a:extLst>
                <a:ext uri="{FF2B5EF4-FFF2-40B4-BE49-F238E27FC236}">
                  <a16:creationId xmlns:a16="http://schemas.microsoft.com/office/drawing/2014/main" id="{FA9B133F-AD6D-43E5-9CA8-2865FC2E0607}"/>
                </a:ext>
              </a:extLst>
            </p:cNvPr>
            <p:cNvSpPr>
              <a:spLocks/>
            </p:cNvSpPr>
            <p:nvPr/>
          </p:nvSpPr>
          <p:spPr bwMode="auto">
            <a:xfrm>
              <a:off x="4492" y="1813"/>
              <a:ext cx="125" cy="266"/>
            </a:xfrm>
            <a:custGeom>
              <a:avLst/>
              <a:gdLst>
                <a:gd name="T0" fmla="*/ 0 w 41907"/>
                <a:gd name="T1" fmla="*/ 0 h 24097"/>
                <a:gd name="T2" fmla="*/ 0 w 41907"/>
                <a:gd name="T3" fmla="*/ 0 h 24097"/>
                <a:gd name="T4" fmla="*/ 0 w 41907"/>
                <a:gd name="T5" fmla="*/ 0 h 24097"/>
                <a:gd name="T6" fmla="*/ 0 60000 65536"/>
                <a:gd name="T7" fmla="*/ 0 60000 65536"/>
                <a:gd name="T8" fmla="*/ 0 60000 65536"/>
              </a:gdLst>
              <a:ahLst/>
              <a:cxnLst>
                <a:cxn ang="T6">
                  <a:pos x="T0" y="T1"/>
                </a:cxn>
                <a:cxn ang="T7">
                  <a:pos x="T2" y="T3"/>
                </a:cxn>
                <a:cxn ang="T8">
                  <a:pos x="T4" y="T5"/>
                </a:cxn>
              </a:cxnLst>
              <a:rect l="0" t="0" r="r" b="b"/>
              <a:pathLst>
                <a:path w="41907" h="24097" fill="none" extrusionOk="0">
                  <a:moveTo>
                    <a:pt x="41907" y="9858"/>
                  </a:moveTo>
                  <a:cubicBezTo>
                    <a:pt x="38808" y="18404"/>
                    <a:pt x="30690" y="24096"/>
                    <a:pt x="21600" y="24097"/>
                  </a:cubicBezTo>
                  <a:cubicBezTo>
                    <a:pt x="9670" y="24097"/>
                    <a:pt x="0" y="14426"/>
                    <a:pt x="0" y="2497"/>
                  </a:cubicBezTo>
                  <a:cubicBezTo>
                    <a:pt x="-1" y="1662"/>
                    <a:pt x="48" y="828"/>
                    <a:pt x="144" y="-1"/>
                  </a:cubicBezTo>
                </a:path>
                <a:path w="41907" h="24097" stroke="0" extrusionOk="0">
                  <a:moveTo>
                    <a:pt x="41907" y="9858"/>
                  </a:moveTo>
                  <a:cubicBezTo>
                    <a:pt x="38808" y="18404"/>
                    <a:pt x="30690" y="24096"/>
                    <a:pt x="21600" y="24097"/>
                  </a:cubicBezTo>
                  <a:cubicBezTo>
                    <a:pt x="9670" y="24097"/>
                    <a:pt x="0" y="14426"/>
                    <a:pt x="0" y="2497"/>
                  </a:cubicBezTo>
                  <a:cubicBezTo>
                    <a:pt x="-1" y="1662"/>
                    <a:pt x="48" y="828"/>
                    <a:pt x="144" y="-1"/>
                  </a:cubicBezTo>
                  <a:lnTo>
                    <a:pt x="21600" y="2497"/>
                  </a:lnTo>
                  <a:lnTo>
                    <a:pt x="41907" y="9858"/>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Arc 154">
              <a:extLst>
                <a:ext uri="{FF2B5EF4-FFF2-40B4-BE49-F238E27FC236}">
                  <a16:creationId xmlns:a16="http://schemas.microsoft.com/office/drawing/2014/main" id="{5E4C1B93-4449-47C9-ACD2-EF9C1CB8A4EC}"/>
                </a:ext>
              </a:extLst>
            </p:cNvPr>
            <p:cNvSpPr>
              <a:spLocks/>
            </p:cNvSpPr>
            <p:nvPr/>
          </p:nvSpPr>
          <p:spPr bwMode="auto">
            <a:xfrm flipV="1">
              <a:off x="4615" y="1799"/>
              <a:ext cx="122" cy="239"/>
            </a:xfrm>
            <a:custGeom>
              <a:avLst/>
              <a:gdLst>
                <a:gd name="T0" fmla="*/ 0 w 40812"/>
                <a:gd name="T1" fmla="*/ 0 h 21600"/>
                <a:gd name="T2" fmla="*/ 0 w 40812"/>
                <a:gd name="T3" fmla="*/ 0 h 21600"/>
                <a:gd name="T4" fmla="*/ 0 w 40812"/>
                <a:gd name="T5" fmla="*/ 0 h 21600"/>
                <a:gd name="T6" fmla="*/ 0 60000 65536"/>
                <a:gd name="T7" fmla="*/ 0 60000 65536"/>
                <a:gd name="T8" fmla="*/ 0 60000 65536"/>
              </a:gdLst>
              <a:ahLst/>
              <a:cxnLst>
                <a:cxn ang="T6">
                  <a:pos x="T0" y="T1"/>
                </a:cxn>
                <a:cxn ang="T7">
                  <a:pos x="T2" y="T3"/>
                </a:cxn>
                <a:cxn ang="T8">
                  <a:pos x="T4" y="T5"/>
                </a:cxn>
              </a:cxnLst>
              <a:rect l="0" t="0" r="r" b="b"/>
              <a:pathLst>
                <a:path w="40812" h="21600" fill="none" extrusionOk="0">
                  <a:moveTo>
                    <a:pt x="40811" y="6699"/>
                  </a:moveTo>
                  <a:cubicBezTo>
                    <a:pt x="37912" y="15586"/>
                    <a:pt x="29624" y="21599"/>
                    <a:pt x="20277" y="21600"/>
                  </a:cubicBezTo>
                  <a:cubicBezTo>
                    <a:pt x="11217" y="21600"/>
                    <a:pt x="3120" y="15946"/>
                    <a:pt x="-1" y="7442"/>
                  </a:cubicBezTo>
                </a:path>
                <a:path w="40812" h="21600" stroke="0" extrusionOk="0">
                  <a:moveTo>
                    <a:pt x="40811" y="6699"/>
                  </a:moveTo>
                  <a:cubicBezTo>
                    <a:pt x="37912" y="15586"/>
                    <a:pt x="29624" y="21599"/>
                    <a:pt x="20277" y="21600"/>
                  </a:cubicBezTo>
                  <a:cubicBezTo>
                    <a:pt x="11217" y="21600"/>
                    <a:pt x="3120" y="15946"/>
                    <a:pt x="-1" y="7442"/>
                  </a:cubicBezTo>
                  <a:lnTo>
                    <a:pt x="20277" y="0"/>
                  </a:lnTo>
                  <a:lnTo>
                    <a:pt x="40811" y="6699"/>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Arc 155">
              <a:extLst>
                <a:ext uri="{FF2B5EF4-FFF2-40B4-BE49-F238E27FC236}">
                  <a16:creationId xmlns:a16="http://schemas.microsoft.com/office/drawing/2014/main" id="{AEEAD7B8-F494-4B50-8A17-3080F6E986C6}"/>
                </a:ext>
              </a:extLst>
            </p:cNvPr>
            <p:cNvSpPr>
              <a:spLocks/>
            </p:cNvSpPr>
            <p:nvPr/>
          </p:nvSpPr>
          <p:spPr bwMode="auto">
            <a:xfrm flipH="1">
              <a:off x="4741" y="1839"/>
              <a:ext cx="121" cy="238"/>
            </a:xfrm>
            <a:custGeom>
              <a:avLst/>
              <a:gdLst>
                <a:gd name="T0" fmla="*/ 0 w 40551"/>
                <a:gd name="T1" fmla="*/ 0 h 21600"/>
                <a:gd name="T2" fmla="*/ 0 w 40551"/>
                <a:gd name="T3" fmla="*/ 0 h 21600"/>
                <a:gd name="T4" fmla="*/ 0 w 40551"/>
                <a:gd name="T5" fmla="*/ 0 h 21600"/>
                <a:gd name="T6" fmla="*/ 0 60000 65536"/>
                <a:gd name="T7" fmla="*/ 0 60000 65536"/>
                <a:gd name="T8" fmla="*/ 0 60000 65536"/>
              </a:gdLst>
              <a:ahLst/>
              <a:cxnLst>
                <a:cxn ang="T6">
                  <a:pos x="T0" y="T1"/>
                </a:cxn>
                <a:cxn ang="T7">
                  <a:pos x="T2" y="T3"/>
                </a:cxn>
                <a:cxn ang="T8">
                  <a:pos x="T4" y="T5"/>
                </a:cxn>
              </a:cxnLst>
              <a:rect l="0" t="0" r="r" b="b"/>
              <a:pathLst>
                <a:path w="40551" h="21600" fill="none" extrusionOk="0">
                  <a:moveTo>
                    <a:pt x="40551" y="7361"/>
                  </a:moveTo>
                  <a:cubicBezTo>
                    <a:pt x="37452" y="15907"/>
                    <a:pt x="29334" y="21599"/>
                    <a:pt x="20244" y="21600"/>
                  </a:cubicBezTo>
                  <a:cubicBezTo>
                    <a:pt x="11220" y="21600"/>
                    <a:pt x="3147" y="15990"/>
                    <a:pt x="0" y="7532"/>
                  </a:cubicBezTo>
                </a:path>
                <a:path w="40551" h="21600" stroke="0" extrusionOk="0">
                  <a:moveTo>
                    <a:pt x="40551" y="7361"/>
                  </a:moveTo>
                  <a:cubicBezTo>
                    <a:pt x="37452" y="15907"/>
                    <a:pt x="29334" y="21599"/>
                    <a:pt x="20244" y="21600"/>
                  </a:cubicBezTo>
                  <a:cubicBezTo>
                    <a:pt x="11220" y="21600"/>
                    <a:pt x="3147" y="15990"/>
                    <a:pt x="0" y="7532"/>
                  </a:cubicBezTo>
                  <a:lnTo>
                    <a:pt x="20244" y="0"/>
                  </a:lnTo>
                  <a:lnTo>
                    <a:pt x="40551" y="7361"/>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Arc 156">
              <a:extLst>
                <a:ext uri="{FF2B5EF4-FFF2-40B4-BE49-F238E27FC236}">
                  <a16:creationId xmlns:a16="http://schemas.microsoft.com/office/drawing/2014/main" id="{ACE6C823-B218-4599-8CD8-9301BEED79FD}"/>
                </a:ext>
              </a:extLst>
            </p:cNvPr>
            <p:cNvSpPr>
              <a:spLocks/>
            </p:cNvSpPr>
            <p:nvPr/>
          </p:nvSpPr>
          <p:spPr bwMode="auto">
            <a:xfrm flipV="1">
              <a:off x="4854" y="1788"/>
              <a:ext cx="122" cy="239"/>
            </a:xfrm>
            <a:custGeom>
              <a:avLst/>
              <a:gdLst>
                <a:gd name="T0" fmla="*/ 0 w 40812"/>
                <a:gd name="T1" fmla="*/ 0 h 21600"/>
                <a:gd name="T2" fmla="*/ 0 w 40812"/>
                <a:gd name="T3" fmla="*/ 0 h 21600"/>
                <a:gd name="T4" fmla="*/ 0 w 40812"/>
                <a:gd name="T5" fmla="*/ 0 h 21600"/>
                <a:gd name="T6" fmla="*/ 0 60000 65536"/>
                <a:gd name="T7" fmla="*/ 0 60000 65536"/>
                <a:gd name="T8" fmla="*/ 0 60000 65536"/>
              </a:gdLst>
              <a:ahLst/>
              <a:cxnLst>
                <a:cxn ang="T6">
                  <a:pos x="T0" y="T1"/>
                </a:cxn>
                <a:cxn ang="T7">
                  <a:pos x="T2" y="T3"/>
                </a:cxn>
                <a:cxn ang="T8">
                  <a:pos x="T4" y="T5"/>
                </a:cxn>
              </a:cxnLst>
              <a:rect l="0" t="0" r="r" b="b"/>
              <a:pathLst>
                <a:path w="40812" h="21600" fill="none" extrusionOk="0">
                  <a:moveTo>
                    <a:pt x="40811" y="6699"/>
                  </a:moveTo>
                  <a:cubicBezTo>
                    <a:pt x="37912" y="15586"/>
                    <a:pt x="29624" y="21599"/>
                    <a:pt x="20277" y="21600"/>
                  </a:cubicBezTo>
                  <a:cubicBezTo>
                    <a:pt x="11217" y="21600"/>
                    <a:pt x="3120" y="15946"/>
                    <a:pt x="-1" y="7442"/>
                  </a:cubicBezTo>
                </a:path>
                <a:path w="40812" h="21600" stroke="0" extrusionOk="0">
                  <a:moveTo>
                    <a:pt x="40811" y="6699"/>
                  </a:moveTo>
                  <a:cubicBezTo>
                    <a:pt x="37912" y="15586"/>
                    <a:pt x="29624" y="21599"/>
                    <a:pt x="20277" y="21600"/>
                  </a:cubicBezTo>
                  <a:cubicBezTo>
                    <a:pt x="11217" y="21600"/>
                    <a:pt x="3120" y="15946"/>
                    <a:pt x="-1" y="7442"/>
                  </a:cubicBezTo>
                  <a:lnTo>
                    <a:pt x="20277" y="0"/>
                  </a:lnTo>
                  <a:lnTo>
                    <a:pt x="40811" y="6699"/>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Arc 157">
              <a:extLst>
                <a:ext uri="{FF2B5EF4-FFF2-40B4-BE49-F238E27FC236}">
                  <a16:creationId xmlns:a16="http://schemas.microsoft.com/office/drawing/2014/main" id="{AC71243D-C48B-4D33-A6D5-A8BE0A7CCC82}"/>
                </a:ext>
              </a:extLst>
            </p:cNvPr>
            <p:cNvSpPr>
              <a:spLocks/>
            </p:cNvSpPr>
            <p:nvPr/>
          </p:nvSpPr>
          <p:spPr bwMode="auto">
            <a:xfrm flipH="1">
              <a:off x="4965" y="1799"/>
              <a:ext cx="61" cy="234"/>
            </a:xfrm>
            <a:custGeom>
              <a:avLst/>
              <a:gdLst>
                <a:gd name="T0" fmla="*/ 0 w 20535"/>
                <a:gd name="T1" fmla="*/ 0 h 21104"/>
                <a:gd name="T2" fmla="*/ 0 w 20535"/>
                <a:gd name="T3" fmla="*/ 0 h 21104"/>
                <a:gd name="T4" fmla="*/ 0 w 20535"/>
                <a:gd name="T5" fmla="*/ 0 h 21104"/>
                <a:gd name="T6" fmla="*/ 0 60000 65536"/>
                <a:gd name="T7" fmla="*/ 0 60000 65536"/>
                <a:gd name="T8" fmla="*/ 0 60000 65536"/>
              </a:gdLst>
              <a:ahLst/>
              <a:cxnLst>
                <a:cxn ang="T6">
                  <a:pos x="T0" y="T1"/>
                </a:cxn>
                <a:cxn ang="T7">
                  <a:pos x="T2" y="T3"/>
                </a:cxn>
                <a:cxn ang="T8">
                  <a:pos x="T4" y="T5"/>
                </a:cxn>
              </a:cxnLst>
              <a:rect l="0" t="0" r="r" b="b"/>
              <a:pathLst>
                <a:path w="20535" h="21104" fill="none" extrusionOk="0">
                  <a:moveTo>
                    <a:pt x="20534" y="6699"/>
                  </a:moveTo>
                  <a:cubicBezTo>
                    <a:pt x="18156" y="13987"/>
                    <a:pt x="12093" y="19469"/>
                    <a:pt x="4603" y="21103"/>
                  </a:cubicBezTo>
                </a:path>
                <a:path w="20535" h="21104" stroke="0" extrusionOk="0">
                  <a:moveTo>
                    <a:pt x="20534" y="6699"/>
                  </a:moveTo>
                  <a:cubicBezTo>
                    <a:pt x="18156" y="13987"/>
                    <a:pt x="12093" y="19469"/>
                    <a:pt x="4603" y="21103"/>
                  </a:cubicBezTo>
                  <a:lnTo>
                    <a:pt x="0" y="0"/>
                  </a:lnTo>
                  <a:lnTo>
                    <a:pt x="20534" y="6699"/>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Arc 158">
              <a:extLst>
                <a:ext uri="{FF2B5EF4-FFF2-40B4-BE49-F238E27FC236}">
                  <a16:creationId xmlns:a16="http://schemas.microsoft.com/office/drawing/2014/main" id="{5C73681A-DB9C-420E-A534-93747421003A}"/>
                </a:ext>
              </a:extLst>
            </p:cNvPr>
            <p:cNvSpPr>
              <a:spLocks/>
            </p:cNvSpPr>
            <p:nvPr/>
          </p:nvSpPr>
          <p:spPr bwMode="auto">
            <a:xfrm flipH="1">
              <a:off x="4981" y="1839"/>
              <a:ext cx="68" cy="238"/>
            </a:xfrm>
            <a:custGeom>
              <a:avLst/>
              <a:gdLst>
                <a:gd name="T0" fmla="*/ 0 w 22803"/>
                <a:gd name="T1" fmla="*/ 0 h 21600"/>
                <a:gd name="T2" fmla="*/ 0 w 22803"/>
                <a:gd name="T3" fmla="*/ 0 h 21600"/>
                <a:gd name="T4" fmla="*/ 0 w 22803"/>
                <a:gd name="T5" fmla="*/ 0 h 21600"/>
                <a:gd name="T6" fmla="*/ 0 60000 65536"/>
                <a:gd name="T7" fmla="*/ 0 60000 65536"/>
                <a:gd name="T8" fmla="*/ 0 60000 65536"/>
              </a:gdLst>
              <a:ahLst/>
              <a:cxnLst>
                <a:cxn ang="T6">
                  <a:pos x="T0" y="T1"/>
                </a:cxn>
                <a:cxn ang="T7">
                  <a:pos x="T2" y="T3"/>
                </a:cxn>
                <a:cxn ang="T8">
                  <a:pos x="T4" y="T5"/>
                </a:cxn>
              </a:cxnLst>
              <a:rect l="0" t="0" r="r" b="b"/>
              <a:pathLst>
                <a:path w="22803" h="21600" fill="none" extrusionOk="0">
                  <a:moveTo>
                    <a:pt x="22803" y="7361"/>
                  </a:moveTo>
                  <a:cubicBezTo>
                    <a:pt x="19704" y="15907"/>
                    <a:pt x="11586" y="21599"/>
                    <a:pt x="2496" y="21600"/>
                  </a:cubicBezTo>
                  <a:cubicBezTo>
                    <a:pt x="1661" y="21600"/>
                    <a:pt x="828" y="21551"/>
                    <a:pt x="-1" y="21455"/>
                  </a:cubicBezTo>
                </a:path>
                <a:path w="22803" h="21600" stroke="0" extrusionOk="0">
                  <a:moveTo>
                    <a:pt x="22803" y="7361"/>
                  </a:moveTo>
                  <a:cubicBezTo>
                    <a:pt x="19704" y="15907"/>
                    <a:pt x="11586" y="21599"/>
                    <a:pt x="2496" y="21600"/>
                  </a:cubicBezTo>
                  <a:cubicBezTo>
                    <a:pt x="1661" y="21600"/>
                    <a:pt x="828" y="21551"/>
                    <a:pt x="-1" y="21455"/>
                  </a:cubicBezTo>
                  <a:lnTo>
                    <a:pt x="2496" y="0"/>
                  </a:lnTo>
                  <a:lnTo>
                    <a:pt x="22803" y="7361"/>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159">
              <a:extLst>
                <a:ext uri="{FF2B5EF4-FFF2-40B4-BE49-F238E27FC236}">
                  <a16:creationId xmlns:a16="http://schemas.microsoft.com/office/drawing/2014/main" id="{766D4DCC-92AA-494F-8A65-C5497B48A2D6}"/>
                </a:ext>
              </a:extLst>
            </p:cNvPr>
            <p:cNvSpPr>
              <a:spLocks noChangeShapeType="1"/>
            </p:cNvSpPr>
            <p:nvPr/>
          </p:nvSpPr>
          <p:spPr bwMode="auto">
            <a:xfrm>
              <a:off x="5031" y="2066"/>
              <a:ext cx="2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7" name="Group 170">
            <a:extLst>
              <a:ext uri="{FF2B5EF4-FFF2-40B4-BE49-F238E27FC236}">
                <a16:creationId xmlns:a16="http://schemas.microsoft.com/office/drawing/2014/main" id="{F1737043-CDA9-46C5-A57F-FE26B1B2103F}"/>
              </a:ext>
            </a:extLst>
          </p:cNvPr>
          <p:cNvGrpSpPr>
            <a:grpSpLocks/>
          </p:cNvGrpSpPr>
          <p:nvPr/>
        </p:nvGrpSpPr>
        <p:grpSpPr bwMode="auto">
          <a:xfrm>
            <a:off x="7068185" y="1565835"/>
            <a:ext cx="741363" cy="3762375"/>
            <a:chOff x="4609" y="703"/>
            <a:chExt cx="467" cy="2370"/>
          </a:xfrm>
        </p:grpSpPr>
        <p:sp>
          <p:nvSpPr>
            <p:cNvPr id="68" name="Line 162">
              <a:extLst>
                <a:ext uri="{FF2B5EF4-FFF2-40B4-BE49-F238E27FC236}">
                  <a16:creationId xmlns:a16="http://schemas.microsoft.com/office/drawing/2014/main" id="{363F2158-3A68-4F3B-B06B-658266041EF7}"/>
                </a:ext>
              </a:extLst>
            </p:cNvPr>
            <p:cNvSpPr>
              <a:spLocks noChangeShapeType="1"/>
            </p:cNvSpPr>
            <p:nvPr/>
          </p:nvSpPr>
          <p:spPr bwMode="auto">
            <a:xfrm>
              <a:off x="4717" y="769"/>
              <a:ext cx="0" cy="230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127">
              <a:extLst>
                <a:ext uri="{FF2B5EF4-FFF2-40B4-BE49-F238E27FC236}">
                  <a16:creationId xmlns:a16="http://schemas.microsoft.com/office/drawing/2014/main" id="{3E2AB2AF-3886-431B-B935-5A7F89783443}"/>
                </a:ext>
              </a:extLst>
            </p:cNvPr>
            <p:cNvSpPr>
              <a:spLocks noChangeShapeType="1"/>
            </p:cNvSpPr>
            <p:nvPr/>
          </p:nvSpPr>
          <p:spPr bwMode="auto">
            <a:xfrm>
              <a:off x="4609" y="703"/>
              <a:ext cx="0" cy="230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164">
              <a:extLst>
                <a:ext uri="{FF2B5EF4-FFF2-40B4-BE49-F238E27FC236}">
                  <a16:creationId xmlns:a16="http://schemas.microsoft.com/office/drawing/2014/main" id="{8B6B7DFF-F1B2-4612-8320-038A32A36F67}"/>
                </a:ext>
              </a:extLst>
            </p:cNvPr>
            <p:cNvSpPr>
              <a:spLocks noChangeShapeType="1"/>
            </p:cNvSpPr>
            <p:nvPr/>
          </p:nvSpPr>
          <p:spPr bwMode="auto">
            <a:xfrm>
              <a:off x="4968" y="714"/>
              <a:ext cx="0" cy="230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168">
              <a:extLst>
                <a:ext uri="{FF2B5EF4-FFF2-40B4-BE49-F238E27FC236}">
                  <a16:creationId xmlns:a16="http://schemas.microsoft.com/office/drawing/2014/main" id="{195C0CA6-447D-491F-90FA-93529E7BA773}"/>
                </a:ext>
              </a:extLst>
            </p:cNvPr>
            <p:cNvSpPr>
              <a:spLocks noChangeShapeType="1"/>
            </p:cNvSpPr>
            <p:nvPr/>
          </p:nvSpPr>
          <p:spPr bwMode="auto">
            <a:xfrm>
              <a:off x="4837" y="747"/>
              <a:ext cx="0" cy="230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169">
              <a:extLst>
                <a:ext uri="{FF2B5EF4-FFF2-40B4-BE49-F238E27FC236}">
                  <a16:creationId xmlns:a16="http://schemas.microsoft.com/office/drawing/2014/main" id="{CFF5CDE2-0BBD-4C2A-A572-1A251C96A563}"/>
                </a:ext>
              </a:extLst>
            </p:cNvPr>
            <p:cNvSpPr>
              <a:spLocks noChangeShapeType="1"/>
            </p:cNvSpPr>
            <p:nvPr/>
          </p:nvSpPr>
          <p:spPr bwMode="auto">
            <a:xfrm>
              <a:off x="5076" y="714"/>
              <a:ext cx="0" cy="230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3" name="Group 178">
            <a:extLst>
              <a:ext uri="{FF2B5EF4-FFF2-40B4-BE49-F238E27FC236}">
                <a16:creationId xmlns:a16="http://schemas.microsoft.com/office/drawing/2014/main" id="{37BCAE12-A473-48DF-B257-2C6DBD101177}"/>
              </a:ext>
            </a:extLst>
          </p:cNvPr>
          <p:cNvGrpSpPr>
            <a:grpSpLocks/>
          </p:cNvGrpSpPr>
          <p:nvPr/>
        </p:nvGrpSpPr>
        <p:grpSpPr bwMode="auto">
          <a:xfrm>
            <a:off x="2151698" y="3017838"/>
            <a:ext cx="825500" cy="1655762"/>
            <a:chOff x="1413" y="1565"/>
            <a:chExt cx="520" cy="1043"/>
          </a:xfrm>
        </p:grpSpPr>
        <p:sp>
          <p:nvSpPr>
            <p:cNvPr id="74" name="Freeform 176">
              <a:extLst>
                <a:ext uri="{FF2B5EF4-FFF2-40B4-BE49-F238E27FC236}">
                  <a16:creationId xmlns:a16="http://schemas.microsoft.com/office/drawing/2014/main" id="{56870698-F51D-4B7C-9928-83F3CEE79C25}"/>
                </a:ext>
              </a:extLst>
            </p:cNvPr>
            <p:cNvSpPr>
              <a:spLocks/>
            </p:cNvSpPr>
            <p:nvPr/>
          </p:nvSpPr>
          <p:spPr bwMode="auto">
            <a:xfrm>
              <a:off x="1435" y="1565"/>
              <a:ext cx="498" cy="978"/>
            </a:xfrm>
            <a:custGeom>
              <a:avLst/>
              <a:gdLst>
                <a:gd name="T0" fmla="*/ 453 w 510"/>
                <a:gd name="T1" fmla="*/ 0 h 978"/>
                <a:gd name="T2" fmla="*/ 453 w 510"/>
                <a:gd name="T3" fmla="*/ 348 h 978"/>
                <a:gd name="T4" fmla="*/ 0 w 510"/>
                <a:gd name="T5" fmla="*/ 848 h 978"/>
                <a:gd name="T6" fmla="*/ 0 w 510"/>
                <a:gd name="T7" fmla="*/ 978 h 978"/>
                <a:gd name="T8" fmla="*/ 126 w 510"/>
                <a:gd name="T9" fmla="*/ 978 h 9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0" h="978">
                  <a:moveTo>
                    <a:pt x="510" y="0"/>
                  </a:moveTo>
                  <a:lnTo>
                    <a:pt x="510" y="348"/>
                  </a:lnTo>
                  <a:lnTo>
                    <a:pt x="0" y="848"/>
                  </a:lnTo>
                  <a:lnTo>
                    <a:pt x="0" y="978"/>
                  </a:lnTo>
                  <a:lnTo>
                    <a:pt x="141" y="9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Freeform 177">
              <a:extLst>
                <a:ext uri="{FF2B5EF4-FFF2-40B4-BE49-F238E27FC236}">
                  <a16:creationId xmlns:a16="http://schemas.microsoft.com/office/drawing/2014/main" id="{C8338FA0-CE28-4329-9E3E-B45EB923EC94}"/>
                </a:ext>
              </a:extLst>
            </p:cNvPr>
            <p:cNvSpPr>
              <a:spLocks/>
            </p:cNvSpPr>
            <p:nvPr/>
          </p:nvSpPr>
          <p:spPr bwMode="auto">
            <a:xfrm flipV="1">
              <a:off x="1413" y="1630"/>
              <a:ext cx="498" cy="978"/>
            </a:xfrm>
            <a:custGeom>
              <a:avLst/>
              <a:gdLst>
                <a:gd name="T0" fmla="*/ 453 w 510"/>
                <a:gd name="T1" fmla="*/ 0 h 978"/>
                <a:gd name="T2" fmla="*/ 453 w 510"/>
                <a:gd name="T3" fmla="*/ 348 h 978"/>
                <a:gd name="T4" fmla="*/ 0 w 510"/>
                <a:gd name="T5" fmla="*/ 848 h 978"/>
                <a:gd name="T6" fmla="*/ 0 w 510"/>
                <a:gd name="T7" fmla="*/ 978 h 978"/>
                <a:gd name="T8" fmla="*/ 126 w 510"/>
                <a:gd name="T9" fmla="*/ 978 h 9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0" h="978">
                  <a:moveTo>
                    <a:pt x="510" y="0"/>
                  </a:moveTo>
                  <a:lnTo>
                    <a:pt x="510" y="348"/>
                  </a:lnTo>
                  <a:lnTo>
                    <a:pt x="0" y="848"/>
                  </a:lnTo>
                  <a:lnTo>
                    <a:pt x="0" y="978"/>
                  </a:lnTo>
                  <a:lnTo>
                    <a:pt x="141" y="9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6" name="Group 181">
            <a:extLst>
              <a:ext uri="{FF2B5EF4-FFF2-40B4-BE49-F238E27FC236}">
                <a16:creationId xmlns:a16="http://schemas.microsoft.com/office/drawing/2014/main" id="{E64E275E-2D70-44BA-B754-FE4B43DC4C7C}"/>
              </a:ext>
            </a:extLst>
          </p:cNvPr>
          <p:cNvGrpSpPr>
            <a:grpSpLocks/>
          </p:cNvGrpSpPr>
          <p:nvPr/>
        </p:nvGrpSpPr>
        <p:grpSpPr bwMode="auto">
          <a:xfrm>
            <a:off x="6428423" y="4216400"/>
            <a:ext cx="2466975" cy="1574800"/>
            <a:chOff x="4107" y="2320"/>
            <a:chExt cx="1554" cy="992"/>
          </a:xfrm>
        </p:grpSpPr>
        <p:sp>
          <p:nvSpPr>
            <p:cNvPr id="77" name="Text Box 120">
              <a:extLst>
                <a:ext uri="{FF2B5EF4-FFF2-40B4-BE49-F238E27FC236}">
                  <a16:creationId xmlns:a16="http://schemas.microsoft.com/office/drawing/2014/main" id="{4AE1A26E-DFD2-4709-87AC-CA9DE903E9F2}"/>
                </a:ext>
              </a:extLst>
            </p:cNvPr>
            <p:cNvSpPr txBox="1">
              <a:spLocks noChangeArrowheads="1"/>
            </p:cNvSpPr>
            <p:nvPr/>
          </p:nvSpPr>
          <p:spPr bwMode="auto">
            <a:xfrm>
              <a:off x="4291" y="2320"/>
              <a:ext cx="446"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u</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Y</a:t>
              </a:r>
            </a:p>
          </p:txBody>
        </p:sp>
        <p:sp>
          <p:nvSpPr>
            <p:cNvPr id="78" name="Line 121">
              <a:extLst>
                <a:ext uri="{FF2B5EF4-FFF2-40B4-BE49-F238E27FC236}">
                  <a16:creationId xmlns:a16="http://schemas.microsoft.com/office/drawing/2014/main" id="{99C43E90-A186-4B09-B304-4B37D7136F47}"/>
                </a:ext>
              </a:extLst>
            </p:cNvPr>
            <p:cNvSpPr>
              <a:spLocks noChangeShapeType="1"/>
            </p:cNvSpPr>
            <p:nvPr/>
          </p:nvSpPr>
          <p:spPr bwMode="auto">
            <a:xfrm>
              <a:off x="4183" y="3029"/>
              <a:ext cx="1151"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Line 122">
              <a:extLst>
                <a:ext uri="{FF2B5EF4-FFF2-40B4-BE49-F238E27FC236}">
                  <a16:creationId xmlns:a16="http://schemas.microsoft.com/office/drawing/2014/main" id="{64AA1015-8D3D-44C8-A180-97EC748867D1}"/>
                </a:ext>
              </a:extLst>
            </p:cNvPr>
            <p:cNvSpPr>
              <a:spLocks noChangeShapeType="1"/>
            </p:cNvSpPr>
            <p:nvPr/>
          </p:nvSpPr>
          <p:spPr bwMode="auto">
            <a:xfrm>
              <a:off x="4302" y="2420"/>
              <a:ext cx="0" cy="739"/>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Text Box 123">
              <a:extLst>
                <a:ext uri="{FF2B5EF4-FFF2-40B4-BE49-F238E27FC236}">
                  <a16:creationId xmlns:a16="http://schemas.microsoft.com/office/drawing/2014/main" id="{391ADFB3-0220-4B61-A6F7-17D496B8570B}"/>
                </a:ext>
              </a:extLst>
            </p:cNvPr>
            <p:cNvSpPr txBox="1">
              <a:spLocks noChangeArrowheads="1"/>
            </p:cNvSpPr>
            <p:nvPr/>
          </p:nvSpPr>
          <p:spPr bwMode="auto">
            <a:xfrm>
              <a:off x="5357" y="2855"/>
              <a:ext cx="304"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t</a:t>
              </a:r>
            </a:p>
          </p:txBody>
        </p:sp>
        <p:sp>
          <p:nvSpPr>
            <p:cNvPr id="81" name="Text Box 124">
              <a:extLst>
                <a:ext uri="{FF2B5EF4-FFF2-40B4-BE49-F238E27FC236}">
                  <a16:creationId xmlns:a16="http://schemas.microsoft.com/office/drawing/2014/main" id="{0E69ACEC-9011-432E-BE12-A42CBB0F1CC8}"/>
                </a:ext>
              </a:extLst>
            </p:cNvPr>
            <p:cNvSpPr txBox="1">
              <a:spLocks noChangeArrowheads="1"/>
            </p:cNvSpPr>
            <p:nvPr/>
          </p:nvSpPr>
          <p:spPr bwMode="auto">
            <a:xfrm>
              <a:off x="4107" y="2985"/>
              <a:ext cx="30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2" name="Text Box 125">
              <a:extLst>
                <a:ext uri="{FF2B5EF4-FFF2-40B4-BE49-F238E27FC236}">
                  <a16:creationId xmlns:a16="http://schemas.microsoft.com/office/drawing/2014/main" id="{4DFFD3E4-E71A-48EB-A394-D9C8A4E067E5}"/>
                </a:ext>
              </a:extLst>
            </p:cNvPr>
            <p:cNvSpPr txBox="1">
              <a:spLocks noChangeArrowheads="1"/>
            </p:cNvSpPr>
            <p:nvPr/>
          </p:nvSpPr>
          <p:spPr bwMode="auto">
            <a:xfrm>
              <a:off x="4378" y="2963"/>
              <a:ext cx="35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p>
          </p:txBody>
        </p:sp>
        <p:sp>
          <p:nvSpPr>
            <p:cNvPr id="83" name="Line 172">
              <a:extLst>
                <a:ext uri="{FF2B5EF4-FFF2-40B4-BE49-F238E27FC236}">
                  <a16:creationId xmlns:a16="http://schemas.microsoft.com/office/drawing/2014/main" id="{F7B56C34-2AA4-4FCC-8D8B-66D057542B97}"/>
                </a:ext>
              </a:extLst>
            </p:cNvPr>
            <p:cNvSpPr>
              <a:spLocks noChangeShapeType="1"/>
            </p:cNvSpPr>
            <p:nvPr/>
          </p:nvSpPr>
          <p:spPr bwMode="auto">
            <a:xfrm>
              <a:off x="4976" y="3033"/>
              <a:ext cx="2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Freeform 180">
              <a:extLst>
                <a:ext uri="{FF2B5EF4-FFF2-40B4-BE49-F238E27FC236}">
                  <a16:creationId xmlns:a16="http://schemas.microsoft.com/office/drawing/2014/main" id="{40BA2DFB-BFE7-4908-96FF-926976275F85}"/>
                </a:ext>
              </a:extLst>
            </p:cNvPr>
            <p:cNvSpPr>
              <a:spLocks/>
            </p:cNvSpPr>
            <p:nvPr/>
          </p:nvSpPr>
          <p:spPr bwMode="auto">
            <a:xfrm>
              <a:off x="4304" y="2764"/>
              <a:ext cx="884" cy="264"/>
            </a:xfrm>
            <a:custGeom>
              <a:avLst/>
              <a:gdLst>
                <a:gd name="T0" fmla="*/ 0 w 884"/>
                <a:gd name="T1" fmla="*/ 684 h 208"/>
                <a:gd name="T2" fmla="*/ 204 w 884"/>
                <a:gd name="T3" fmla="*/ 684 h 208"/>
                <a:gd name="T4" fmla="*/ 204 w 884"/>
                <a:gd name="T5" fmla="*/ 0 h 208"/>
                <a:gd name="T6" fmla="*/ 316 w 884"/>
                <a:gd name="T7" fmla="*/ 0 h 208"/>
                <a:gd name="T8" fmla="*/ 316 w 884"/>
                <a:gd name="T9" fmla="*/ 674 h 208"/>
                <a:gd name="T10" fmla="*/ 436 w 884"/>
                <a:gd name="T11" fmla="*/ 674 h 208"/>
                <a:gd name="T12" fmla="*/ 436 w 884"/>
                <a:gd name="T13" fmla="*/ 0 h 208"/>
                <a:gd name="T14" fmla="*/ 564 w 884"/>
                <a:gd name="T15" fmla="*/ 0 h 208"/>
                <a:gd name="T16" fmla="*/ 564 w 884"/>
                <a:gd name="T17" fmla="*/ 674 h 208"/>
                <a:gd name="T18" fmla="*/ 672 w 884"/>
                <a:gd name="T19" fmla="*/ 674 h 208"/>
                <a:gd name="T20" fmla="*/ 672 w 884"/>
                <a:gd name="T21" fmla="*/ 0 h 208"/>
                <a:gd name="T22" fmla="*/ 884 w 884"/>
                <a:gd name="T23" fmla="*/ 0 h 2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84" h="208">
                  <a:moveTo>
                    <a:pt x="0" y="208"/>
                  </a:moveTo>
                  <a:lnTo>
                    <a:pt x="204" y="208"/>
                  </a:lnTo>
                  <a:lnTo>
                    <a:pt x="204" y="0"/>
                  </a:lnTo>
                  <a:lnTo>
                    <a:pt x="316" y="0"/>
                  </a:lnTo>
                  <a:lnTo>
                    <a:pt x="316" y="204"/>
                  </a:lnTo>
                  <a:lnTo>
                    <a:pt x="436" y="204"/>
                  </a:lnTo>
                  <a:lnTo>
                    <a:pt x="436" y="0"/>
                  </a:lnTo>
                  <a:lnTo>
                    <a:pt x="564" y="0"/>
                  </a:lnTo>
                  <a:lnTo>
                    <a:pt x="564" y="204"/>
                  </a:lnTo>
                  <a:lnTo>
                    <a:pt x="672" y="204"/>
                  </a:lnTo>
                  <a:lnTo>
                    <a:pt x="672" y="0"/>
                  </a:lnTo>
                  <a:lnTo>
                    <a:pt x="884"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85" name="Freeform 182">
            <a:extLst>
              <a:ext uri="{FF2B5EF4-FFF2-40B4-BE49-F238E27FC236}">
                <a16:creationId xmlns:a16="http://schemas.microsoft.com/office/drawing/2014/main" id="{2009D67F-6DBC-4655-9FE2-727ED78F2F03}"/>
              </a:ext>
            </a:extLst>
          </p:cNvPr>
          <p:cNvSpPr>
            <a:spLocks/>
          </p:cNvSpPr>
          <p:nvPr/>
        </p:nvSpPr>
        <p:spPr bwMode="auto">
          <a:xfrm>
            <a:off x="6753860" y="4921250"/>
            <a:ext cx="1384300" cy="412750"/>
          </a:xfrm>
          <a:custGeom>
            <a:avLst/>
            <a:gdLst>
              <a:gd name="T0" fmla="*/ 0 w 872"/>
              <a:gd name="T1" fmla="*/ 2147483647 h 260"/>
              <a:gd name="T2" fmla="*/ 2147483647 w 872"/>
              <a:gd name="T3" fmla="*/ 2147483647 h 260"/>
              <a:gd name="T4" fmla="*/ 2147483647 w 872"/>
              <a:gd name="T5" fmla="*/ 0 h 260"/>
              <a:gd name="T6" fmla="*/ 2147483647 w 872"/>
              <a:gd name="T7" fmla="*/ 0 h 2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2" h="260">
                <a:moveTo>
                  <a:pt x="0" y="260"/>
                </a:moveTo>
                <a:lnTo>
                  <a:pt x="196" y="260"/>
                </a:lnTo>
                <a:lnTo>
                  <a:pt x="196" y="0"/>
                </a:lnTo>
                <a:lnTo>
                  <a:pt x="872" y="0"/>
                </a:lnTo>
              </a:path>
            </a:pathLst>
          </a:custGeom>
          <a:noFill/>
          <a:ln w="571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6" name="Group 188">
            <a:extLst>
              <a:ext uri="{FF2B5EF4-FFF2-40B4-BE49-F238E27FC236}">
                <a16:creationId xmlns:a16="http://schemas.microsoft.com/office/drawing/2014/main" id="{7C6BEB4E-9E20-40FC-B039-0EBEBC328030}"/>
              </a:ext>
            </a:extLst>
          </p:cNvPr>
          <p:cNvGrpSpPr>
            <a:grpSpLocks/>
          </p:cNvGrpSpPr>
          <p:nvPr/>
        </p:nvGrpSpPr>
        <p:grpSpPr bwMode="auto">
          <a:xfrm>
            <a:off x="391160" y="2552700"/>
            <a:ext cx="3433763" cy="2544763"/>
            <a:chOff x="304" y="1272"/>
            <a:chExt cx="2163" cy="1603"/>
          </a:xfrm>
        </p:grpSpPr>
        <p:grpSp>
          <p:nvGrpSpPr>
            <p:cNvPr id="87" name="Group 189">
              <a:extLst>
                <a:ext uri="{FF2B5EF4-FFF2-40B4-BE49-F238E27FC236}">
                  <a16:creationId xmlns:a16="http://schemas.microsoft.com/office/drawing/2014/main" id="{F3324157-BD26-4D38-BF66-97925D18E018}"/>
                </a:ext>
              </a:extLst>
            </p:cNvPr>
            <p:cNvGrpSpPr>
              <a:grpSpLocks/>
            </p:cNvGrpSpPr>
            <p:nvPr/>
          </p:nvGrpSpPr>
          <p:grpSpPr bwMode="auto">
            <a:xfrm>
              <a:off x="304" y="1272"/>
              <a:ext cx="2163" cy="1603"/>
              <a:chOff x="468" y="1488"/>
              <a:chExt cx="2163" cy="1603"/>
            </a:xfrm>
          </p:grpSpPr>
          <p:grpSp>
            <p:nvGrpSpPr>
              <p:cNvPr id="90" name="Group 190">
                <a:extLst>
                  <a:ext uri="{FF2B5EF4-FFF2-40B4-BE49-F238E27FC236}">
                    <a16:creationId xmlns:a16="http://schemas.microsoft.com/office/drawing/2014/main" id="{4B2B8A52-9BE7-455C-9735-670D4D79F123}"/>
                  </a:ext>
                </a:extLst>
              </p:cNvPr>
              <p:cNvGrpSpPr>
                <a:grpSpLocks/>
              </p:cNvGrpSpPr>
              <p:nvPr/>
            </p:nvGrpSpPr>
            <p:grpSpPr bwMode="auto">
              <a:xfrm>
                <a:off x="1721" y="1609"/>
                <a:ext cx="294" cy="358"/>
                <a:chOff x="1195" y="1598"/>
                <a:chExt cx="294" cy="358"/>
              </a:xfrm>
            </p:grpSpPr>
            <p:sp>
              <p:nvSpPr>
                <p:cNvPr id="115" name="Rectangle 191">
                  <a:extLst>
                    <a:ext uri="{FF2B5EF4-FFF2-40B4-BE49-F238E27FC236}">
                      <a16:creationId xmlns:a16="http://schemas.microsoft.com/office/drawing/2014/main" id="{E01CBAAE-BF3B-4E23-A253-0AE1D443E2D8}"/>
                    </a:ext>
                  </a:extLst>
                </p:cNvPr>
                <p:cNvSpPr>
                  <a:spLocks noChangeArrowheads="1"/>
                </p:cNvSpPr>
                <p:nvPr/>
              </p:nvSpPr>
              <p:spPr bwMode="auto">
                <a:xfrm>
                  <a:off x="1195" y="1598"/>
                  <a:ext cx="218" cy="35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6" name="Oval 192">
                  <a:extLst>
                    <a:ext uri="{FF2B5EF4-FFF2-40B4-BE49-F238E27FC236}">
                      <a16:creationId xmlns:a16="http://schemas.microsoft.com/office/drawing/2014/main" id="{5DE3320E-6AD3-4F0C-90FA-FBD875D8D74C}"/>
                    </a:ext>
                  </a:extLst>
                </p:cNvPr>
                <p:cNvSpPr>
                  <a:spLocks noChangeArrowheads="1"/>
                </p:cNvSpPr>
                <p:nvPr/>
              </p:nvSpPr>
              <p:spPr bwMode="auto">
                <a:xfrm>
                  <a:off x="1424" y="1727"/>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91" name="Rectangle 193">
                <a:extLst>
                  <a:ext uri="{FF2B5EF4-FFF2-40B4-BE49-F238E27FC236}">
                    <a16:creationId xmlns:a16="http://schemas.microsoft.com/office/drawing/2014/main" id="{EDEF5068-B638-43BD-8743-82EF7549F7DA}"/>
                  </a:ext>
                </a:extLst>
              </p:cNvPr>
              <p:cNvSpPr>
                <a:spLocks noChangeArrowheads="1"/>
              </p:cNvSpPr>
              <p:nvPr/>
            </p:nvSpPr>
            <p:spPr bwMode="auto">
              <a:xfrm>
                <a:off x="1743" y="2674"/>
                <a:ext cx="218" cy="35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2" name="Oval 194">
                <a:extLst>
                  <a:ext uri="{FF2B5EF4-FFF2-40B4-BE49-F238E27FC236}">
                    <a16:creationId xmlns:a16="http://schemas.microsoft.com/office/drawing/2014/main" id="{6EFFC28B-5B5F-4E0E-8242-33A38E4E95F9}"/>
                  </a:ext>
                </a:extLst>
              </p:cNvPr>
              <p:cNvSpPr>
                <a:spLocks noChangeArrowheads="1"/>
              </p:cNvSpPr>
              <p:nvPr/>
            </p:nvSpPr>
            <p:spPr bwMode="auto">
              <a:xfrm>
                <a:off x="1972" y="2803"/>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3" name="Freeform 195">
                <a:extLst>
                  <a:ext uri="{FF2B5EF4-FFF2-40B4-BE49-F238E27FC236}">
                    <a16:creationId xmlns:a16="http://schemas.microsoft.com/office/drawing/2014/main" id="{BD0B0E9C-2FBB-4752-8384-37DB428831C4}"/>
                  </a:ext>
                </a:extLst>
              </p:cNvPr>
              <p:cNvSpPr>
                <a:spLocks/>
              </p:cNvSpPr>
              <p:nvPr/>
            </p:nvSpPr>
            <p:spPr bwMode="auto">
              <a:xfrm>
                <a:off x="772" y="1761"/>
                <a:ext cx="935" cy="445"/>
              </a:xfrm>
              <a:custGeom>
                <a:avLst/>
                <a:gdLst>
                  <a:gd name="T0" fmla="*/ 5197 w 609"/>
                  <a:gd name="T1" fmla="*/ 0 h 467"/>
                  <a:gd name="T2" fmla="*/ 0 w 609"/>
                  <a:gd name="T3" fmla="*/ 0 h 467"/>
                  <a:gd name="T4" fmla="*/ 0 w 609"/>
                  <a:gd name="T5" fmla="*/ 367 h 467"/>
                  <a:gd name="T6" fmla="*/ 0 60000 65536"/>
                  <a:gd name="T7" fmla="*/ 0 60000 65536"/>
                  <a:gd name="T8" fmla="*/ 0 60000 65536"/>
                </a:gdLst>
                <a:ahLst/>
                <a:cxnLst>
                  <a:cxn ang="T6">
                    <a:pos x="T0" y="T1"/>
                  </a:cxn>
                  <a:cxn ang="T7">
                    <a:pos x="T2" y="T3"/>
                  </a:cxn>
                  <a:cxn ang="T8">
                    <a:pos x="T4" y="T5"/>
                  </a:cxn>
                </a:cxnLst>
                <a:rect l="0" t="0" r="r" b="b"/>
                <a:pathLst>
                  <a:path w="609" h="467">
                    <a:moveTo>
                      <a:pt x="609" y="0"/>
                    </a:moveTo>
                    <a:lnTo>
                      <a:pt x="0" y="0"/>
                    </a:lnTo>
                    <a:lnTo>
                      <a:pt x="0" y="467"/>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4" name="Line 196">
                <a:extLst>
                  <a:ext uri="{FF2B5EF4-FFF2-40B4-BE49-F238E27FC236}">
                    <a16:creationId xmlns:a16="http://schemas.microsoft.com/office/drawing/2014/main" id="{B57A977D-61DF-4F7A-AC8B-C0DED06561A9}"/>
                  </a:ext>
                </a:extLst>
              </p:cNvPr>
              <p:cNvSpPr>
                <a:spLocks noChangeShapeType="1"/>
              </p:cNvSpPr>
              <p:nvPr/>
            </p:nvSpPr>
            <p:spPr bwMode="auto">
              <a:xfrm>
                <a:off x="1055" y="1761"/>
                <a:ext cx="0" cy="10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Rectangle 197">
                <a:extLst>
                  <a:ext uri="{FF2B5EF4-FFF2-40B4-BE49-F238E27FC236}">
                    <a16:creationId xmlns:a16="http://schemas.microsoft.com/office/drawing/2014/main" id="{FC7B993C-7925-4F3F-81B1-A63CA89F1A20}"/>
                  </a:ext>
                </a:extLst>
              </p:cNvPr>
              <p:cNvSpPr>
                <a:spLocks noChangeArrowheads="1"/>
              </p:cNvSpPr>
              <p:nvPr/>
            </p:nvSpPr>
            <p:spPr bwMode="auto">
              <a:xfrm>
                <a:off x="1000" y="1924"/>
                <a:ext cx="98" cy="25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6" name="Rectangle 198">
                <a:extLst>
                  <a:ext uri="{FF2B5EF4-FFF2-40B4-BE49-F238E27FC236}">
                    <a16:creationId xmlns:a16="http://schemas.microsoft.com/office/drawing/2014/main" id="{8A61ABD9-E681-49CC-BFDF-52347B2CEF68}"/>
                  </a:ext>
                </a:extLst>
              </p:cNvPr>
              <p:cNvSpPr>
                <a:spLocks noChangeArrowheads="1"/>
              </p:cNvSpPr>
              <p:nvPr/>
            </p:nvSpPr>
            <p:spPr bwMode="auto">
              <a:xfrm>
                <a:off x="1000" y="2369"/>
                <a:ext cx="98" cy="250"/>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7" name="Freeform 199">
                <a:extLst>
                  <a:ext uri="{FF2B5EF4-FFF2-40B4-BE49-F238E27FC236}">
                    <a16:creationId xmlns:a16="http://schemas.microsoft.com/office/drawing/2014/main" id="{CC1A5AF3-3526-4F08-85CD-B60D8BE2508A}"/>
                  </a:ext>
                </a:extLst>
              </p:cNvPr>
              <p:cNvSpPr>
                <a:spLocks/>
              </p:cNvSpPr>
              <p:nvPr/>
            </p:nvSpPr>
            <p:spPr bwMode="auto">
              <a:xfrm>
                <a:off x="794" y="2477"/>
                <a:ext cx="944" cy="370"/>
              </a:xfrm>
              <a:custGeom>
                <a:avLst/>
                <a:gdLst>
                  <a:gd name="T0" fmla="*/ 5487 w 608"/>
                  <a:gd name="T1" fmla="*/ 538 h 337"/>
                  <a:gd name="T2" fmla="*/ 0 w 608"/>
                  <a:gd name="T3" fmla="*/ 538 h 337"/>
                  <a:gd name="T4" fmla="*/ 0 w 608"/>
                  <a:gd name="T5" fmla="*/ 0 h 337"/>
                  <a:gd name="T6" fmla="*/ 0 60000 65536"/>
                  <a:gd name="T7" fmla="*/ 0 60000 65536"/>
                  <a:gd name="T8" fmla="*/ 0 60000 65536"/>
                </a:gdLst>
                <a:ahLst/>
                <a:cxnLst>
                  <a:cxn ang="T6">
                    <a:pos x="T0" y="T1"/>
                  </a:cxn>
                  <a:cxn ang="T7">
                    <a:pos x="T2" y="T3"/>
                  </a:cxn>
                  <a:cxn ang="T8">
                    <a:pos x="T4" y="T5"/>
                  </a:cxn>
                </a:cxnLst>
                <a:rect l="0" t="0" r="r" b="b"/>
                <a:pathLst>
                  <a:path w="608" h="337">
                    <a:moveTo>
                      <a:pt x="608" y="337"/>
                    </a:moveTo>
                    <a:lnTo>
                      <a:pt x="0" y="337"/>
                    </a:lnTo>
                    <a:lnTo>
                      <a:pt x="0"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8" name="Oval 200">
                <a:extLst>
                  <a:ext uri="{FF2B5EF4-FFF2-40B4-BE49-F238E27FC236}">
                    <a16:creationId xmlns:a16="http://schemas.microsoft.com/office/drawing/2014/main" id="{6DAFC445-CCA8-4FFE-964C-E2EDC148DB3A}"/>
                  </a:ext>
                </a:extLst>
              </p:cNvPr>
              <p:cNvSpPr>
                <a:spLocks noChangeArrowheads="1"/>
              </p:cNvSpPr>
              <p:nvPr/>
            </p:nvSpPr>
            <p:spPr bwMode="auto">
              <a:xfrm>
                <a:off x="740" y="2183"/>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9" name="Oval 201">
                <a:extLst>
                  <a:ext uri="{FF2B5EF4-FFF2-40B4-BE49-F238E27FC236}">
                    <a16:creationId xmlns:a16="http://schemas.microsoft.com/office/drawing/2014/main" id="{B961EBF6-2970-4D2C-B542-1B47D5EEE850}"/>
                  </a:ext>
                </a:extLst>
              </p:cNvPr>
              <p:cNvSpPr>
                <a:spLocks noChangeArrowheads="1"/>
              </p:cNvSpPr>
              <p:nvPr/>
            </p:nvSpPr>
            <p:spPr bwMode="auto">
              <a:xfrm>
                <a:off x="751" y="2411"/>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0" name="Text Box 202">
                <a:extLst>
                  <a:ext uri="{FF2B5EF4-FFF2-40B4-BE49-F238E27FC236}">
                    <a16:creationId xmlns:a16="http://schemas.microsoft.com/office/drawing/2014/main" id="{BF310ABB-BB7C-4334-8FC4-011F8A7290CB}"/>
                  </a:ext>
                </a:extLst>
              </p:cNvPr>
              <p:cNvSpPr txBox="1">
                <a:spLocks noChangeArrowheads="1"/>
              </p:cNvSpPr>
              <p:nvPr/>
            </p:nvSpPr>
            <p:spPr bwMode="auto">
              <a:xfrm>
                <a:off x="1066" y="1891"/>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R</a:t>
                </a:r>
              </a:p>
            </p:txBody>
          </p:sp>
          <p:sp>
            <p:nvSpPr>
              <p:cNvPr id="101" name="Text Box 203">
                <a:extLst>
                  <a:ext uri="{FF2B5EF4-FFF2-40B4-BE49-F238E27FC236}">
                    <a16:creationId xmlns:a16="http://schemas.microsoft.com/office/drawing/2014/main" id="{9687FD20-9E6D-4B03-9814-78BB844873E0}"/>
                  </a:ext>
                </a:extLst>
              </p:cNvPr>
              <p:cNvSpPr txBox="1">
                <a:spLocks noChangeArrowheads="1"/>
              </p:cNvSpPr>
              <p:nvPr/>
            </p:nvSpPr>
            <p:spPr bwMode="auto">
              <a:xfrm>
                <a:off x="1077" y="2348"/>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R</a:t>
                </a:r>
              </a:p>
            </p:txBody>
          </p:sp>
          <p:sp>
            <p:nvSpPr>
              <p:cNvPr id="102" name="Line 204">
                <a:extLst>
                  <a:ext uri="{FF2B5EF4-FFF2-40B4-BE49-F238E27FC236}">
                    <a16:creationId xmlns:a16="http://schemas.microsoft.com/office/drawing/2014/main" id="{8F4E2814-4B29-4B15-82CA-DD8157E57CA0}"/>
                  </a:ext>
                </a:extLst>
              </p:cNvPr>
              <p:cNvSpPr>
                <a:spLocks noChangeShapeType="1"/>
              </p:cNvSpPr>
              <p:nvPr/>
            </p:nvSpPr>
            <p:spPr bwMode="auto">
              <a:xfrm>
                <a:off x="1044" y="2272"/>
                <a:ext cx="3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 name="Oval 205">
                <a:extLst>
                  <a:ext uri="{FF2B5EF4-FFF2-40B4-BE49-F238E27FC236}">
                    <a16:creationId xmlns:a16="http://schemas.microsoft.com/office/drawing/2014/main" id="{3EB7E84D-9DD1-42A9-8A54-A13AC5D1256A}"/>
                  </a:ext>
                </a:extLst>
              </p:cNvPr>
              <p:cNvSpPr>
                <a:spLocks noChangeArrowheads="1"/>
              </p:cNvSpPr>
              <p:nvPr/>
            </p:nvSpPr>
            <p:spPr bwMode="auto">
              <a:xfrm>
                <a:off x="1370" y="2249"/>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4" name="Text Box 206">
                <a:extLst>
                  <a:ext uri="{FF2B5EF4-FFF2-40B4-BE49-F238E27FC236}">
                    <a16:creationId xmlns:a16="http://schemas.microsoft.com/office/drawing/2014/main" id="{75C434FD-C2AF-4B33-AEF2-19D1B3FA9EF8}"/>
                  </a:ext>
                </a:extLst>
              </p:cNvPr>
              <p:cNvSpPr txBox="1">
                <a:spLocks noChangeArrowheads="1"/>
              </p:cNvSpPr>
              <p:nvPr/>
            </p:nvSpPr>
            <p:spPr bwMode="auto">
              <a:xfrm>
                <a:off x="1392" y="2142"/>
                <a:ext cx="47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V</a:t>
                </a:r>
                <a:r>
                  <a:rPr kumimoji="1" lang="en-US" altLang="zh-CN" sz="24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CC</a:t>
                </a:r>
              </a:p>
            </p:txBody>
          </p:sp>
          <p:sp>
            <p:nvSpPr>
              <p:cNvPr id="105" name="Freeform 207">
                <a:extLst>
                  <a:ext uri="{FF2B5EF4-FFF2-40B4-BE49-F238E27FC236}">
                    <a16:creationId xmlns:a16="http://schemas.microsoft.com/office/drawing/2014/main" id="{24E4F108-BEE1-4B18-A8E6-E847481C1B86}"/>
                  </a:ext>
                </a:extLst>
              </p:cNvPr>
              <p:cNvSpPr>
                <a:spLocks/>
              </p:cNvSpPr>
              <p:nvPr/>
            </p:nvSpPr>
            <p:spPr bwMode="auto">
              <a:xfrm>
                <a:off x="468" y="2217"/>
                <a:ext cx="413" cy="468"/>
              </a:xfrm>
              <a:custGeom>
                <a:avLst/>
                <a:gdLst>
                  <a:gd name="T0" fmla="*/ 730 w 358"/>
                  <a:gd name="T1" fmla="*/ 0 h 457"/>
                  <a:gd name="T2" fmla="*/ 177 w 358"/>
                  <a:gd name="T3" fmla="*/ 195 h 457"/>
                  <a:gd name="T4" fmla="*/ 177 w 358"/>
                  <a:gd name="T5" fmla="*/ 503 h 457"/>
                  <a:gd name="T6" fmla="*/ 376 w 358"/>
                  <a:gd name="T7" fmla="*/ 503 h 457"/>
                  <a:gd name="T8" fmla="*/ 0 w 358"/>
                  <a:gd name="T9" fmla="*/ 515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8" h="457">
                    <a:moveTo>
                      <a:pt x="358" y="0"/>
                    </a:moveTo>
                    <a:lnTo>
                      <a:pt x="87" y="174"/>
                    </a:lnTo>
                    <a:lnTo>
                      <a:pt x="87" y="446"/>
                    </a:lnTo>
                    <a:lnTo>
                      <a:pt x="184" y="446"/>
                    </a:lnTo>
                    <a:lnTo>
                      <a:pt x="0" y="457"/>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 name="Arc 208">
                <a:extLst>
                  <a:ext uri="{FF2B5EF4-FFF2-40B4-BE49-F238E27FC236}">
                    <a16:creationId xmlns:a16="http://schemas.microsoft.com/office/drawing/2014/main" id="{FF2C467D-3BC4-4362-8E0C-4708472A2349}"/>
                  </a:ext>
                </a:extLst>
              </p:cNvPr>
              <p:cNvSpPr>
                <a:spLocks/>
              </p:cNvSpPr>
              <p:nvPr/>
            </p:nvSpPr>
            <p:spPr bwMode="auto">
              <a:xfrm>
                <a:off x="543" y="2218"/>
                <a:ext cx="163" cy="2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7" name="Line 209">
                <a:extLst>
                  <a:ext uri="{FF2B5EF4-FFF2-40B4-BE49-F238E27FC236}">
                    <a16:creationId xmlns:a16="http://schemas.microsoft.com/office/drawing/2014/main" id="{6881A121-3CB1-4F4F-BD3F-16C4FC3CEC38}"/>
                  </a:ext>
                </a:extLst>
              </p:cNvPr>
              <p:cNvSpPr>
                <a:spLocks noChangeShapeType="1"/>
              </p:cNvSpPr>
              <p:nvPr/>
            </p:nvSpPr>
            <p:spPr bwMode="auto">
              <a:xfrm>
                <a:off x="2022" y="1782"/>
                <a:ext cx="20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 name="Line 210">
                <a:extLst>
                  <a:ext uri="{FF2B5EF4-FFF2-40B4-BE49-F238E27FC236}">
                    <a16:creationId xmlns:a16="http://schemas.microsoft.com/office/drawing/2014/main" id="{69936BDC-EA16-43D3-A7D6-EE9C26278FA9}"/>
                  </a:ext>
                </a:extLst>
              </p:cNvPr>
              <p:cNvSpPr>
                <a:spLocks noChangeShapeType="1"/>
              </p:cNvSpPr>
              <p:nvPr/>
            </p:nvSpPr>
            <p:spPr bwMode="auto">
              <a:xfrm>
                <a:off x="2044" y="2836"/>
                <a:ext cx="20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9" name="Text Box 211">
                <a:extLst>
                  <a:ext uri="{FF2B5EF4-FFF2-40B4-BE49-F238E27FC236}">
                    <a16:creationId xmlns:a16="http://schemas.microsoft.com/office/drawing/2014/main" id="{101FA84A-FE31-4549-8E94-C103CAA7BAD0}"/>
                  </a:ext>
                </a:extLst>
              </p:cNvPr>
              <p:cNvSpPr txBox="1">
                <a:spLocks noChangeArrowheads="1"/>
              </p:cNvSpPr>
              <p:nvPr/>
            </p:nvSpPr>
            <p:spPr bwMode="auto">
              <a:xfrm>
                <a:off x="533" y="1956"/>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S</a:t>
                </a:r>
              </a:p>
            </p:txBody>
          </p:sp>
          <p:sp>
            <p:nvSpPr>
              <p:cNvPr id="110" name="Text Box 212">
                <a:extLst>
                  <a:ext uri="{FF2B5EF4-FFF2-40B4-BE49-F238E27FC236}">
                    <a16:creationId xmlns:a16="http://schemas.microsoft.com/office/drawing/2014/main" id="{5B560E88-DF94-4A50-ABC5-B85DA8505139}"/>
                  </a:ext>
                </a:extLst>
              </p:cNvPr>
              <p:cNvSpPr txBox="1">
                <a:spLocks noChangeArrowheads="1"/>
              </p:cNvSpPr>
              <p:nvPr/>
            </p:nvSpPr>
            <p:spPr bwMode="auto">
              <a:xfrm>
                <a:off x="1425" y="1488"/>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p>
            </p:txBody>
          </p:sp>
          <p:sp>
            <p:nvSpPr>
              <p:cNvPr id="111" name="Text Box 213">
                <a:extLst>
                  <a:ext uri="{FF2B5EF4-FFF2-40B4-BE49-F238E27FC236}">
                    <a16:creationId xmlns:a16="http://schemas.microsoft.com/office/drawing/2014/main" id="{10073D3E-3505-4B45-AD40-6C8CDD22851B}"/>
                  </a:ext>
                </a:extLst>
              </p:cNvPr>
              <p:cNvSpPr txBox="1">
                <a:spLocks noChangeArrowheads="1"/>
              </p:cNvSpPr>
              <p:nvPr/>
            </p:nvSpPr>
            <p:spPr bwMode="auto">
              <a:xfrm>
                <a:off x="1414" y="2803"/>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B</a:t>
                </a:r>
              </a:p>
            </p:txBody>
          </p:sp>
          <p:sp>
            <p:nvSpPr>
              <p:cNvPr id="112" name="Text Box 214">
                <a:extLst>
                  <a:ext uri="{FF2B5EF4-FFF2-40B4-BE49-F238E27FC236}">
                    <a16:creationId xmlns:a16="http://schemas.microsoft.com/office/drawing/2014/main" id="{0BEB9FBE-1AA5-4C3C-BD5B-8A46AC9AA555}"/>
                  </a:ext>
                </a:extLst>
              </p:cNvPr>
              <p:cNvSpPr txBox="1">
                <a:spLocks noChangeArrowheads="1"/>
              </p:cNvSpPr>
              <p:nvPr/>
            </p:nvSpPr>
            <p:spPr bwMode="auto">
              <a:xfrm>
                <a:off x="2229" y="2684"/>
                <a:ext cx="40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Y</a:t>
                </a:r>
              </a:p>
            </p:txBody>
          </p:sp>
          <p:sp>
            <p:nvSpPr>
              <p:cNvPr id="113" name="Oval 215">
                <a:extLst>
                  <a:ext uri="{FF2B5EF4-FFF2-40B4-BE49-F238E27FC236}">
                    <a16:creationId xmlns:a16="http://schemas.microsoft.com/office/drawing/2014/main" id="{545D1DFE-831A-4C65-BB7A-1BDC3184FF7F}"/>
                  </a:ext>
                </a:extLst>
              </p:cNvPr>
              <p:cNvSpPr>
                <a:spLocks noChangeArrowheads="1"/>
              </p:cNvSpPr>
              <p:nvPr/>
            </p:nvSpPr>
            <p:spPr bwMode="auto">
              <a:xfrm>
                <a:off x="1022" y="2813"/>
                <a:ext cx="65" cy="6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4" name="Oval 216">
                <a:extLst>
                  <a:ext uri="{FF2B5EF4-FFF2-40B4-BE49-F238E27FC236}">
                    <a16:creationId xmlns:a16="http://schemas.microsoft.com/office/drawing/2014/main" id="{11362B1D-FFE9-4B71-832A-4B0B75F0BA16}"/>
                  </a:ext>
                </a:extLst>
              </p:cNvPr>
              <p:cNvSpPr>
                <a:spLocks noChangeArrowheads="1"/>
              </p:cNvSpPr>
              <p:nvPr/>
            </p:nvSpPr>
            <p:spPr bwMode="auto">
              <a:xfrm>
                <a:off x="1022" y="1726"/>
                <a:ext cx="65" cy="6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88" name="Text Box 217">
              <a:extLst>
                <a:ext uri="{FF2B5EF4-FFF2-40B4-BE49-F238E27FC236}">
                  <a16:creationId xmlns:a16="http://schemas.microsoft.com/office/drawing/2014/main" id="{B290595E-1C21-4313-97DA-8A6637040C48}"/>
                </a:ext>
              </a:extLst>
            </p:cNvPr>
            <p:cNvSpPr txBox="1">
              <a:spLocks noChangeArrowheads="1"/>
            </p:cNvSpPr>
            <p:nvPr/>
          </p:nvSpPr>
          <p:spPr bwMode="auto">
            <a:xfrm>
              <a:off x="1522" y="1348"/>
              <a:ext cx="315"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sp>
          <p:nvSpPr>
            <p:cNvPr id="89" name="Text Box 218">
              <a:extLst>
                <a:ext uri="{FF2B5EF4-FFF2-40B4-BE49-F238E27FC236}">
                  <a16:creationId xmlns:a16="http://schemas.microsoft.com/office/drawing/2014/main" id="{09FA1BAD-0C83-42FE-9297-26175BAEEC99}"/>
                </a:ext>
              </a:extLst>
            </p:cNvPr>
            <p:cNvSpPr txBox="1">
              <a:spLocks noChangeArrowheads="1"/>
            </p:cNvSpPr>
            <p:nvPr/>
          </p:nvSpPr>
          <p:spPr bwMode="auto">
            <a:xfrm>
              <a:off x="1544" y="2413"/>
              <a:ext cx="315"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&amp;</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86"/>
                                        </p:tgtEl>
                                        <p:attrNameLst>
                                          <p:attrName>style.visibility</p:attrName>
                                        </p:attrNameLst>
                                      </p:cBhvr>
                                      <p:to>
                                        <p:strVal val="visible"/>
                                      </p:to>
                                    </p:set>
                                    <p:animEffect transition="in" filter="dissolve">
                                      <p:cBhvr>
                                        <p:cTn id="21" dur="500"/>
                                        <p:tgtEl>
                                          <p:spTgt spid="8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left)">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par>
                          <p:cTn id="42" fill="hold">
                            <p:stCondLst>
                              <p:cond delay="500"/>
                            </p:stCondLst>
                            <p:childTnLst>
                              <p:par>
                                <p:cTn id="43" presetID="22" presetClass="entr" presetSubtype="1" fill="hold" nodeType="afterEffect">
                                  <p:stCondLst>
                                    <p:cond delay="100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slide(fromBottom)">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lide(fromBottom)">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500"/>
                                        <p:tgtEl>
                                          <p:spTgt spid="38"/>
                                        </p:tgtEl>
                                      </p:cBhvr>
                                    </p:animEffect>
                                  </p:childTnLst>
                                </p:cTn>
                              </p:par>
                            </p:childTnLst>
                          </p:cTn>
                        </p:par>
                        <p:par>
                          <p:cTn id="61" fill="hold">
                            <p:stCondLst>
                              <p:cond delay="500"/>
                            </p:stCondLst>
                            <p:childTnLst>
                              <p:par>
                                <p:cTn id="62" presetID="22" presetClass="entr" presetSubtype="8" fill="hold" nodeType="afterEffect">
                                  <p:stCondLst>
                                    <p:cond delay="100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wipe(left)">
                                      <p:cBhvr>
                                        <p:cTn id="69" dur="500"/>
                                        <p:tgtEl>
                                          <p:spTgt spid="5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76"/>
                                        </p:tgtEl>
                                        <p:attrNameLst>
                                          <p:attrName>style.visibility</p:attrName>
                                        </p:attrNameLst>
                                      </p:cBhvr>
                                      <p:to>
                                        <p:strVal val="visible"/>
                                      </p:to>
                                    </p:set>
                                    <p:animEffect transition="in" filter="wipe(left)">
                                      <p:cBhvr>
                                        <p:cTn id="74" dur="500"/>
                                        <p:tgtEl>
                                          <p:spTgt spid="76"/>
                                        </p:tgtEl>
                                      </p:cBhvr>
                                    </p:animEffect>
                                  </p:childTnLst>
                                </p:cTn>
                              </p:par>
                            </p:childTnLst>
                          </p:cTn>
                        </p:par>
                        <p:par>
                          <p:cTn id="75" fill="hold">
                            <p:stCondLst>
                              <p:cond delay="500"/>
                            </p:stCondLst>
                            <p:childTnLst>
                              <p:par>
                                <p:cTn id="76" presetID="22" presetClass="entr" presetSubtype="1" fill="hold" nodeType="afterEffect">
                                  <p:stCondLst>
                                    <p:cond delay="1000"/>
                                  </p:stCondLst>
                                  <p:childTnLst>
                                    <p:set>
                                      <p:cBhvr>
                                        <p:cTn id="77" dur="1" fill="hold">
                                          <p:stCondLst>
                                            <p:cond delay="0"/>
                                          </p:stCondLst>
                                        </p:cTn>
                                        <p:tgtEl>
                                          <p:spTgt spid="67"/>
                                        </p:tgtEl>
                                        <p:attrNameLst>
                                          <p:attrName>style.visibility</p:attrName>
                                        </p:attrNameLst>
                                      </p:cBhvr>
                                      <p:to>
                                        <p:strVal val="visible"/>
                                      </p:to>
                                    </p:set>
                                    <p:animEffect transition="in" filter="wipe(up)">
                                      <p:cBhvr>
                                        <p:cTn id="78" dur="500"/>
                                        <p:tgtEl>
                                          <p:spTgt spid="6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wipe(up)">
                                      <p:cBhvr>
                                        <p:cTn id="83" dur="500"/>
                                        <p:tgtEl>
                                          <p:spTgt spid="7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85"/>
                                        </p:tgtEl>
                                        <p:attrNameLst>
                                          <p:attrName>style.visibility</p:attrName>
                                        </p:attrNameLst>
                                      </p:cBhvr>
                                      <p:to>
                                        <p:strVal val="visible"/>
                                      </p:to>
                                    </p:set>
                                    <p:animEffect transition="in" filter="wipe(left)">
                                      <p:cBhvr>
                                        <p:cTn id="88"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8" grpId="0" animBg="1" autoUpdateAnimBg="0"/>
      <p:bldP spid="24" grpId="0" animBg="1" autoUpdateAnimBg="0"/>
      <p:bldP spid="2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6</a:t>
            </a:fld>
            <a:endParaRPr lang="en-US" altLang="zh-CN" dirty="0"/>
          </a:p>
        </p:txBody>
      </p:sp>
      <p:sp>
        <p:nvSpPr>
          <p:cNvPr id="5" name="标题 1"/>
          <p:cNvSpPr>
            <a:spLocks noGrp="1"/>
          </p:cNvSpPr>
          <p:nvPr>
            <p:ph type="title"/>
          </p:nvPr>
        </p:nvSpPr>
        <p:spPr>
          <a:xfrm>
            <a:off x="1277161" y="309671"/>
            <a:ext cx="7866839" cy="588136"/>
          </a:xfrm>
        </p:spPr>
        <p:txBody>
          <a:bodyPr/>
          <a:lstStyle/>
          <a:p>
            <a:r>
              <a:rPr lang="en-US" altLang="zh-CN" dirty="0">
                <a:latin typeface="黑体" pitchFamily="49" charset="-122"/>
                <a:ea typeface="黑体" panose="02010609060101010101" pitchFamily="49" charset="-122"/>
              </a:rPr>
              <a:t>§6.3   R</a:t>
            </a:r>
            <a:r>
              <a:rPr lang="zh-CN" altLang="en-US" dirty="0">
                <a:latin typeface="黑体" pitchFamily="49" charset="-122"/>
                <a:ea typeface="黑体" panose="02010609060101010101" pitchFamily="49" charset="-122"/>
              </a:rPr>
              <a:t>其他形式</a:t>
            </a:r>
            <a:r>
              <a:rPr lang="en-US" altLang="zh-CN" dirty="0">
                <a:latin typeface="黑体" pitchFamily="49" charset="-122"/>
                <a:ea typeface="黑体" panose="02010609060101010101" pitchFamily="49" charset="-122"/>
              </a:rPr>
              <a:t>R—S</a:t>
            </a:r>
            <a:r>
              <a:rPr lang="zh-CN" altLang="en-US" dirty="0">
                <a:latin typeface="黑体" pitchFamily="49" charset="-122"/>
                <a:ea typeface="黑体" panose="02010609060101010101" pitchFamily="49" charset="-122"/>
              </a:rPr>
              <a:t>触发器</a:t>
            </a:r>
            <a:endParaRPr lang="zh-CN" altLang="en-US" dirty="0"/>
          </a:p>
        </p:txBody>
      </p:sp>
      <p:grpSp>
        <p:nvGrpSpPr>
          <p:cNvPr id="7" name="Group 118">
            <a:extLst>
              <a:ext uri="{FF2B5EF4-FFF2-40B4-BE49-F238E27FC236}">
                <a16:creationId xmlns:a16="http://schemas.microsoft.com/office/drawing/2014/main" id="{BFAFB8CB-64E3-421E-AFC1-532CE8C7B004}"/>
              </a:ext>
            </a:extLst>
          </p:cNvPr>
          <p:cNvGrpSpPr>
            <a:grpSpLocks/>
          </p:cNvGrpSpPr>
          <p:nvPr/>
        </p:nvGrpSpPr>
        <p:grpSpPr bwMode="auto">
          <a:xfrm>
            <a:off x="292735" y="1887220"/>
            <a:ext cx="2303463" cy="3182938"/>
            <a:chOff x="146" y="1304"/>
            <a:chExt cx="1451" cy="2005"/>
          </a:xfrm>
        </p:grpSpPr>
        <p:grpSp>
          <p:nvGrpSpPr>
            <p:cNvPr id="8" name="Group 30">
              <a:extLst>
                <a:ext uri="{FF2B5EF4-FFF2-40B4-BE49-F238E27FC236}">
                  <a16:creationId xmlns:a16="http://schemas.microsoft.com/office/drawing/2014/main" id="{A3A58C46-4F11-4B65-BE93-F71CACF9A1AB}"/>
                </a:ext>
              </a:extLst>
            </p:cNvPr>
            <p:cNvGrpSpPr>
              <a:grpSpLocks/>
            </p:cNvGrpSpPr>
            <p:nvPr/>
          </p:nvGrpSpPr>
          <p:grpSpPr bwMode="auto">
            <a:xfrm>
              <a:off x="146" y="1304"/>
              <a:ext cx="1419" cy="2005"/>
              <a:chOff x="182" y="477"/>
              <a:chExt cx="1419" cy="2005"/>
            </a:xfrm>
          </p:grpSpPr>
          <p:grpSp>
            <p:nvGrpSpPr>
              <p:cNvPr id="13" name="Group 31">
                <a:extLst>
                  <a:ext uri="{FF2B5EF4-FFF2-40B4-BE49-F238E27FC236}">
                    <a16:creationId xmlns:a16="http://schemas.microsoft.com/office/drawing/2014/main" id="{5A823038-DD8D-4806-94E8-83399C2B0614}"/>
                  </a:ext>
                </a:extLst>
              </p:cNvPr>
              <p:cNvGrpSpPr>
                <a:grpSpLocks/>
              </p:cNvGrpSpPr>
              <p:nvPr/>
            </p:nvGrpSpPr>
            <p:grpSpPr bwMode="auto">
              <a:xfrm>
                <a:off x="247" y="796"/>
                <a:ext cx="1302" cy="1349"/>
                <a:chOff x="714" y="1188"/>
                <a:chExt cx="1769" cy="1860"/>
              </a:xfrm>
            </p:grpSpPr>
            <p:sp>
              <p:nvSpPr>
                <p:cNvPr id="20" name="Rectangle 32">
                  <a:extLst>
                    <a:ext uri="{FF2B5EF4-FFF2-40B4-BE49-F238E27FC236}">
                      <a16:creationId xmlns:a16="http://schemas.microsoft.com/office/drawing/2014/main" id="{76F5AA1D-F0AB-4BBC-AE59-0867CD3E50EE}"/>
                    </a:ext>
                  </a:extLst>
                </p:cNvPr>
                <p:cNvSpPr>
                  <a:spLocks noChangeArrowheads="1"/>
                </p:cNvSpPr>
                <p:nvPr/>
              </p:nvSpPr>
              <p:spPr bwMode="auto">
                <a:xfrm>
                  <a:off x="714"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1" name="Oval 33">
                  <a:extLst>
                    <a:ext uri="{FF2B5EF4-FFF2-40B4-BE49-F238E27FC236}">
                      <a16:creationId xmlns:a16="http://schemas.microsoft.com/office/drawing/2014/main" id="{079E7005-5FE5-4845-A82D-7BA144A5862B}"/>
                    </a:ext>
                  </a:extLst>
                </p:cNvPr>
                <p:cNvSpPr>
                  <a:spLocks noChangeArrowheads="1"/>
                </p:cNvSpPr>
                <p:nvPr/>
              </p:nvSpPr>
              <p:spPr bwMode="auto">
                <a:xfrm>
                  <a:off x="941"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Line 34">
                  <a:extLst>
                    <a:ext uri="{FF2B5EF4-FFF2-40B4-BE49-F238E27FC236}">
                      <a16:creationId xmlns:a16="http://schemas.microsoft.com/office/drawing/2014/main" id="{DCD3FD2B-8334-45F1-A5E3-7821436825E1}"/>
                    </a:ext>
                  </a:extLst>
                </p:cNvPr>
                <p:cNvSpPr>
                  <a:spLocks noChangeShapeType="1"/>
                </p:cNvSpPr>
                <p:nvPr/>
              </p:nvSpPr>
              <p:spPr bwMode="auto">
                <a:xfrm flipV="1">
                  <a:off x="1032"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35">
                  <a:extLst>
                    <a:ext uri="{FF2B5EF4-FFF2-40B4-BE49-F238E27FC236}">
                      <a16:creationId xmlns:a16="http://schemas.microsoft.com/office/drawing/2014/main" id="{912BEC9A-2923-4C25-951C-C98BC66C8B33}"/>
                    </a:ext>
                  </a:extLst>
                </p:cNvPr>
                <p:cNvSpPr>
                  <a:spLocks noChangeShapeType="1"/>
                </p:cNvSpPr>
                <p:nvPr/>
              </p:nvSpPr>
              <p:spPr bwMode="auto">
                <a:xfrm>
                  <a:off x="851" y="2322"/>
                  <a:ext cx="1" cy="7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36">
                  <a:extLst>
                    <a:ext uri="{FF2B5EF4-FFF2-40B4-BE49-F238E27FC236}">
                      <a16:creationId xmlns:a16="http://schemas.microsoft.com/office/drawing/2014/main" id="{8F80F2F6-117F-4FA3-BD4D-1C6F1FCEF967}"/>
                    </a:ext>
                  </a:extLst>
                </p:cNvPr>
                <p:cNvSpPr>
                  <a:spLocks noChangeShapeType="1"/>
                </p:cNvSpPr>
                <p:nvPr/>
              </p:nvSpPr>
              <p:spPr bwMode="auto">
                <a:xfrm>
                  <a:off x="1213"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37">
                  <a:extLst>
                    <a:ext uri="{FF2B5EF4-FFF2-40B4-BE49-F238E27FC236}">
                      <a16:creationId xmlns:a16="http://schemas.microsoft.com/office/drawing/2014/main" id="{5230DCB9-44C8-46F1-8CE5-465871D86B09}"/>
                    </a:ext>
                  </a:extLst>
                </p:cNvPr>
                <p:cNvSpPr>
                  <a:spLocks noChangeArrowheads="1"/>
                </p:cNvSpPr>
                <p:nvPr/>
              </p:nvSpPr>
              <p:spPr bwMode="auto">
                <a:xfrm>
                  <a:off x="1848"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Oval 38">
                  <a:extLst>
                    <a:ext uri="{FF2B5EF4-FFF2-40B4-BE49-F238E27FC236}">
                      <a16:creationId xmlns:a16="http://schemas.microsoft.com/office/drawing/2014/main" id="{8408B2E6-608F-447F-B128-62445CBECAEA}"/>
                    </a:ext>
                  </a:extLst>
                </p:cNvPr>
                <p:cNvSpPr>
                  <a:spLocks noChangeArrowheads="1"/>
                </p:cNvSpPr>
                <p:nvPr/>
              </p:nvSpPr>
              <p:spPr bwMode="auto">
                <a:xfrm>
                  <a:off x="2075"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Line 39">
                  <a:extLst>
                    <a:ext uri="{FF2B5EF4-FFF2-40B4-BE49-F238E27FC236}">
                      <a16:creationId xmlns:a16="http://schemas.microsoft.com/office/drawing/2014/main" id="{E15C7870-0D79-4C3A-AE2A-98B7E755EAAA}"/>
                    </a:ext>
                  </a:extLst>
                </p:cNvPr>
                <p:cNvSpPr>
                  <a:spLocks noChangeShapeType="1"/>
                </p:cNvSpPr>
                <p:nvPr/>
              </p:nvSpPr>
              <p:spPr bwMode="auto">
                <a:xfrm flipV="1">
                  <a:off x="2166"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40">
                  <a:extLst>
                    <a:ext uri="{FF2B5EF4-FFF2-40B4-BE49-F238E27FC236}">
                      <a16:creationId xmlns:a16="http://schemas.microsoft.com/office/drawing/2014/main" id="{62412858-8180-4081-B603-0A1EFFCF9E2A}"/>
                    </a:ext>
                  </a:extLst>
                </p:cNvPr>
                <p:cNvSpPr>
                  <a:spLocks noChangeShapeType="1"/>
                </p:cNvSpPr>
                <p:nvPr/>
              </p:nvSpPr>
              <p:spPr bwMode="auto">
                <a:xfrm flipH="1">
                  <a:off x="1984" y="2322"/>
                  <a:ext cx="1" cy="22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41">
                  <a:extLst>
                    <a:ext uri="{FF2B5EF4-FFF2-40B4-BE49-F238E27FC236}">
                      <a16:creationId xmlns:a16="http://schemas.microsoft.com/office/drawing/2014/main" id="{8F7846BF-7897-463F-BD4E-E5FF4653D99F}"/>
                    </a:ext>
                  </a:extLst>
                </p:cNvPr>
                <p:cNvSpPr>
                  <a:spLocks noChangeShapeType="1"/>
                </p:cNvSpPr>
                <p:nvPr/>
              </p:nvSpPr>
              <p:spPr bwMode="auto">
                <a:xfrm>
                  <a:off x="2347"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42">
                  <a:extLst>
                    <a:ext uri="{FF2B5EF4-FFF2-40B4-BE49-F238E27FC236}">
                      <a16:creationId xmlns:a16="http://schemas.microsoft.com/office/drawing/2014/main" id="{2C2F14ED-D565-4936-82CE-CDDF2485BCEC}"/>
                    </a:ext>
                  </a:extLst>
                </p:cNvPr>
                <p:cNvSpPr>
                  <a:spLocks noChangeShapeType="1"/>
                </p:cNvSpPr>
                <p:nvPr/>
              </p:nvSpPr>
              <p:spPr bwMode="auto">
                <a:xfrm>
                  <a:off x="1984" y="2549"/>
                  <a:ext cx="1" cy="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43">
                  <a:extLst>
                    <a:ext uri="{FF2B5EF4-FFF2-40B4-BE49-F238E27FC236}">
                      <a16:creationId xmlns:a16="http://schemas.microsoft.com/office/drawing/2014/main" id="{68EA5158-E6BD-4BF1-8F6B-86579BAC994F}"/>
                    </a:ext>
                  </a:extLst>
                </p:cNvPr>
                <p:cNvSpPr>
                  <a:spLocks noChangeShapeType="1"/>
                </p:cNvSpPr>
                <p:nvPr/>
              </p:nvSpPr>
              <p:spPr bwMode="auto">
                <a:xfrm>
                  <a:off x="1032"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44">
                  <a:extLst>
                    <a:ext uri="{FF2B5EF4-FFF2-40B4-BE49-F238E27FC236}">
                      <a16:creationId xmlns:a16="http://schemas.microsoft.com/office/drawing/2014/main" id="{5CC1ED5D-46FF-4551-9C7D-E4F859BCBB5B}"/>
                    </a:ext>
                  </a:extLst>
                </p:cNvPr>
                <p:cNvSpPr>
                  <a:spLocks noChangeShapeType="1"/>
                </p:cNvSpPr>
                <p:nvPr/>
              </p:nvSpPr>
              <p:spPr bwMode="auto">
                <a:xfrm>
                  <a:off x="1304"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45">
                  <a:extLst>
                    <a:ext uri="{FF2B5EF4-FFF2-40B4-BE49-F238E27FC236}">
                      <a16:creationId xmlns:a16="http://schemas.microsoft.com/office/drawing/2014/main" id="{C184FD09-D053-437F-8F32-75BE0A866CC6}"/>
                    </a:ext>
                  </a:extLst>
                </p:cNvPr>
                <p:cNvSpPr>
                  <a:spLocks noChangeShapeType="1"/>
                </p:cNvSpPr>
                <p:nvPr/>
              </p:nvSpPr>
              <p:spPr bwMode="auto">
                <a:xfrm flipH="1">
                  <a:off x="1894"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46">
                  <a:extLst>
                    <a:ext uri="{FF2B5EF4-FFF2-40B4-BE49-F238E27FC236}">
                      <a16:creationId xmlns:a16="http://schemas.microsoft.com/office/drawing/2014/main" id="{16A798CB-0B5E-4C6E-8E6D-6396D5EB5200}"/>
                    </a:ext>
                  </a:extLst>
                </p:cNvPr>
                <p:cNvSpPr>
                  <a:spLocks noChangeShapeType="1"/>
                </p:cNvSpPr>
                <p:nvPr/>
              </p:nvSpPr>
              <p:spPr bwMode="auto">
                <a:xfrm flipH="1">
                  <a:off x="1395"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47">
                  <a:extLst>
                    <a:ext uri="{FF2B5EF4-FFF2-40B4-BE49-F238E27FC236}">
                      <a16:creationId xmlns:a16="http://schemas.microsoft.com/office/drawing/2014/main" id="{A21594C3-DE13-468F-A42C-EF9B61C40F3B}"/>
                    </a:ext>
                  </a:extLst>
                </p:cNvPr>
                <p:cNvSpPr>
                  <a:spLocks noChangeShapeType="1"/>
                </p:cNvSpPr>
                <p:nvPr/>
              </p:nvSpPr>
              <p:spPr bwMode="auto">
                <a:xfrm>
                  <a:off x="1803" y="2685"/>
                  <a:ext cx="181"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48">
                  <a:extLst>
                    <a:ext uri="{FF2B5EF4-FFF2-40B4-BE49-F238E27FC236}">
                      <a16:creationId xmlns:a16="http://schemas.microsoft.com/office/drawing/2014/main" id="{FE46C530-ACDB-4A7A-A96E-3809CE80D14D}"/>
                    </a:ext>
                  </a:extLst>
                </p:cNvPr>
                <p:cNvSpPr>
                  <a:spLocks noChangeShapeType="1"/>
                </p:cNvSpPr>
                <p:nvPr/>
              </p:nvSpPr>
              <p:spPr bwMode="auto">
                <a:xfrm flipV="1">
                  <a:off x="1984" y="2594"/>
                  <a:ext cx="1"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49">
                  <a:extLst>
                    <a:ext uri="{FF2B5EF4-FFF2-40B4-BE49-F238E27FC236}">
                      <a16:creationId xmlns:a16="http://schemas.microsoft.com/office/drawing/2014/main" id="{9BC4E84A-F26D-4588-BB62-90E94BD1753C}"/>
                    </a:ext>
                  </a:extLst>
                </p:cNvPr>
                <p:cNvSpPr>
                  <a:spLocks noChangeShapeType="1"/>
                </p:cNvSpPr>
                <p:nvPr/>
              </p:nvSpPr>
              <p:spPr bwMode="auto">
                <a:xfrm flipH="1">
                  <a:off x="1213" y="2685"/>
                  <a:ext cx="18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50">
                  <a:extLst>
                    <a:ext uri="{FF2B5EF4-FFF2-40B4-BE49-F238E27FC236}">
                      <a16:creationId xmlns:a16="http://schemas.microsoft.com/office/drawing/2014/main" id="{E6125B62-71BF-4E3E-A25A-EBF87B27DD03}"/>
                    </a:ext>
                  </a:extLst>
                </p:cNvPr>
                <p:cNvSpPr>
                  <a:spLocks noChangeShapeType="1"/>
                </p:cNvSpPr>
                <p:nvPr/>
              </p:nvSpPr>
              <p:spPr bwMode="auto">
                <a:xfrm flipV="1">
                  <a:off x="1213" y="2549"/>
                  <a:ext cx="1"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51">
                  <a:extLst>
                    <a:ext uri="{FF2B5EF4-FFF2-40B4-BE49-F238E27FC236}">
                      <a16:creationId xmlns:a16="http://schemas.microsoft.com/office/drawing/2014/main" id="{6B665FB0-28E1-45F4-ADD4-E34EB3C59EC6}"/>
                    </a:ext>
                  </a:extLst>
                </p:cNvPr>
                <p:cNvSpPr>
                  <a:spLocks noChangeShapeType="1"/>
                </p:cNvSpPr>
                <p:nvPr/>
              </p:nvSpPr>
              <p:spPr bwMode="auto">
                <a:xfrm>
                  <a:off x="2347" y="2594"/>
                  <a:ext cx="1" cy="4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4" name="Text Box 52">
                <a:extLst>
                  <a:ext uri="{FF2B5EF4-FFF2-40B4-BE49-F238E27FC236}">
                    <a16:creationId xmlns:a16="http://schemas.microsoft.com/office/drawing/2014/main" id="{DBB60294-F301-4DE3-B07D-C1444D7C49D1}"/>
                  </a:ext>
                </a:extLst>
              </p:cNvPr>
              <p:cNvSpPr txBox="1">
                <a:spLocks noChangeArrowheads="1"/>
              </p:cNvSpPr>
              <p:nvPr/>
            </p:nvSpPr>
            <p:spPr bwMode="auto">
              <a:xfrm>
                <a:off x="182" y="2152"/>
                <a:ext cx="267" cy="330"/>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5" name="Text Box 53">
                <a:extLst>
                  <a:ext uri="{FF2B5EF4-FFF2-40B4-BE49-F238E27FC236}">
                    <a16:creationId xmlns:a16="http://schemas.microsoft.com/office/drawing/2014/main" id="{16446112-FF8E-42AD-8FDB-08964C4C15B4}"/>
                  </a:ext>
                </a:extLst>
              </p:cNvPr>
              <p:cNvSpPr txBox="1">
                <a:spLocks noChangeArrowheads="1"/>
              </p:cNvSpPr>
              <p:nvPr/>
            </p:nvSpPr>
            <p:spPr bwMode="auto">
              <a:xfrm>
                <a:off x="1316" y="2130"/>
                <a:ext cx="285"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6" name="Text Box 54">
                <a:extLst>
                  <a:ext uri="{FF2B5EF4-FFF2-40B4-BE49-F238E27FC236}">
                    <a16:creationId xmlns:a16="http://schemas.microsoft.com/office/drawing/2014/main" id="{E27C1181-672B-4BB0-B209-B6C0ECC0A8AD}"/>
                  </a:ext>
                </a:extLst>
              </p:cNvPr>
              <p:cNvSpPr txBox="1">
                <a:spLocks noChangeArrowheads="1"/>
              </p:cNvSpPr>
              <p:nvPr/>
            </p:nvSpPr>
            <p:spPr bwMode="auto">
              <a:xfrm>
                <a:off x="1220" y="502"/>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17" name="Group 55">
                <a:extLst>
                  <a:ext uri="{FF2B5EF4-FFF2-40B4-BE49-F238E27FC236}">
                    <a16:creationId xmlns:a16="http://schemas.microsoft.com/office/drawing/2014/main" id="{68F86F27-9B09-4B06-A288-020687F9579E}"/>
                  </a:ext>
                </a:extLst>
              </p:cNvPr>
              <p:cNvGrpSpPr>
                <a:grpSpLocks/>
              </p:cNvGrpSpPr>
              <p:nvPr/>
            </p:nvGrpSpPr>
            <p:grpSpPr bwMode="auto">
              <a:xfrm>
                <a:off x="331" y="477"/>
                <a:ext cx="290" cy="327"/>
                <a:chOff x="527" y="879"/>
                <a:chExt cx="290" cy="327"/>
              </a:xfrm>
            </p:grpSpPr>
            <p:sp>
              <p:nvSpPr>
                <p:cNvPr id="18" name="Text Box 56">
                  <a:extLst>
                    <a:ext uri="{FF2B5EF4-FFF2-40B4-BE49-F238E27FC236}">
                      <a16:creationId xmlns:a16="http://schemas.microsoft.com/office/drawing/2014/main" id="{96449271-0736-41E5-98AB-34417841DF8C}"/>
                    </a:ext>
                  </a:extLst>
                </p:cNvPr>
                <p:cNvSpPr txBox="1">
                  <a:spLocks noChangeArrowheads="1"/>
                </p:cNvSpPr>
                <p:nvPr/>
              </p:nvSpPr>
              <p:spPr bwMode="auto">
                <a:xfrm>
                  <a:off x="527" y="879"/>
                  <a:ext cx="290"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9" name="Line 57">
                  <a:extLst>
                    <a:ext uri="{FF2B5EF4-FFF2-40B4-BE49-F238E27FC236}">
                      <a16:creationId xmlns:a16="http://schemas.microsoft.com/office/drawing/2014/main" id="{796807CA-F45B-49CA-A15C-44D3F58BF092}"/>
                    </a:ext>
                  </a:extLst>
                </p:cNvPr>
                <p:cNvSpPr>
                  <a:spLocks noChangeShapeType="1"/>
                </p:cNvSpPr>
                <p:nvPr/>
              </p:nvSpPr>
              <p:spPr bwMode="auto">
                <a:xfrm>
                  <a:off x="587" y="924"/>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9" name="Text Box 58">
              <a:extLst>
                <a:ext uri="{FF2B5EF4-FFF2-40B4-BE49-F238E27FC236}">
                  <a16:creationId xmlns:a16="http://schemas.microsoft.com/office/drawing/2014/main" id="{36B8FB57-48CC-439D-83A1-ABA89331C6BB}"/>
                </a:ext>
              </a:extLst>
            </p:cNvPr>
            <p:cNvSpPr txBox="1">
              <a:spLocks noChangeArrowheads="1"/>
            </p:cNvSpPr>
            <p:nvPr/>
          </p:nvSpPr>
          <p:spPr bwMode="auto">
            <a:xfrm>
              <a:off x="1149" y="2140"/>
              <a:ext cx="448"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&gt;</a:t>
              </a:r>
              <a:r>
                <a:rPr kumimoji="1" lang="en-US" altLang="zh-CN" sz="20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0" name="Text Box 59">
              <a:extLst>
                <a:ext uri="{FF2B5EF4-FFF2-40B4-BE49-F238E27FC236}">
                  <a16:creationId xmlns:a16="http://schemas.microsoft.com/office/drawing/2014/main" id="{34DACEC8-970D-4652-85D2-590DB21D7881}"/>
                </a:ext>
              </a:extLst>
            </p:cNvPr>
            <p:cNvSpPr txBox="1">
              <a:spLocks noChangeArrowheads="1"/>
            </p:cNvSpPr>
            <p:nvPr/>
          </p:nvSpPr>
          <p:spPr bwMode="auto">
            <a:xfrm>
              <a:off x="312" y="2140"/>
              <a:ext cx="33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&gt;</a:t>
              </a:r>
              <a:r>
                <a:rPr kumimoji="1" lang="en-US" altLang="zh-CN" sz="1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1" name="Line 116">
              <a:extLst>
                <a:ext uri="{FF2B5EF4-FFF2-40B4-BE49-F238E27FC236}">
                  <a16:creationId xmlns:a16="http://schemas.microsoft.com/office/drawing/2014/main" id="{74B9D653-D413-4DBB-89AB-826F15E8CB50}"/>
                </a:ext>
              </a:extLst>
            </p:cNvPr>
            <p:cNvSpPr>
              <a:spLocks noChangeShapeType="1"/>
            </p:cNvSpPr>
            <p:nvPr/>
          </p:nvSpPr>
          <p:spPr bwMode="auto">
            <a:xfrm flipH="1">
              <a:off x="380" y="2347"/>
              <a:ext cx="120" cy="5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17">
              <a:extLst>
                <a:ext uri="{FF2B5EF4-FFF2-40B4-BE49-F238E27FC236}">
                  <a16:creationId xmlns:a16="http://schemas.microsoft.com/office/drawing/2014/main" id="{C4CCADA8-4B3E-47A7-8866-37271AC8F940}"/>
                </a:ext>
              </a:extLst>
            </p:cNvPr>
            <p:cNvSpPr>
              <a:spLocks noChangeShapeType="1"/>
            </p:cNvSpPr>
            <p:nvPr/>
          </p:nvSpPr>
          <p:spPr bwMode="auto">
            <a:xfrm flipH="1">
              <a:off x="1206" y="2347"/>
              <a:ext cx="120" cy="5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0" name="Group 123">
            <a:extLst>
              <a:ext uri="{FF2B5EF4-FFF2-40B4-BE49-F238E27FC236}">
                <a16:creationId xmlns:a16="http://schemas.microsoft.com/office/drawing/2014/main" id="{7FD8B001-6A6C-423B-912D-5C5F4FFBFAB0}"/>
              </a:ext>
            </a:extLst>
          </p:cNvPr>
          <p:cNvGrpSpPr>
            <a:grpSpLocks/>
          </p:cNvGrpSpPr>
          <p:nvPr/>
        </p:nvGrpSpPr>
        <p:grpSpPr bwMode="auto">
          <a:xfrm>
            <a:off x="2908935" y="1838008"/>
            <a:ext cx="2447925" cy="3441699"/>
            <a:chOff x="1794" y="1273"/>
            <a:chExt cx="1542" cy="2168"/>
          </a:xfrm>
        </p:grpSpPr>
        <p:sp>
          <p:nvSpPr>
            <p:cNvPr id="41" name="Rectangle 77">
              <a:extLst>
                <a:ext uri="{FF2B5EF4-FFF2-40B4-BE49-F238E27FC236}">
                  <a16:creationId xmlns:a16="http://schemas.microsoft.com/office/drawing/2014/main" id="{2EC514B3-491D-437B-8794-FA1EA23E1245}"/>
                </a:ext>
              </a:extLst>
            </p:cNvPr>
            <p:cNvSpPr>
              <a:spLocks noChangeArrowheads="1"/>
            </p:cNvSpPr>
            <p:nvPr/>
          </p:nvSpPr>
          <p:spPr bwMode="auto">
            <a:xfrm>
              <a:off x="1831" y="2155"/>
              <a:ext cx="514" cy="34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Oval 78">
              <a:extLst>
                <a:ext uri="{FF2B5EF4-FFF2-40B4-BE49-F238E27FC236}">
                  <a16:creationId xmlns:a16="http://schemas.microsoft.com/office/drawing/2014/main" id="{D3300A59-62AC-4D4C-A17B-AC2527773EF2}"/>
                </a:ext>
              </a:extLst>
            </p:cNvPr>
            <p:cNvSpPr>
              <a:spLocks noChangeArrowheads="1"/>
            </p:cNvSpPr>
            <p:nvPr/>
          </p:nvSpPr>
          <p:spPr bwMode="auto">
            <a:xfrm>
              <a:off x="2015" y="2027"/>
              <a:ext cx="110" cy="12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Line 79">
              <a:extLst>
                <a:ext uri="{FF2B5EF4-FFF2-40B4-BE49-F238E27FC236}">
                  <a16:creationId xmlns:a16="http://schemas.microsoft.com/office/drawing/2014/main" id="{24445A5D-23EE-44DB-B6C5-61B6D0F2ABF6}"/>
                </a:ext>
              </a:extLst>
            </p:cNvPr>
            <p:cNvSpPr>
              <a:spLocks noChangeShapeType="1"/>
            </p:cNvSpPr>
            <p:nvPr/>
          </p:nvSpPr>
          <p:spPr bwMode="auto">
            <a:xfrm flipV="1">
              <a:off x="2088" y="1429"/>
              <a:ext cx="1" cy="5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80">
              <a:extLst>
                <a:ext uri="{FF2B5EF4-FFF2-40B4-BE49-F238E27FC236}">
                  <a16:creationId xmlns:a16="http://schemas.microsoft.com/office/drawing/2014/main" id="{64079081-4494-491B-96FF-33E520451ED2}"/>
                </a:ext>
              </a:extLst>
            </p:cNvPr>
            <p:cNvSpPr>
              <a:spLocks noChangeShapeType="1"/>
            </p:cNvSpPr>
            <p:nvPr/>
          </p:nvSpPr>
          <p:spPr bwMode="auto">
            <a:xfrm>
              <a:off x="1942" y="2497"/>
              <a:ext cx="1" cy="6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Rectangle 82">
              <a:extLst>
                <a:ext uri="{FF2B5EF4-FFF2-40B4-BE49-F238E27FC236}">
                  <a16:creationId xmlns:a16="http://schemas.microsoft.com/office/drawing/2014/main" id="{5BF600FD-5446-4579-BF65-17FC2F6AFC5F}"/>
                </a:ext>
              </a:extLst>
            </p:cNvPr>
            <p:cNvSpPr>
              <a:spLocks noChangeArrowheads="1"/>
            </p:cNvSpPr>
            <p:nvPr/>
          </p:nvSpPr>
          <p:spPr bwMode="auto">
            <a:xfrm>
              <a:off x="2749" y="2155"/>
              <a:ext cx="514" cy="34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Oval 83">
              <a:extLst>
                <a:ext uri="{FF2B5EF4-FFF2-40B4-BE49-F238E27FC236}">
                  <a16:creationId xmlns:a16="http://schemas.microsoft.com/office/drawing/2014/main" id="{241D8C96-DA21-4501-A08A-75350E4DDE60}"/>
                </a:ext>
              </a:extLst>
            </p:cNvPr>
            <p:cNvSpPr>
              <a:spLocks noChangeArrowheads="1"/>
            </p:cNvSpPr>
            <p:nvPr/>
          </p:nvSpPr>
          <p:spPr bwMode="auto">
            <a:xfrm>
              <a:off x="2933" y="2027"/>
              <a:ext cx="110" cy="12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Line 84">
              <a:extLst>
                <a:ext uri="{FF2B5EF4-FFF2-40B4-BE49-F238E27FC236}">
                  <a16:creationId xmlns:a16="http://schemas.microsoft.com/office/drawing/2014/main" id="{6028C374-72B2-438D-B3FD-C014D97F48FC}"/>
                </a:ext>
              </a:extLst>
            </p:cNvPr>
            <p:cNvSpPr>
              <a:spLocks noChangeShapeType="1"/>
            </p:cNvSpPr>
            <p:nvPr/>
          </p:nvSpPr>
          <p:spPr bwMode="auto">
            <a:xfrm flipV="1">
              <a:off x="3006" y="1429"/>
              <a:ext cx="1" cy="5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85">
              <a:extLst>
                <a:ext uri="{FF2B5EF4-FFF2-40B4-BE49-F238E27FC236}">
                  <a16:creationId xmlns:a16="http://schemas.microsoft.com/office/drawing/2014/main" id="{77D10AD1-DD6D-4931-A9C7-B63C5C93935B}"/>
                </a:ext>
              </a:extLst>
            </p:cNvPr>
            <p:cNvSpPr>
              <a:spLocks noChangeShapeType="1"/>
            </p:cNvSpPr>
            <p:nvPr/>
          </p:nvSpPr>
          <p:spPr bwMode="auto">
            <a:xfrm flipH="1">
              <a:off x="2859" y="2497"/>
              <a:ext cx="1" cy="2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86">
              <a:extLst>
                <a:ext uri="{FF2B5EF4-FFF2-40B4-BE49-F238E27FC236}">
                  <a16:creationId xmlns:a16="http://schemas.microsoft.com/office/drawing/2014/main" id="{FAA8CEDE-19FB-4D02-980A-CBC7ABA19BE7}"/>
                </a:ext>
              </a:extLst>
            </p:cNvPr>
            <p:cNvSpPr>
              <a:spLocks noChangeShapeType="1"/>
            </p:cNvSpPr>
            <p:nvPr/>
          </p:nvSpPr>
          <p:spPr bwMode="auto">
            <a:xfrm>
              <a:off x="3153" y="2497"/>
              <a:ext cx="1" cy="2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87">
              <a:extLst>
                <a:ext uri="{FF2B5EF4-FFF2-40B4-BE49-F238E27FC236}">
                  <a16:creationId xmlns:a16="http://schemas.microsoft.com/office/drawing/2014/main" id="{690FBE66-C4CF-4A2F-8F4C-BDBC342AD0EE}"/>
                </a:ext>
              </a:extLst>
            </p:cNvPr>
            <p:cNvSpPr>
              <a:spLocks noChangeShapeType="1"/>
            </p:cNvSpPr>
            <p:nvPr/>
          </p:nvSpPr>
          <p:spPr bwMode="auto">
            <a:xfrm>
              <a:off x="2859" y="2710"/>
              <a:ext cx="1" cy="4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88">
              <a:extLst>
                <a:ext uri="{FF2B5EF4-FFF2-40B4-BE49-F238E27FC236}">
                  <a16:creationId xmlns:a16="http://schemas.microsoft.com/office/drawing/2014/main" id="{B5ECC269-B778-4393-BA0A-3D6063DCDC0F}"/>
                </a:ext>
              </a:extLst>
            </p:cNvPr>
            <p:cNvSpPr>
              <a:spLocks noChangeShapeType="1"/>
            </p:cNvSpPr>
            <p:nvPr/>
          </p:nvSpPr>
          <p:spPr bwMode="auto">
            <a:xfrm>
              <a:off x="2088" y="1771"/>
              <a:ext cx="221"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89">
              <a:extLst>
                <a:ext uri="{FF2B5EF4-FFF2-40B4-BE49-F238E27FC236}">
                  <a16:creationId xmlns:a16="http://schemas.microsoft.com/office/drawing/2014/main" id="{46AAC412-0BB2-45EC-84E0-ACE621162A94}"/>
                </a:ext>
              </a:extLst>
            </p:cNvPr>
            <p:cNvSpPr>
              <a:spLocks noChangeShapeType="1"/>
            </p:cNvSpPr>
            <p:nvPr/>
          </p:nvSpPr>
          <p:spPr bwMode="auto">
            <a:xfrm>
              <a:off x="2309" y="1771"/>
              <a:ext cx="404" cy="106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90">
              <a:extLst>
                <a:ext uri="{FF2B5EF4-FFF2-40B4-BE49-F238E27FC236}">
                  <a16:creationId xmlns:a16="http://schemas.microsoft.com/office/drawing/2014/main" id="{6029F044-4A81-4D0F-AE6D-F4453F247B87}"/>
                </a:ext>
              </a:extLst>
            </p:cNvPr>
            <p:cNvSpPr>
              <a:spLocks noChangeShapeType="1"/>
            </p:cNvSpPr>
            <p:nvPr/>
          </p:nvSpPr>
          <p:spPr bwMode="auto">
            <a:xfrm flipH="1">
              <a:off x="2786" y="1771"/>
              <a:ext cx="220"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91">
              <a:extLst>
                <a:ext uri="{FF2B5EF4-FFF2-40B4-BE49-F238E27FC236}">
                  <a16:creationId xmlns:a16="http://schemas.microsoft.com/office/drawing/2014/main" id="{6B0AB175-838D-4330-8B3B-71E2D38EBB4F}"/>
                </a:ext>
              </a:extLst>
            </p:cNvPr>
            <p:cNvSpPr>
              <a:spLocks noChangeShapeType="1"/>
            </p:cNvSpPr>
            <p:nvPr/>
          </p:nvSpPr>
          <p:spPr bwMode="auto">
            <a:xfrm flipH="1">
              <a:off x="2382" y="1771"/>
              <a:ext cx="404" cy="106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Line 92">
              <a:extLst>
                <a:ext uri="{FF2B5EF4-FFF2-40B4-BE49-F238E27FC236}">
                  <a16:creationId xmlns:a16="http://schemas.microsoft.com/office/drawing/2014/main" id="{095C0A73-E2BF-4400-B9A5-DFEC634CB15B}"/>
                </a:ext>
              </a:extLst>
            </p:cNvPr>
            <p:cNvSpPr>
              <a:spLocks noChangeShapeType="1"/>
            </p:cNvSpPr>
            <p:nvPr/>
          </p:nvSpPr>
          <p:spPr bwMode="auto">
            <a:xfrm>
              <a:off x="2713" y="2838"/>
              <a:ext cx="146"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Line 93">
              <a:extLst>
                <a:ext uri="{FF2B5EF4-FFF2-40B4-BE49-F238E27FC236}">
                  <a16:creationId xmlns:a16="http://schemas.microsoft.com/office/drawing/2014/main" id="{EBADF349-7FC8-4687-B091-B7FC9827155A}"/>
                </a:ext>
              </a:extLst>
            </p:cNvPr>
            <p:cNvSpPr>
              <a:spLocks noChangeShapeType="1"/>
            </p:cNvSpPr>
            <p:nvPr/>
          </p:nvSpPr>
          <p:spPr bwMode="auto">
            <a:xfrm flipV="1">
              <a:off x="2859" y="2753"/>
              <a:ext cx="1" cy="8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96">
              <a:extLst>
                <a:ext uri="{FF2B5EF4-FFF2-40B4-BE49-F238E27FC236}">
                  <a16:creationId xmlns:a16="http://schemas.microsoft.com/office/drawing/2014/main" id="{5C99398A-6D4E-4E0F-9022-B734B2680B24}"/>
                </a:ext>
              </a:extLst>
            </p:cNvPr>
            <p:cNvSpPr>
              <a:spLocks noChangeShapeType="1"/>
            </p:cNvSpPr>
            <p:nvPr/>
          </p:nvSpPr>
          <p:spPr bwMode="auto">
            <a:xfrm>
              <a:off x="3153" y="2753"/>
              <a:ext cx="1" cy="38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Text Box 97">
              <a:extLst>
                <a:ext uri="{FF2B5EF4-FFF2-40B4-BE49-F238E27FC236}">
                  <a16:creationId xmlns:a16="http://schemas.microsoft.com/office/drawing/2014/main" id="{F13E8275-0960-4642-8891-06CB36561A60}"/>
                </a:ext>
              </a:extLst>
            </p:cNvPr>
            <p:cNvSpPr txBox="1">
              <a:spLocks noChangeArrowheads="1"/>
            </p:cNvSpPr>
            <p:nvPr/>
          </p:nvSpPr>
          <p:spPr bwMode="auto">
            <a:xfrm>
              <a:off x="1830" y="3111"/>
              <a:ext cx="267"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59" name="Text Box 98">
              <a:extLst>
                <a:ext uri="{FF2B5EF4-FFF2-40B4-BE49-F238E27FC236}">
                  <a16:creationId xmlns:a16="http://schemas.microsoft.com/office/drawing/2014/main" id="{F30F401F-9C56-48ED-9612-BB191D461AAA}"/>
                </a:ext>
              </a:extLst>
            </p:cNvPr>
            <p:cNvSpPr txBox="1">
              <a:spLocks noChangeArrowheads="1"/>
            </p:cNvSpPr>
            <p:nvPr/>
          </p:nvSpPr>
          <p:spPr bwMode="auto">
            <a:xfrm>
              <a:off x="3051" y="3077"/>
              <a:ext cx="28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60" name="Text Box 99">
              <a:extLst>
                <a:ext uri="{FF2B5EF4-FFF2-40B4-BE49-F238E27FC236}">
                  <a16:creationId xmlns:a16="http://schemas.microsoft.com/office/drawing/2014/main" id="{349793F1-C1E8-4F28-A00D-554030BE5DC9}"/>
                </a:ext>
              </a:extLst>
            </p:cNvPr>
            <p:cNvSpPr txBox="1">
              <a:spLocks noChangeArrowheads="1"/>
            </p:cNvSpPr>
            <p:nvPr/>
          </p:nvSpPr>
          <p:spPr bwMode="auto">
            <a:xfrm>
              <a:off x="2990" y="1276"/>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61" name="Group 100">
              <a:extLst>
                <a:ext uri="{FF2B5EF4-FFF2-40B4-BE49-F238E27FC236}">
                  <a16:creationId xmlns:a16="http://schemas.microsoft.com/office/drawing/2014/main" id="{2DCF4B6F-9F5F-4390-A506-CEF5908A949C}"/>
                </a:ext>
              </a:extLst>
            </p:cNvPr>
            <p:cNvGrpSpPr>
              <a:grpSpLocks/>
            </p:cNvGrpSpPr>
            <p:nvPr/>
          </p:nvGrpSpPr>
          <p:grpSpPr bwMode="auto">
            <a:xfrm>
              <a:off x="1829" y="1273"/>
              <a:ext cx="290" cy="327"/>
              <a:chOff x="527" y="879"/>
              <a:chExt cx="290" cy="327"/>
            </a:xfrm>
          </p:grpSpPr>
          <p:sp>
            <p:nvSpPr>
              <p:cNvPr id="73" name="Text Box 101">
                <a:extLst>
                  <a:ext uri="{FF2B5EF4-FFF2-40B4-BE49-F238E27FC236}">
                    <a16:creationId xmlns:a16="http://schemas.microsoft.com/office/drawing/2014/main" id="{8F913FB7-B05C-4A42-AB43-10CD1E6CCB92}"/>
                  </a:ext>
                </a:extLst>
              </p:cNvPr>
              <p:cNvSpPr txBox="1">
                <a:spLocks noChangeArrowheads="1"/>
              </p:cNvSpPr>
              <p:nvPr/>
            </p:nvSpPr>
            <p:spPr bwMode="auto">
              <a:xfrm>
                <a:off x="527" y="879"/>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4" name="Line 102">
                <a:extLst>
                  <a:ext uri="{FF2B5EF4-FFF2-40B4-BE49-F238E27FC236}">
                    <a16:creationId xmlns:a16="http://schemas.microsoft.com/office/drawing/2014/main" id="{5AFFB656-9275-49F4-AC30-9068807D2024}"/>
                  </a:ext>
                </a:extLst>
              </p:cNvPr>
              <p:cNvSpPr>
                <a:spLocks noChangeShapeType="1"/>
              </p:cNvSpPr>
              <p:nvPr/>
            </p:nvSpPr>
            <p:spPr bwMode="auto">
              <a:xfrm>
                <a:off x="587" y="924"/>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2" name="Line 105">
              <a:extLst>
                <a:ext uri="{FF2B5EF4-FFF2-40B4-BE49-F238E27FC236}">
                  <a16:creationId xmlns:a16="http://schemas.microsoft.com/office/drawing/2014/main" id="{6CC9B1D1-0762-494C-91E4-56946159516B}"/>
                </a:ext>
              </a:extLst>
            </p:cNvPr>
            <p:cNvSpPr>
              <a:spLocks noChangeShapeType="1"/>
            </p:cNvSpPr>
            <p:nvPr/>
          </p:nvSpPr>
          <p:spPr bwMode="auto">
            <a:xfrm>
              <a:off x="1827" y="2327"/>
              <a:ext cx="53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Line 106">
              <a:extLst>
                <a:ext uri="{FF2B5EF4-FFF2-40B4-BE49-F238E27FC236}">
                  <a16:creationId xmlns:a16="http://schemas.microsoft.com/office/drawing/2014/main" id="{BF24B0AF-B78E-4A50-8847-3F28891EB04F}"/>
                </a:ext>
              </a:extLst>
            </p:cNvPr>
            <p:cNvSpPr>
              <a:spLocks noChangeShapeType="1"/>
            </p:cNvSpPr>
            <p:nvPr/>
          </p:nvSpPr>
          <p:spPr bwMode="auto">
            <a:xfrm>
              <a:off x="2740" y="2327"/>
              <a:ext cx="53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Line 107">
              <a:extLst>
                <a:ext uri="{FF2B5EF4-FFF2-40B4-BE49-F238E27FC236}">
                  <a16:creationId xmlns:a16="http://schemas.microsoft.com/office/drawing/2014/main" id="{2DA212EF-C792-4E6B-B962-F61072645942}"/>
                </a:ext>
              </a:extLst>
            </p:cNvPr>
            <p:cNvSpPr>
              <a:spLocks noChangeShapeType="1"/>
            </p:cNvSpPr>
            <p:nvPr/>
          </p:nvSpPr>
          <p:spPr bwMode="auto">
            <a:xfrm>
              <a:off x="2099" y="2327"/>
              <a:ext cx="0" cy="1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Line 108">
              <a:extLst>
                <a:ext uri="{FF2B5EF4-FFF2-40B4-BE49-F238E27FC236}">
                  <a16:creationId xmlns:a16="http://schemas.microsoft.com/office/drawing/2014/main" id="{373007BD-8F87-4517-9755-99B00A042162}"/>
                </a:ext>
              </a:extLst>
            </p:cNvPr>
            <p:cNvSpPr>
              <a:spLocks noChangeShapeType="1"/>
            </p:cNvSpPr>
            <p:nvPr/>
          </p:nvSpPr>
          <p:spPr bwMode="auto">
            <a:xfrm>
              <a:off x="3001" y="2327"/>
              <a:ext cx="0" cy="1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Text Box 109">
              <a:extLst>
                <a:ext uri="{FF2B5EF4-FFF2-40B4-BE49-F238E27FC236}">
                  <a16:creationId xmlns:a16="http://schemas.microsoft.com/office/drawing/2014/main" id="{2C4DB16E-A5C3-4F88-A472-36AE1A637715}"/>
                </a:ext>
              </a:extLst>
            </p:cNvPr>
            <p:cNvSpPr txBox="1">
              <a:spLocks noChangeArrowheads="1"/>
            </p:cNvSpPr>
            <p:nvPr/>
          </p:nvSpPr>
          <p:spPr bwMode="auto">
            <a:xfrm>
              <a:off x="1965" y="2055"/>
              <a:ext cx="33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&gt;</a:t>
              </a:r>
            </a:p>
          </p:txBody>
        </p:sp>
        <p:sp>
          <p:nvSpPr>
            <p:cNvPr id="67" name="Text Box 110">
              <a:extLst>
                <a:ext uri="{FF2B5EF4-FFF2-40B4-BE49-F238E27FC236}">
                  <a16:creationId xmlns:a16="http://schemas.microsoft.com/office/drawing/2014/main" id="{0F814889-1F05-4AB4-810D-403DD88D65CF}"/>
                </a:ext>
              </a:extLst>
            </p:cNvPr>
            <p:cNvSpPr txBox="1">
              <a:spLocks noChangeArrowheads="1"/>
            </p:cNvSpPr>
            <p:nvPr/>
          </p:nvSpPr>
          <p:spPr bwMode="auto">
            <a:xfrm>
              <a:off x="2888" y="2054"/>
              <a:ext cx="33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&gt;</a:t>
              </a:r>
            </a:p>
          </p:txBody>
        </p:sp>
        <p:sp>
          <p:nvSpPr>
            <p:cNvPr id="68" name="Freeform 112">
              <a:extLst>
                <a:ext uri="{FF2B5EF4-FFF2-40B4-BE49-F238E27FC236}">
                  <a16:creationId xmlns:a16="http://schemas.microsoft.com/office/drawing/2014/main" id="{2E146B6E-59B0-4671-8725-C80E5DCA5ED0}"/>
                </a:ext>
              </a:extLst>
            </p:cNvPr>
            <p:cNvSpPr>
              <a:spLocks/>
            </p:cNvSpPr>
            <p:nvPr/>
          </p:nvSpPr>
          <p:spPr bwMode="auto">
            <a:xfrm>
              <a:off x="2200" y="2492"/>
              <a:ext cx="180" cy="344"/>
            </a:xfrm>
            <a:custGeom>
              <a:avLst/>
              <a:gdLst>
                <a:gd name="T0" fmla="*/ 0 w 180"/>
                <a:gd name="T1" fmla="*/ 0 h 344"/>
                <a:gd name="T2" fmla="*/ 0 w 180"/>
                <a:gd name="T3" fmla="*/ 344 h 344"/>
                <a:gd name="T4" fmla="*/ 180 w 180"/>
                <a:gd name="T5" fmla="*/ 344 h 344"/>
                <a:gd name="T6" fmla="*/ 0 60000 65536"/>
                <a:gd name="T7" fmla="*/ 0 60000 65536"/>
                <a:gd name="T8" fmla="*/ 0 60000 65536"/>
              </a:gdLst>
              <a:ahLst/>
              <a:cxnLst>
                <a:cxn ang="T6">
                  <a:pos x="T0" y="T1"/>
                </a:cxn>
                <a:cxn ang="T7">
                  <a:pos x="T2" y="T3"/>
                </a:cxn>
                <a:cxn ang="T8">
                  <a:pos x="T4" y="T5"/>
                </a:cxn>
              </a:cxnLst>
              <a:rect l="0" t="0" r="r" b="b"/>
              <a:pathLst>
                <a:path w="180" h="344">
                  <a:moveTo>
                    <a:pt x="0" y="0"/>
                  </a:moveTo>
                  <a:lnTo>
                    <a:pt x="0" y="344"/>
                  </a:lnTo>
                  <a:lnTo>
                    <a:pt x="180" y="34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119">
              <a:extLst>
                <a:ext uri="{FF2B5EF4-FFF2-40B4-BE49-F238E27FC236}">
                  <a16:creationId xmlns:a16="http://schemas.microsoft.com/office/drawing/2014/main" id="{643C6FFD-35F4-4B9C-87B2-951E35FF4703}"/>
                </a:ext>
              </a:extLst>
            </p:cNvPr>
            <p:cNvSpPr>
              <a:spLocks noChangeShapeType="1"/>
            </p:cNvSpPr>
            <p:nvPr/>
          </p:nvSpPr>
          <p:spPr bwMode="auto">
            <a:xfrm flipH="1">
              <a:off x="2065" y="2260"/>
              <a:ext cx="87" cy="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120">
              <a:extLst>
                <a:ext uri="{FF2B5EF4-FFF2-40B4-BE49-F238E27FC236}">
                  <a16:creationId xmlns:a16="http://schemas.microsoft.com/office/drawing/2014/main" id="{36D7D866-5F0A-46B0-A03E-841764D61758}"/>
                </a:ext>
              </a:extLst>
            </p:cNvPr>
            <p:cNvSpPr>
              <a:spLocks noChangeShapeType="1"/>
            </p:cNvSpPr>
            <p:nvPr/>
          </p:nvSpPr>
          <p:spPr bwMode="auto">
            <a:xfrm flipH="1">
              <a:off x="2978" y="2250"/>
              <a:ext cx="87" cy="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Text Box 121">
              <a:extLst>
                <a:ext uri="{FF2B5EF4-FFF2-40B4-BE49-F238E27FC236}">
                  <a16:creationId xmlns:a16="http://schemas.microsoft.com/office/drawing/2014/main" id="{B330FD46-F687-4FB4-B71E-2625955945CB}"/>
                </a:ext>
              </a:extLst>
            </p:cNvPr>
            <p:cNvSpPr txBox="1">
              <a:spLocks noChangeArrowheads="1"/>
            </p:cNvSpPr>
            <p:nvPr/>
          </p:nvSpPr>
          <p:spPr bwMode="auto">
            <a:xfrm>
              <a:off x="1794" y="2293"/>
              <a:ext cx="32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72" name="Text Box 122">
              <a:extLst>
                <a:ext uri="{FF2B5EF4-FFF2-40B4-BE49-F238E27FC236}">
                  <a16:creationId xmlns:a16="http://schemas.microsoft.com/office/drawing/2014/main" id="{FC74BD7D-06BF-4FD4-9F45-BA8F1CD5A76D}"/>
                </a:ext>
              </a:extLst>
            </p:cNvPr>
            <p:cNvSpPr txBox="1">
              <a:spLocks noChangeArrowheads="1"/>
            </p:cNvSpPr>
            <p:nvPr/>
          </p:nvSpPr>
          <p:spPr bwMode="auto">
            <a:xfrm>
              <a:off x="2729" y="2293"/>
              <a:ext cx="32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grpSp>
      <p:grpSp>
        <p:nvGrpSpPr>
          <p:cNvPr id="75" name="Group 17">
            <a:extLst>
              <a:ext uri="{FF2B5EF4-FFF2-40B4-BE49-F238E27FC236}">
                <a16:creationId xmlns:a16="http://schemas.microsoft.com/office/drawing/2014/main" id="{99F796B5-A73C-4FF6-BEC3-FA9130263870}"/>
              </a:ext>
            </a:extLst>
          </p:cNvPr>
          <p:cNvGrpSpPr>
            <a:grpSpLocks/>
          </p:cNvGrpSpPr>
          <p:nvPr/>
        </p:nvGrpSpPr>
        <p:grpSpPr bwMode="auto">
          <a:xfrm>
            <a:off x="5656898" y="1194753"/>
            <a:ext cx="3128962" cy="2573337"/>
            <a:chOff x="2111" y="630"/>
            <a:chExt cx="1971" cy="1621"/>
          </a:xfrm>
        </p:grpSpPr>
        <p:sp>
          <p:nvSpPr>
            <p:cNvPr id="76" name="Rectangle 18">
              <a:extLst>
                <a:ext uri="{FF2B5EF4-FFF2-40B4-BE49-F238E27FC236}">
                  <a16:creationId xmlns:a16="http://schemas.microsoft.com/office/drawing/2014/main" id="{F06DD344-372B-4836-BD9B-20C07B0E1E36}"/>
                </a:ext>
              </a:extLst>
            </p:cNvPr>
            <p:cNvSpPr>
              <a:spLocks noChangeArrowheads="1"/>
            </p:cNvSpPr>
            <p:nvPr/>
          </p:nvSpPr>
          <p:spPr bwMode="auto">
            <a:xfrm>
              <a:off x="2857" y="956"/>
              <a:ext cx="1225" cy="129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295400" indent="-3810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145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1717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          </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0          1</a:t>
              </a:r>
            </a:p>
            <a:p>
              <a:pPr marL="533400" marR="0" lvl="0" indent="-533400" algn="ctr" defTabSz="914400" rtl="0" eaLnBrk="1" fontAlgn="base" latinLnBrk="0" hangingPunct="1">
                <a:lnSpc>
                  <a:spcPct val="100000"/>
                </a:lnSpc>
                <a:spcBef>
                  <a:spcPct val="20000"/>
                </a:spcBef>
                <a:spcAft>
                  <a:spcPct val="0"/>
                </a:spcAft>
                <a:buClrTx/>
                <a:buSzTx/>
                <a:buFontTx/>
                <a:buAutoNum type="arabicPlain"/>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0</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0*        0*</a:t>
              </a:r>
            </a:p>
          </p:txBody>
        </p:sp>
        <p:sp>
          <p:nvSpPr>
            <p:cNvPr id="77" name="Rectangle 19">
              <a:extLst>
                <a:ext uri="{FF2B5EF4-FFF2-40B4-BE49-F238E27FC236}">
                  <a16:creationId xmlns:a16="http://schemas.microsoft.com/office/drawing/2014/main" id="{4BAFE08B-8910-4642-BBDE-7C3348CE21BE}"/>
                </a:ext>
              </a:extLst>
            </p:cNvPr>
            <p:cNvSpPr>
              <a:spLocks noChangeArrowheads="1"/>
            </p:cNvSpPr>
            <p:nvPr/>
          </p:nvSpPr>
          <p:spPr bwMode="auto">
            <a:xfrm>
              <a:off x="2111" y="956"/>
              <a:ext cx="746" cy="129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295400" indent="-3810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7145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171700" indent="-3429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0    0</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0    1</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1    0</a:t>
              </a:r>
            </a:p>
            <a:p>
              <a:pPr marL="533400" marR="0" lvl="0" indent="-53340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1    1</a:t>
              </a:r>
            </a:p>
          </p:txBody>
        </p:sp>
        <p:sp>
          <p:nvSpPr>
            <p:cNvPr id="78" name="Rectangle 20">
              <a:extLst>
                <a:ext uri="{FF2B5EF4-FFF2-40B4-BE49-F238E27FC236}">
                  <a16:creationId xmlns:a16="http://schemas.microsoft.com/office/drawing/2014/main" id="{2C099792-754B-4B0D-A8EC-E078295DDA0C}"/>
                </a:ext>
              </a:extLst>
            </p:cNvPr>
            <p:cNvSpPr>
              <a:spLocks noChangeArrowheads="1"/>
            </p:cNvSpPr>
            <p:nvPr/>
          </p:nvSpPr>
          <p:spPr bwMode="auto">
            <a:xfrm>
              <a:off x="2857" y="630"/>
              <a:ext cx="1225"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    </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9" name="Rectangle 21">
              <a:extLst>
                <a:ext uri="{FF2B5EF4-FFF2-40B4-BE49-F238E27FC236}">
                  <a16:creationId xmlns:a16="http://schemas.microsoft.com/office/drawing/2014/main" id="{1E6F09E3-5F6A-45A3-91BA-8D3D162675E4}"/>
                </a:ext>
              </a:extLst>
            </p:cNvPr>
            <p:cNvSpPr>
              <a:spLocks noChangeArrowheads="1"/>
            </p:cNvSpPr>
            <p:nvPr/>
          </p:nvSpPr>
          <p:spPr bwMode="auto">
            <a:xfrm>
              <a:off x="2111" y="630"/>
              <a:ext cx="746"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   S</a:t>
              </a:r>
            </a:p>
          </p:txBody>
        </p:sp>
        <p:sp>
          <p:nvSpPr>
            <p:cNvPr id="80" name="Line 22">
              <a:extLst>
                <a:ext uri="{FF2B5EF4-FFF2-40B4-BE49-F238E27FC236}">
                  <a16:creationId xmlns:a16="http://schemas.microsoft.com/office/drawing/2014/main" id="{34B7D025-7530-45EC-80F6-F3BF263ED857}"/>
                </a:ext>
              </a:extLst>
            </p:cNvPr>
            <p:cNvSpPr>
              <a:spLocks noChangeShapeType="1"/>
            </p:cNvSpPr>
            <p:nvPr/>
          </p:nvSpPr>
          <p:spPr bwMode="auto">
            <a:xfrm>
              <a:off x="2111" y="956"/>
              <a:ext cx="197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23">
              <a:extLst>
                <a:ext uri="{FF2B5EF4-FFF2-40B4-BE49-F238E27FC236}">
                  <a16:creationId xmlns:a16="http://schemas.microsoft.com/office/drawing/2014/main" id="{AD2E82A6-A1A8-4ADD-B7F4-DA88C9A3F43E}"/>
                </a:ext>
              </a:extLst>
            </p:cNvPr>
            <p:cNvSpPr>
              <a:spLocks noChangeShapeType="1"/>
            </p:cNvSpPr>
            <p:nvPr/>
          </p:nvSpPr>
          <p:spPr bwMode="auto">
            <a:xfrm>
              <a:off x="2857" y="630"/>
              <a:ext cx="0" cy="162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Line 24">
              <a:extLst>
                <a:ext uri="{FF2B5EF4-FFF2-40B4-BE49-F238E27FC236}">
                  <a16:creationId xmlns:a16="http://schemas.microsoft.com/office/drawing/2014/main" id="{BBC16166-6190-4043-85F6-12BB1F920314}"/>
                </a:ext>
              </a:extLst>
            </p:cNvPr>
            <p:cNvSpPr>
              <a:spLocks noChangeShapeType="1"/>
            </p:cNvSpPr>
            <p:nvPr/>
          </p:nvSpPr>
          <p:spPr bwMode="auto">
            <a:xfrm>
              <a:off x="2111" y="630"/>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 name="Line 25">
              <a:extLst>
                <a:ext uri="{FF2B5EF4-FFF2-40B4-BE49-F238E27FC236}">
                  <a16:creationId xmlns:a16="http://schemas.microsoft.com/office/drawing/2014/main" id="{7D7B317C-BE0B-4052-9AF7-87F5E34601FB}"/>
                </a:ext>
              </a:extLst>
            </p:cNvPr>
            <p:cNvSpPr>
              <a:spLocks noChangeShapeType="1"/>
            </p:cNvSpPr>
            <p:nvPr/>
          </p:nvSpPr>
          <p:spPr bwMode="auto">
            <a:xfrm>
              <a:off x="2111" y="630"/>
              <a:ext cx="0" cy="1621"/>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Line 26">
              <a:extLst>
                <a:ext uri="{FF2B5EF4-FFF2-40B4-BE49-F238E27FC236}">
                  <a16:creationId xmlns:a16="http://schemas.microsoft.com/office/drawing/2014/main" id="{656E15F7-8CA3-42EA-9F9C-96ABD1ED6149}"/>
                </a:ext>
              </a:extLst>
            </p:cNvPr>
            <p:cNvSpPr>
              <a:spLocks noChangeShapeType="1"/>
            </p:cNvSpPr>
            <p:nvPr/>
          </p:nvSpPr>
          <p:spPr bwMode="auto">
            <a:xfrm>
              <a:off x="4082" y="630"/>
              <a:ext cx="0" cy="1621"/>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5" name="Line 27">
              <a:extLst>
                <a:ext uri="{FF2B5EF4-FFF2-40B4-BE49-F238E27FC236}">
                  <a16:creationId xmlns:a16="http://schemas.microsoft.com/office/drawing/2014/main" id="{CD51A5B8-94A4-4CF8-B109-C8718F61EAE7}"/>
                </a:ext>
              </a:extLst>
            </p:cNvPr>
            <p:cNvSpPr>
              <a:spLocks noChangeShapeType="1"/>
            </p:cNvSpPr>
            <p:nvPr/>
          </p:nvSpPr>
          <p:spPr bwMode="auto">
            <a:xfrm>
              <a:off x="2111" y="2251"/>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Line 28">
              <a:extLst>
                <a:ext uri="{FF2B5EF4-FFF2-40B4-BE49-F238E27FC236}">
                  <a16:creationId xmlns:a16="http://schemas.microsoft.com/office/drawing/2014/main" id="{7F38F87B-C14D-4AA4-98EB-4873DAC6C6B9}"/>
                </a:ext>
              </a:extLst>
            </p:cNvPr>
            <p:cNvSpPr>
              <a:spLocks noChangeShapeType="1"/>
            </p:cNvSpPr>
            <p:nvPr/>
          </p:nvSpPr>
          <p:spPr bwMode="auto">
            <a:xfrm>
              <a:off x="3555" y="684"/>
              <a:ext cx="13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 name="Line 29">
              <a:extLst>
                <a:ext uri="{FF2B5EF4-FFF2-40B4-BE49-F238E27FC236}">
                  <a16:creationId xmlns:a16="http://schemas.microsoft.com/office/drawing/2014/main" id="{D181A8C7-14FD-43D1-A01B-96EEA4D418E8}"/>
                </a:ext>
              </a:extLst>
            </p:cNvPr>
            <p:cNvSpPr>
              <a:spLocks noChangeShapeType="1"/>
            </p:cNvSpPr>
            <p:nvPr/>
          </p:nvSpPr>
          <p:spPr bwMode="auto">
            <a:xfrm>
              <a:off x="3685" y="1010"/>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88" name="Group 61">
            <a:extLst>
              <a:ext uri="{FF2B5EF4-FFF2-40B4-BE49-F238E27FC236}">
                <a16:creationId xmlns:a16="http://schemas.microsoft.com/office/drawing/2014/main" id="{51861093-C75C-45AE-9AF2-DF1305739367}"/>
              </a:ext>
            </a:extLst>
          </p:cNvPr>
          <p:cNvGrpSpPr>
            <a:grpSpLocks/>
          </p:cNvGrpSpPr>
          <p:nvPr/>
        </p:nvGrpSpPr>
        <p:grpSpPr bwMode="auto">
          <a:xfrm>
            <a:off x="6100445" y="4319588"/>
            <a:ext cx="1503363" cy="2044700"/>
            <a:chOff x="3237" y="2511"/>
            <a:chExt cx="947" cy="1288"/>
          </a:xfrm>
        </p:grpSpPr>
        <p:sp>
          <p:nvSpPr>
            <p:cNvPr id="89" name="Rectangle 62">
              <a:extLst>
                <a:ext uri="{FF2B5EF4-FFF2-40B4-BE49-F238E27FC236}">
                  <a16:creationId xmlns:a16="http://schemas.microsoft.com/office/drawing/2014/main" id="{2AF47B65-5546-4866-80D6-8647559F1F55}"/>
                </a:ext>
              </a:extLst>
            </p:cNvPr>
            <p:cNvSpPr>
              <a:spLocks noChangeArrowheads="1"/>
            </p:cNvSpPr>
            <p:nvPr/>
          </p:nvSpPr>
          <p:spPr bwMode="auto">
            <a:xfrm>
              <a:off x="3358" y="2869"/>
              <a:ext cx="674" cy="3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0" name="Line 63">
              <a:extLst>
                <a:ext uri="{FF2B5EF4-FFF2-40B4-BE49-F238E27FC236}">
                  <a16:creationId xmlns:a16="http://schemas.microsoft.com/office/drawing/2014/main" id="{640D1AB9-6BC8-4205-B8BB-45DD6A334763}"/>
                </a:ext>
              </a:extLst>
            </p:cNvPr>
            <p:cNvSpPr>
              <a:spLocks noChangeShapeType="1"/>
            </p:cNvSpPr>
            <p:nvPr/>
          </p:nvSpPr>
          <p:spPr bwMode="auto">
            <a:xfrm flipV="1">
              <a:off x="3510" y="2511"/>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Oval 64">
              <a:extLst>
                <a:ext uri="{FF2B5EF4-FFF2-40B4-BE49-F238E27FC236}">
                  <a16:creationId xmlns:a16="http://schemas.microsoft.com/office/drawing/2014/main" id="{447C24F4-534D-47C0-B32B-AA0E49B518FB}"/>
                </a:ext>
              </a:extLst>
            </p:cNvPr>
            <p:cNvSpPr>
              <a:spLocks noChangeArrowheads="1"/>
            </p:cNvSpPr>
            <p:nvPr/>
          </p:nvSpPr>
          <p:spPr bwMode="auto">
            <a:xfrm>
              <a:off x="3477" y="2783"/>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2" name="Line 65">
              <a:extLst>
                <a:ext uri="{FF2B5EF4-FFF2-40B4-BE49-F238E27FC236}">
                  <a16:creationId xmlns:a16="http://schemas.microsoft.com/office/drawing/2014/main" id="{6F39DB6D-7EE2-4845-B47A-34D030AA9E63}"/>
                </a:ext>
              </a:extLst>
            </p:cNvPr>
            <p:cNvSpPr>
              <a:spLocks noChangeShapeType="1"/>
            </p:cNvSpPr>
            <p:nvPr/>
          </p:nvSpPr>
          <p:spPr bwMode="auto">
            <a:xfrm flipV="1">
              <a:off x="3869" y="2511"/>
              <a:ext cx="0" cy="3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 name="Line 66">
              <a:extLst>
                <a:ext uri="{FF2B5EF4-FFF2-40B4-BE49-F238E27FC236}">
                  <a16:creationId xmlns:a16="http://schemas.microsoft.com/office/drawing/2014/main" id="{A756415D-84B4-4B1C-8994-57A6DCADB816}"/>
                </a:ext>
              </a:extLst>
            </p:cNvPr>
            <p:cNvSpPr>
              <a:spLocks noChangeShapeType="1"/>
            </p:cNvSpPr>
            <p:nvPr/>
          </p:nvSpPr>
          <p:spPr bwMode="auto">
            <a:xfrm>
              <a:off x="3847" y="3260"/>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4" name="Line 67">
              <a:extLst>
                <a:ext uri="{FF2B5EF4-FFF2-40B4-BE49-F238E27FC236}">
                  <a16:creationId xmlns:a16="http://schemas.microsoft.com/office/drawing/2014/main" id="{67D014BC-B350-4269-A2B0-5538480311BE}"/>
                </a:ext>
              </a:extLst>
            </p:cNvPr>
            <p:cNvSpPr>
              <a:spLocks noChangeShapeType="1"/>
            </p:cNvSpPr>
            <p:nvPr/>
          </p:nvSpPr>
          <p:spPr bwMode="auto">
            <a:xfrm>
              <a:off x="3532" y="3260"/>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Text Box 68">
              <a:extLst>
                <a:ext uri="{FF2B5EF4-FFF2-40B4-BE49-F238E27FC236}">
                  <a16:creationId xmlns:a16="http://schemas.microsoft.com/office/drawing/2014/main" id="{B39B536C-6C5A-4A21-9EC5-F6F32D1FB249}"/>
                </a:ext>
              </a:extLst>
            </p:cNvPr>
            <p:cNvSpPr txBox="1">
              <a:spLocks noChangeArrowheads="1"/>
            </p:cNvSpPr>
            <p:nvPr/>
          </p:nvSpPr>
          <p:spPr bwMode="auto">
            <a:xfrm>
              <a:off x="3846" y="2588"/>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Q</a:t>
              </a:r>
            </a:p>
          </p:txBody>
        </p:sp>
        <p:grpSp>
          <p:nvGrpSpPr>
            <p:cNvPr id="96" name="Group 69">
              <a:extLst>
                <a:ext uri="{FF2B5EF4-FFF2-40B4-BE49-F238E27FC236}">
                  <a16:creationId xmlns:a16="http://schemas.microsoft.com/office/drawing/2014/main" id="{781AE28E-4706-44BC-A976-47303068D56D}"/>
                </a:ext>
              </a:extLst>
            </p:cNvPr>
            <p:cNvGrpSpPr>
              <a:grpSpLocks/>
            </p:cNvGrpSpPr>
            <p:nvPr/>
          </p:nvGrpSpPr>
          <p:grpSpPr bwMode="auto">
            <a:xfrm>
              <a:off x="3237" y="2588"/>
              <a:ext cx="338" cy="288"/>
              <a:chOff x="2792" y="3391"/>
              <a:chExt cx="338" cy="288"/>
            </a:xfrm>
          </p:grpSpPr>
          <p:sp>
            <p:nvSpPr>
              <p:cNvPr id="99" name="Text Box 70">
                <a:extLst>
                  <a:ext uri="{FF2B5EF4-FFF2-40B4-BE49-F238E27FC236}">
                    <a16:creationId xmlns:a16="http://schemas.microsoft.com/office/drawing/2014/main" id="{8B5E118F-2831-43D9-8F73-4C099E0AFB43}"/>
                  </a:ext>
                </a:extLst>
              </p:cNvPr>
              <p:cNvSpPr txBox="1">
                <a:spLocks noChangeArrowheads="1"/>
              </p:cNvSpPr>
              <p:nvPr/>
            </p:nvSpPr>
            <p:spPr bwMode="auto">
              <a:xfrm>
                <a:off x="2792" y="3391"/>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Q</a:t>
                </a:r>
              </a:p>
            </p:txBody>
          </p:sp>
          <p:sp>
            <p:nvSpPr>
              <p:cNvPr id="100" name="Line 71">
                <a:extLst>
                  <a:ext uri="{FF2B5EF4-FFF2-40B4-BE49-F238E27FC236}">
                    <a16:creationId xmlns:a16="http://schemas.microsoft.com/office/drawing/2014/main" id="{CDEC6579-24CA-4E42-ACF4-5C15C9D2950F}"/>
                  </a:ext>
                </a:extLst>
              </p:cNvPr>
              <p:cNvSpPr>
                <a:spLocks noChangeShapeType="1"/>
              </p:cNvSpPr>
              <p:nvPr/>
            </p:nvSpPr>
            <p:spPr bwMode="auto">
              <a:xfrm>
                <a:off x="2847" y="3434"/>
                <a:ext cx="1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7" name="Text Box 72">
              <a:extLst>
                <a:ext uri="{FF2B5EF4-FFF2-40B4-BE49-F238E27FC236}">
                  <a16:creationId xmlns:a16="http://schemas.microsoft.com/office/drawing/2014/main" id="{473DA6EB-C6C5-44E1-B9CD-87D6A7A6DEBD}"/>
                </a:ext>
              </a:extLst>
            </p:cNvPr>
            <p:cNvSpPr txBox="1">
              <a:spLocks noChangeArrowheads="1"/>
            </p:cNvSpPr>
            <p:nvPr/>
          </p:nvSpPr>
          <p:spPr bwMode="auto">
            <a:xfrm>
              <a:off x="3717" y="3511"/>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S</a:t>
              </a:r>
            </a:p>
          </p:txBody>
        </p:sp>
        <p:sp>
          <p:nvSpPr>
            <p:cNvPr id="98" name="Text Box 73">
              <a:extLst>
                <a:ext uri="{FF2B5EF4-FFF2-40B4-BE49-F238E27FC236}">
                  <a16:creationId xmlns:a16="http://schemas.microsoft.com/office/drawing/2014/main" id="{A19F18AE-492E-4E82-9548-48149EDB3D5E}"/>
                </a:ext>
              </a:extLst>
            </p:cNvPr>
            <p:cNvSpPr txBox="1">
              <a:spLocks noChangeArrowheads="1"/>
            </p:cNvSpPr>
            <p:nvPr/>
          </p:nvSpPr>
          <p:spPr bwMode="auto">
            <a:xfrm>
              <a:off x="3380" y="3479"/>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R</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box(out)">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blinds(horizontal)">
                                      <p:cBhvr>
                                        <p:cTn id="22"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6800" y="324911"/>
            <a:ext cx="8077200" cy="588136"/>
          </a:xfrm>
        </p:spPr>
        <p:txBody>
          <a:bodyPr/>
          <a:lstStyle/>
          <a:p>
            <a:r>
              <a:rPr lang="en-US" altLang="zh-CN" dirty="0">
                <a:latin typeface="黑体" pitchFamily="49" charset="-122"/>
                <a:ea typeface="黑体" panose="02010609060101010101" pitchFamily="49" charset="-122"/>
              </a:rPr>
              <a:t>§ 6.4 </a:t>
            </a:r>
            <a:r>
              <a:rPr lang="zh-CN" altLang="en-US" dirty="0">
                <a:latin typeface="黑体" pitchFamily="49" charset="-122"/>
                <a:ea typeface="黑体" panose="02010609060101010101" pitchFamily="49" charset="-122"/>
              </a:rPr>
              <a:t>同步时钟触发器</a:t>
            </a:r>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7</a:t>
            </a:fld>
            <a:endParaRPr lang="en-US" altLang="zh-CN" dirty="0"/>
          </a:p>
        </p:txBody>
      </p:sp>
      <p:sp>
        <p:nvSpPr>
          <p:cNvPr id="5" name="Text Box 32">
            <a:extLst>
              <a:ext uri="{FF2B5EF4-FFF2-40B4-BE49-F238E27FC236}">
                <a16:creationId xmlns:a16="http://schemas.microsoft.com/office/drawing/2014/main" id="{A45BB422-40DF-49DC-8CF9-DF75A92D84EA}"/>
              </a:ext>
            </a:extLst>
          </p:cNvPr>
          <p:cNvSpPr txBox="1">
            <a:spLocks noChangeArrowheads="1"/>
          </p:cNvSpPr>
          <p:nvPr/>
        </p:nvSpPr>
        <p:spPr bwMode="auto">
          <a:xfrm>
            <a:off x="414149" y="984779"/>
            <a:ext cx="3308765"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800" dirty="0">
                <a:latin typeface="黑体" pitchFamily="49" charset="-122"/>
                <a:ea typeface="黑体" pitchFamily="49" charset="-122"/>
                <a:cs typeface="+mj-cs"/>
              </a:rPr>
              <a:t>一、</a:t>
            </a:r>
            <a:r>
              <a:rPr lang="zh-CN" altLang="en-US" sz="2800" dirty="0">
                <a:ea typeface="黑体" pitchFamily="49" charset="-122"/>
                <a:cs typeface="Times New Roman" pitchFamily="18" charset="0"/>
              </a:rPr>
              <a:t>同步</a:t>
            </a:r>
            <a:r>
              <a:rPr lang="en-US" altLang="zh-CN" sz="2800" dirty="0">
                <a:ea typeface="黑体" pitchFamily="49" charset="-122"/>
                <a:cs typeface="Times New Roman" pitchFamily="18" charset="0"/>
              </a:rPr>
              <a:t>RS</a:t>
            </a:r>
            <a:r>
              <a:rPr lang="zh-CN" altLang="en-US" sz="2800" dirty="0">
                <a:ea typeface="黑体" pitchFamily="49" charset="-122"/>
                <a:cs typeface="Times New Roman" pitchFamily="18" charset="0"/>
              </a:rPr>
              <a:t>触发器</a:t>
            </a:r>
          </a:p>
        </p:txBody>
      </p:sp>
      <p:sp>
        <p:nvSpPr>
          <p:cNvPr id="6" name="Text Box 81">
            <a:extLst>
              <a:ext uri="{FF2B5EF4-FFF2-40B4-BE49-F238E27FC236}">
                <a16:creationId xmlns:a16="http://schemas.microsoft.com/office/drawing/2014/main" id="{81082CCA-6756-4B73-B9A4-A6157B6DC6F9}"/>
              </a:ext>
            </a:extLst>
          </p:cNvPr>
          <p:cNvSpPr txBox="1">
            <a:spLocks noChangeArrowheads="1"/>
          </p:cNvSpPr>
          <p:nvPr/>
        </p:nvSpPr>
        <p:spPr bwMode="auto">
          <a:xfrm>
            <a:off x="3363913" y="1760538"/>
            <a:ext cx="5295900"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电位触发：在控制电位</a:t>
            </a:r>
            <a:r>
              <a:rPr kumimoji="0"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CP</a:t>
            </a: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的控制下接收数据。</a:t>
            </a:r>
            <a:endPar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endParaRPr>
          </a:p>
        </p:txBody>
      </p:sp>
      <p:sp>
        <p:nvSpPr>
          <p:cNvPr id="7" name="Text Box 82">
            <a:extLst>
              <a:ext uri="{FF2B5EF4-FFF2-40B4-BE49-F238E27FC236}">
                <a16:creationId xmlns:a16="http://schemas.microsoft.com/office/drawing/2014/main" id="{E317BA00-4D25-4962-A6C0-DBD57D80A45F}"/>
              </a:ext>
            </a:extLst>
          </p:cNvPr>
          <p:cNvSpPr txBox="1">
            <a:spLocks noChangeArrowheads="1"/>
          </p:cNvSpPr>
          <p:nvPr/>
        </p:nvSpPr>
        <p:spPr bwMode="auto">
          <a:xfrm>
            <a:off x="3328988" y="3054350"/>
            <a:ext cx="5555932"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0"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CP</a:t>
            </a: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a:t>
            </a:r>
            <a:r>
              <a:rPr kumimoji="0"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，不接收外部输入．由于交叉耦合的作用，保持原有状态。</a:t>
            </a:r>
          </a:p>
        </p:txBody>
      </p:sp>
      <p:sp>
        <p:nvSpPr>
          <p:cNvPr id="8" name="Text Box 83">
            <a:extLst>
              <a:ext uri="{FF2B5EF4-FFF2-40B4-BE49-F238E27FC236}">
                <a16:creationId xmlns:a16="http://schemas.microsoft.com/office/drawing/2014/main" id="{F9405BA7-35AE-4102-96EC-A8138AE77ECA}"/>
              </a:ext>
            </a:extLst>
          </p:cNvPr>
          <p:cNvSpPr txBox="1">
            <a:spLocks noChangeArrowheads="1"/>
          </p:cNvSpPr>
          <p:nvPr/>
        </p:nvSpPr>
        <p:spPr bwMode="auto">
          <a:xfrm>
            <a:off x="3346450" y="4587875"/>
            <a:ext cx="5453063" cy="116046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当</a:t>
            </a:r>
            <a:r>
              <a:rPr kumimoji="1"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CP</a:t>
            </a:r>
            <a:r>
              <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1</a:t>
            </a:r>
            <a:r>
              <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时，其输出状态由</a:t>
            </a:r>
            <a:r>
              <a:rPr kumimoji="1"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R</a:t>
            </a:r>
            <a:r>
              <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S</a:t>
            </a:r>
          </a:p>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None/>
              <a:tabLst/>
              <a:defRPr/>
            </a:pPr>
            <a:r>
              <a:rPr kumimoji="1"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 </a:t>
            </a:r>
            <a:r>
              <a:rPr kumimoji="1"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端的输入信号决定。</a:t>
            </a:r>
          </a:p>
        </p:txBody>
      </p:sp>
      <p:sp>
        <p:nvSpPr>
          <p:cNvPr id="9" name="Text Box 86">
            <a:extLst>
              <a:ext uri="{FF2B5EF4-FFF2-40B4-BE49-F238E27FC236}">
                <a16:creationId xmlns:a16="http://schemas.microsoft.com/office/drawing/2014/main" id="{9B60F195-E7EA-49E3-AD30-27A9D3766F4F}"/>
              </a:ext>
            </a:extLst>
          </p:cNvPr>
          <p:cNvSpPr txBox="1">
            <a:spLocks noChangeArrowheads="1"/>
          </p:cNvSpPr>
          <p:nvPr/>
        </p:nvSpPr>
        <p:spPr bwMode="auto">
          <a:xfrm>
            <a:off x="2441575" y="5800725"/>
            <a:ext cx="6702425"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0" lang="zh-CN" altLang="en-US" sz="2800" i="0" u="none" strike="noStrike" kern="1200" cap="none" spc="0" normalizeH="0" noProof="0" dirty="0">
                <a:ln>
                  <a:solidFill>
                    <a:schemeClr val="tx1"/>
                  </a:solidFill>
                </a:ln>
                <a:effectLst/>
                <a:uLnTx/>
                <a:uFillTx/>
                <a:latin typeface="黑体" pitchFamily="49" charset="-122"/>
                <a:ea typeface="黑体" pitchFamily="49" charset="-122"/>
              </a:rPr>
              <a:t>电位触发有正电位触发和负电位触发。</a:t>
            </a:r>
          </a:p>
        </p:txBody>
      </p:sp>
      <p:grpSp>
        <p:nvGrpSpPr>
          <p:cNvPr id="10" name="Group 93">
            <a:extLst>
              <a:ext uri="{FF2B5EF4-FFF2-40B4-BE49-F238E27FC236}">
                <a16:creationId xmlns:a16="http://schemas.microsoft.com/office/drawing/2014/main" id="{4C120697-908B-4C0F-86A0-0783AD20146F}"/>
              </a:ext>
            </a:extLst>
          </p:cNvPr>
          <p:cNvGrpSpPr>
            <a:grpSpLocks/>
          </p:cNvGrpSpPr>
          <p:nvPr/>
        </p:nvGrpSpPr>
        <p:grpSpPr bwMode="auto">
          <a:xfrm>
            <a:off x="383754" y="2505108"/>
            <a:ext cx="2614612" cy="3114674"/>
            <a:chOff x="277" y="1243"/>
            <a:chExt cx="1647" cy="1962"/>
          </a:xfrm>
        </p:grpSpPr>
        <p:grpSp>
          <p:nvGrpSpPr>
            <p:cNvPr id="11" name="Group 85">
              <a:extLst>
                <a:ext uri="{FF2B5EF4-FFF2-40B4-BE49-F238E27FC236}">
                  <a16:creationId xmlns:a16="http://schemas.microsoft.com/office/drawing/2014/main" id="{BDE00C88-2478-414E-B411-9157E2102F40}"/>
                </a:ext>
              </a:extLst>
            </p:cNvPr>
            <p:cNvGrpSpPr>
              <a:grpSpLocks/>
            </p:cNvGrpSpPr>
            <p:nvPr/>
          </p:nvGrpSpPr>
          <p:grpSpPr bwMode="auto">
            <a:xfrm>
              <a:off x="277" y="1243"/>
              <a:ext cx="1647" cy="1962"/>
              <a:chOff x="277" y="1243"/>
              <a:chExt cx="1647" cy="1962"/>
            </a:xfrm>
          </p:grpSpPr>
          <p:sp>
            <p:nvSpPr>
              <p:cNvPr id="16" name="Line 34">
                <a:extLst>
                  <a:ext uri="{FF2B5EF4-FFF2-40B4-BE49-F238E27FC236}">
                    <a16:creationId xmlns:a16="http://schemas.microsoft.com/office/drawing/2014/main" id="{A9344BC5-4E00-499C-845E-EFC0F53973E0}"/>
                  </a:ext>
                </a:extLst>
              </p:cNvPr>
              <p:cNvSpPr>
                <a:spLocks noChangeShapeType="1"/>
              </p:cNvSpPr>
              <p:nvPr/>
            </p:nvSpPr>
            <p:spPr bwMode="auto">
              <a:xfrm>
                <a:off x="517"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17" name="Rectangle 35">
                <a:extLst>
                  <a:ext uri="{FF2B5EF4-FFF2-40B4-BE49-F238E27FC236}">
                    <a16:creationId xmlns:a16="http://schemas.microsoft.com/office/drawing/2014/main" id="{10A6AB47-7A58-40C6-8D75-4AFE489AA696}"/>
                  </a:ext>
                </a:extLst>
              </p:cNvPr>
              <p:cNvSpPr>
                <a:spLocks noChangeArrowheads="1"/>
              </p:cNvSpPr>
              <p:nvPr/>
            </p:nvSpPr>
            <p:spPr bwMode="auto">
              <a:xfrm>
                <a:off x="1285"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grpSp>
            <p:nvGrpSpPr>
              <p:cNvPr id="18" name="Group 36">
                <a:extLst>
                  <a:ext uri="{FF2B5EF4-FFF2-40B4-BE49-F238E27FC236}">
                    <a16:creationId xmlns:a16="http://schemas.microsoft.com/office/drawing/2014/main" id="{E8A94704-C46C-41D1-BC13-B0C90E7C5BF2}"/>
                  </a:ext>
                </a:extLst>
              </p:cNvPr>
              <p:cNvGrpSpPr>
                <a:grpSpLocks/>
              </p:cNvGrpSpPr>
              <p:nvPr/>
            </p:nvGrpSpPr>
            <p:grpSpPr bwMode="auto">
              <a:xfrm>
                <a:off x="1497" y="1419"/>
                <a:ext cx="47" cy="288"/>
                <a:chOff x="586" y="1296"/>
                <a:chExt cx="48" cy="288"/>
              </a:xfrm>
            </p:grpSpPr>
            <p:sp>
              <p:nvSpPr>
                <p:cNvPr id="51" name="Oval 37">
                  <a:extLst>
                    <a:ext uri="{FF2B5EF4-FFF2-40B4-BE49-F238E27FC236}">
                      <a16:creationId xmlns:a16="http://schemas.microsoft.com/office/drawing/2014/main" id="{E8A66168-F067-4CDD-B8CB-37BEC90504E3}"/>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52" name="Line 38">
                  <a:extLst>
                    <a:ext uri="{FF2B5EF4-FFF2-40B4-BE49-F238E27FC236}">
                      <a16:creationId xmlns:a16="http://schemas.microsoft.com/office/drawing/2014/main" id="{6D7F116A-A110-4227-B216-2EEA496F7A68}"/>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grpSp>
          <p:sp>
            <p:nvSpPr>
              <p:cNvPr id="19" name="Line 39">
                <a:extLst>
                  <a:ext uri="{FF2B5EF4-FFF2-40B4-BE49-F238E27FC236}">
                    <a16:creationId xmlns:a16="http://schemas.microsoft.com/office/drawing/2014/main" id="{9421F1BE-D3DD-46E4-A8DF-B68C54E84F8E}"/>
                  </a:ext>
                </a:extLst>
              </p:cNvPr>
              <p:cNvSpPr>
                <a:spLocks noChangeShapeType="1"/>
              </p:cNvSpPr>
              <p:nvPr/>
            </p:nvSpPr>
            <p:spPr bwMode="auto">
              <a:xfrm>
                <a:off x="1669"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0" name="Line 40">
                <a:extLst>
                  <a:ext uri="{FF2B5EF4-FFF2-40B4-BE49-F238E27FC236}">
                    <a16:creationId xmlns:a16="http://schemas.microsoft.com/office/drawing/2014/main" id="{A5E46094-BFE8-4360-BCDC-E5B808EB2183}"/>
                  </a:ext>
                </a:extLst>
              </p:cNvPr>
              <p:cNvSpPr>
                <a:spLocks noChangeShapeType="1"/>
              </p:cNvSpPr>
              <p:nvPr/>
            </p:nvSpPr>
            <p:spPr bwMode="auto">
              <a:xfrm>
                <a:off x="1237"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1" name="Line 41">
                <a:extLst>
                  <a:ext uri="{FF2B5EF4-FFF2-40B4-BE49-F238E27FC236}">
                    <a16:creationId xmlns:a16="http://schemas.microsoft.com/office/drawing/2014/main" id="{CA30AB5B-556E-4E50-983A-80F44BFE114A}"/>
                  </a:ext>
                </a:extLst>
              </p:cNvPr>
              <p:cNvSpPr>
                <a:spLocks noChangeShapeType="1"/>
              </p:cNvSpPr>
              <p:nvPr/>
            </p:nvSpPr>
            <p:spPr bwMode="auto">
              <a:xfrm>
                <a:off x="949"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2" name="Line 42">
                <a:extLst>
                  <a:ext uri="{FF2B5EF4-FFF2-40B4-BE49-F238E27FC236}">
                    <a16:creationId xmlns:a16="http://schemas.microsoft.com/office/drawing/2014/main" id="{6416410E-0F79-4210-BB1A-37B224F371EA}"/>
                  </a:ext>
                </a:extLst>
              </p:cNvPr>
              <p:cNvSpPr>
                <a:spLocks noChangeShapeType="1"/>
              </p:cNvSpPr>
              <p:nvPr/>
            </p:nvSpPr>
            <p:spPr bwMode="auto">
              <a:xfrm flipH="1">
                <a:off x="1045"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3" name="Line 43">
                <a:extLst>
                  <a:ext uri="{FF2B5EF4-FFF2-40B4-BE49-F238E27FC236}">
                    <a16:creationId xmlns:a16="http://schemas.microsoft.com/office/drawing/2014/main" id="{291C662E-ACDC-42A8-A735-DC1526BDD6E7}"/>
                  </a:ext>
                </a:extLst>
              </p:cNvPr>
              <p:cNvSpPr>
                <a:spLocks noChangeShapeType="1"/>
              </p:cNvSpPr>
              <p:nvPr/>
            </p:nvSpPr>
            <p:spPr bwMode="auto">
              <a:xfrm>
                <a:off x="1141"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4" name="Line 44">
                <a:extLst>
                  <a:ext uri="{FF2B5EF4-FFF2-40B4-BE49-F238E27FC236}">
                    <a16:creationId xmlns:a16="http://schemas.microsoft.com/office/drawing/2014/main" id="{70CA0C48-31B7-4655-AEB1-FF9B535C69FB}"/>
                  </a:ext>
                </a:extLst>
              </p:cNvPr>
              <p:cNvSpPr>
                <a:spLocks noChangeShapeType="1"/>
              </p:cNvSpPr>
              <p:nvPr/>
            </p:nvSpPr>
            <p:spPr bwMode="auto">
              <a:xfrm>
                <a:off x="805"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5" name="Line 45">
                <a:extLst>
                  <a:ext uri="{FF2B5EF4-FFF2-40B4-BE49-F238E27FC236}">
                    <a16:creationId xmlns:a16="http://schemas.microsoft.com/office/drawing/2014/main" id="{6E8A062E-16F0-4E1E-942E-3C8C32FA3FC8}"/>
                  </a:ext>
                </a:extLst>
              </p:cNvPr>
              <p:cNvSpPr>
                <a:spLocks noChangeShapeType="1"/>
              </p:cNvSpPr>
              <p:nvPr/>
            </p:nvSpPr>
            <p:spPr bwMode="auto">
              <a:xfrm>
                <a:off x="1381"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6" name="Line 46">
                <a:extLst>
                  <a:ext uri="{FF2B5EF4-FFF2-40B4-BE49-F238E27FC236}">
                    <a16:creationId xmlns:a16="http://schemas.microsoft.com/office/drawing/2014/main" id="{FA4F7B79-6AF7-4342-B2C1-10002F3A6D8B}"/>
                  </a:ext>
                </a:extLst>
              </p:cNvPr>
              <p:cNvSpPr>
                <a:spLocks noChangeShapeType="1"/>
              </p:cNvSpPr>
              <p:nvPr/>
            </p:nvSpPr>
            <p:spPr bwMode="auto">
              <a:xfrm>
                <a:off x="805"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27" name="Oval 47">
                <a:extLst>
                  <a:ext uri="{FF2B5EF4-FFF2-40B4-BE49-F238E27FC236}">
                    <a16:creationId xmlns:a16="http://schemas.microsoft.com/office/drawing/2014/main" id="{43673BBE-4DEB-4C5D-91E9-3BDF6FDCEEFF}"/>
                  </a:ext>
                </a:extLst>
              </p:cNvPr>
              <p:cNvSpPr>
                <a:spLocks noChangeArrowheads="1"/>
              </p:cNvSpPr>
              <p:nvPr/>
            </p:nvSpPr>
            <p:spPr bwMode="auto">
              <a:xfrm>
                <a:off x="1497" y="1538"/>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28" name="Rectangle 49">
                <a:extLst>
                  <a:ext uri="{FF2B5EF4-FFF2-40B4-BE49-F238E27FC236}">
                    <a16:creationId xmlns:a16="http://schemas.microsoft.com/office/drawing/2014/main" id="{1F1240BC-6FD7-4DBC-AE11-C8DEDF6AB51C}"/>
                  </a:ext>
                </a:extLst>
              </p:cNvPr>
              <p:cNvSpPr>
                <a:spLocks noChangeArrowheads="1"/>
              </p:cNvSpPr>
              <p:nvPr/>
            </p:nvSpPr>
            <p:spPr bwMode="auto">
              <a:xfrm>
                <a:off x="421"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grpSp>
            <p:nvGrpSpPr>
              <p:cNvPr id="29" name="Group 50">
                <a:extLst>
                  <a:ext uri="{FF2B5EF4-FFF2-40B4-BE49-F238E27FC236}">
                    <a16:creationId xmlns:a16="http://schemas.microsoft.com/office/drawing/2014/main" id="{7FA95311-3646-402B-A0E0-1A1914D15FFA}"/>
                  </a:ext>
                </a:extLst>
              </p:cNvPr>
              <p:cNvGrpSpPr>
                <a:grpSpLocks/>
              </p:cNvGrpSpPr>
              <p:nvPr/>
            </p:nvGrpSpPr>
            <p:grpSpPr bwMode="auto">
              <a:xfrm>
                <a:off x="623" y="1419"/>
                <a:ext cx="48" cy="288"/>
                <a:chOff x="586" y="1296"/>
                <a:chExt cx="48" cy="288"/>
              </a:xfrm>
            </p:grpSpPr>
            <p:sp>
              <p:nvSpPr>
                <p:cNvPr id="49" name="Oval 51">
                  <a:extLst>
                    <a:ext uri="{FF2B5EF4-FFF2-40B4-BE49-F238E27FC236}">
                      <a16:creationId xmlns:a16="http://schemas.microsoft.com/office/drawing/2014/main" id="{3CB5180E-AB99-4FB3-931A-1A2E58AB5E94}"/>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50" name="Line 52">
                  <a:extLst>
                    <a:ext uri="{FF2B5EF4-FFF2-40B4-BE49-F238E27FC236}">
                      <a16:creationId xmlns:a16="http://schemas.microsoft.com/office/drawing/2014/main" id="{7D5FD956-79F3-4572-AFF6-2B8053A95F84}"/>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grpSp>
          <p:sp>
            <p:nvSpPr>
              <p:cNvPr id="30" name="Line 53">
                <a:extLst>
                  <a:ext uri="{FF2B5EF4-FFF2-40B4-BE49-F238E27FC236}">
                    <a16:creationId xmlns:a16="http://schemas.microsoft.com/office/drawing/2014/main" id="{0C043301-981A-435B-90A4-2302EF49BA5C}"/>
                  </a:ext>
                </a:extLst>
              </p:cNvPr>
              <p:cNvSpPr>
                <a:spLocks noChangeShapeType="1"/>
              </p:cNvSpPr>
              <p:nvPr/>
            </p:nvSpPr>
            <p:spPr bwMode="auto">
              <a:xfrm>
                <a:off x="661"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31" name="Oval 54">
                <a:extLst>
                  <a:ext uri="{FF2B5EF4-FFF2-40B4-BE49-F238E27FC236}">
                    <a16:creationId xmlns:a16="http://schemas.microsoft.com/office/drawing/2014/main" id="{826E5093-6F75-4D57-80DE-D094134E191F}"/>
                  </a:ext>
                </a:extLst>
              </p:cNvPr>
              <p:cNvSpPr>
                <a:spLocks noChangeArrowheads="1"/>
              </p:cNvSpPr>
              <p:nvPr/>
            </p:nvSpPr>
            <p:spPr bwMode="auto">
              <a:xfrm>
                <a:off x="628" y="1538"/>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32" name="Text Box 57">
                <a:extLst>
                  <a:ext uri="{FF2B5EF4-FFF2-40B4-BE49-F238E27FC236}">
                    <a16:creationId xmlns:a16="http://schemas.microsoft.com/office/drawing/2014/main" id="{52A53ECF-5BB1-449D-8964-B825C5DEC088}"/>
                  </a:ext>
                </a:extLst>
              </p:cNvPr>
              <p:cNvSpPr txBox="1">
                <a:spLocks noChangeArrowheads="1"/>
              </p:cNvSpPr>
              <p:nvPr/>
            </p:nvSpPr>
            <p:spPr bwMode="auto">
              <a:xfrm>
                <a:off x="395" y="1253"/>
                <a:ext cx="384"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noProof="0">
                    <a:ln>
                      <a:solidFill>
                        <a:schemeClr val="tx1"/>
                      </a:solidFill>
                    </a:ln>
                    <a:effectLst/>
                    <a:uLnTx/>
                    <a:uFillTx/>
                    <a:latin typeface="宋体" panose="02010600030101010101" pitchFamily="2" charset="-122"/>
                    <a:cs typeface="+mn-cs"/>
                  </a:rPr>
                  <a:t>Q</a:t>
                </a:r>
              </a:p>
            </p:txBody>
          </p:sp>
          <p:sp>
            <p:nvSpPr>
              <p:cNvPr id="33" name="Rectangle 58">
                <a:extLst>
                  <a:ext uri="{FF2B5EF4-FFF2-40B4-BE49-F238E27FC236}">
                    <a16:creationId xmlns:a16="http://schemas.microsoft.com/office/drawing/2014/main" id="{3C39A356-0B73-43DF-BA4C-4B6AF21AE0E2}"/>
                  </a:ext>
                </a:extLst>
              </p:cNvPr>
              <p:cNvSpPr>
                <a:spLocks noChangeArrowheads="1"/>
              </p:cNvSpPr>
              <p:nvPr/>
            </p:nvSpPr>
            <p:spPr bwMode="auto">
              <a:xfrm>
                <a:off x="1525" y="1243"/>
                <a:ext cx="230"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noProof="0">
                    <a:ln>
                      <a:solidFill>
                        <a:schemeClr val="tx1"/>
                      </a:solidFill>
                    </a:ln>
                    <a:effectLst/>
                    <a:uLnTx/>
                    <a:uFillTx/>
                    <a:latin typeface="宋体" panose="02010600030101010101" pitchFamily="2" charset="-122"/>
                    <a:cs typeface="+mn-cs"/>
                  </a:rPr>
                  <a:t>Q</a:t>
                </a:r>
              </a:p>
            </p:txBody>
          </p:sp>
          <p:sp>
            <p:nvSpPr>
              <p:cNvPr id="34" name="Line 59">
                <a:extLst>
                  <a:ext uri="{FF2B5EF4-FFF2-40B4-BE49-F238E27FC236}">
                    <a16:creationId xmlns:a16="http://schemas.microsoft.com/office/drawing/2014/main" id="{185C2220-A9CE-4E11-AE62-F82B909D1880}"/>
                  </a:ext>
                </a:extLst>
              </p:cNvPr>
              <p:cNvSpPr>
                <a:spLocks noChangeShapeType="1"/>
              </p:cNvSpPr>
              <p:nvPr/>
            </p:nvSpPr>
            <p:spPr bwMode="auto">
              <a:xfrm>
                <a:off x="1544" y="1275"/>
                <a:ext cx="193" cy="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35" name="Rectangle 60">
                <a:extLst>
                  <a:ext uri="{FF2B5EF4-FFF2-40B4-BE49-F238E27FC236}">
                    <a16:creationId xmlns:a16="http://schemas.microsoft.com/office/drawing/2014/main" id="{02BDB472-AE1C-4C5E-84AC-B8108945BFE3}"/>
                  </a:ext>
                </a:extLst>
              </p:cNvPr>
              <p:cNvSpPr>
                <a:spLocks noChangeArrowheads="1"/>
              </p:cNvSpPr>
              <p:nvPr/>
            </p:nvSpPr>
            <p:spPr bwMode="auto">
              <a:xfrm>
                <a:off x="277" y="2779"/>
                <a:ext cx="230"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noProof="0">
                    <a:ln>
                      <a:solidFill>
                        <a:schemeClr val="tx1"/>
                      </a:solidFill>
                    </a:ln>
                    <a:effectLst/>
                    <a:uLnTx/>
                    <a:uFillTx/>
                    <a:latin typeface="宋体" panose="02010600030101010101" pitchFamily="2" charset="-122"/>
                    <a:cs typeface="+mn-cs"/>
                  </a:rPr>
                  <a:t>S</a:t>
                </a:r>
              </a:p>
            </p:txBody>
          </p:sp>
          <p:sp>
            <p:nvSpPr>
              <p:cNvPr id="36" name="Rectangle 61">
                <a:extLst>
                  <a:ext uri="{FF2B5EF4-FFF2-40B4-BE49-F238E27FC236}">
                    <a16:creationId xmlns:a16="http://schemas.microsoft.com/office/drawing/2014/main" id="{35DFCAB5-2281-42E4-BE99-C21747E5B579}"/>
                  </a:ext>
                </a:extLst>
              </p:cNvPr>
              <p:cNvSpPr>
                <a:spLocks noChangeArrowheads="1"/>
              </p:cNvSpPr>
              <p:nvPr/>
            </p:nvSpPr>
            <p:spPr bwMode="auto">
              <a:xfrm>
                <a:off x="1669" y="2763"/>
                <a:ext cx="255"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noProof="0" dirty="0">
                    <a:ln>
                      <a:solidFill>
                        <a:schemeClr val="tx1"/>
                      </a:solidFill>
                    </a:ln>
                    <a:effectLst/>
                    <a:uLnTx/>
                    <a:uFillTx/>
                    <a:latin typeface="宋体" panose="02010600030101010101" pitchFamily="2" charset="-122"/>
                    <a:cs typeface="+mn-cs"/>
                  </a:rPr>
                  <a:t>R</a:t>
                </a:r>
              </a:p>
            </p:txBody>
          </p:sp>
          <p:sp>
            <p:nvSpPr>
              <p:cNvPr id="37" name="Line 62">
                <a:extLst>
                  <a:ext uri="{FF2B5EF4-FFF2-40B4-BE49-F238E27FC236}">
                    <a16:creationId xmlns:a16="http://schemas.microsoft.com/office/drawing/2014/main" id="{76F427CA-B1C4-4533-AD39-2839CDCDCE47}"/>
                  </a:ext>
                </a:extLst>
              </p:cNvPr>
              <p:cNvSpPr>
                <a:spLocks noChangeShapeType="1"/>
              </p:cNvSpPr>
              <p:nvPr/>
            </p:nvSpPr>
            <p:spPr bwMode="auto">
              <a:xfrm>
                <a:off x="805" y="2763"/>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38" name="Oval 63">
                <a:extLst>
                  <a:ext uri="{FF2B5EF4-FFF2-40B4-BE49-F238E27FC236}">
                    <a16:creationId xmlns:a16="http://schemas.microsoft.com/office/drawing/2014/main" id="{C1A9E2AA-6001-42F5-AFCE-2FE55412F3E8}"/>
                  </a:ext>
                </a:extLst>
              </p:cNvPr>
              <p:cNvSpPr>
                <a:spLocks noChangeArrowheads="1"/>
              </p:cNvSpPr>
              <p:nvPr/>
            </p:nvSpPr>
            <p:spPr bwMode="auto">
              <a:xfrm>
                <a:off x="1065" y="2735"/>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39" name="Oval 65">
                <a:extLst>
                  <a:ext uri="{FF2B5EF4-FFF2-40B4-BE49-F238E27FC236}">
                    <a16:creationId xmlns:a16="http://schemas.microsoft.com/office/drawing/2014/main" id="{536BD318-391B-4328-9B7F-011B13D8DF44}"/>
                  </a:ext>
                </a:extLst>
              </p:cNvPr>
              <p:cNvSpPr>
                <a:spLocks noChangeArrowheads="1"/>
              </p:cNvSpPr>
              <p:nvPr/>
            </p:nvSpPr>
            <p:spPr bwMode="auto">
              <a:xfrm>
                <a:off x="633"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40" name="Line 66">
                <a:extLst>
                  <a:ext uri="{FF2B5EF4-FFF2-40B4-BE49-F238E27FC236}">
                    <a16:creationId xmlns:a16="http://schemas.microsoft.com/office/drawing/2014/main" id="{904BBC92-2896-40F2-9393-E8E7F2680D45}"/>
                  </a:ext>
                </a:extLst>
              </p:cNvPr>
              <p:cNvSpPr>
                <a:spLocks noChangeShapeType="1"/>
              </p:cNvSpPr>
              <p:nvPr/>
            </p:nvSpPr>
            <p:spPr bwMode="auto">
              <a:xfrm>
                <a:off x="661"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41" name="Rectangle 68">
                <a:extLst>
                  <a:ext uri="{FF2B5EF4-FFF2-40B4-BE49-F238E27FC236}">
                    <a16:creationId xmlns:a16="http://schemas.microsoft.com/office/drawing/2014/main" id="{54128C4F-5259-459D-891E-00D8676257EA}"/>
                  </a:ext>
                </a:extLst>
              </p:cNvPr>
              <p:cNvSpPr>
                <a:spLocks noChangeArrowheads="1"/>
              </p:cNvSpPr>
              <p:nvPr/>
            </p:nvSpPr>
            <p:spPr bwMode="auto">
              <a:xfrm>
                <a:off x="421"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42" name="Oval 71">
                <a:extLst>
                  <a:ext uri="{FF2B5EF4-FFF2-40B4-BE49-F238E27FC236}">
                    <a16:creationId xmlns:a16="http://schemas.microsoft.com/office/drawing/2014/main" id="{95F74F27-A0FD-49ED-A25E-550159075071}"/>
                  </a:ext>
                </a:extLst>
              </p:cNvPr>
              <p:cNvSpPr>
                <a:spLocks noChangeArrowheads="1"/>
              </p:cNvSpPr>
              <p:nvPr/>
            </p:nvSpPr>
            <p:spPr bwMode="auto">
              <a:xfrm>
                <a:off x="1497"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43" name="Line 72">
                <a:extLst>
                  <a:ext uri="{FF2B5EF4-FFF2-40B4-BE49-F238E27FC236}">
                    <a16:creationId xmlns:a16="http://schemas.microsoft.com/office/drawing/2014/main" id="{9A3DDE33-8D43-45CA-BF5D-DF4F693FA543}"/>
                  </a:ext>
                </a:extLst>
              </p:cNvPr>
              <p:cNvSpPr>
                <a:spLocks noChangeShapeType="1"/>
              </p:cNvSpPr>
              <p:nvPr/>
            </p:nvSpPr>
            <p:spPr bwMode="auto">
              <a:xfrm>
                <a:off x="1525"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44" name="Rectangle 74">
                <a:extLst>
                  <a:ext uri="{FF2B5EF4-FFF2-40B4-BE49-F238E27FC236}">
                    <a16:creationId xmlns:a16="http://schemas.microsoft.com/office/drawing/2014/main" id="{18F1DA0D-C3FF-4E4C-B7B2-2A9F4CC94BB7}"/>
                  </a:ext>
                </a:extLst>
              </p:cNvPr>
              <p:cNvSpPr>
                <a:spLocks noChangeArrowheads="1"/>
              </p:cNvSpPr>
              <p:nvPr/>
            </p:nvSpPr>
            <p:spPr bwMode="auto">
              <a:xfrm>
                <a:off x="1285"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effectLst/>
                  <a:uLnTx/>
                  <a:uFillTx/>
                  <a:latin typeface="宋体" panose="02010600030101010101" pitchFamily="2" charset="-122"/>
                  <a:cs typeface="+mn-cs"/>
                </a:endParaRPr>
              </a:p>
            </p:txBody>
          </p:sp>
          <p:sp>
            <p:nvSpPr>
              <p:cNvPr id="45" name="Line 76">
                <a:extLst>
                  <a:ext uri="{FF2B5EF4-FFF2-40B4-BE49-F238E27FC236}">
                    <a16:creationId xmlns:a16="http://schemas.microsoft.com/office/drawing/2014/main" id="{2E5A5F38-1D1F-4FCF-A27A-3326581091A8}"/>
                  </a:ext>
                </a:extLst>
              </p:cNvPr>
              <p:cNvSpPr>
                <a:spLocks noChangeShapeType="1"/>
              </p:cNvSpPr>
              <p:nvPr/>
            </p:nvSpPr>
            <p:spPr bwMode="auto">
              <a:xfrm>
                <a:off x="805"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46" name="Line 77">
                <a:extLst>
                  <a:ext uri="{FF2B5EF4-FFF2-40B4-BE49-F238E27FC236}">
                    <a16:creationId xmlns:a16="http://schemas.microsoft.com/office/drawing/2014/main" id="{88C8073A-D1D9-4AEF-B165-31735503599D}"/>
                  </a:ext>
                </a:extLst>
              </p:cNvPr>
              <p:cNvSpPr>
                <a:spLocks noChangeShapeType="1"/>
              </p:cNvSpPr>
              <p:nvPr/>
            </p:nvSpPr>
            <p:spPr bwMode="auto">
              <a:xfrm>
                <a:off x="1381"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47" name="Line 78">
                <a:extLst>
                  <a:ext uri="{FF2B5EF4-FFF2-40B4-BE49-F238E27FC236}">
                    <a16:creationId xmlns:a16="http://schemas.microsoft.com/office/drawing/2014/main" id="{CF265345-6FE1-4063-8B3C-6ABA6530CEC5}"/>
                  </a:ext>
                </a:extLst>
              </p:cNvPr>
              <p:cNvSpPr>
                <a:spLocks noChangeShapeType="1"/>
              </p:cNvSpPr>
              <p:nvPr/>
            </p:nvSpPr>
            <p:spPr bwMode="auto">
              <a:xfrm>
                <a:off x="1093" y="2763"/>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noProof="0">
                  <a:ln>
                    <a:solidFill>
                      <a:schemeClr val="tx1"/>
                    </a:solidFill>
                  </a:ln>
                  <a:solidFill>
                    <a:schemeClr val="tx1"/>
                  </a:solidFill>
                  <a:effectLst/>
                  <a:uLnTx/>
                  <a:uFillTx/>
                  <a:latin typeface="宋体" panose="02010600030101010101" pitchFamily="2" charset="-122"/>
                  <a:cs typeface="+mn-cs"/>
                </a:endParaRPr>
              </a:p>
            </p:txBody>
          </p:sp>
          <p:sp>
            <p:nvSpPr>
              <p:cNvPr id="48" name="Rectangle 79">
                <a:extLst>
                  <a:ext uri="{FF2B5EF4-FFF2-40B4-BE49-F238E27FC236}">
                    <a16:creationId xmlns:a16="http://schemas.microsoft.com/office/drawing/2014/main" id="{089EA063-9542-401C-AB15-39A4516EEBC2}"/>
                  </a:ext>
                </a:extLst>
              </p:cNvPr>
              <p:cNvSpPr>
                <a:spLocks noChangeArrowheads="1"/>
              </p:cNvSpPr>
              <p:nvPr/>
            </p:nvSpPr>
            <p:spPr bwMode="auto">
              <a:xfrm>
                <a:off x="945" y="2875"/>
                <a:ext cx="345"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noProof="0" dirty="0">
                    <a:ln>
                      <a:solidFill>
                        <a:schemeClr val="tx1"/>
                      </a:solidFill>
                    </a:ln>
                    <a:effectLst/>
                    <a:uLnTx/>
                    <a:uFillTx/>
                    <a:latin typeface="宋体" panose="02010600030101010101" pitchFamily="2" charset="-122"/>
                    <a:cs typeface="+mn-cs"/>
                  </a:rPr>
                  <a:t>CP</a:t>
                </a:r>
              </a:p>
            </p:txBody>
          </p:sp>
        </p:grpSp>
        <p:sp>
          <p:nvSpPr>
            <p:cNvPr id="12" name="Text Box 89">
              <a:extLst>
                <a:ext uri="{FF2B5EF4-FFF2-40B4-BE49-F238E27FC236}">
                  <a16:creationId xmlns:a16="http://schemas.microsoft.com/office/drawing/2014/main" id="{CA5321F4-2034-4BEF-9298-80FD9D6B8781}"/>
                </a:ext>
              </a:extLst>
            </p:cNvPr>
            <p:cNvSpPr txBox="1">
              <a:spLocks noChangeArrowheads="1"/>
            </p:cNvSpPr>
            <p:nvPr/>
          </p:nvSpPr>
          <p:spPr bwMode="auto">
            <a:xfrm>
              <a:off x="424" y="1684"/>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noProof="0">
                  <a:ln>
                    <a:solidFill>
                      <a:schemeClr val="tx1"/>
                    </a:solidFill>
                  </a:ln>
                  <a:effectLst/>
                  <a:uLnTx/>
                  <a:uFillTx/>
                  <a:latin typeface="宋体" panose="02010600030101010101" pitchFamily="2" charset="-122"/>
                  <a:cs typeface="+mn-cs"/>
                </a:rPr>
                <a:t>&amp;</a:t>
              </a:r>
            </a:p>
          </p:txBody>
        </p:sp>
        <p:sp>
          <p:nvSpPr>
            <p:cNvPr id="13" name="Text Box 90">
              <a:extLst>
                <a:ext uri="{FF2B5EF4-FFF2-40B4-BE49-F238E27FC236}">
                  <a16:creationId xmlns:a16="http://schemas.microsoft.com/office/drawing/2014/main" id="{2E8ED807-3696-4632-A74C-C1A109B794C1}"/>
                </a:ext>
              </a:extLst>
            </p:cNvPr>
            <p:cNvSpPr txBox="1">
              <a:spLocks noChangeArrowheads="1"/>
            </p:cNvSpPr>
            <p:nvPr/>
          </p:nvSpPr>
          <p:spPr bwMode="auto">
            <a:xfrm>
              <a:off x="1293" y="1695"/>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noProof="0">
                  <a:ln>
                    <a:solidFill>
                      <a:schemeClr val="tx1"/>
                    </a:solidFill>
                  </a:ln>
                  <a:effectLst/>
                  <a:uLnTx/>
                  <a:uFillTx/>
                  <a:latin typeface="宋体" panose="02010600030101010101" pitchFamily="2" charset="-122"/>
                  <a:cs typeface="+mn-cs"/>
                </a:rPr>
                <a:t>&amp;</a:t>
              </a:r>
            </a:p>
          </p:txBody>
        </p:sp>
        <p:sp>
          <p:nvSpPr>
            <p:cNvPr id="14" name="Text Box 91">
              <a:extLst>
                <a:ext uri="{FF2B5EF4-FFF2-40B4-BE49-F238E27FC236}">
                  <a16:creationId xmlns:a16="http://schemas.microsoft.com/office/drawing/2014/main" id="{AC472A52-3335-4C10-9234-6C9EBCAFFD33}"/>
                </a:ext>
              </a:extLst>
            </p:cNvPr>
            <p:cNvSpPr txBox="1">
              <a:spLocks noChangeArrowheads="1"/>
            </p:cNvSpPr>
            <p:nvPr/>
          </p:nvSpPr>
          <p:spPr bwMode="auto">
            <a:xfrm>
              <a:off x="413" y="2380"/>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noProof="0">
                  <a:ln>
                    <a:solidFill>
                      <a:schemeClr val="tx1"/>
                    </a:solidFill>
                  </a:ln>
                  <a:effectLst/>
                  <a:uLnTx/>
                  <a:uFillTx/>
                  <a:latin typeface="宋体" panose="02010600030101010101" pitchFamily="2" charset="-122"/>
                  <a:cs typeface="+mn-cs"/>
                </a:rPr>
                <a:t>&amp;</a:t>
              </a:r>
            </a:p>
          </p:txBody>
        </p:sp>
        <p:sp>
          <p:nvSpPr>
            <p:cNvPr id="15" name="Text Box 92">
              <a:extLst>
                <a:ext uri="{FF2B5EF4-FFF2-40B4-BE49-F238E27FC236}">
                  <a16:creationId xmlns:a16="http://schemas.microsoft.com/office/drawing/2014/main" id="{371D4889-9624-4E5C-AF97-4E2906ABDCB7}"/>
                </a:ext>
              </a:extLst>
            </p:cNvPr>
            <p:cNvSpPr txBox="1">
              <a:spLocks noChangeArrowheads="1"/>
            </p:cNvSpPr>
            <p:nvPr/>
          </p:nvSpPr>
          <p:spPr bwMode="auto">
            <a:xfrm>
              <a:off x="1282" y="2369"/>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noProof="0" dirty="0">
                  <a:ln>
                    <a:solidFill>
                      <a:schemeClr val="tx1"/>
                    </a:solidFill>
                  </a:ln>
                  <a:effectLst/>
                  <a:uLnTx/>
                  <a:uFillTx/>
                  <a:latin typeface="宋体" panose="02010600030101010101" pitchFamily="2" charset="-122"/>
                  <a:cs typeface="+mn-cs"/>
                </a:rPr>
                <a:t>&amp;</a:t>
              </a:r>
            </a:p>
          </p:txBody>
        </p:sp>
      </p:grpSp>
      <p:sp>
        <p:nvSpPr>
          <p:cNvPr id="53" name="TextBox 52"/>
          <p:cNvSpPr txBox="1"/>
          <p:nvPr/>
        </p:nvSpPr>
        <p:spPr bwMode="auto">
          <a:xfrm>
            <a:off x="503853" y="1492898"/>
            <a:ext cx="23139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lvl="0" eaLnBrk="1" hangingPunct="1">
              <a:spcBef>
                <a:spcPct val="50000"/>
              </a:spcBef>
            </a:pPr>
            <a:r>
              <a:rPr lang="en-US" altLang="zh-CN" dirty="0">
                <a:solidFill>
                  <a:schemeClr val="tx1"/>
                </a:solidFill>
                <a:ea typeface="黑体" pitchFamily="49" charset="-122"/>
                <a:cs typeface="Times New Roman" pitchFamily="18" charset="0"/>
              </a:rPr>
              <a:t>1</a:t>
            </a:r>
            <a:r>
              <a:rPr lang="zh-CN" altLang="en-US" dirty="0">
                <a:solidFill>
                  <a:schemeClr val="tx1"/>
                </a:solidFill>
                <a:ea typeface="黑体" pitchFamily="49" charset="-122"/>
                <a:cs typeface="Times New Roman" pitchFamily="18" charset="0"/>
              </a:rPr>
              <a:t>、工作原理</a:t>
            </a:r>
            <a:endParaRPr lang="zh-CN" altLang="en-US" sz="2800" dirty="0">
              <a:latin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down)">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P spid="9" grpId="0" animBg="1" autoUpdateAnimBg="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mtClean="0"/>
              <a:pPr>
                <a:defRPr/>
              </a:pPr>
              <a:t>8</a:t>
            </a:fld>
            <a:endParaRPr lang="en-US" altLang="zh-CN" dirty="0"/>
          </a:p>
        </p:txBody>
      </p:sp>
      <p:sp>
        <p:nvSpPr>
          <p:cNvPr id="5" name="标题 1"/>
          <p:cNvSpPr txBox="1">
            <a:spLocks/>
          </p:cNvSpPr>
          <p:nvPr/>
        </p:nvSpPr>
        <p:spPr>
          <a:xfrm>
            <a:off x="1338121" y="111551"/>
            <a:ext cx="6954715" cy="5881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 6.4 </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同步时钟触发器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2800" b="1" i="0" u="none" strike="noStrike" kern="1200" cap="none" spc="0" normalizeH="0" baseline="0" noProof="0" smtClean="0">
                <a:ln>
                  <a:noFill/>
                </a:ln>
                <a:solidFill>
                  <a:schemeClr val="bg1"/>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8</a:t>
            </a:fld>
            <a:endParaRPr kumimoji="1" lang="en-US" altLang="zh-CN" sz="2800" b="1" i="0" u="none" strike="noStrike" kern="1200" cap="none" spc="0" normalizeH="0" baseline="0" noProof="0" dirty="0">
              <a:ln>
                <a:noFill/>
              </a:ln>
              <a:solidFill>
                <a:schemeClr val="bg1"/>
              </a:solidFill>
              <a:effectLst/>
              <a:uLnTx/>
              <a:uFillTx/>
              <a:latin typeface="Tahoma" panose="020B0604030504040204" pitchFamily="34" charset="0"/>
              <a:ea typeface="宋体" panose="02010600030101010101" pitchFamily="2" charset="-122"/>
              <a:cs typeface="+mn-cs"/>
            </a:endParaRPr>
          </a:p>
        </p:txBody>
      </p:sp>
      <p:sp>
        <p:nvSpPr>
          <p:cNvPr id="7" name="灯片编号占位符 3"/>
          <p:cNvSpPr txBox="1">
            <a:spLocks/>
          </p:cNvSpPr>
          <p:nvPr/>
        </p:nvSpPr>
        <p:spPr>
          <a:xfrm>
            <a:off x="222737" y="6478561"/>
            <a:ext cx="902677" cy="338407"/>
          </a:xfrm>
          <a:prstGeom prst="rect">
            <a:avLst/>
          </a:prstGeom>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rgbClr val="1F08F8"/>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8</a:t>
            </a:fld>
            <a:endParaRPr kumimoji="1" lang="en-US" altLang="zh-CN" sz="1800" b="1" i="0" u="none" strike="noStrike" kern="1200" cap="none" spc="0" normalizeH="0" baseline="0" noProof="0" dirty="0">
              <a:ln>
                <a:noFill/>
              </a:ln>
              <a:solidFill>
                <a:srgbClr val="1F08F8"/>
              </a:solidFill>
              <a:effectLst/>
              <a:uLnTx/>
              <a:uFillTx/>
              <a:latin typeface="Tahoma" panose="020B0604030504040204" pitchFamily="34" charset="0"/>
              <a:ea typeface="宋体" panose="02010600030101010101" pitchFamily="2" charset="-122"/>
              <a:cs typeface="+mn-cs"/>
            </a:endParaRPr>
          </a:p>
        </p:txBody>
      </p:sp>
      <p:sp>
        <p:nvSpPr>
          <p:cNvPr id="8" name="Rectangle 2">
            <a:extLst>
              <a:ext uri="{FF2B5EF4-FFF2-40B4-BE49-F238E27FC236}">
                <a16:creationId xmlns:a16="http://schemas.microsoft.com/office/drawing/2014/main" id="{71864DD1-D966-43F3-96DD-25069C846489}"/>
              </a:ext>
            </a:extLst>
          </p:cNvPr>
          <p:cNvSpPr txBox="1">
            <a:spLocks noChangeArrowheads="1"/>
          </p:cNvSpPr>
          <p:nvPr/>
        </p:nvSpPr>
        <p:spPr bwMode="auto">
          <a:xfrm>
            <a:off x="641985" y="988378"/>
            <a:ext cx="240665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j-cs"/>
              </a:rPr>
              <a:t>2</a:t>
            </a:r>
            <a:r>
              <a:rPr kumimoji="1" lang="zh-CN" altLang="en-US" sz="2800" b="1" i="0" u="none" strike="noStrike" kern="1200" cap="none" spc="0" normalizeH="0" baseline="0" noProof="0" dirty="0">
                <a:ln>
                  <a:noFill/>
                </a:ln>
                <a:solidFill>
                  <a:schemeClr val="tx1"/>
                </a:solidFill>
                <a:effectLst/>
                <a:uLnTx/>
                <a:uFillTx/>
                <a:latin typeface="黑体" pitchFamily="49" charset="-122"/>
                <a:ea typeface="黑体" pitchFamily="49" charset="-122"/>
                <a:cs typeface="+mj-cs"/>
              </a:rPr>
              <a:t>、表示方法</a:t>
            </a:r>
          </a:p>
        </p:txBody>
      </p:sp>
      <p:sp>
        <p:nvSpPr>
          <p:cNvPr id="9" name="Rectangle 72">
            <a:extLst>
              <a:ext uri="{FF2B5EF4-FFF2-40B4-BE49-F238E27FC236}">
                <a16:creationId xmlns:a16="http://schemas.microsoft.com/office/drawing/2014/main" id="{0691A5C9-E15D-492B-A61F-6B370217AF3A}"/>
              </a:ext>
            </a:extLst>
          </p:cNvPr>
          <p:cNvSpPr>
            <a:spLocks noChangeArrowheads="1"/>
          </p:cNvSpPr>
          <p:nvPr/>
        </p:nvSpPr>
        <p:spPr bwMode="auto">
          <a:xfrm>
            <a:off x="6292533" y="829628"/>
            <a:ext cx="1389062" cy="5222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功能表</a:t>
            </a:r>
          </a:p>
        </p:txBody>
      </p:sp>
      <p:grpSp>
        <p:nvGrpSpPr>
          <p:cNvPr id="10" name="Group 83">
            <a:extLst>
              <a:ext uri="{FF2B5EF4-FFF2-40B4-BE49-F238E27FC236}">
                <a16:creationId xmlns:a16="http://schemas.microsoft.com/office/drawing/2014/main" id="{09DA4D17-AC01-4AFD-9B43-9B2A40293F3B}"/>
              </a:ext>
            </a:extLst>
          </p:cNvPr>
          <p:cNvGrpSpPr>
            <a:grpSpLocks/>
          </p:cNvGrpSpPr>
          <p:nvPr/>
        </p:nvGrpSpPr>
        <p:grpSpPr bwMode="auto">
          <a:xfrm>
            <a:off x="5253990" y="1911985"/>
            <a:ext cx="3470275" cy="587375"/>
            <a:chOff x="1922" y="3152"/>
            <a:chExt cx="2186" cy="370"/>
          </a:xfrm>
        </p:grpSpPr>
        <p:sp>
          <p:nvSpPr>
            <p:cNvPr id="11" name="Text Box 76">
              <a:extLst>
                <a:ext uri="{FF2B5EF4-FFF2-40B4-BE49-F238E27FC236}">
                  <a16:creationId xmlns:a16="http://schemas.microsoft.com/office/drawing/2014/main" id="{EE1AA594-167B-4316-8C1A-6B677F52372A}"/>
                </a:ext>
              </a:extLst>
            </p:cNvPr>
            <p:cNvSpPr txBox="1">
              <a:spLocks noChangeArrowheads="1"/>
            </p:cNvSpPr>
            <p:nvPr/>
          </p:nvSpPr>
          <p:spPr bwMode="auto">
            <a:xfrm>
              <a:off x="1922" y="3163"/>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2" name="Text Box 77">
              <a:extLst>
                <a:ext uri="{FF2B5EF4-FFF2-40B4-BE49-F238E27FC236}">
                  <a16:creationId xmlns:a16="http://schemas.microsoft.com/office/drawing/2014/main" id="{EDBE56F8-77A2-4659-96E1-F3FBFE1D146E}"/>
                </a:ext>
              </a:extLst>
            </p:cNvPr>
            <p:cNvSpPr txBox="1">
              <a:spLocks noChangeArrowheads="1"/>
            </p:cNvSpPr>
            <p:nvPr/>
          </p:nvSpPr>
          <p:spPr bwMode="auto">
            <a:xfrm>
              <a:off x="2325" y="31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 name="Text Box 78">
              <a:extLst>
                <a:ext uri="{FF2B5EF4-FFF2-40B4-BE49-F238E27FC236}">
                  <a16:creationId xmlns:a16="http://schemas.microsoft.com/office/drawing/2014/main" id="{80BF4358-B1A4-4FD0-B0F3-EB8607A223B4}"/>
                </a:ext>
              </a:extLst>
            </p:cNvPr>
            <p:cNvSpPr txBox="1">
              <a:spLocks noChangeArrowheads="1"/>
            </p:cNvSpPr>
            <p:nvPr/>
          </p:nvSpPr>
          <p:spPr bwMode="auto">
            <a:xfrm>
              <a:off x="2662" y="31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 name="Text Box 79">
              <a:extLst>
                <a:ext uri="{FF2B5EF4-FFF2-40B4-BE49-F238E27FC236}">
                  <a16:creationId xmlns:a16="http://schemas.microsoft.com/office/drawing/2014/main" id="{05A5C20D-18BB-4DAD-927A-BEBCD832A2B6}"/>
                </a:ext>
              </a:extLst>
            </p:cNvPr>
            <p:cNvSpPr txBox="1">
              <a:spLocks noChangeArrowheads="1"/>
            </p:cNvSpPr>
            <p:nvPr/>
          </p:nvSpPr>
          <p:spPr bwMode="auto">
            <a:xfrm>
              <a:off x="2662" y="31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 name="Text Box 80">
              <a:extLst>
                <a:ext uri="{FF2B5EF4-FFF2-40B4-BE49-F238E27FC236}">
                  <a16:creationId xmlns:a16="http://schemas.microsoft.com/office/drawing/2014/main" id="{391862C0-BA57-49AA-A38C-0CB9065A946E}"/>
                </a:ext>
              </a:extLst>
            </p:cNvPr>
            <p:cNvSpPr txBox="1">
              <a:spLocks noChangeArrowheads="1"/>
            </p:cNvSpPr>
            <p:nvPr/>
          </p:nvSpPr>
          <p:spPr bwMode="auto">
            <a:xfrm>
              <a:off x="3064" y="3195"/>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6" name="Text Box 81">
              <a:extLst>
                <a:ext uri="{FF2B5EF4-FFF2-40B4-BE49-F238E27FC236}">
                  <a16:creationId xmlns:a16="http://schemas.microsoft.com/office/drawing/2014/main" id="{2937ED35-592E-4E67-BD6C-571E114E1602}"/>
                </a:ext>
              </a:extLst>
            </p:cNvPr>
            <p:cNvSpPr txBox="1">
              <a:spLocks noChangeArrowheads="1"/>
            </p:cNvSpPr>
            <p:nvPr/>
          </p:nvSpPr>
          <p:spPr bwMode="auto">
            <a:xfrm>
              <a:off x="3684" y="3173"/>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7" name="Line 82">
              <a:extLst>
                <a:ext uri="{FF2B5EF4-FFF2-40B4-BE49-F238E27FC236}">
                  <a16:creationId xmlns:a16="http://schemas.microsoft.com/office/drawing/2014/main" id="{CF170C49-332A-4F1C-B3E6-6B912539B633}"/>
                </a:ext>
              </a:extLst>
            </p:cNvPr>
            <p:cNvSpPr>
              <a:spLocks noChangeShapeType="1"/>
            </p:cNvSpPr>
            <p:nvPr/>
          </p:nvSpPr>
          <p:spPr bwMode="auto">
            <a:xfrm>
              <a:off x="3738" y="3217"/>
              <a:ext cx="142"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8" name="Group 223">
            <a:extLst>
              <a:ext uri="{FF2B5EF4-FFF2-40B4-BE49-F238E27FC236}">
                <a16:creationId xmlns:a16="http://schemas.microsoft.com/office/drawing/2014/main" id="{FE5CE563-10E8-4BE6-BA7A-9CD9367CB3C1}"/>
              </a:ext>
            </a:extLst>
          </p:cNvPr>
          <p:cNvGrpSpPr>
            <a:grpSpLocks/>
          </p:cNvGrpSpPr>
          <p:nvPr/>
        </p:nvGrpSpPr>
        <p:grpSpPr bwMode="auto">
          <a:xfrm>
            <a:off x="5115878" y="1463040"/>
            <a:ext cx="3738562" cy="3004820"/>
            <a:chOff x="2925" y="475"/>
            <a:chExt cx="2367" cy="2013"/>
          </a:xfrm>
        </p:grpSpPr>
        <p:sp>
          <p:nvSpPr>
            <p:cNvPr id="19" name="Rectangle 47">
              <a:extLst>
                <a:ext uri="{FF2B5EF4-FFF2-40B4-BE49-F238E27FC236}">
                  <a16:creationId xmlns:a16="http://schemas.microsoft.com/office/drawing/2014/main" id="{4C6592A1-DF70-4D70-A401-C5119A8D3D33}"/>
                </a:ext>
              </a:extLst>
            </p:cNvPr>
            <p:cNvSpPr>
              <a:spLocks noChangeArrowheads="1"/>
            </p:cNvSpPr>
            <p:nvPr/>
          </p:nvSpPr>
          <p:spPr bwMode="auto">
            <a:xfrm>
              <a:off x="4067" y="475"/>
              <a:ext cx="1225" cy="40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    </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0" name="Rectangle 48">
              <a:extLst>
                <a:ext uri="{FF2B5EF4-FFF2-40B4-BE49-F238E27FC236}">
                  <a16:creationId xmlns:a16="http://schemas.microsoft.com/office/drawing/2014/main" id="{A4941B60-66CF-458C-B329-A3C40A99DE45}"/>
                </a:ext>
              </a:extLst>
            </p:cNvPr>
            <p:cNvSpPr>
              <a:spLocks noChangeArrowheads="1"/>
            </p:cNvSpPr>
            <p:nvPr/>
          </p:nvSpPr>
          <p:spPr bwMode="auto">
            <a:xfrm>
              <a:off x="3321" y="475"/>
              <a:ext cx="746" cy="40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   S</a:t>
              </a:r>
            </a:p>
          </p:txBody>
        </p:sp>
        <p:sp>
          <p:nvSpPr>
            <p:cNvPr id="21" name="Line 49">
              <a:extLst>
                <a:ext uri="{FF2B5EF4-FFF2-40B4-BE49-F238E27FC236}">
                  <a16:creationId xmlns:a16="http://schemas.microsoft.com/office/drawing/2014/main" id="{17D3DB0C-2476-4215-9B62-E3F1C84CE75D}"/>
                </a:ext>
              </a:extLst>
            </p:cNvPr>
            <p:cNvSpPr>
              <a:spLocks noChangeShapeType="1"/>
            </p:cNvSpPr>
            <p:nvPr/>
          </p:nvSpPr>
          <p:spPr bwMode="auto">
            <a:xfrm>
              <a:off x="3310" y="880"/>
              <a:ext cx="197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50">
              <a:extLst>
                <a:ext uri="{FF2B5EF4-FFF2-40B4-BE49-F238E27FC236}">
                  <a16:creationId xmlns:a16="http://schemas.microsoft.com/office/drawing/2014/main" id="{EE5F7C6C-C18E-4B28-B69C-B79A1B4738DF}"/>
                </a:ext>
              </a:extLst>
            </p:cNvPr>
            <p:cNvSpPr>
              <a:spLocks noChangeShapeType="1"/>
            </p:cNvSpPr>
            <p:nvPr/>
          </p:nvSpPr>
          <p:spPr bwMode="auto">
            <a:xfrm>
              <a:off x="4067" y="475"/>
              <a:ext cx="0" cy="20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51">
              <a:extLst>
                <a:ext uri="{FF2B5EF4-FFF2-40B4-BE49-F238E27FC236}">
                  <a16:creationId xmlns:a16="http://schemas.microsoft.com/office/drawing/2014/main" id="{06BB4A1D-9D37-4EE0-9302-29F5092371CE}"/>
                </a:ext>
              </a:extLst>
            </p:cNvPr>
            <p:cNvSpPr>
              <a:spLocks noChangeShapeType="1"/>
            </p:cNvSpPr>
            <p:nvPr/>
          </p:nvSpPr>
          <p:spPr bwMode="auto">
            <a:xfrm>
              <a:off x="3321" y="475"/>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52">
              <a:extLst>
                <a:ext uri="{FF2B5EF4-FFF2-40B4-BE49-F238E27FC236}">
                  <a16:creationId xmlns:a16="http://schemas.microsoft.com/office/drawing/2014/main" id="{E6E0B389-7E30-4588-BD75-2C28B1E67E37}"/>
                </a:ext>
              </a:extLst>
            </p:cNvPr>
            <p:cNvSpPr>
              <a:spLocks noChangeShapeType="1"/>
            </p:cNvSpPr>
            <p:nvPr/>
          </p:nvSpPr>
          <p:spPr bwMode="auto">
            <a:xfrm>
              <a:off x="3321" y="475"/>
              <a:ext cx="0" cy="2013"/>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53">
              <a:extLst>
                <a:ext uri="{FF2B5EF4-FFF2-40B4-BE49-F238E27FC236}">
                  <a16:creationId xmlns:a16="http://schemas.microsoft.com/office/drawing/2014/main" id="{8E8F65CD-E67C-466C-B012-B351B35BA609}"/>
                </a:ext>
              </a:extLst>
            </p:cNvPr>
            <p:cNvSpPr>
              <a:spLocks noChangeShapeType="1"/>
            </p:cNvSpPr>
            <p:nvPr/>
          </p:nvSpPr>
          <p:spPr bwMode="auto">
            <a:xfrm>
              <a:off x="5292" y="475"/>
              <a:ext cx="0" cy="2013"/>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54">
              <a:extLst>
                <a:ext uri="{FF2B5EF4-FFF2-40B4-BE49-F238E27FC236}">
                  <a16:creationId xmlns:a16="http://schemas.microsoft.com/office/drawing/2014/main" id="{913DF8F8-FCD6-40AD-8199-C4F780E0B3E1}"/>
                </a:ext>
              </a:extLst>
            </p:cNvPr>
            <p:cNvSpPr>
              <a:spLocks noChangeShapeType="1"/>
            </p:cNvSpPr>
            <p:nvPr/>
          </p:nvSpPr>
          <p:spPr bwMode="auto">
            <a:xfrm>
              <a:off x="3321" y="2488"/>
              <a:ext cx="1971"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55">
              <a:extLst>
                <a:ext uri="{FF2B5EF4-FFF2-40B4-BE49-F238E27FC236}">
                  <a16:creationId xmlns:a16="http://schemas.microsoft.com/office/drawing/2014/main" id="{9321A198-FC6E-47BD-A079-4B2F7D960529}"/>
                </a:ext>
              </a:extLst>
            </p:cNvPr>
            <p:cNvSpPr>
              <a:spLocks noChangeShapeType="1"/>
            </p:cNvSpPr>
            <p:nvPr/>
          </p:nvSpPr>
          <p:spPr bwMode="auto">
            <a:xfrm>
              <a:off x="4765" y="542"/>
              <a:ext cx="13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58">
              <a:extLst>
                <a:ext uri="{FF2B5EF4-FFF2-40B4-BE49-F238E27FC236}">
                  <a16:creationId xmlns:a16="http://schemas.microsoft.com/office/drawing/2014/main" id="{41C30591-1336-40DA-B15F-30AAA5097100}"/>
                </a:ext>
              </a:extLst>
            </p:cNvPr>
            <p:cNvSpPr>
              <a:spLocks noChangeArrowheads="1"/>
            </p:cNvSpPr>
            <p:nvPr/>
          </p:nvSpPr>
          <p:spPr bwMode="auto">
            <a:xfrm>
              <a:off x="2981" y="476"/>
              <a:ext cx="336" cy="201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Text Box 60">
              <a:extLst>
                <a:ext uri="{FF2B5EF4-FFF2-40B4-BE49-F238E27FC236}">
                  <a16:creationId xmlns:a16="http://schemas.microsoft.com/office/drawing/2014/main" id="{F3A6292A-6A05-4044-AC21-E9F8C984F9CA}"/>
                </a:ext>
              </a:extLst>
            </p:cNvPr>
            <p:cNvSpPr txBox="1">
              <a:spLocks noChangeArrowheads="1"/>
            </p:cNvSpPr>
            <p:nvPr/>
          </p:nvSpPr>
          <p:spPr bwMode="auto">
            <a:xfrm>
              <a:off x="2925" y="487"/>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30" name="Line 84">
              <a:extLst>
                <a:ext uri="{FF2B5EF4-FFF2-40B4-BE49-F238E27FC236}">
                  <a16:creationId xmlns:a16="http://schemas.microsoft.com/office/drawing/2014/main" id="{8FB4BD19-24DC-4883-9C7E-ACC3E603EC87}"/>
                </a:ext>
              </a:extLst>
            </p:cNvPr>
            <p:cNvSpPr>
              <a:spLocks noChangeShapeType="1"/>
            </p:cNvSpPr>
            <p:nvPr/>
          </p:nvSpPr>
          <p:spPr bwMode="auto">
            <a:xfrm flipH="1">
              <a:off x="2981" y="879"/>
              <a:ext cx="3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1" name="Group 94">
            <a:extLst>
              <a:ext uri="{FF2B5EF4-FFF2-40B4-BE49-F238E27FC236}">
                <a16:creationId xmlns:a16="http://schemas.microsoft.com/office/drawing/2014/main" id="{B76C9006-56C9-4063-9A1B-9446508AAEFD}"/>
              </a:ext>
            </a:extLst>
          </p:cNvPr>
          <p:cNvGrpSpPr>
            <a:grpSpLocks/>
          </p:cNvGrpSpPr>
          <p:nvPr/>
        </p:nvGrpSpPr>
        <p:grpSpPr bwMode="auto">
          <a:xfrm>
            <a:off x="5236528" y="2378710"/>
            <a:ext cx="3470275" cy="587375"/>
            <a:chOff x="2770" y="1326"/>
            <a:chExt cx="2186" cy="370"/>
          </a:xfrm>
        </p:grpSpPr>
        <p:sp>
          <p:nvSpPr>
            <p:cNvPr id="32" name="Text Box 87">
              <a:extLst>
                <a:ext uri="{FF2B5EF4-FFF2-40B4-BE49-F238E27FC236}">
                  <a16:creationId xmlns:a16="http://schemas.microsoft.com/office/drawing/2014/main" id="{291C8853-D65A-4F59-A2A2-873D813E5412}"/>
                </a:ext>
              </a:extLst>
            </p:cNvPr>
            <p:cNvSpPr txBox="1">
              <a:spLocks noChangeArrowheads="1"/>
            </p:cNvSpPr>
            <p:nvPr/>
          </p:nvSpPr>
          <p:spPr bwMode="auto">
            <a:xfrm>
              <a:off x="2770" y="1337"/>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33" name="Text Box 88">
              <a:extLst>
                <a:ext uri="{FF2B5EF4-FFF2-40B4-BE49-F238E27FC236}">
                  <a16:creationId xmlns:a16="http://schemas.microsoft.com/office/drawing/2014/main" id="{F1FADD36-AA6C-4E50-8A85-3B1C0013272E}"/>
                </a:ext>
              </a:extLst>
            </p:cNvPr>
            <p:cNvSpPr txBox="1">
              <a:spLocks noChangeArrowheads="1"/>
            </p:cNvSpPr>
            <p:nvPr/>
          </p:nvSpPr>
          <p:spPr bwMode="auto">
            <a:xfrm>
              <a:off x="3173" y="1326"/>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Text Box 90">
              <a:extLst>
                <a:ext uri="{FF2B5EF4-FFF2-40B4-BE49-F238E27FC236}">
                  <a16:creationId xmlns:a16="http://schemas.microsoft.com/office/drawing/2014/main" id="{2EDECDDF-F7AC-4CF1-BBB8-D5CF84614016}"/>
                </a:ext>
              </a:extLst>
            </p:cNvPr>
            <p:cNvSpPr txBox="1">
              <a:spLocks noChangeArrowheads="1"/>
            </p:cNvSpPr>
            <p:nvPr/>
          </p:nvSpPr>
          <p:spPr bwMode="auto">
            <a:xfrm>
              <a:off x="3531" y="1337"/>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Text Box 91">
              <a:extLst>
                <a:ext uri="{FF2B5EF4-FFF2-40B4-BE49-F238E27FC236}">
                  <a16:creationId xmlns:a16="http://schemas.microsoft.com/office/drawing/2014/main" id="{81706F6E-36E6-42C0-AF77-A49916D861C8}"/>
                </a:ext>
              </a:extLst>
            </p:cNvPr>
            <p:cNvSpPr txBox="1">
              <a:spLocks noChangeArrowheads="1"/>
            </p:cNvSpPr>
            <p:nvPr/>
          </p:nvSpPr>
          <p:spPr bwMode="auto">
            <a:xfrm>
              <a:off x="3912" y="1369"/>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36" name="Text Box 92">
              <a:extLst>
                <a:ext uri="{FF2B5EF4-FFF2-40B4-BE49-F238E27FC236}">
                  <a16:creationId xmlns:a16="http://schemas.microsoft.com/office/drawing/2014/main" id="{5C03F8EF-AFB3-42B3-AA11-E4DD6D0923D5}"/>
                </a:ext>
              </a:extLst>
            </p:cNvPr>
            <p:cNvSpPr txBox="1">
              <a:spLocks noChangeArrowheads="1"/>
            </p:cNvSpPr>
            <p:nvPr/>
          </p:nvSpPr>
          <p:spPr bwMode="auto">
            <a:xfrm>
              <a:off x="4532" y="1347"/>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37" name="Line 93">
              <a:extLst>
                <a:ext uri="{FF2B5EF4-FFF2-40B4-BE49-F238E27FC236}">
                  <a16:creationId xmlns:a16="http://schemas.microsoft.com/office/drawing/2014/main" id="{0DB3E022-BEDC-4D32-BB62-0E1E9A35984B}"/>
                </a:ext>
              </a:extLst>
            </p:cNvPr>
            <p:cNvSpPr>
              <a:spLocks noChangeShapeType="1"/>
            </p:cNvSpPr>
            <p:nvPr/>
          </p:nvSpPr>
          <p:spPr bwMode="auto">
            <a:xfrm>
              <a:off x="4586" y="1391"/>
              <a:ext cx="142"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8" name="Group 102">
            <a:extLst>
              <a:ext uri="{FF2B5EF4-FFF2-40B4-BE49-F238E27FC236}">
                <a16:creationId xmlns:a16="http://schemas.microsoft.com/office/drawing/2014/main" id="{C91C2F9A-0B47-4017-B646-80A13BA01BA2}"/>
              </a:ext>
            </a:extLst>
          </p:cNvPr>
          <p:cNvGrpSpPr>
            <a:grpSpLocks/>
          </p:cNvGrpSpPr>
          <p:nvPr/>
        </p:nvGrpSpPr>
        <p:grpSpPr bwMode="auto">
          <a:xfrm>
            <a:off x="5252403" y="2878773"/>
            <a:ext cx="3505200" cy="536575"/>
            <a:chOff x="2780" y="1641"/>
            <a:chExt cx="2208" cy="338"/>
          </a:xfrm>
        </p:grpSpPr>
        <p:sp>
          <p:nvSpPr>
            <p:cNvPr id="39" name="Text Box 96">
              <a:extLst>
                <a:ext uri="{FF2B5EF4-FFF2-40B4-BE49-F238E27FC236}">
                  <a16:creationId xmlns:a16="http://schemas.microsoft.com/office/drawing/2014/main" id="{283B6A1B-441C-4D01-BDCE-1AAD2D823CA8}"/>
                </a:ext>
              </a:extLst>
            </p:cNvPr>
            <p:cNvSpPr txBox="1">
              <a:spLocks noChangeArrowheads="1"/>
            </p:cNvSpPr>
            <p:nvPr/>
          </p:nvSpPr>
          <p:spPr bwMode="auto">
            <a:xfrm>
              <a:off x="2780"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40" name="Text Box 97">
              <a:extLst>
                <a:ext uri="{FF2B5EF4-FFF2-40B4-BE49-F238E27FC236}">
                  <a16:creationId xmlns:a16="http://schemas.microsoft.com/office/drawing/2014/main" id="{41CDF198-B35F-46CF-9EB2-EFFBC48D26C5}"/>
                </a:ext>
              </a:extLst>
            </p:cNvPr>
            <p:cNvSpPr txBox="1">
              <a:spLocks noChangeArrowheads="1"/>
            </p:cNvSpPr>
            <p:nvPr/>
          </p:nvSpPr>
          <p:spPr bwMode="auto">
            <a:xfrm>
              <a:off x="3183" y="164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1" name="Text Box 98">
              <a:extLst>
                <a:ext uri="{FF2B5EF4-FFF2-40B4-BE49-F238E27FC236}">
                  <a16:creationId xmlns:a16="http://schemas.microsoft.com/office/drawing/2014/main" id="{6461ED04-B78C-4F56-AD6B-6E378A6352D5}"/>
                </a:ext>
              </a:extLst>
            </p:cNvPr>
            <p:cNvSpPr txBox="1">
              <a:spLocks noChangeArrowheads="1"/>
            </p:cNvSpPr>
            <p:nvPr/>
          </p:nvSpPr>
          <p:spPr bwMode="auto">
            <a:xfrm>
              <a:off x="3541"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Text Box 99">
              <a:extLst>
                <a:ext uri="{FF2B5EF4-FFF2-40B4-BE49-F238E27FC236}">
                  <a16:creationId xmlns:a16="http://schemas.microsoft.com/office/drawing/2014/main" id="{833EC5D5-8782-44A2-BC09-CBE95922E8B3}"/>
                </a:ext>
              </a:extLst>
            </p:cNvPr>
            <p:cNvSpPr txBox="1">
              <a:spLocks noChangeArrowheads="1"/>
            </p:cNvSpPr>
            <p:nvPr/>
          </p:nvSpPr>
          <p:spPr bwMode="auto">
            <a:xfrm>
              <a:off x="3966"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Text Box 100">
              <a:extLst>
                <a:ext uri="{FF2B5EF4-FFF2-40B4-BE49-F238E27FC236}">
                  <a16:creationId xmlns:a16="http://schemas.microsoft.com/office/drawing/2014/main" id="{FD8887D0-F0A4-47F3-A2E6-DB9AB93BD9D9}"/>
                </a:ext>
              </a:extLst>
            </p:cNvPr>
            <p:cNvSpPr txBox="1">
              <a:spLocks noChangeArrowheads="1"/>
            </p:cNvSpPr>
            <p:nvPr/>
          </p:nvSpPr>
          <p:spPr bwMode="auto">
            <a:xfrm>
              <a:off x="4564"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44" name="Group 103">
            <a:extLst>
              <a:ext uri="{FF2B5EF4-FFF2-40B4-BE49-F238E27FC236}">
                <a16:creationId xmlns:a16="http://schemas.microsoft.com/office/drawing/2014/main" id="{9CD54540-46A2-4C0A-8098-6EB05E362522}"/>
              </a:ext>
            </a:extLst>
          </p:cNvPr>
          <p:cNvGrpSpPr>
            <a:grpSpLocks/>
          </p:cNvGrpSpPr>
          <p:nvPr/>
        </p:nvGrpSpPr>
        <p:grpSpPr bwMode="auto">
          <a:xfrm>
            <a:off x="5268278" y="3413760"/>
            <a:ext cx="3505200" cy="536575"/>
            <a:chOff x="2780" y="1641"/>
            <a:chExt cx="2208" cy="338"/>
          </a:xfrm>
        </p:grpSpPr>
        <p:sp>
          <p:nvSpPr>
            <p:cNvPr id="45" name="Text Box 104">
              <a:extLst>
                <a:ext uri="{FF2B5EF4-FFF2-40B4-BE49-F238E27FC236}">
                  <a16:creationId xmlns:a16="http://schemas.microsoft.com/office/drawing/2014/main" id="{67BCADD5-7483-4E67-8E4A-4612B99DFFB5}"/>
                </a:ext>
              </a:extLst>
            </p:cNvPr>
            <p:cNvSpPr txBox="1">
              <a:spLocks noChangeArrowheads="1"/>
            </p:cNvSpPr>
            <p:nvPr/>
          </p:nvSpPr>
          <p:spPr bwMode="auto">
            <a:xfrm>
              <a:off x="2780"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46" name="Text Box 105">
              <a:extLst>
                <a:ext uri="{FF2B5EF4-FFF2-40B4-BE49-F238E27FC236}">
                  <a16:creationId xmlns:a16="http://schemas.microsoft.com/office/drawing/2014/main" id="{897C45AC-63F3-454C-BE4E-0044A90370AD}"/>
                </a:ext>
              </a:extLst>
            </p:cNvPr>
            <p:cNvSpPr txBox="1">
              <a:spLocks noChangeArrowheads="1"/>
            </p:cNvSpPr>
            <p:nvPr/>
          </p:nvSpPr>
          <p:spPr bwMode="auto">
            <a:xfrm>
              <a:off x="3183" y="164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Text Box 106">
              <a:extLst>
                <a:ext uri="{FF2B5EF4-FFF2-40B4-BE49-F238E27FC236}">
                  <a16:creationId xmlns:a16="http://schemas.microsoft.com/office/drawing/2014/main" id="{544EA30F-203C-448D-8605-EA523CB53EB1}"/>
                </a:ext>
              </a:extLst>
            </p:cNvPr>
            <p:cNvSpPr txBox="1">
              <a:spLocks noChangeArrowheads="1"/>
            </p:cNvSpPr>
            <p:nvPr/>
          </p:nvSpPr>
          <p:spPr bwMode="auto">
            <a:xfrm>
              <a:off x="3541"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Text Box 107">
              <a:extLst>
                <a:ext uri="{FF2B5EF4-FFF2-40B4-BE49-F238E27FC236}">
                  <a16:creationId xmlns:a16="http://schemas.microsoft.com/office/drawing/2014/main" id="{DB61955A-A4C3-4722-A5B3-5041F0D4558F}"/>
                </a:ext>
              </a:extLst>
            </p:cNvPr>
            <p:cNvSpPr txBox="1">
              <a:spLocks noChangeArrowheads="1"/>
            </p:cNvSpPr>
            <p:nvPr/>
          </p:nvSpPr>
          <p:spPr bwMode="auto">
            <a:xfrm>
              <a:off x="3966"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Text Box 108">
              <a:extLst>
                <a:ext uri="{FF2B5EF4-FFF2-40B4-BE49-F238E27FC236}">
                  <a16:creationId xmlns:a16="http://schemas.microsoft.com/office/drawing/2014/main" id="{0B5139A7-C9A2-47A9-8014-507063AFCD09}"/>
                </a:ext>
              </a:extLst>
            </p:cNvPr>
            <p:cNvSpPr txBox="1">
              <a:spLocks noChangeArrowheads="1"/>
            </p:cNvSpPr>
            <p:nvPr/>
          </p:nvSpPr>
          <p:spPr bwMode="auto">
            <a:xfrm>
              <a:off x="4564"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50" name="Group 109">
            <a:extLst>
              <a:ext uri="{FF2B5EF4-FFF2-40B4-BE49-F238E27FC236}">
                <a16:creationId xmlns:a16="http://schemas.microsoft.com/office/drawing/2014/main" id="{95126936-F4F5-4363-A364-95E23108235D}"/>
              </a:ext>
            </a:extLst>
          </p:cNvPr>
          <p:cNvGrpSpPr>
            <a:grpSpLocks/>
          </p:cNvGrpSpPr>
          <p:nvPr/>
        </p:nvGrpSpPr>
        <p:grpSpPr bwMode="auto">
          <a:xfrm>
            <a:off x="5285740" y="3897948"/>
            <a:ext cx="3505200" cy="536575"/>
            <a:chOff x="2780" y="1641"/>
            <a:chExt cx="2208" cy="338"/>
          </a:xfrm>
        </p:grpSpPr>
        <p:sp>
          <p:nvSpPr>
            <p:cNvPr id="51" name="Text Box 110">
              <a:extLst>
                <a:ext uri="{FF2B5EF4-FFF2-40B4-BE49-F238E27FC236}">
                  <a16:creationId xmlns:a16="http://schemas.microsoft.com/office/drawing/2014/main" id="{24B48499-701D-4276-B8ED-98723A59DF7E}"/>
                </a:ext>
              </a:extLst>
            </p:cNvPr>
            <p:cNvSpPr txBox="1">
              <a:spLocks noChangeArrowheads="1"/>
            </p:cNvSpPr>
            <p:nvPr/>
          </p:nvSpPr>
          <p:spPr bwMode="auto">
            <a:xfrm>
              <a:off x="2780"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52" name="Text Box 111">
              <a:extLst>
                <a:ext uri="{FF2B5EF4-FFF2-40B4-BE49-F238E27FC236}">
                  <a16:creationId xmlns:a16="http://schemas.microsoft.com/office/drawing/2014/main" id="{AA2E1CB5-3429-4330-8E28-557B0C1D8DAB}"/>
                </a:ext>
              </a:extLst>
            </p:cNvPr>
            <p:cNvSpPr txBox="1">
              <a:spLocks noChangeArrowheads="1"/>
            </p:cNvSpPr>
            <p:nvPr/>
          </p:nvSpPr>
          <p:spPr bwMode="auto">
            <a:xfrm>
              <a:off x="3183" y="164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Text Box 112">
              <a:extLst>
                <a:ext uri="{FF2B5EF4-FFF2-40B4-BE49-F238E27FC236}">
                  <a16:creationId xmlns:a16="http://schemas.microsoft.com/office/drawing/2014/main" id="{4413F68C-CB9F-4A85-8160-1F11686FE902}"/>
                </a:ext>
              </a:extLst>
            </p:cNvPr>
            <p:cNvSpPr txBox="1">
              <a:spLocks noChangeArrowheads="1"/>
            </p:cNvSpPr>
            <p:nvPr/>
          </p:nvSpPr>
          <p:spPr bwMode="auto">
            <a:xfrm>
              <a:off x="3541" y="1652"/>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Text Box 113">
              <a:extLst>
                <a:ext uri="{FF2B5EF4-FFF2-40B4-BE49-F238E27FC236}">
                  <a16:creationId xmlns:a16="http://schemas.microsoft.com/office/drawing/2014/main" id="{22CEE2DF-AA64-4C7A-96E7-9CA027935220}"/>
                </a:ext>
              </a:extLst>
            </p:cNvPr>
            <p:cNvSpPr txBox="1">
              <a:spLocks noChangeArrowheads="1"/>
            </p:cNvSpPr>
            <p:nvPr/>
          </p:nvSpPr>
          <p:spPr bwMode="auto">
            <a:xfrm>
              <a:off x="3966"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Text Box 114">
              <a:extLst>
                <a:ext uri="{FF2B5EF4-FFF2-40B4-BE49-F238E27FC236}">
                  <a16:creationId xmlns:a16="http://schemas.microsoft.com/office/drawing/2014/main" id="{675D1D1D-58F1-4F04-8D7A-15709C1C50B7}"/>
                </a:ext>
              </a:extLst>
            </p:cNvPr>
            <p:cNvSpPr txBox="1">
              <a:spLocks noChangeArrowheads="1"/>
            </p:cNvSpPr>
            <p:nvPr/>
          </p:nvSpPr>
          <p:spPr bwMode="auto">
            <a:xfrm>
              <a:off x="4564" y="1651"/>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56" name="Text Box 115">
            <a:extLst>
              <a:ext uri="{FF2B5EF4-FFF2-40B4-BE49-F238E27FC236}">
                <a16:creationId xmlns:a16="http://schemas.microsoft.com/office/drawing/2014/main" id="{AD6E9248-709F-46B2-9BF3-D70F70899A66}"/>
              </a:ext>
            </a:extLst>
          </p:cNvPr>
          <p:cNvSpPr txBox="1">
            <a:spLocks noChangeArrowheads="1"/>
          </p:cNvSpPr>
          <p:nvPr/>
        </p:nvSpPr>
        <p:spPr bwMode="auto">
          <a:xfrm>
            <a:off x="4413250" y="5491480"/>
            <a:ext cx="1758950"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逻辑符号</a:t>
            </a:r>
          </a:p>
        </p:txBody>
      </p:sp>
      <p:grpSp>
        <p:nvGrpSpPr>
          <p:cNvPr id="57" name="Group 164">
            <a:extLst>
              <a:ext uri="{FF2B5EF4-FFF2-40B4-BE49-F238E27FC236}">
                <a16:creationId xmlns:a16="http://schemas.microsoft.com/office/drawing/2014/main" id="{4BF5B2FC-9B2E-45CA-88A9-5F75CF663C79}"/>
              </a:ext>
            </a:extLst>
          </p:cNvPr>
          <p:cNvGrpSpPr>
            <a:grpSpLocks/>
          </p:cNvGrpSpPr>
          <p:nvPr/>
        </p:nvGrpSpPr>
        <p:grpSpPr bwMode="auto">
          <a:xfrm>
            <a:off x="3191193" y="2995613"/>
            <a:ext cx="1346200" cy="509587"/>
            <a:chOff x="1991" y="1695"/>
            <a:chExt cx="848" cy="321"/>
          </a:xfrm>
        </p:grpSpPr>
        <p:sp>
          <p:nvSpPr>
            <p:cNvPr id="58" name="Freeform 134">
              <a:extLst>
                <a:ext uri="{FF2B5EF4-FFF2-40B4-BE49-F238E27FC236}">
                  <a16:creationId xmlns:a16="http://schemas.microsoft.com/office/drawing/2014/main" id="{0233F5BC-C140-47D0-8238-4A45CD4C4054}"/>
                </a:ext>
              </a:extLst>
            </p:cNvPr>
            <p:cNvSpPr>
              <a:spLocks/>
            </p:cNvSpPr>
            <p:nvPr/>
          </p:nvSpPr>
          <p:spPr bwMode="auto">
            <a:xfrm>
              <a:off x="1991" y="1695"/>
              <a:ext cx="402" cy="185"/>
            </a:xfrm>
            <a:custGeom>
              <a:avLst/>
              <a:gdLst>
                <a:gd name="T0" fmla="*/ 0 w 402"/>
                <a:gd name="T1" fmla="*/ 0 h 185"/>
                <a:gd name="T2" fmla="*/ 0 w 402"/>
                <a:gd name="T3" fmla="*/ 185 h 185"/>
                <a:gd name="T4" fmla="*/ 402 w 402"/>
                <a:gd name="T5" fmla="*/ 185 h 185"/>
                <a:gd name="T6" fmla="*/ 0 60000 65536"/>
                <a:gd name="T7" fmla="*/ 0 60000 65536"/>
                <a:gd name="T8" fmla="*/ 0 60000 65536"/>
              </a:gdLst>
              <a:ahLst/>
              <a:cxnLst>
                <a:cxn ang="T6">
                  <a:pos x="T0" y="T1"/>
                </a:cxn>
                <a:cxn ang="T7">
                  <a:pos x="T2" y="T3"/>
                </a:cxn>
                <a:cxn ang="T8">
                  <a:pos x="T4" y="T5"/>
                </a:cxn>
              </a:cxnLst>
              <a:rect l="0" t="0" r="r" b="b"/>
              <a:pathLst>
                <a:path w="402" h="185">
                  <a:moveTo>
                    <a:pt x="0" y="0"/>
                  </a:moveTo>
                  <a:lnTo>
                    <a:pt x="0" y="185"/>
                  </a:lnTo>
                  <a:lnTo>
                    <a:pt x="402" y="18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59" name="Group 138">
              <a:extLst>
                <a:ext uri="{FF2B5EF4-FFF2-40B4-BE49-F238E27FC236}">
                  <a16:creationId xmlns:a16="http://schemas.microsoft.com/office/drawing/2014/main" id="{83F895AF-2DA5-4807-A5E4-6AC99CCF1082}"/>
                </a:ext>
              </a:extLst>
            </p:cNvPr>
            <p:cNvGrpSpPr>
              <a:grpSpLocks/>
            </p:cNvGrpSpPr>
            <p:nvPr/>
          </p:nvGrpSpPr>
          <p:grpSpPr bwMode="auto">
            <a:xfrm>
              <a:off x="2372" y="1728"/>
              <a:ext cx="467" cy="288"/>
              <a:chOff x="793" y="3434"/>
              <a:chExt cx="467" cy="288"/>
            </a:xfrm>
          </p:grpSpPr>
          <p:sp>
            <p:nvSpPr>
              <p:cNvPr id="60" name="Text Box 136">
                <a:extLst>
                  <a:ext uri="{FF2B5EF4-FFF2-40B4-BE49-F238E27FC236}">
                    <a16:creationId xmlns:a16="http://schemas.microsoft.com/office/drawing/2014/main" id="{EC787ED8-19EF-4B9A-99A4-518122CD1502}"/>
                  </a:ext>
                </a:extLst>
              </p:cNvPr>
              <p:cNvSpPr txBox="1">
                <a:spLocks noChangeArrowheads="1"/>
              </p:cNvSpPr>
              <p:nvPr/>
            </p:nvSpPr>
            <p:spPr bwMode="auto">
              <a:xfrm>
                <a:off x="793" y="3434"/>
                <a:ext cx="4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1" name="Line 137">
                <a:extLst>
                  <a:ext uri="{FF2B5EF4-FFF2-40B4-BE49-F238E27FC236}">
                    <a16:creationId xmlns:a16="http://schemas.microsoft.com/office/drawing/2014/main" id="{A3E0711B-AD45-47D4-92A3-18F3E480510F}"/>
                  </a:ext>
                </a:extLst>
              </p:cNvPr>
              <p:cNvSpPr>
                <a:spLocks noChangeShapeType="1"/>
              </p:cNvSpPr>
              <p:nvPr/>
            </p:nvSpPr>
            <p:spPr bwMode="auto">
              <a:xfrm>
                <a:off x="837" y="3478"/>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62" name="Group 168">
            <a:extLst>
              <a:ext uri="{FF2B5EF4-FFF2-40B4-BE49-F238E27FC236}">
                <a16:creationId xmlns:a16="http://schemas.microsoft.com/office/drawing/2014/main" id="{472AD5AF-7915-42D3-82DF-D24636A23D51}"/>
              </a:ext>
            </a:extLst>
          </p:cNvPr>
          <p:cNvGrpSpPr>
            <a:grpSpLocks/>
          </p:cNvGrpSpPr>
          <p:nvPr/>
        </p:nvGrpSpPr>
        <p:grpSpPr bwMode="auto">
          <a:xfrm>
            <a:off x="313055" y="2982595"/>
            <a:ext cx="1082675" cy="504825"/>
            <a:chOff x="178" y="1706"/>
            <a:chExt cx="682" cy="318"/>
          </a:xfrm>
        </p:grpSpPr>
        <p:sp>
          <p:nvSpPr>
            <p:cNvPr id="63" name="Freeform 135">
              <a:extLst>
                <a:ext uri="{FF2B5EF4-FFF2-40B4-BE49-F238E27FC236}">
                  <a16:creationId xmlns:a16="http://schemas.microsoft.com/office/drawing/2014/main" id="{2062A91D-F12B-44F2-A0B6-E5A0AA6FED47}"/>
                </a:ext>
              </a:extLst>
            </p:cNvPr>
            <p:cNvSpPr>
              <a:spLocks/>
            </p:cNvSpPr>
            <p:nvPr/>
          </p:nvSpPr>
          <p:spPr bwMode="auto">
            <a:xfrm flipH="1">
              <a:off x="458" y="1706"/>
              <a:ext cx="402" cy="185"/>
            </a:xfrm>
            <a:custGeom>
              <a:avLst/>
              <a:gdLst>
                <a:gd name="T0" fmla="*/ 0 w 402"/>
                <a:gd name="T1" fmla="*/ 0 h 185"/>
                <a:gd name="T2" fmla="*/ 0 w 402"/>
                <a:gd name="T3" fmla="*/ 185 h 185"/>
                <a:gd name="T4" fmla="*/ 402 w 402"/>
                <a:gd name="T5" fmla="*/ 185 h 185"/>
                <a:gd name="T6" fmla="*/ 0 60000 65536"/>
                <a:gd name="T7" fmla="*/ 0 60000 65536"/>
                <a:gd name="T8" fmla="*/ 0 60000 65536"/>
              </a:gdLst>
              <a:ahLst/>
              <a:cxnLst>
                <a:cxn ang="T6">
                  <a:pos x="T0" y="T1"/>
                </a:cxn>
                <a:cxn ang="T7">
                  <a:pos x="T2" y="T3"/>
                </a:cxn>
                <a:cxn ang="T8">
                  <a:pos x="T4" y="T5"/>
                </a:cxn>
              </a:cxnLst>
              <a:rect l="0" t="0" r="r" b="b"/>
              <a:pathLst>
                <a:path w="402" h="185">
                  <a:moveTo>
                    <a:pt x="0" y="0"/>
                  </a:moveTo>
                  <a:lnTo>
                    <a:pt x="0" y="185"/>
                  </a:lnTo>
                  <a:lnTo>
                    <a:pt x="402" y="18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64" name="Group 139">
              <a:extLst>
                <a:ext uri="{FF2B5EF4-FFF2-40B4-BE49-F238E27FC236}">
                  <a16:creationId xmlns:a16="http://schemas.microsoft.com/office/drawing/2014/main" id="{0B16F138-388D-43EF-861C-7602A28639E5}"/>
                </a:ext>
              </a:extLst>
            </p:cNvPr>
            <p:cNvGrpSpPr>
              <a:grpSpLocks/>
            </p:cNvGrpSpPr>
            <p:nvPr/>
          </p:nvGrpSpPr>
          <p:grpSpPr bwMode="auto">
            <a:xfrm>
              <a:off x="178" y="1736"/>
              <a:ext cx="467" cy="288"/>
              <a:chOff x="793" y="3434"/>
              <a:chExt cx="467" cy="288"/>
            </a:xfrm>
          </p:grpSpPr>
          <p:sp>
            <p:nvSpPr>
              <p:cNvPr id="65" name="Text Box 140">
                <a:extLst>
                  <a:ext uri="{FF2B5EF4-FFF2-40B4-BE49-F238E27FC236}">
                    <a16:creationId xmlns:a16="http://schemas.microsoft.com/office/drawing/2014/main" id="{B9D8CD2D-2109-471A-8A00-AA281401CFD7}"/>
                  </a:ext>
                </a:extLst>
              </p:cNvPr>
              <p:cNvSpPr txBox="1">
                <a:spLocks noChangeArrowheads="1"/>
              </p:cNvSpPr>
              <p:nvPr/>
            </p:nvSpPr>
            <p:spPr bwMode="auto">
              <a:xfrm>
                <a:off x="793" y="3434"/>
                <a:ext cx="4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6" name="Line 141">
                <a:extLst>
                  <a:ext uri="{FF2B5EF4-FFF2-40B4-BE49-F238E27FC236}">
                    <a16:creationId xmlns:a16="http://schemas.microsoft.com/office/drawing/2014/main" id="{C34FACAD-A18D-4791-A5CD-E277CE3BDE15}"/>
                  </a:ext>
                </a:extLst>
              </p:cNvPr>
              <p:cNvSpPr>
                <a:spLocks noChangeShapeType="1"/>
              </p:cNvSpPr>
              <p:nvPr/>
            </p:nvSpPr>
            <p:spPr bwMode="auto">
              <a:xfrm>
                <a:off x="837" y="3478"/>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67" name="Group 154">
            <a:extLst>
              <a:ext uri="{FF2B5EF4-FFF2-40B4-BE49-F238E27FC236}">
                <a16:creationId xmlns:a16="http://schemas.microsoft.com/office/drawing/2014/main" id="{34D7654E-66BC-4331-AA5D-FF7B3695929C}"/>
              </a:ext>
            </a:extLst>
          </p:cNvPr>
          <p:cNvGrpSpPr>
            <a:grpSpLocks/>
          </p:cNvGrpSpPr>
          <p:nvPr/>
        </p:nvGrpSpPr>
        <p:grpSpPr bwMode="auto">
          <a:xfrm>
            <a:off x="222569" y="4133850"/>
            <a:ext cx="673101" cy="1501775"/>
            <a:chOff x="121" y="2412"/>
            <a:chExt cx="424" cy="946"/>
          </a:xfrm>
        </p:grpSpPr>
        <p:sp>
          <p:nvSpPr>
            <p:cNvPr id="68" name="AutoShape 145">
              <a:extLst>
                <a:ext uri="{FF2B5EF4-FFF2-40B4-BE49-F238E27FC236}">
                  <a16:creationId xmlns:a16="http://schemas.microsoft.com/office/drawing/2014/main" id="{8D6DD322-1FB6-42EE-BEBC-F86EAD8EE614}"/>
                </a:ext>
              </a:extLst>
            </p:cNvPr>
            <p:cNvSpPr>
              <a:spLocks noChangeArrowheads="1"/>
            </p:cNvSpPr>
            <p:nvPr/>
          </p:nvSpPr>
          <p:spPr bwMode="auto">
            <a:xfrm>
              <a:off x="144" y="2412"/>
              <a:ext cx="303" cy="946"/>
            </a:xfrm>
            <a:prstGeom prst="wedgeRoundRectCallout">
              <a:avLst>
                <a:gd name="adj1" fmla="val 120625"/>
                <a:gd name="adj2" fmla="val -105815"/>
                <a:gd name="adj3" fmla="val 16667"/>
              </a:avLst>
            </a:prstGeom>
            <a:solidFill>
              <a:schemeClr val="bg1"/>
            </a:solidFill>
            <a:ln w="38100">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9" name="Text Box 144">
              <a:extLst>
                <a:ext uri="{FF2B5EF4-FFF2-40B4-BE49-F238E27FC236}">
                  <a16:creationId xmlns:a16="http://schemas.microsoft.com/office/drawing/2014/main" id="{2D8BEC2F-807E-46AB-A353-2B647FFC0127}"/>
                </a:ext>
              </a:extLst>
            </p:cNvPr>
            <p:cNvSpPr txBox="1">
              <a:spLocks noChangeArrowheads="1"/>
            </p:cNvSpPr>
            <p:nvPr/>
          </p:nvSpPr>
          <p:spPr bwMode="auto">
            <a:xfrm>
              <a:off x="121" y="2499"/>
              <a:ext cx="424" cy="75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solidFill>
                      <a:schemeClr val="accent6">
                        <a:lumMod val="75000"/>
                      </a:schemeClr>
                    </a:solidFill>
                  </a:ln>
                  <a:effectLst/>
                  <a:uLnTx/>
                  <a:uFillTx/>
                  <a:latin typeface="Times New Roman" panose="02020603050405020304" pitchFamily="18" charset="0"/>
                  <a:ea typeface="宋体" panose="02010600030101010101" pitchFamily="2" charset="-122"/>
                  <a:cs typeface="+mn-cs"/>
                </a:rPr>
                <a:t>置位端</a:t>
              </a:r>
            </a:p>
          </p:txBody>
        </p:sp>
      </p:grpSp>
      <p:grpSp>
        <p:nvGrpSpPr>
          <p:cNvPr id="70" name="Group 153">
            <a:extLst>
              <a:ext uri="{FF2B5EF4-FFF2-40B4-BE49-F238E27FC236}">
                <a16:creationId xmlns:a16="http://schemas.microsoft.com/office/drawing/2014/main" id="{FD59371E-A77D-464E-9BB4-2F133DE41D7C}"/>
              </a:ext>
            </a:extLst>
          </p:cNvPr>
          <p:cNvGrpSpPr>
            <a:grpSpLocks/>
          </p:cNvGrpSpPr>
          <p:nvPr/>
        </p:nvGrpSpPr>
        <p:grpSpPr bwMode="auto">
          <a:xfrm>
            <a:off x="3961448" y="3888423"/>
            <a:ext cx="673100" cy="1501775"/>
            <a:chOff x="2457" y="2411"/>
            <a:chExt cx="424" cy="946"/>
          </a:xfrm>
        </p:grpSpPr>
        <p:sp>
          <p:nvSpPr>
            <p:cNvPr id="71" name="AutoShape 148">
              <a:extLst>
                <a:ext uri="{FF2B5EF4-FFF2-40B4-BE49-F238E27FC236}">
                  <a16:creationId xmlns:a16="http://schemas.microsoft.com/office/drawing/2014/main" id="{536FF788-D663-4346-850B-D6972F810240}"/>
                </a:ext>
              </a:extLst>
            </p:cNvPr>
            <p:cNvSpPr>
              <a:spLocks noChangeArrowheads="1"/>
            </p:cNvSpPr>
            <p:nvPr/>
          </p:nvSpPr>
          <p:spPr bwMode="auto">
            <a:xfrm flipH="1">
              <a:off x="2490" y="2411"/>
              <a:ext cx="303" cy="946"/>
            </a:xfrm>
            <a:prstGeom prst="wedgeRoundRectCallout">
              <a:avLst>
                <a:gd name="adj1" fmla="val 158775"/>
                <a:gd name="adj2" fmla="val -81566"/>
                <a:gd name="adj3" fmla="val 16667"/>
              </a:avLst>
            </a:prstGeom>
            <a:solidFill>
              <a:schemeClr val="bg1"/>
            </a:solidFill>
            <a:ln w="38100">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solidFill>
                    <a:schemeClr val="accent6">
                      <a:lumMod val="75000"/>
                    </a:schemeClr>
                  </a:solidFill>
                </a:ln>
                <a:solidFill>
                  <a:schemeClr val="accent6">
                    <a:lumMod val="60000"/>
                    <a:lumOff val="40000"/>
                  </a:schemeClr>
                </a:solidFill>
                <a:effectLst/>
                <a:uLnTx/>
                <a:uFillTx/>
                <a:latin typeface="Times New Roman" panose="02020603050405020304" pitchFamily="18" charset="0"/>
                <a:ea typeface="宋体" panose="02010600030101010101" pitchFamily="2" charset="-122"/>
                <a:cs typeface="+mn-cs"/>
              </a:endParaRPr>
            </a:p>
          </p:txBody>
        </p:sp>
        <p:sp>
          <p:nvSpPr>
            <p:cNvPr id="72" name="Text Box 149">
              <a:extLst>
                <a:ext uri="{FF2B5EF4-FFF2-40B4-BE49-F238E27FC236}">
                  <a16:creationId xmlns:a16="http://schemas.microsoft.com/office/drawing/2014/main" id="{3167DD50-4DF8-4165-BDA9-3ACC15F0F5B9}"/>
                </a:ext>
              </a:extLst>
            </p:cNvPr>
            <p:cNvSpPr txBox="1">
              <a:spLocks noChangeArrowheads="1"/>
            </p:cNvSpPr>
            <p:nvPr/>
          </p:nvSpPr>
          <p:spPr bwMode="auto">
            <a:xfrm flipH="1">
              <a:off x="2457" y="2498"/>
              <a:ext cx="424" cy="75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solidFill>
                      <a:schemeClr val="accent6">
                        <a:lumMod val="75000"/>
                      </a:schemeClr>
                    </a:solidFill>
                  </a:ln>
                  <a:effectLst/>
                  <a:uLnTx/>
                  <a:uFillTx/>
                  <a:latin typeface="Times New Roman" panose="02020603050405020304" pitchFamily="18" charset="0"/>
                  <a:ea typeface="宋体" panose="02010600030101010101" pitchFamily="2" charset="-122"/>
                  <a:cs typeface="+mn-cs"/>
                </a:rPr>
                <a:t>复位端</a:t>
              </a:r>
            </a:p>
          </p:txBody>
        </p:sp>
      </p:grpSp>
      <p:grpSp>
        <p:nvGrpSpPr>
          <p:cNvPr id="73" name="Group 155">
            <a:extLst>
              <a:ext uri="{FF2B5EF4-FFF2-40B4-BE49-F238E27FC236}">
                <a16:creationId xmlns:a16="http://schemas.microsoft.com/office/drawing/2014/main" id="{69B2A281-F726-42E1-8764-0CFDA891024B}"/>
              </a:ext>
            </a:extLst>
          </p:cNvPr>
          <p:cNvGrpSpPr>
            <a:grpSpLocks/>
          </p:cNvGrpSpPr>
          <p:nvPr/>
        </p:nvGrpSpPr>
        <p:grpSpPr bwMode="auto">
          <a:xfrm>
            <a:off x="254318" y="3530600"/>
            <a:ext cx="4157662" cy="293688"/>
            <a:chOff x="141" y="2032"/>
            <a:chExt cx="2619" cy="185"/>
          </a:xfrm>
        </p:grpSpPr>
        <p:sp>
          <p:nvSpPr>
            <p:cNvPr id="74" name="Freeform 151">
              <a:extLst>
                <a:ext uri="{FF2B5EF4-FFF2-40B4-BE49-F238E27FC236}">
                  <a16:creationId xmlns:a16="http://schemas.microsoft.com/office/drawing/2014/main" id="{2903A152-9FB4-4F1F-AD95-219D8F9A4192}"/>
                </a:ext>
              </a:extLst>
            </p:cNvPr>
            <p:cNvSpPr>
              <a:spLocks/>
            </p:cNvSpPr>
            <p:nvPr/>
          </p:nvSpPr>
          <p:spPr bwMode="auto">
            <a:xfrm>
              <a:off x="141" y="2032"/>
              <a:ext cx="391" cy="185"/>
            </a:xfrm>
            <a:custGeom>
              <a:avLst/>
              <a:gdLst>
                <a:gd name="T0" fmla="*/ 0 w 391"/>
                <a:gd name="T1" fmla="*/ 0 h 185"/>
                <a:gd name="T2" fmla="*/ 141 w 391"/>
                <a:gd name="T3" fmla="*/ 0 h 185"/>
                <a:gd name="T4" fmla="*/ 141 w 391"/>
                <a:gd name="T5" fmla="*/ 185 h 185"/>
                <a:gd name="T6" fmla="*/ 250 w 391"/>
                <a:gd name="T7" fmla="*/ 185 h 185"/>
                <a:gd name="T8" fmla="*/ 250 w 391"/>
                <a:gd name="T9" fmla="*/ 0 h 185"/>
                <a:gd name="T10" fmla="*/ 391 w 391"/>
                <a:gd name="T11" fmla="*/ 0 h 1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1" h="185">
                  <a:moveTo>
                    <a:pt x="0" y="0"/>
                  </a:moveTo>
                  <a:lnTo>
                    <a:pt x="141" y="0"/>
                  </a:lnTo>
                  <a:lnTo>
                    <a:pt x="141" y="185"/>
                  </a:lnTo>
                  <a:lnTo>
                    <a:pt x="250" y="185"/>
                  </a:lnTo>
                  <a:lnTo>
                    <a:pt x="250" y="0"/>
                  </a:lnTo>
                  <a:lnTo>
                    <a:pt x="39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Freeform 152">
              <a:extLst>
                <a:ext uri="{FF2B5EF4-FFF2-40B4-BE49-F238E27FC236}">
                  <a16:creationId xmlns:a16="http://schemas.microsoft.com/office/drawing/2014/main" id="{CBA14B4C-C807-4EF0-83A9-ABA0D6C6BA5E}"/>
                </a:ext>
              </a:extLst>
            </p:cNvPr>
            <p:cNvSpPr>
              <a:spLocks/>
            </p:cNvSpPr>
            <p:nvPr/>
          </p:nvSpPr>
          <p:spPr bwMode="auto">
            <a:xfrm>
              <a:off x="2369" y="2032"/>
              <a:ext cx="391" cy="185"/>
            </a:xfrm>
            <a:custGeom>
              <a:avLst/>
              <a:gdLst>
                <a:gd name="T0" fmla="*/ 0 w 391"/>
                <a:gd name="T1" fmla="*/ 0 h 185"/>
                <a:gd name="T2" fmla="*/ 141 w 391"/>
                <a:gd name="T3" fmla="*/ 0 h 185"/>
                <a:gd name="T4" fmla="*/ 141 w 391"/>
                <a:gd name="T5" fmla="*/ 185 h 185"/>
                <a:gd name="T6" fmla="*/ 250 w 391"/>
                <a:gd name="T7" fmla="*/ 185 h 185"/>
                <a:gd name="T8" fmla="*/ 250 w 391"/>
                <a:gd name="T9" fmla="*/ 0 h 185"/>
                <a:gd name="T10" fmla="*/ 391 w 391"/>
                <a:gd name="T11" fmla="*/ 0 h 1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1" h="185">
                  <a:moveTo>
                    <a:pt x="0" y="0"/>
                  </a:moveTo>
                  <a:lnTo>
                    <a:pt x="141" y="0"/>
                  </a:lnTo>
                  <a:lnTo>
                    <a:pt x="141" y="185"/>
                  </a:lnTo>
                  <a:lnTo>
                    <a:pt x="250" y="185"/>
                  </a:lnTo>
                  <a:lnTo>
                    <a:pt x="250" y="0"/>
                  </a:lnTo>
                  <a:lnTo>
                    <a:pt x="39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6" name="组合 75"/>
          <p:cNvGrpSpPr/>
          <p:nvPr/>
        </p:nvGrpSpPr>
        <p:grpSpPr>
          <a:xfrm>
            <a:off x="6181090" y="4649153"/>
            <a:ext cx="2216150" cy="2147887"/>
            <a:chOff x="5916611" y="4336733"/>
            <a:chExt cx="2216150" cy="2147887"/>
          </a:xfrm>
        </p:grpSpPr>
        <p:grpSp>
          <p:nvGrpSpPr>
            <p:cNvPr id="77" name="Group 179">
              <a:extLst>
                <a:ext uri="{FF2B5EF4-FFF2-40B4-BE49-F238E27FC236}">
                  <a16:creationId xmlns:a16="http://schemas.microsoft.com/office/drawing/2014/main" id="{0809B173-BC90-48CD-9CD3-E221670FEBB9}"/>
                </a:ext>
              </a:extLst>
            </p:cNvPr>
            <p:cNvGrpSpPr>
              <a:grpSpLocks/>
            </p:cNvGrpSpPr>
            <p:nvPr/>
          </p:nvGrpSpPr>
          <p:grpSpPr bwMode="auto">
            <a:xfrm>
              <a:off x="6075363" y="4336733"/>
              <a:ext cx="1608137" cy="2147887"/>
              <a:chOff x="3827" y="2607"/>
              <a:chExt cx="1013" cy="1353"/>
            </a:xfrm>
          </p:grpSpPr>
          <p:sp>
            <p:nvSpPr>
              <p:cNvPr id="89" name="Rectangle 117">
                <a:extLst>
                  <a:ext uri="{FF2B5EF4-FFF2-40B4-BE49-F238E27FC236}">
                    <a16:creationId xmlns:a16="http://schemas.microsoft.com/office/drawing/2014/main" id="{758A726B-44A0-4C9A-8A9E-A81FA529C062}"/>
                  </a:ext>
                </a:extLst>
              </p:cNvPr>
              <p:cNvSpPr>
                <a:spLocks noChangeArrowheads="1"/>
              </p:cNvSpPr>
              <p:nvPr/>
            </p:nvSpPr>
            <p:spPr bwMode="auto">
              <a:xfrm>
                <a:off x="3827" y="2965"/>
                <a:ext cx="978" cy="3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0" name="Line 118">
                <a:extLst>
                  <a:ext uri="{FF2B5EF4-FFF2-40B4-BE49-F238E27FC236}">
                    <a16:creationId xmlns:a16="http://schemas.microsoft.com/office/drawing/2014/main" id="{BBFCC191-A830-4482-B101-466EB94CEDE0}"/>
                  </a:ext>
                </a:extLst>
              </p:cNvPr>
              <p:cNvSpPr>
                <a:spLocks noChangeShapeType="1"/>
              </p:cNvSpPr>
              <p:nvPr/>
            </p:nvSpPr>
            <p:spPr bwMode="auto">
              <a:xfrm flipV="1">
                <a:off x="4133" y="2607"/>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Oval 119">
                <a:extLst>
                  <a:ext uri="{FF2B5EF4-FFF2-40B4-BE49-F238E27FC236}">
                    <a16:creationId xmlns:a16="http://schemas.microsoft.com/office/drawing/2014/main" id="{9A6CE6AA-1C66-4C82-9D03-18EF187B7B20}"/>
                  </a:ext>
                </a:extLst>
              </p:cNvPr>
              <p:cNvSpPr>
                <a:spLocks noChangeArrowheads="1"/>
              </p:cNvSpPr>
              <p:nvPr/>
            </p:nvSpPr>
            <p:spPr bwMode="auto">
              <a:xfrm>
                <a:off x="4100" y="2879"/>
                <a:ext cx="65" cy="6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Line 120">
                <a:extLst>
                  <a:ext uri="{FF2B5EF4-FFF2-40B4-BE49-F238E27FC236}">
                    <a16:creationId xmlns:a16="http://schemas.microsoft.com/office/drawing/2014/main" id="{E1B23AE1-8186-4274-BCAF-6FBF4CED9B21}"/>
                  </a:ext>
                </a:extLst>
              </p:cNvPr>
              <p:cNvSpPr>
                <a:spLocks noChangeShapeType="1"/>
              </p:cNvSpPr>
              <p:nvPr/>
            </p:nvSpPr>
            <p:spPr bwMode="auto">
              <a:xfrm flipV="1">
                <a:off x="4525" y="2607"/>
                <a:ext cx="0" cy="3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 name="Line 121">
                <a:extLst>
                  <a:ext uri="{FF2B5EF4-FFF2-40B4-BE49-F238E27FC236}">
                    <a16:creationId xmlns:a16="http://schemas.microsoft.com/office/drawing/2014/main" id="{E8AB0368-4FED-4B71-B4AB-3F725249F62D}"/>
                  </a:ext>
                </a:extLst>
              </p:cNvPr>
              <p:cNvSpPr>
                <a:spLocks noChangeShapeType="1"/>
              </p:cNvSpPr>
              <p:nvPr/>
            </p:nvSpPr>
            <p:spPr bwMode="auto">
              <a:xfrm>
                <a:off x="4580" y="3356"/>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4" name="Line 122">
                <a:extLst>
                  <a:ext uri="{FF2B5EF4-FFF2-40B4-BE49-F238E27FC236}">
                    <a16:creationId xmlns:a16="http://schemas.microsoft.com/office/drawing/2014/main" id="{58A695BE-C572-4C4B-AC61-904D0F1E415F}"/>
                  </a:ext>
                </a:extLst>
              </p:cNvPr>
              <p:cNvSpPr>
                <a:spLocks noChangeShapeType="1"/>
              </p:cNvSpPr>
              <p:nvPr/>
            </p:nvSpPr>
            <p:spPr bwMode="auto">
              <a:xfrm>
                <a:off x="4100" y="3356"/>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Text Box 123">
                <a:extLst>
                  <a:ext uri="{FF2B5EF4-FFF2-40B4-BE49-F238E27FC236}">
                    <a16:creationId xmlns:a16="http://schemas.microsoft.com/office/drawing/2014/main" id="{906F045A-9554-4C29-8541-4373AC8A26B2}"/>
                  </a:ext>
                </a:extLst>
              </p:cNvPr>
              <p:cNvSpPr txBox="1">
                <a:spLocks noChangeArrowheads="1"/>
              </p:cNvSpPr>
              <p:nvPr/>
            </p:nvSpPr>
            <p:spPr bwMode="auto">
              <a:xfrm>
                <a:off x="4502" y="2684"/>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96" name="Group 124">
                <a:extLst>
                  <a:ext uri="{FF2B5EF4-FFF2-40B4-BE49-F238E27FC236}">
                    <a16:creationId xmlns:a16="http://schemas.microsoft.com/office/drawing/2014/main" id="{B043BA86-390E-42CC-890D-D55F5E54F2D3}"/>
                  </a:ext>
                </a:extLst>
              </p:cNvPr>
              <p:cNvGrpSpPr>
                <a:grpSpLocks/>
              </p:cNvGrpSpPr>
              <p:nvPr/>
            </p:nvGrpSpPr>
            <p:grpSpPr bwMode="auto">
              <a:xfrm>
                <a:off x="3860" y="2684"/>
                <a:ext cx="338" cy="288"/>
                <a:chOff x="2792" y="3391"/>
                <a:chExt cx="338" cy="288"/>
              </a:xfrm>
            </p:grpSpPr>
            <p:sp>
              <p:nvSpPr>
                <p:cNvPr id="101" name="Text Box 125">
                  <a:extLst>
                    <a:ext uri="{FF2B5EF4-FFF2-40B4-BE49-F238E27FC236}">
                      <a16:creationId xmlns:a16="http://schemas.microsoft.com/office/drawing/2014/main" id="{689715C8-68ED-45AE-A0DF-CD458A1F9EFB}"/>
                    </a:ext>
                  </a:extLst>
                </p:cNvPr>
                <p:cNvSpPr txBox="1">
                  <a:spLocks noChangeArrowheads="1"/>
                </p:cNvSpPr>
                <p:nvPr/>
              </p:nvSpPr>
              <p:spPr bwMode="auto">
                <a:xfrm>
                  <a:off x="2792" y="3391"/>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02" name="Line 126">
                  <a:extLst>
                    <a:ext uri="{FF2B5EF4-FFF2-40B4-BE49-F238E27FC236}">
                      <a16:creationId xmlns:a16="http://schemas.microsoft.com/office/drawing/2014/main" id="{9678924B-E2CD-4657-BF9C-AD9629614765}"/>
                    </a:ext>
                  </a:extLst>
                </p:cNvPr>
                <p:cNvSpPr>
                  <a:spLocks noChangeShapeType="1"/>
                </p:cNvSpPr>
                <p:nvPr/>
              </p:nvSpPr>
              <p:spPr bwMode="auto">
                <a:xfrm>
                  <a:off x="2847" y="3434"/>
                  <a:ext cx="1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7" name="Text Box 127">
                <a:extLst>
                  <a:ext uri="{FF2B5EF4-FFF2-40B4-BE49-F238E27FC236}">
                    <a16:creationId xmlns:a16="http://schemas.microsoft.com/office/drawing/2014/main" id="{C36C48EC-97BB-45F1-BB39-5F90C662B799}"/>
                  </a:ext>
                </a:extLst>
              </p:cNvPr>
              <p:cNvSpPr txBox="1">
                <a:spLocks noChangeArrowheads="1"/>
              </p:cNvSpPr>
              <p:nvPr/>
            </p:nvSpPr>
            <p:spPr bwMode="auto">
              <a:xfrm>
                <a:off x="4450" y="3607"/>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98" name="Text Box 128">
                <a:extLst>
                  <a:ext uri="{FF2B5EF4-FFF2-40B4-BE49-F238E27FC236}">
                    <a16:creationId xmlns:a16="http://schemas.microsoft.com/office/drawing/2014/main" id="{9A4A541E-76D8-4829-876A-6338D5C6F1D9}"/>
                  </a:ext>
                </a:extLst>
              </p:cNvPr>
              <p:cNvSpPr txBox="1">
                <a:spLocks noChangeArrowheads="1"/>
              </p:cNvSpPr>
              <p:nvPr/>
            </p:nvSpPr>
            <p:spPr bwMode="auto">
              <a:xfrm>
                <a:off x="3980" y="3586"/>
                <a:ext cx="3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99" name="Line 129">
                <a:extLst>
                  <a:ext uri="{FF2B5EF4-FFF2-40B4-BE49-F238E27FC236}">
                    <a16:creationId xmlns:a16="http://schemas.microsoft.com/office/drawing/2014/main" id="{913DA7CB-3856-4E7D-B342-258E74B8F090}"/>
                  </a:ext>
                </a:extLst>
              </p:cNvPr>
              <p:cNvSpPr>
                <a:spLocks noChangeShapeType="1"/>
              </p:cNvSpPr>
              <p:nvPr/>
            </p:nvSpPr>
            <p:spPr bwMode="auto">
              <a:xfrm>
                <a:off x="4340" y="3356"/>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 name="Text Box 130">
                <a:extLst>
                  <a:ext uri="{FF2B5EF4-FFF2-40B4-BE49-F238E27FC236}">
                    <a16:creationId xmlns:a16="http://schemas.microsoft.com/office/drawing/2014/main" id="{1A74BA5B-A06B-43B8-87EE-AD39FD50E564}"/>
                  </a:ext>
                </a:extLst>
              </p:cNvPr>
              <p:cNvSpPr txBox="1">
                <a:spLocks noChangeArrowheads="1"/>
              </p:cNvSpPr>
              <p:nvPr/>
            </p:nvSpPr>
            <p:spPr bwMode="auto">
              <a:xfrm>
                <a:off x="4124" y="3672"/>
                <a:ext cx="501"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grpSp>
        <p:grpSp>
          <p:nvGrpSpPr>
            <p:cNvPr id="78" name="Group 170">
              <a:extLst>
                <a:ext uri="{FF2B5EF4-FFF2-40B4-BE49-F238E27FC236}">
                  <a16:creationId xmlns:a16="http://schemas.microsoft.com/office/drawing/2014/main" id="{51C8D102-54B2-45FA-8BC9-563C39064730}"/>
                </a:ext>
              </a:extLst>
            </p:cNvPr>
            <p:cNvGrpSpPr>
              <a:grpSpLocks/>
            </p:cNvGrpSpPr>
            <p:nvPr/>
          </p:nvGrpSpPr>
          <p:grpSpPr bwMode="auto">
            <a:xfrm>
              <a:off x="5916611" y="5513073"/>
              <a:ext cx="2216150" cy="958851"/>
              <a:chOff x="3727" y="3348"/>
              <a:chExt cx="1396" cy="604"/>
            </a:xfrm>
          </p:grpSpPr>
          <p:sp>
            <p:nvSpPr>
              <p:cNvPr id="79" name="Oval 157">
                <a:extLst>
                  <a:ext uri="{FF2B5EF4-FFF2-40B4-BE49-F238E27FC236}">
                    <a16:creationId xmlns:a16="http://schemas.microsoft.com/office/drawing/2014/main" id="{EED3D55E-22E7-4AB3-804F-33C18EEAF932}"/>
                  </a:ext>
                </a:extLst>
              </p:cNvPr>
              <p:cNvSpPr>
                <a:spLocks noChangeArrowheads="1"/>
              </p:cNvSpPr>
              <p:nvPr/>
            </p:nvSpPr>
            <p:spPr bwMode="auto">
              <a:xfrm>
                <a:off x="4673" y="3359"/>
                <a:ext cx="76" cy="7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0" name="Oval 158">
                <a:extLst>
                  <a:ext uri="{FF2B5EF4-FFF2-40B4-BE49-F238E27FC236}">
                    <a16:creationId xmlns:a16="http://schemas.microsoft.com/office/drawing/2014/main" id="{70ABE934-0A20-4D18-8B70-A188D16B6C04}"/>
                  </a:ext>
                </a:extLst>
              </p:cNvPr>
              <p:cNvSpPr>
                <a:spLocks noChangeArrowheads="1"/>
              </p:cNvSpPr>
              <p:nvPr/>
            </p:nvSpPr>
            <p:spPr bwMode="auto">
              <a:xfrm>
                <a:off x="3901" y="3348"/>
                <a:ext cx="76" cy="7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1" name="Line 159">
                <a:extLst>
                  <a:ext uri="{FF2B5EF4-FFF2-40B4-BE49-F238E27FC236}">
                    <a16:creationId xmlns:a16="http://schemas.microsoft.com/office/drawing/2014/main" id="{3BFD8B28-23C2-4826-B982-AF01FF41D6A8}"/>
                  </a:ext>
                </a:extLst>
              </p:cNvPr>
              <p:cNvSpPr>
                <a:spLocks noChangeShapeType="1"/>
              </p:cNvSpPr>
              <p:nvPr/>
            </p:nvSpPr>
            <p:spPr bwMode="auto">
              <a:xfrm>
                <a:off x="4717" y="3434"/>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Line 160">
                <a:extLst>
                  <a:ext uri="{FF2B5EF4-FFF2-40B4-BE49-F238E27FC236}">
                    <a16:creationId xmlns:a16="http://schemas.microsoft.com/office/drawing/2014/main" id="{DD720DEE-0652-4DF4-B250-E65830D42B2C}"/>
                  </a:ext>
                </a:extLst>
              </p:cNvPr>
              <p:cNvSpPr>
                <a:spLocks noChangeShapeType="1"/>
              </p:cNvSpPr>
              <p:nvPr/>
            </p:nvSpPr>
            <p:spPr bwMode="auto">
              <a:xfrm>
                <a:off x="3934" y="3434"/>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3" name="Group 161">
                <a:extLst>
                  <a:ext uri="{FF2B5EF4-FFF2-40B4-BE49-F238E27FC236}">
                    <a16:creationId xmlns:a16="http://schemas.microsoft.com/office/drawing/2014/main" id="{1E61DE38-74B9-4891-A44F-4298A0B11312}"/>
                  </a:ext>
                </a:extLst>
              </p:cNvPr>
              <p:cNvGrpSpPr>
                <a:grpSpLocks/>
              </p:cNvGrpSpPr>
              <p:nvPr/>
            </p:nvGrpSpPr>
            <p:grpSpPr bwMode="auto">
              <a:xfrm>
                <a:off x="3727" y="3664"/>
                <a:ext cx="467" cy="288"/>
                <a:chOff x="790" y="3468"/>
                <a:chExt cx="467" cy="288"/>
              </a:xfrm>
            </p:grpSpPr>
            <p:sp>
              <p:nvSpPr>
                <p:cNvPr id="87" name="Text Box 162">
                  <a:extLst>
                    <a:ext uri="{FF2B5EF4-FFF2-40B4-BE49-F238E27FC236}">
                      <a16:creationId xmlns:a16="http://schemas.microsoft.com/office/drawing/2014/main" id="{96466D28-CF5A-4CD8-B941-29DCE78A1B65}"/>
                    </a:ext>
                  </a:extLst>
                </p:cNvPr>
                <p:cNvSpPr txBox="1">
                  <a:spLocks noChangeArrowheads="1"/>
                </p:cNvSpPr>
                <p:nvPr/>
              </p:nvSpPr>
              <p:spPr bwMode="auto">
                <a:xfrm>
                  <a:off x="790" y="3468"/>
                  <a:ext cx="4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88" name="Line 163">
                  <a:extLst>
                    <a:ext uri="{FF2B5EF4-FFF2-40B4-BE49-F238E27FC236}">
                      <a16:creationId xmlns:a16="http://schemas.microsoft.com/office/drawing/2014/main" id="{2F128E34-69C0-4F76-8ABC-5C00DD4C23DB}"/>
                    </a:ext>
                  </a:extLst>
                </p:cNvPr>
                <p:cNvSpPr>
                  <a:spLocks noChangeShapeType="1"/>
                </p:cNvSpPr>
                <p:nvPr/>
              </p:nvSpPr>
              <p:spPr bwMode="auto">
                <a:xfrm>
                  <a:off x="837" y="3478"/>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84" name="Group 165">
                <a:extLst>
                  <a:ext uri="{FF2B5EF4-FFF2-40B4-BE49-F238E27FC236}">
                    <a16:creationId xmlns:a16="http://schemas.microsoft.com/office/drawing/2014/main" id="{6E44288B-D7FD-47A3-AD90-8BF6981B6E57}"/>
                  </a:ext>
                </a:extLst>
              </p:cNvPr>
              <p:cNvGrpSpPr>
                <a:grpSpLocks/>
              </p:cNvGrpSpPr>
              <p:nvPr/>
            </p:nvGrpSpPr>
            <p:grpSpPr bwMode="auto">
              <a:xfrm>
                <a:off x="4656" y="3649"/>
                <a:ext cx="467" cy="288"/>
                <a:chOff x="793" y="3434"/>
                <a:chExt cx="467" cy="288"/>
              </a:xfrm>
            </p:grpSpPr>
            <p:sp>
              <p:nvSpPr>
                <p:cNvPr id="85" name="Text Box 166">
                  <a:extLst>
                    <a:ext uri="{FF2B5EF4-FFF2-40B4-BE49-F238E27FC236}">
                      <a16:creationId xmlns:a16="http://schemas.microsoft.com/office/drawing/2014/main" id="{8ED4F200-DAD2-4759-8CAA-3C653AEDB7F2}"/>
                    </a:ext>
                  </a:extLst>
                </p:cNvPr>
                <p:cNvSpPr txBox="1">
                  <a:spLocks noChangeArrowheads="1"/>
                </p:cNvSpPr>
                <p:nvPr/>
              </p:nvSpPr>
              <p:spPr bwMode="auto">
                <a:xfrm>
                  <a:off x="793" y="3434"/>
                  <a:ext cx="4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86" name="Line 167">
                  <a:extLst>
                    <a:ext uri="{FF2B5EF4-FFF2-40B4-BE49-F238E27FC236}">
                      <a16:creationId xmlns:a16="http://schemas.microsoft.com/office/drawing/2014/main" id="{850154E8-317D-4791-ABAA-CF1A19350380}"/>
                    </a:ext>
                  </a:extLst>
                </p:cNvPr>
                <p:cNvSpPr>
                  <a:spLocks noChangeShapeType="1"/>
                </p:cNvSpPr>
                <p:nvPr/>
              </p:nvSpPr>
              <p:spPr bwMode="auto">
                <a:xfrm>
                  <a:off x="837" y="3478"/>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grpSp>
        <p:nvGrpSpPr>
          <p:cNvPr id="103" name="Group 176">
            <a:extLst>
              <a:ext uri="{FF2B5EF4-FFF2-40B4-BE49-F238E27FC236}">
                <a16:creationId xmlns:a16="http://schemas.microsoft.com/office/drawing/2014/main" id="{B282B587-D54F-4DCC-B677-EF17BDE13503}"/>
              </a:ext>
            </a:extLst>
          </p:cNvPr>
          <p:cNvGrpSpPr>
            <a:grpSpLocks/>
          </p:cNvGrpSpPr>
          <p:nvPr/>
        </p:nvGrpSpPr>
        <p:grpSpPr bwMode="auto">
          <a:xfrm>
            <a:off x="1133793" y="4633913"/>
            <a:ext cx="2449512" cy="361950"/>
            <a:chOff x="695" y="2727"/>
            <a:chExt cx="1543" cy="228"/>
          </a:xfrm>
        </p:grpSpPr>
        <p:sp>
          <p:nvSpPr>
            <p:cNvPr id="104" name="Freeform 174">
              <a:extLst>
                <a:ext uri="{FF2B5EF4-FFF2-40B4-BE49-F238E27FC236}">
                  <a16:creationId xmlns:a16="http://schemas.microsoft.com/office/drawing/2014/main" id="{0DAAFA97-CEEA-4046-9C70-B4E6BCA2E386}"/>
                </a:ext>
              </a:extLst>
            </p:cNvPr>
            <p:cNvSpPr>
              <a:spLocks/>
            </p:cNvSpPr>
            <p:nvPr/>
          </p:nvSpPr>
          <p:spPr bwMode="auto">
            <a:xfrm flipV="1">
              <a:off x="695" y="2727"/>
              <a:ext cx="391" cy="185"/>
            </a:xfrm>
            <a:custGeom>
              <a:avLst/>
              <a:gdLst>
                <a:gd name="T0" fmla="*/ 0 w 391"/>
                <a:gd name="T1" fmla="*/ 0 h 185"/>
                <a:gd name="T2" fmla="*/ 141 w 391"/>
                <a:gd name="T3" fmla="*/ 0 h 185"/>
                <a:gd name="T4" fmla="*/ 141 w 391"/>
                <a:gd name="T5" fmla="*/ 185 h 185"/>
                <a:gd name="T6" fmla="*/ 250 w 391"/>
                <a:gd name="T7" fmla="*/ 185 h 185"/>
                <a:gd name="T8" fmla="*/ 250 w 391"/>
                <a:gd name="T9" fmla="*/ 0 h 185"/>
                <a:gd name="T10" fmla="*/ 391 w 391"/>
                <a:gd name="T11" fmla="*/ 0 h 1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1" h="185">
                  <a:moveTo>
                    <a:pt x="0" y="0"/>
                  </a:moveTo>
                  <a:lnTo>
                    <a:pt x="141" y="0"/>
                  </a:lnTo>
                  <a:lnTo>
                    <a:pt x="141" y="185"/>
                  </a:lnTo>
                  <a:lnTo>
                    <a:pt x="250" y="185"/>
                  </a:lnTo>
                  <a:lnTo>
                    <a:pt x="250" y="0"/>
                  </a:lnTo>
                  <a:lnTo>
                    <a:pt x="39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 name="Freeform 175">
              <a:extLst>
                <a:ext uri="{FF2B5EF4-FFF2-40B4-BE49-F238E27FC236}">
                  <a16:creationId xmlns:a16="http://schemas.microsoft.com/office/drawing/2014/main" id="{9A9A6F8D-E6B5-404D-94A8-5CEC4D5C5EE2}"/>
                </a:ext>
              </a:extLst>
            </p:cNvPr>
            <p:cNvSpPr>
              <a:spLocks/>
            </p:cNvSpPr>
            <p:nvPr/>
          </p:nvSpPr>
          <p:spPr bwMode="auto">
            <a:xfrm flipV="1">
              <a:off x="1847" y="2770"/>
              <a:ext cx="391" cy="185"/>
            </a:xfrm>
            <a:custGeom>
              <a:avLst/>
              <a:gdLst>
                <a:gd name="T0" fmla="*/ 0 w 391"/>
                <a:gd name="T1" fmla="*/ 0 h 185"/>
                <a:gd name="T2" fmla="*/ 141 w 391"/>
                <a:gd name="T3" fmla="*/ 0 h 185"/>
                <a:gd name="T4" fmla="*/ 141 w 391"/>
                <a:gd name="T5" fmla="*/ 185 h 185"/>
                <a:gd name="T6" fmla="*/ 250 w 391"/>
                <a:gd name="T7" fmla="*/ 185 h 185"/>
                <a:gd name="T8" fmla="*/ 250 w 391"/>
                <a:gd name="T9" fmla="*/ 0 h 185"/>
                <a:gd name="T10" fmla="*/ 391 w 391"/>
                <a:gd name="T11" fmla="*/ 0 h 1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1" h="185">
                  <a:moveTo>
                    <a:pt x="0" y="0"/>
                  </a:moveTo>
                  <a:lnTo>
                    <a:pt x="141" y="0"/>
                  </a:lnTo>
                  <a:lnTo>
                    <a:pt x="141" y="185"/>
                  </a:lnTo>
                  <a:lnTo>
                    <a:pt x="250" y="185"/>
                  </a:lnTo>
                  <a:lnTo>
                    <a:pt x="250" y="0"/>
                  </a:lnTo>
                  <a:lnTo>
                    <a:pt x="39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6" name="Group 180">
            <a:extLst>
              <a:ext uri="{FF2B5EF4-FFF2-40B4-BE49-F238E27FC236}">
                <a16:creationId xmlns:a16="http://schemas.microsoft.com/office/drawing/2014/main" id="{6C8D5774-5CF2-4BD5-83E5-A4B46F4AA1C2}"/>
              </a:ext>
            </a:extLst>
          </p:cNvPr>
          <p:cNvGrpSpPr>
            <a:grpSpLocks/>
          </p:cNvGrpSpPr>
          <p:nvPr/>
        </p:nvGrpSpPr>
        <p:grpSpPr bwMode="auto">
          <a:xfrm>
            <a:off x="989330" y="1778000"/>
            <a:ext cx="2614613" cy="3114676"/>
            <a:chOff x="277" y="1243"/>
            <a:chExt cx="1647" cy="1962"/>
          </a:xfrm>
        </p:grpSpPr>
        <p:grpSp>
          <p:nvGrpSpPr>
            <p:cNvPr id="107" name="Group 181">
              <a:extLst>
                <a:ext uri="{FF2B5EF4-FFF2-40B4-BE49-F238E27FC236}">
                  <a16:creationId xmlns:a16="http://schemas.microsoft.com/office/drawing/2014/main" id="{80366EFA-E45F-428C-BBBA-A9629FE2CC73}"/>
                </a:ext>
              </a:extLst>
            </p:cNvPr>
            <p:cNvGrpSpPr>
              <a:grpSpLocks/>
            </p:cNvGrpSpPr>
            <p:nvPr/>
          </p:nvGrpSpPr>
          <p:grpSpPr bwMode="auto">
            <a:xfrm>
              <a:off x="277" y="1243"/>
              <a:ext cx="1647" cy="1962"/>
              <a:chOff x="277" y="1243"/>
              <a:chExt cx="1647" cy="1962"/>
            </a:xfrm>
          </p:grpSpPr>
          <p:sp>
            <p:nvSpPr>
              <p:cNvPr id="112" name="Line 182">
                <a:extLst>
                  <a:ext uri="{FF2B5EF4-FFF2-40B4-BE49-F238E27FC236}">
                    <a16:creationId xmlns:a16="http://schemas.microsoft.com/office/drawing/2014/main" id="{906CB7B5-CE67-4B38-8640-E4CCFB7022C3}"/>
                  </a:ext>
                </a:extLst>
              </p:cNvPr>
              <p:cNvSpPr>
                <a:spLocks noChangeShapeType="1"/>
              </p:cNvSpPr>
              <p:nvPr/>
            </p:nvSpPr>
            <p:spPr bwMode="auto">
              <a:xfrm>
                <a:off x="517"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3" name="Rectangle 183">
                <a:extLst>
                  <a:ext uri="{FF2B5EF4-FFF2-40B4-BE49-F238E27FC236}">
                    <a16:creationId xmlns:a16="http://schemas.microsoft.com/office/drawing/2014/main" id="{F479E184-8718-4138-A423-6138E953871D}"/>
                  </a:ext>
                </a:extLst>
              </p:cNvPr>
              <p:cNvSpPr>
                <a:spLocks noChangeArrowheads="1"/>
              </p:cNvSpPr>
              <p:nvPr/>
            </p:nvSpPr>
            <p:spPr bwMode="auto">
              <a:xfrm>
                <a:off x="1285"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114" name="Group 184">
                <a:extLst>
                  <a:ext uri="{FF2B5EF4-FFF2-40B4-BE49-F238E27FC236}">
                    <a16:creationId xmlns:a16="http://schemas.microsoft.com/office/drawing/2014/main" id="{3050AA20-BF50-4C82-80DF-705A732322AB}"/>
                  </a:ext>
                </a:extLst>
              </p:cNvPr>
              <p:cNvGrpSpPr>
                <a:grpSpLocks/>
              </p:cNvGrpSpPr>
              <p:nvPr/>
            </p:nvGrpSpPr>
            <p:grpSpPr bwMode="auto">
              <a:xfrm>
                <a:off x="1497" y="1419"/>
                <a:ext cx="47" cy="288"/>
                <a:chOff x="586" y="1296"/>
                <a:chExt cx="48" cy="288"/>
              </a:xfrm>
            </p:grpSpPr>
            <p:sp>
              <p:nvSpPr>
                <p:cNvPr id="147" name="Oval 185">
                  <a:extLst>
                    <a:ext uri="{FF2B5EF4-FFF2-40B4-BE49-F238E27FC236}">
                      <a16:creationId xmlns:a16="http://schemas.microsoft.com/office/drawing/2014/main" id="{E1DF0584-F548-485D-BBF3-6E19896560A5}"/>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8" name="Line 186">
                  <a:extLst>
                    <a:ext uri="{FF2B5EF4-FFF2-40B4-BE49-F238E27FC236}">
                      <a16:creationId xmlns:a16="http://schemas.microsoft.com/office/drawing/2014/main" id="{D4CAF31C-2BB9-4E9E-B8BA-77EE77491454}"/>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15" name="Line 187">
                <a:extLst>
                  <a:ext uri="{FF2B5EF4-FFF2-40B4-BE49-F238E27FC236}">
                    <a16:creationId xmlns:a16="http://schemas.microsoft.com/office/drawing/2014/main" id="{C57ACBBC-CF19-4C11-BF0F-DDD04D580E45}"/>
                  </a:ext>
                </a:extLst>
              </p:cNvPr>
              <p:cNvSpPr>
                <a:spLocks noChangeShapeType="1"/>
              </p:cNvSpPr>
              <p:nvPr/>
            </p:nvSpPr>
            <p:spPr bwMode="auto">
              <a:xfrm>
                <a:off x="1669"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 name="Line 188">
                <a:extLst>
                  <a:ext uri="{FF2B5EF4-FFF2-40B4-BE49-F238E27FC236}">
                    <a16:creationId xmlns:a16="http://schemas.microsoft.com/office/drawing/2014/main" id="{D4E3F800-88E2-4924-AC94-74D7FD45A1C2}"/>
                  </a:ext>
                </a:extLst>
              </p:cNvPr>
              <p:cNvSpPr>
                <a:spLocks noChangeShapeType="1"/>
              </p:cNvSpPr>
              <p:nvPr/>
            </p:nvSpPr>
            <p:spPr bwMode="auto">
              <a:xfrm>
                <a:off x="1237"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7" name="Line 189">
                <a:extLst>
                  <a:ext uri="{FF2B5EF4-FFF2-40B4-BE49-F238E27FC236}">
                    <a16:creationId xmlns:a16="http://schemas.microsoft.com/office/drawing/2014/main" id="{F8A91E4E-6B70-4DA4-B627-6CB185B79AFF}"/>
                  </a:ext>
                </a:extLst>
              </p:cNvPr>
              <p:cNvSpPr>
                <a:spLocks noChangeShapeType="1"/>
              </p:cNvSpPr>
              <p:nvPr/>
            </p:nvSpPr>
            <p:spPr bwMode="auto">
              <a:xfrm>
                <a:off x="949"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 name="Line 190">
                <a:extLst>
                  <a:ext uri="{FF2B5EF4-FFF2-40B4-BE49-F238E27FC236}">
                    <a16:creationId xmlns:a16="http://schemas.microsoft.com/office/drawing/2014/main" id="{3BFD683A-6572-402F-A211-787A6D81CF6F}"/>
                  </a:ext>
                </a:extLst>
              </p:cNvPr>
              <p:cNvSpPr>
                <a:spLocks noChangeShapeType="1"/>
              </p:cNvSpPr>
              <p:nvPr/>
            </p:nvSpPr>
            <p:spPr bwMode="auto">
              <a:xfrm flipH="1">
                <a:off x="1045"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9" name="Line 191">
                <a:extLst>
                  <a:ext uri="{FF2B5EF4-FFF2-40B4-BE49-F238E27FC236}">
                    <a16:creationId xmlns:a16="http://schemas.microsoft.com/office/drawing/2014/main" id="{3EFAE32A-E831-4164-A53D-9CCF53A0A311}"/>
                  </a:ext>
                </a:extLst>
              </p:cNvPr>
              <p:cNvSpPr>
                <a:spLocks noChangeShapeType="1"/>
              </p:cNvSpPr>
              <p:nvPr/>
            </p:nvSpPr>
            <p:spPr bwMode="auto">
              <a:xfrm>
                <a:off x="1141"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0" name="Line 192">
                <a:extLst>
                  <a:ext uri="{FF2B5EF4-FFF2-40B4-BE49-F238E27FC236}">
                    <a16:creationId xmlns:a16="http://schemas.microsoft.com/office/drawing/2014/main" id="{84E59F6E-9F0D-404A-8D58-6C46649D74E7}"/>
                  </a:ext>
                </a:extLst>
              </p:cNvPr>
              <p:cNvSpPr>
                <a:spLocks noChangeShapeType="1"/>
              </p:cNvSpPr>
              <p:nvPr/>
            </p:nvSpPr>
            <p:spPr bwMode="auto">
              <a:xfrm>
                <a:off x="805"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1" name="Line 193">
                <a:extLst>
                  <a:ext uri="{FF2B5EF4-FFF2-40B4-BE49-F238E27FC236}">
                    <a16:creationId xmlns:a16="http://schemas.microsoft.com/office/drawing/2014/main" id="{5ED2635C-DEA9-4B81-9CB5-9EC5B7C91C5B}"/>
                  </a:ext>
                </a:extLst>
              </p:cNvPr>
              <p:cNvSpPr>
                <a:spLocks noChangeShapeType="1"/>
              </p:cNvSpPr>
              <p:nvPr/>
            </p:nvSpPr>
            <p:spPr bwMode="auto">
              <a:xfrm>
                <a:off x="1381"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 name="Line 194">
                <a:extLst>
                  <a:ext uri="{FF2B5EF4-FFF2-40B4-BE49-F238E27FC236}">
                    <a16:creationId xmlns:a16="http://schemas.microsoft.com/office/drawing/2014/main" id="{8271D780-AC12-4838-BD4F-85910574111B}"/>
                  </a:ext>
                </a:extLst>
              </p:cNvPr>
              <p:cNvSpPr>
                <a:spLocks noChangeShapeType="1"/>
              </p:cNvSpPr>
              <p:nvPr/>
            </p:nvSpPr>
            <p:spPr bwMode="auto">
              <a:xfrm>
                <a:off x="805"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3" name="Oval 195">
                <a:extLst>
                  <a:ext uri="{FF2B5EF4-FFF2-40B4-BE49-F238E27FC236}">
                    <a16:creationId xmlns:a16="http://schemas.microsoft.com/office/drawing/2014/main" id="{C7ABEA8C-448F-4D7F-90D9-AADBD7A204A4}"/>
                  </a:ext>
                </a:extLst>
              </p:cNvPr>
              <p:cNvSpPr>
                <a:spLocks noChangeArrowheads="1"/>
              </p:cNvSpPr>
              <p:nvPr/>
            </p:nvSpPr>
            <p:spPr bwMode="auto">
              <a:xfrm>
                <a:off x="1497" y="1538"/>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4" name="Rectangle 196">
                <a:extLst>
                  <a:ext uri="{FF2B5EF4-FFF2-40B4-BE49-F238E27FC236}">
                    <a16:creationId xmlns:a16="http://schemas.microsoft.com/office/drawing/2014/main" id="{1839E7D6-62DB-412E-A77A-81F1CCDB0521}"/>
                  </a:ext>
                </a:extLst>
              </p:cNvPr>
              <p:cNvSpPr>
                <a:spLocks noChangeArrowheads="1"/>
              </p:cNvSpPr>
              <p:nvPr/>
            </p:nvSpPr>
            <p:spPr bwMode="auto">
              <a:xfrm>
                <a:off x="421"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125" name="Group 197">
                <a:extLst>
                  <a:ext uri="{FF2B5EF4-FFF2-40B4-BE49-F238E27FC236}">
                    <a16:creationId xmlns:a16="http://schemas.microsoft.com/office/drawing/2014/main" id="{8D58E917-BC3D-4FAD-819F-1AF1490A0BD1}"/>
                  </a:ext>
                </a:extLst>
              </p:cNvPr>
              <p:cNvGrpSpPr>
                <a:grpSpLocks/>
              </p:cNvGrpSpPr>
              <p:nvPr/>
            </p:nvGrpSpPr>
            <p:grpSpPr bwMode="auto">
              <a:xfrm>
                <a:off x="623" y="1419"/>
                <a:ext cx="48" cy="288"/>
                <a:chOff x="586" y="1296"/>
                <a:chExt cx="48" cy="288"/>
              </a:xfrm>
            </p:grpSpPr>
            <p:sp>
              <p:nvSpPr>
                <p:cNvPr id="145" name="Oval 198">
                  <a:extLst>
                    <a:ext uri="{FF2B5EF4-FFF2-40B4-BE49-F238E27FC236}">
                      <a16:creationId xmlns:a16="http://schemas.microsoft.com/office/drawing/2014/main" id="{EA2BFF04-2C8C-4033-A16F-91A7AF633D50}"/>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6" name="Line 199">
                  <a:extLst>
                    <a:ext uri="{FF2B5EF4-FFF2-40B4-BE49-F238E27FC236}">
                      <a16:creationId xmlns:a16="http://schemas.microsoft.com/office/drawing/2014/main" id="{2867DD6B-5063-4047-8CC0-FAB785AEFB6D}"/>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26" name="Line 200">
                <a:extLst>
                  <a:ext uri="{FF2B5EF4-FFF2-40B4-BE49-F238E27FC236}">
                    <a16:creationId xmlns:a16="http://schemas.microsoft.com/office/drawing/2014/main" id="{11335564-6CD8-49A2-8A91-50FE1205D780}"/>
                  </a:ext>
                </a:extLst>
              </p:cNvPr>
              <p:cNvSpPr>
                <a:spLocks noChangeShapeType="1"/>
              </p:cNvSpPr>
              <p:nvPr/>
            </p:nvSpPr>
            <p:spPr bwMode="auto">
              <a:xfrm>
                <a:off x="661"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7" name="Oval 201">
                <a:extLst>
                  <a:ext uri="{FF2B5EF4-FFF2-40B4-BE49-F238E27FC236}">
                    <a16:creationId xmlns:a16="http://schemas.microsoft.com/office/drawing/2014/main" id="{4705B94D-89E5-4235-A47A-4662DF40B3D0}"/>
                  </a:ext>
                </a:extLst>
              </p:cNvPr>
              <p:cNvSpPr>
                <a:spLocks noChangeArrowheads="1"/>
              </p:cNvSpPr>
              <p:nvPr/>
            </p:nvSpPr>
            <p:spPr bwMode="auto">
              <a:xfrm>
                <a:off x="628" y="1538"/>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8" name="Text Box 202">
                <a:extLst>
                  <a:ext uri="{FF2B5EF4-FFF2-40B4-BE49-F238E27FC236}">
                    <a16:creationId xmlns:a16="http://schemas.microsoft.com/office/drawing/2014/main" id="{7622C126-DF10-4666-8721-734AA58C46A1}"/>
                  </a:ext>
                </a:extLst>
              </p:cNvPr>
              <p:cNvSpPr txBox="1">
                <a:spLocks noChangeArrowheads="1"/>
              </p:cNvSpPr>
              <p:nvPr/>
            </p:nvSpPr>
            <p:spPr bwMode="auto">
              <a:xfrm>
                <a:off x="395" y="1253"/>
                <a:ext cx="384"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29" name="Rectangle 203">
                <a:extLst>
                  <a:ext uri="{FF2B5EF4-FFF2-40B4-BE49-F238E27FC236}">
                    <a16:creationId xmlns:a16="http://schemas.microsoft.com/office/drawing/2014/main" id="{08DAA644-137C-423D-B852-37B19AC4AB16}"/>
                  </a:ext>
                </a:extLst>
              </p:cNvPr>
              <p:cNvSpPr>
                <a:spLocks noChangeArrowheads="1"/>
              </p:cNvSpPr>
              <p:nvPr/>
            </p:nvSpPr>
            <p:spPr bwMode="auto">
              <a:xfrm>
                <a:off x="1525" y="1243"/>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30" name="Line 204">
                <a:extLst>
                  <a:ext uri="{FF2B5EF4-FFF2-40B4-BE49-F238E27FC236}">
                    <a16:creationId xmlns:a16="http://schemas.microsoft.com/office/drawing/2014/main" id="{D45B3AC8-AF3D-4762-8C1C-B5FB2106A952}"/>
                  </a:ext>
                </a:extLst>
              </p:cNvPr>
              <p:cNvSpPr>
                <a:spLocks noChangeShapeType="1"/>
              </p:cNvSpPr>
              <p:nvPr/>
            </p:nvSpPr>
            <p:spPr bwMode="auto">
              <a:xfrm>
                <a:off x="1593" y="12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1" name="Rectangle 205">
                <a:extLst>
                  <a:ext uri="{FF2B5EF4-FFF2-40B4-BE49-F238E27FC236}">
                    <a16:creationId xmlns:a16="http://schemas.microsoft.com/office/drawing/2014/main" id="{02663CF7-EE36-4A44-99F2-C494ECE96D9F}"/>
                  </a:ext>
                </a:extLst>
              </p:cNvPr>
              <p:cNvSpPr>
                <a:spLocks noChangeArrowheads="1"/>
              </p:cNvSpPr>
              <p:nvPr/>
            </p:nvSpPr>
            <p:spPr bwMode="auto">
              <a:xfrm>
                <a:off x="277" y="2779"/>
                <a:ext cx="241"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32" name="Rectangle 206">
                <a:extLst>
                  <a:ext uri="{FF2B5EF4-FFF2-40B4-BE49-F238E27FC236}">
                    <a16:creationId xmlns:a16="http://schemas.microsoft.com/office/drawing/2014/main" id="{038BCFC9-CCBD-4149-BF8D-561627729EF1}"/>
                  </a:ext>
                </a:extLst>
              </p:cNvPr>
              <p:cNvSpPr>
                <a:spLocks noChangeArrowheads="1"/>
              </p:cNvSpPr>
              <p:nvPr/>
            </p:nvSpPr>
            <p:spPr bwMode="auto">
              <a:xfrm>
                <a:off x="1669" y="2763"/>
                <a:ext cx="255"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33" name="Line 207">
                <a:extLst>
                  <a:ext uri="{FF2B5EF4-FFF2-40B4-BE49-F238E27FC236}">
                    <a16:creationId xmlns:a16="http://schemas.microsoft.com/office/drawing/2014/main" id="{25F50586-D210-4F91-ACC7-30E53410BAFB}"/>
                  </a:ext>
                </a:extLst>
              </p:cNvPr>
              <p:cNvSpPr>
                <a:spLocks noChangeShapeType="1"/>
              </p:cNvSpPr>
              <p:nvPr/>
            </p:nvSpPr>
            <p:spPr bwMode="auto">
              <a:xfrm>
                <a:off x="805" y="2763"/>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4" name="Oval 208">
                <a:extLst>
                  <a:ext uri="{FF2B5EF4-FFF2-40B4-BE49-F238E27FC236}">
                    <a16:creationId xmlns:a16="http://schemas.microsoft.com/office/drawing/2014/main" id="{B5B5BCDE-F9E6-4944-86B4-F26EB232CDCD}"/>
                  </a:ext>
                </a:extLst>
              </p:cNvPr>
              <p:cNvSpPr>
                <a:spLocks noChangeArrowheads="1"/>
              </p:cNvSpPr>
              <p:nvPr/>
            </p:nvSpPr>
            <p:spPr bwMode="auto">
              <a:xfrm>
                <a:off x="1065" y="2735"/>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5" name="Oval 209">
                <a:extLst>
                  <a:ext uri="{FF2B5EF4-FFF2-40B4-BE49-F238E27FC236}">
                    <a16:creationId xmlns:a16="http://schemas.microsoft.com/office/drawing/2014/main" id="{6EDA112F-71EE-4B86-83F9-23C60A847E28}"/>
                  </a:ext>
                </a:extLst>
              </p:cNvPr>
              <p:cNvSpPr>
                <a:spLocks noChangeArrowheads="1"/>
              </p:cNvSpPr>
              <p:nvPr/>
            </p:nvSpPr>
            <p:spPr bwMode="auto">
              <a:xfrm>
                <a:off x="633"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6" name="Line 210">
                <a:extLst>
                  <a:ext uri="{FF2B5EF4-FFF2-40B4-BE49-F238E27FC236}">
                    <a16:creationId xmlns:a16="http://schemas.microsoft.com/office/drawing/2014/main" id="{EBB69E47-A992-4AC0-AB6C-4261B99E3BE5}"/>
                  </a:ext>
                </a:extLst>
              </p:cNvPr>
              <p:cNvSpPr>
                <a:spLocks noChangeShapeType="1"/>
              </p:cNvSpPr>
              <p:nvPr/>
            </p:nvSpPr>
            <p:spPr bwMode="auto">
              <a:xfrm>
                <a:off x="661"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 name="Rectangle 211">
                <a:extLst>
                  <a:ext uri="{FF2B5EF4-FFF2-40B4-BE49-F238E27FC236}">
                    <a16:creationId xmlns:a16="http://schemas.microsoft.com/office/drawing/2014/main" id="{69C7782B-F17E-4FFF-B590-D4BFD99C905E}"/>
                  </a:ext>
                </a:extLst>
              </p:cNvPr>
              <p:cNvSpPr>
                <a:spLocks noChangeArrowheads="1"/>
              </p:cNvSpPr>
              <p:nvPr/>
            </p:nvSpPr>
            <p:spPr bwMode="auto">
              <a:xfrm>
                <a:off x="421"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8" name="Oval 212">
                <a:extLst>
                  <a:ext uri="{FF2B5EF4-FFF2-40B4-BE49-F238E27FC236}">
                    <a16:creationId xmlns:a16="http://schemas.microsoft.com/office/drawing/2014/main" id="{9827A7DA-0D1D-42F2-AA30-448B15B71637}"/>
                  </a:ext>
                </a:extLst>
              </p:cNvPr>
              <p:cNvSpPr>
                <a:spLocks noChangeArrowheads="1"/>
              </p:cNvSpPr>
              <p:nvPr/>
            </p:nvSpPr>
            <p:spPr bwMode="auto">
              <a:xfrm>
                <a:off x="1497"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9" name="Line 213">
                <a:extLst>
                  <a:ext uri="{FF2B5EF4-FFF2-40B4-BE49-F238E27FC236}">
                    <a16:creationId xmlns:a16="http://schemas.microsoft.com/office/drawing/2014/main" id="{2012832C-CADA-4FBB-9D12-7B860621D914}"/>
                  </a:ext>
                </a:extLst>
              </p:cNvPr>
              <p:cNvSpPr>
                <a:spLocks noChangeShapeType="1"/>
              </p:cNvSpPr>
              <p:nvPr/>
            </p:nvSpPr>
            <p:spPr bwMode="auto">
              <a:xfrm>
                <a:off x="1525"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0" name="Rectangle 214">
                <a:extLst>
                  <a:ext uri="{FF2B5EF4-FFF2-40B4-BE49-F238E27FC236}">
                    <a16:creationId xmlns:a16="http://schemas.microsoft.com/office/drawing/2014/main" id="{051C2B81-69AD-49C1-BEE4-217BE826E3B7}"/>
                  </a:ext>
                </a:extLst>
              </p:cNvPr>
              <p:cNvSpPr>
                <a:spLocks noChangeArrowheads="1"/>
              </p:cNvSpPr>
              <p:nvPr/>
            </p:nvSpPr>
            <p:spPr bwMode="auto">
              <a:xfrm>
                <a:off x="1285"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1" name="Line 215">
                <a:extLst>
                  <a:ext uri="{FF2B5EF4-FFF2-40B4-BE49-F238E27FC236}">
                    <a16:creationId xmlns:a16="http://schemas.microsoft.com/office/drawing/2014/main" id="{14743861-D27B-49C5-BEEE-67151E05AAE0}"/>
                  </a:ext>
                </a:extLst>
              </p:cNvPr>
              <p:cNvSpPr>
                <a:spLocks noChangeShapeType="1"/>
              </p:cNvSpPr>
              <p:nvPr/>
            </p:nvSpPr>
            <p:spPr bwMode="auto">
              <a:xfrm>
                <a:off x="805"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2" name="Line 216">
                <a:extLst>
                  <a:ext uri="{FF2B5EF4-FFF2-40B4-BE49-F238E27FC236}">
                    <a16:creationId xmlns:a16="http://schemas.microsoft.com/office/drawing/2014/main" id="{BC1A168F-6C17-4593-B096-D8F545DAC15C}"/>
                  </a:ext>
                </a:extLst>
              </p:cNvPr>
              <p:cNvSpPr>
                <a:spLocks noChangeShapeType="1"/>
              </p:cNvSpPr>
              <p:nvPr/>
            </p:nvSpPr>
            <p:spPr bwMode="auto">
              <a:xfrm>
                <a:off x="1381"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 name="Line 217">
                <a:extLst>
                  <a:ext uri="{FF2B5EF4-FFF2-40B4-BE49-F238E27FC236}">
                    <a16:creationId xmlns:a16="http://schemas.microsoft.com/office/drawing/2014/main" id="{A03829D9-39E2-4DC4-8358-7992CF7A0372}"/>
                  </a:ext>
                </a:extLst>
              </p:cNvPr>
              <p:cNvSpPr>
                <a:spLocks noChangeShapeType="1"/>
              </p:cNvSpPr>
              <p:nvPr/>
            </p:nvSpPr>
            <p:spPr bwMode="auto">
              <a:xfrm>
                <a:off x="1093" y="2763"/>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4" name="Rectangle 218">
                <a:extLst>
                  <a:ext uri="{FF2B5EF4-FFF2-40B4-BE49-F238E27FC236}">
                    <a16:creationId xmlns:a16="http://schemas.microsoft.com/office/drawing/2014/main" id="{A2DD2844-4B26-4B5F-9C68-69D8C72CBB9D}"/>
                  </a:ext>
                </a:extLst>
              </p:cNvPr>
              <p:cNvSpPr>
                <a:spLocks noChangeArrowheads="1"/>
              </p:cNvSpPr>
              <p:nvPr/>
            </p:nvSpPr>
            <p:spPr bwMode="auto">
              <a:xfrm>
                <a:off x="945" y="2875"/>
                <a:ext cx="393"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grpSp>
        <p:sp>
          <p:nvSpPr>
            <p:cNvPr id="108" name="Text Box 219">
              <a:extLst>
                <a:ext uri="{FF2B5EF4-FFF2-40B4-BE49-F238E27FC236}">
                  <a16:creationId xmlns:a16="http://schemas.microsoft.com/office/drawing/2014/main" id="{DF10F5A2-63E8-4B60-9910-F70C59B58E78}"/>
                </a:ext>
              </a:extLst>
            </p:cNvPr>
            <p:cNvSpPr txBox="1">
              <a:spLocks noChangeArrowheads="1"/>
            </p:cNvSpPr>
            <p:nvPr/>
          </p:nvSpPr>
          <p:spPr bwMode="auto">
            <a:xfrm>
              <a:off x="424" y="1684"/>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09" name="Text Box 220">
              <a:extLst>
                <a:ext uri="{FF2B5EF4-FFF2-40B4-BE49-F238E27FC236}">
                  <a16:creationId xmlns:a16="http://schemas.microsoft.com/office/drawing/2014/main" id="{DF509CCE-F6C9-49F9-8A36-6B46C20BE581}"/>
                </a:ext>
              </a:extLst>
            </p:cNvPr>
            <p:cNvSpPr txBox="1">
              <a:spLocks noChangeArrowheads="1"/>
            </p:cNvSpPr>
            <p:nvPr/>
          </p:nvSpPr>
          <p:spPr bwMode="auto">
            <a:xfrm>
              <a:off x="1293" y="1695"/>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10" name="Text Box 221">
              <a:extLst>
                <a:ext uri="{FF2B5EF4-FFF2-40B4-BE49-F238E27FC236}">
                  <a16:creationId xmlns:a16="http://schemas.microsoft.com/office/drawing/2014/main" id="{8A899089-9E57-47BC-8287-1F9985036257}"/>
                </a:ext>
              </a:extLst>
            </p:cNvPr>
            <p:cNvSpPr txBox="1">
              <a:spLocks noChangeArrowheads="1"/>
            </p:cNvSpPr>
            <p:nvPr/>
          </p:nvSpPr>
          <p:spPr bwMode="auto">
            <a:xfrm>
              <a:off x="413" y="2380"/>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11" name="Text Box 222">
              <a:extLst>
                <a:ext uri="{FF2B5EF4-FFF2-40B4-BE49-F238E27FC236}">
                  <a16:creationId xmlns:a16="http://schemas.microsoft.com/office/drawing/2014/main" id="{8B3D9677-E22E-49F3-ADA9-5B670EF888E6}"/>
                </a:ext>
              </a:extLst>
            </p:cNvPr>
            <p:cNvSpPr txBox="1">
              <a:spLocks noChangeArrowheads="1"/>
            </p:cNvSpPr>
            <p:nvPr/>
          </p:nvSpPr>
          <p:spPr bwMode="auto">
            <a:xfrm>
              <a:off x="1255" y="2379"/>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wipe(up)">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ou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3"/>
                                        </p:tgtEl>
                                        <p:attrNameLst>
                                          <p:attrName>style.visibility</p:attrName>
                                        </p:attrNameLst>
                                      </p:cBhvr>
                                      <p:to>
                                        <p:strVal val="visible"/>
                                      </p:to>
                                    </p:set>
                                    <p:animEffect transition="in" filter="wipe(left)">
                                      <p:cBhvr>
                                        <p:cTn id="52" dur="500"/>
                                        <p:tgtEl>
                                          <p:spTgt spid="103"/>
                                        </p:tgtEl>
                                      </p:cBhvr>
                                    </p:animEffect>
                                  </p:childTnLst>
                                </p:cTn>
                              </p:par>
                            </p:childTnLst>
                          </p:cTn>
                        </p:par>
                      </p:childTnLst>
                    </p:cTn>
                  </p:par>
                  <p:par>
                    <p:cTn id="53" fill="hold">
                      <p:stCondLst>
                        <p:cond delay="indefinite"/>
                      </p:stCondLst>
                      <p:childTnLst>
                        <p:par>
                          <p:cTn id="54" fill="hold">
                            <p:stCondLst>
                              <p:cond delay="0"/>
                            </p:stCondLst>
                            <p:childTnLst>
                              <p:par>
                                <p:cTn id="55" presetID="19" presetClass="entr" presetSubtype="1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 calcmode="lin" valueType="num">
                                      <p:cBhvr>
                                        <p:cTn id="57" dur="5000" fill="hold"/>
                                        <p:tgtEl>
                                          <p:spTgt spid="57"/>
                                        </p:tgtEl>
                                        <p:attrNameLst>
                                          <p:attrName>ppt_w</p:attrName>
                                        </p:attrNameLst>
                                      </p:cBhvr>
                                      <p:tavLst>
                                        <p:tav tm="0" fmla="#ppt_w*sin(2.5*pi*$)">
                                          <p:val>
                                            <p:fltVal val="0"/>
                                          </p:val>
                                        </p:tav>
                                        <p:tav tm="100000">
                                          <p:val>
                                            <p:fltVal val="1"/>
                                          </p:val>
                                        </p:tav>
                                      </p:tavLst>
                                    </p:anim>
                                    <p:anim calcmode="lin" valueType="num">
                                      <p:cBhvr>
                                        <p:cTn id="58" dur="50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9" presetClass="entr" presetSubtype="10" fill="hold" nodeType="clickEffect">
                                  <p:stCondLst>
                                    <p:cond delay="0"/>
                                  </p:stCondLst>
                                  <p:childTnLst>
                                    <p:set>
                                      <p:cBhvr>
                                        <p:cTn id="62" dur="1" fill="hold">
                                          <p:stCondLst>
                                            <p:cond delay="0"/>
                                          </p:stCondLst>
                                        </p:cTn>
                                        <p:tgtEl>
                                          <p:spTgt spid="62"/>
                                        </p:tgtEl>
                                        <p:attrNameLst>
                                          <p:attrName>style.visibility</p:attrName>
                                        </p:attrNameLst>
                                      </p:cBhvr>
                                      <p:to>
                                        <p:strVal val="visible"/>
                                      </p:to>
                                    </p:set>
                                    <p:anim calcmode="lin" valueType="num">
                                      <p:cBhvr>
                                        <p:cTn id="63" dur="5000" fill="hold"/>
                                        <p:tgtEl>
                                          <p:spTgt spid="62"/>
                                        </p:tgtEl>
                                        <p:attrNameLst>
                                          <p:attrName>ppt_w</p:attrName>
                                        </p:attrNameLst>
                                      </p:cBhvr>
                                      <p:tavLst>
                                        <p:tav tm="0" fmla="#ppt_w*sin(2.5*pi*$)">
                                          <p:val>
                                            <p:fltVal val="0"/>
                                          </p:val>
                                        </p:tav>
                                        <p:tav tm="100000">
                                          <p:val>
                                            <p:fltVal val="1"/>
                                          </p:val>
                                        </p:tav>
                                      </p:tavLst>
                                    </p:anim>
                                    <p:anim calcmode="lin" valueType="num">
                                      <p:cBhvr>
                                        <p:cTn id="64" dur="5000" fill="hold"/>
                                        <p:tgtEl>
                                          <p:spTgt spid="62"/>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3"/>
                                        </p:tgtEl>
                                        <p:attrNameLst>
                                          <p:attrName>style.visibility</p:attrName>
                                        </p:attrNameLst>
                                      </p:cBhvr>
                                      <p:to>
                                        <p:strVal val="visible"/>
                                      </p:to>
                                    </p:set>
                                    <p:anim calcmode="lin" valueType="num">
                                      <p:cBhvr additive="base">
                                        <p:cTn id="69" dur="500" fill="hold"/>
                                        <p:tgtEl>
                                          <p:spTgt spid="73"/>
                                        </p:tgtEl>
                                        <p:attrNameLst>
                                          <p:attrName>ppt_x</p:attrName>
                                        </p:attrNameLst>
                                      </p:cBhvr>
                                      <p:tavLst>
                                        <p:tav tm="0">
                                          <p:val>
                                            <p:strVal val="#ppt_x"/>
                                          </p:val>
                                        </p:tav>
                                        <p:tav tm="100000">
                                          <p:val>
                                            <p:strVal val="#ppt_x"/>
                                          </p:val>
                                        </p:tav>
                                      </p:tavLst>
                                    </p:anim>
                                    <p:anim calcmode="lin" valueType="num">
                                      <p:cBhvr additive="base">
                                        <p:cTn id="70"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12" fill="hold" nodeType="clickEffect">
                                  <p:stCondLst>
                                    <p:cond delay="0"/>
                                  </p:stCondLst>
                                  <p:childTnLst>
                                    <p:set>
                                      <p:cBhvr>
                                        <p:cTn id="74" dur="1" fill="hold">
                                          <p:stCondLst>
                                            <p:cond delay="0"/>
                                          </p:stCondLst>
                                        </p:cTn>
                                        <p:tgtEl>
                                          <p:spTgt spid="67"/>
                                        </p:tgtEl>
                                        <p:attrNameLst>
                                          <p:attrName>style.visibility</p:attrName>
                                        </p:attrNameLst>
                                      </p:cBhvr>
                                      <p:to>
                                        <p:strVal val="visible"/>
                                      </p:to>
                                    </p:set>
                                    <p:anim calcmode="lin" valueType="num">
                                      <p:cBhvr additive="base">
                                        <p:cTn id="75" dur="500" fill="hold"/>
                                        <p:tgtEl>
                                          <p:spTgt spid="67"/>
                                        </p:tgtEl>
                                        <p:attrNameLst>
                                          <p:attrName>ppt_x</p:attrName>
                                        </p:attrNameLst>
                                      </p:cBhvr>
                                      <p:tavLst>
                                        <p:tav tm="0">
                                          <p:val>
                                            <p:strVal val="0-#ppt_w/2"/>
                                          </p:val>
                                        </p:tav>
                                        <p:tav tm="100000">
                                          <p:val>
                                            <p:strVal val="#ppt_x"/>
                                          </p:val>
                                        </p:tav>
                                      </p:tavLst>
                                    </p:anim>
                                    <p:anim calcmode="lin" valueType="num">
                                      <p:cBhvr additive="base">
                                        <p:cTn id="76"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6" fill="hold" nodeType="clickEffect">
                                  <p:stCondLst>
                                    <p:cond delay="0"/>
                                  </p:stCondLst>
                                  <p:childTnLst>
                                    <p:set>
                                      <p:cBhvr>
                                        <p:cTn id="80" dur="1" fill="hold">
                                          <p:stCondLst>
                                            <p:cond delay="0"/>
                                          </p:stCondLst>
                                        </p:cTn>
                                        <p:tgtEl>
                                          <p:spTgt spid="70"/>
                                        </p:tgtEl>
                                        <p:attrNameLst>
                                          <p:attrName>style.visibility</p:attrName>
                                        </p:attrNameLst>
                                      </p:cBhvr>
                                      <p:to>
                                        <p:strVal val="visible"/>
                                      </p:to>
                                    </p:set>
                                    <p:anim calcmode="lin" valueType="num">
                                      <p:cBhvr additive="base">
                                        <p:cTn id="81" dur="500" fill="hold"/>
                                        <p:tgtEl>
                                          <p:spTgt spid="70"/>
                                        </p:tgtEl>
                                        <p:attrNameLst>
                                          <p:attrName>ppt_x</p:attrName>
                                        </p:attrNameLst>
                                      </p:cBhvr>
                                      <p:tavLst>
                                        <p:tav tm="0">
                                          <p:val>
                                            <p:strVal val="1+#ppt_w/2"/>
                                          </p:val>
                                        </p:tav>
                                        <p:tav tm="100000">
                                          <p:val>
                                            <p:strVal val="#ppt_x"/>
                                          </p:val>
                                        </p:tav>
                                      </p:tavLst>
                                    </p:anim>
                                    <p:anim calcmode="lin" valueType="num">
                                      <p:cBhvr additive="base">
                                        <p:cTn id="8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blinds(horizontal)">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76"/>
                                        </p:tgtEl>
                                        <p:attrNameLst>
                                          <p:attrName>style.visibility</p:attrName>
                                        </p:attrNameLst>
                                      </p:cBhvr>
                                      <p:to>
                                        <p:strVal val="visible"/>
                                      </p:to>
                                    </p:set>
                                    <p:animEffect transition="in" filter="blinds(horizontal)">
                                      <p:cBhvr>
                                        <p:cTn id="9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5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9</a:t>
            </a:fld>
            <a:endParaRPr lang="en-US" altLang="zh-CN" dirty="0"/>
          </a:p>
        </p:txBody>
      </p:sp>
      <p:sp>
        <p:nvSpPr>
          <p:cNvPr id="5" name="标题 1"/>
          <p:cNvSpPr>
            <a:spLocks noGrp="1"/>
          </p:cNvSpPr>
          <p:nvPr>
            <p:ph type="title"/>
          </p:nvPr>
        </p:nvSpPr>
        <p:spPr/>
        <p:txBody>
          <a:bodyPr/>
          <a:lstStyle/>
          <a:p>
            <a:r>
              <a:rPr lang="en-US" altLang="zh-CN" dirty="0">
                <a:latin typeface="黑体" pitchFamily="49" charset="-122"/>
                <a:ea typeface="黑体" panose="02010609060101010101" pitchFamily="49" charset="-122"/>
              </a:rPr>
              <a:t>§ 6.4 </a:t>
            </a:r>
            <a:r>
              <a:rPr lang="zh-CN" altLang="en-US" dirty="0">
                <a:latin typeface="黑体" pitchFamily="49" charset="-122"/>
                <a:ea typeface="黑体" panose="02010609060101010101" pitchFamily="49" charset="-122"/>
              </a:rPr>
              <a:t>同步时钟触发器</a:t>
            </a:r>
          </a:p>
        </p:txBody>
      </p:sp>
      <p:sp>
        <p:nvSpPr>
          <p:cNvPr id="6" name="Rectangle 2">
            <a:extLst>
              <a:ext uri="{FF2B5EF4-FFF2-40B4-BE49-F238E27FC236}">
                <a16:creationId xmlns:a16="http://schemas.microsoft.com/office/drawing/2014/main" id="{1A4655DE-4079-49C4-87C0-07AC2BD3E0B5}"/>
              </a:ext>
            </a:extLst>
          </p:cNvPr>
          <p:cNvSpPr txBox="1">
            <a:spLocks noChangeArrowheads="1"/>
          </p:cNvSpPr>
          <p:nvPr/>
        </p:nvSpPr>
        <p:spPr bwMode="auto">
          <a:xfrm>
            <a:off x="448945" y="1069340"/>
            <a:ext cx="8161655"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dirty="0">
                <a:solidFill>
                  <a:schemeClr val="tx1"/>
                </a:solidFill>
                <a:latin typeface="黑体" pitchFamily="49" charset="-122"/>
                <a:ea typeface="黑体" pitchFamily="49" charset="-122"/>
                <a:cs typeface="+mj-cs"/>
              </a:rPr>
              <a:t>3</a:t>
            </a:r>
            <a:r>
              <a:rPr lang="zh-CN" altLang="en-US" dirty="0">
                <a:solidFill>
                  <a:schemeClr val="tx1"/>
                </a:solidFill>
                <a:latin typeface="黑体" pitchFamily="49" charset="-122"/>
                <a:ea typeface="黑体" pitchFamily="49" charset="-122"/>
                <a:cs typeface="+mj-cs"/>
              </a:rPr>
              <a:t>、</a:t>
            </a:r>
            <a:r>
              <a:rPr lang="en-US" altLang="zh-CN" dirty="0">
                <a:solidFill>
                  <a:schemeClr val="tx1"/>
                </a:solidFill>
                <a:latin typeface="黑体" pitchFamily="49" charset="-122"/>
                <a:ea typeface="黑体" pitchFamily="49" charset="-122"/>
                <a:cs typeface="+mj-cs"/>
              </a:rPr>
              <a:t>R-S</a:t>
            </a:r>
            <a:r>
              <a:rPr lang="zh-CN" altLang="en-US" dirty="0">
                <a:solidFill>
                  <a:schemeClr val="tx1"/>
                </a:solidFill>
                <a:latin typeface="黑体" pitchFamily="49" charset="-122"/>
                <a:ea typeface="黑体" pitchFamily="49" charset="-122"/>
                <a:cs typeface="+mj-cs"/>
              </a:rPr>
              <a:t>电位型与直接置位</a:t>
            </a:r>
            <a:r>
              <a:rPr lang="en-US" altLang="zh-CN" dirty="0">
                <a:solidFill>
                  <a:schemeClr val="tx1"/>
                </a:solidFill>
                <a:latin typeface="黑体" pitchFamily="49" charset="-122"/>
                <a:ea typeface="黑体" pitchFamily="49" charset="-122"/>
                <a:cs typeface="+mj-cs"/>
              </a:rPr>
              <a:t>-</a:t>
            </a:r>
            <a:r>
              <a:rPr lang="zh-CN" altLang="en-US" dirty="0">
                <a:solidFill>
                  <a:schemeClr val="tx1"/>
                </a:solidFill>
                <a:latin typeface="黑体" pitchFamily="49" charset="-122"/>
                <a:ea typeface="黑体" pitchFamily="49" charset="-122"/>
                <a:cs typeface="+mj-cs"/>
              </a:rPr>
              <a:t>复位型触发器比较</a:t>
            </a:r>
          </a:p>
        </p:txBody>
      </p:sp>
      <p:sp>
        <p:nvSpPr>
          <p:cNvPr id="7" name="Text Box 4">
            <a:extLst>
              <a:ext uri="{FF2B5EF4-FFF2-40B4-BE49-F238E27FC236}">
                <a16:creationId xmlns:a16="http://schemas.microsoft.com/office/drawing/2014/main" id="{09F6AF9E-CD8D-4F19-A377-6D01E2B5E841}"/>
              </a:ext>
            </a:extLst>
          </p:cNvPr>
          <p:cNvSpPr txBox="1">
            <a:spLocks noChangeArrowheads="1"/>
          </p:cNvSpPr>
          <p:nvPr/>
        </p:nvSpPr>
        <p:spPr bwMode="auto">
          <a:xfrm>
            <a:off x="1294765" y="2022793"/>
            <a:ext cx="6402388"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R-S</a:t>
            </a: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电位型触发器增加了控制端</a:t>
            </a:r>
            <a:r>
              <a:rPr kumimoji="0" lang="en-US" altLang="zh-CN" sz="2800" i="0" u="none" strike="noStrike" kern="1200" cap="none" spc="0" normalizeH="0" noProof="0" dirty="0">
                <a:ln>
                  <a:solidFill>
                    <a:schemeClr val="tx1"/>
                  </a:solidFill>
                </a:ln>
                <a:effectLst/>
                <a:uLnTx/>
                <a:uFillTx/>
                <a:ea typeface="黑体" pitchFamily="49" charset="-122"/>
                <a:cs typeface="Times New Roman" pitchFamily="18" charset="0"/>
              </a:rPr>
              <a:t>CP</a:t>
            </a:r>
            <a:r>
              <a:rPr kumimoji="0" lang="zh-CN" altLang="en-US" sz="2800" i="0" u="none" strike="noStrike" kern="1200" cap="none" spc="0" normalizeH="0" noProof="0" dirty="0">
                <a:ln>
                  <a:solidFill>
                    <a:schemeClr val="tx1"/>
                  </a:solidFill>
                </a:ln>
                <a:effectLst/>
                <a:uLnTx/>
                <a:uFillTx/>
                <a:ea typeface="黑体" pitchFamily="49" charset="-122"/>
                <a:cs typeface="Times New Roman" pitchFamily="18" charset="0"/>
              </a:rPr>
              <a:t>。</a:t>
            </a:r>
          </a:p>
        </p:txBody>
      </p:sp>
      <p:sp>
        <p:nvSpPr>
          <p:cNvPr id="8" name="Text Box 7">
            <a:extLst>
              <a:ext uri="{FF2B5EF4-FFF2-40B4-BE49-F238E27FC236}">
                <a16:creationId xmlns:a16="http://schemas.microsoft.com/office/drawing/2014/main" id="{99FF8FED-D8F7-40DB-951C-878707080DA7}"/>
              </a:ext>
            </a:extLst>
          </p:cNvPr>
          <p:cNvSpPr txBox="1">
            <a:spLocks noChangeArrowheads="1"/>
          </p:cNvSpPr>
          <p:nvPr/>
        </p:nvSpPr>
        <p:spPr bwMode="auto">
          <a:xfrm>
            <a:off x="1277303" y="4143693"/>
            <a:ext cx="7105650"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CP=0</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时，保持触发器稳定状态不被破坏。</a:t>
            </a:r>
          </a:p>
        </p:txBody>
      </p:sp>
      <p:sp>
        <p:nvSpPr>
          <p:cNvPr id="9" name="Text Box 8">
            <a:extLst>
              <a:ext uri="{FF2B5EF4-FFF2-40B4-BE49-F238E27FC236}">
                <a16:creationId xmlns:a16="http://schemas.microsoft.com/office/drawing/2014/main" id="{E1F0BDF8-7CDD-4658-A002-D138BC74B8C7}"/>
              </a:ext>
            </a:extLst>
          </p:cNvPr>
          <p:cNvSpPr txBox="1">
            <a:spLocks noChangeArrowheads="1"/>
          </p:cNvSpPr>
          <p:nvPr/>
        </p:nvSpPr>
        <p:spPr bwMode="auto">
          <a:xfrm>
            <a:off x="1275715" y="5213668"/>
            <a:ext cx="7245350"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zh-CN" altLang="en-US" sz="2800" b="0" i="0" u="none" strike="noStrike" kern="1200" cap="none" spc="0" normalizeH="0" noProof="0" dirty="0">
                <a:ln>
                  <a:solidFill>
                    <a:schemeClr val="tx1"/>
                  </a:solidFill>
                </a:ln>
                <a:effectLst/>
                <a:uLnTx/>
                <a:uFillTx/>
                <a:ea typeface="宋体" panose="02010600030101010101" pitchFamily="2" charset="-122"/>
                <a:cs typeface="+mn-cs"/>
              </a:rPr>
              <a:t> </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在</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CP=1</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且</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R-S=“11”</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时</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 </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同样存在不定状态。</a:t>
            </a:r>
            <a:endParaRPr kumimoji="1" lang="zh-CN" altLang="en-US" sz="2800" b="0" i="0" u="none" strike="noStrike" kern="1200" cap="none" spc="0" normalizeH="0" noProof="0" dirty="0">
              <a:ln>
                <a:solidFill>
                  <a:schemeClr val="tx1"/>
                </a:solidFill>
              </a:ln>
              <a:effectLst/>
              <a:uLnTx/>
              <a:uFillTx/>
              <a:ea typeface="黑体" pitchFamily="49" charset="-122"/>
              <a:cs typeface="Times New Roman" pitchFamily="18" charset="0"/>
            </a:endParaRPr>
          </a:p>
        </p:txBody>
      </p:sp>
      <p:sp>
        <p:nvSpPr>
          <p:cNvPr id="10" name="Text Box 6">
            <a:extLst>
              <a:ext uri="{FF2B5EF4-FFF2-40B4-BE49-F238E27FC236}">
                <a16:creationId xmlns:a16="http://schemas.microsoft.com/office/drawing/2014/main" id="{49E3ABD3-D91D-4CB8-90B6-9AF8C5D42F93}"/>
              </a:ext>
            </a:extLst>
          </p:cNvPr>
          <p:cNvSpPr txBox="1">
            <a:spLocks noChangeArrowheads="1"/>
          </p:cNvSpPr>
          <p:nvPr/>
        </p:nvSpPr>
        <p:spPr bwMode="auto">
          <a:xfrm>
            <a:off x="1275715" y="2867343"/>
            <a:ext cx="7370763" cy="103187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S=1,</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触发器置位</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;R=1,</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触发器复位。</a:t>
            </a:r>
            <a:r>
              <a:rPr kumimoji="0" lang="en-US" altLang="zh-CN" sz="2800" b="0" i="0" u="none" strike="noStrike" kern="1200" cap="none" spc="0" normalizeH="0" noProof="0" dirty="0">
                <a:ln>
                  <a:solidFill>
                    <a:schemeClr val="tx1"/>
                  </a:solidFill>
                </a:ln>
                <a:effectLst/>
                <a:uLnTx/>
                <a:uFillTx/>
                <a:ea typeface="黑体" pitchFamily="49" charset="-122"/>
                <a:cs typeface="Times New Roman" pitchFamily="18" charset="0"/>
              </a:rPr>
              <a:t>R-S</a:t>
            </a: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的</a:t>
            </a:r>
          </a:p>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None/>
              <a:tabLst/>
              <a:defRPr/>
            </a:pPr>
            <a:r>
              <a:rPr kumimoji="0" lang="zh-CN" altLang="en-US" sz="2800" b="0" i="0" u="none" strike="noStrike" kern="1200" cap="none" spc="0" normalizeH="0" noProof="0" dirty="0">
                <a:ln>
                  <a:solidFill>
                    <a:schemeClr val="tx1"/>
                  </a:solidFill>
                </a:ln>
                <a:effectLst/>
                <a:uLnTx/>
                <a:uFillTx/>
                <a:ea typeface="黑体" pitchFamily="49" charset="-122"/>
                <a:cs typeface="Times New Roman" pitchFamily="18" charset="0"/>
              </a:rPr>
              <a:t>   意义更直观。</a:t>
            </a:r>
            <a:endParaRPr kumimoji="1" lang="zh-CN" altLang="en-US" sz="2800" b="0" i="0" u="none" strike="noStrike" kern="1200" cap="none" spc="0" normalizeH="0" noProof="0" dirty="0">
              <a:ln>
                <a:solidFill>
                  <a:schemeClr val="tx1"/>
                </a:solidFill>
              </a:ln>
              <a:effectLst/>
              <a:uLnTx/>
              <a:uFillTx/>
              <a:ea typeface="黑体" pitchFamily="49" charset="-122"/>
              <a:cs typeface="Times New Roman"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autoUpdateAnimBg="0"/>
      <p:bldP spid="8" grpId="0" animBg="1" autoUpdateAnimBg="0"/>
      <p:bldP spid="9" grpId="0" animBg="1" autoUpdateAnimBg="0"/>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10</a:t>
            </a:fld>
            <a:endParaRPr lang="en-US" altLang="zh-CN" dirty="0"/>
          </a:p>
        </p:txBody>
      </p:sp>
      <p:grpSp>
        <p:nvGrpSpPr>
          <p:cNvPr id="6" name="Group 70">
            <a:extLst>
              <a:ext uri="{FF2B5EF4-FFF2-40B4-BE49-F238E27FC236}">
                <a16:creationId xmlns:a16="http://schemas.microsoft.com/office/drawing/2014/main" id="{CC06250C-712C-441F-AFE7-9AA6C0964CF3}"/>
              </a:ext>
            </a:extLst>
          </p:cNvPr>
          <p:cNvGrpSpPr>
            <a:grpSpLocks/>
          </p:cNvGrpSpPr>
          <p:nvPr/>
        </p:nvGrpSpPr>
        <p:grpSpPr bwMode="auto">
          <a:xfrm>
            <a:off x="3041015" y="2545609"/>
            <a:ext cx="3760788" cy="2847975"/>
            <a:chOff x="1858" y="1543"/>
            <a:chExt cx="2369" cy="2043"/>
          </a:xfrm>
        </p:grpSpPr>
        <p:sp>
          <p:nvSpPr>
            <p:cNvPr id="7" name="Line 31">
              <a:extLst>
                <a:ext uri="{FF2B5EF4-FFF2-40B4-BE49-F238E27FC236}">
                  <a16:creationId xmlns:a16="http://schemas.microsoft.com/office/drawing/2014/main" id="{21D0E07C-53FB-4EBC-9A02-6C606FCE1267}"/>
                </a:ext>
              </a:extLst>
            </p:cNvPr>
            <p:cNvSpPr>
              <a:spLocks noChangeShapeType="1"/>
            </p:cNvSpPr>
            <p:nvPr/>
          </p:nvSpPr>
          <p:spPr bwMode="auto">
            <a:xfrm>
              <a:off x="1858"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8" name="Line 32">
              <a:extLst>
                <a:ext uri="{FF2B5EF4-FFF2-40B4-BE49-F238E27FC236}">
                  <a16:creationId xmlns:a16="http://schemas.microsoft.com/office/drawing/2014/main" id="{E628E310-D3F2-45C2-9C57-D1E78F7B28AE}"/>
                </a:ext>
              </a:extLst>
            </p:cNvPr>
            <p:cNvSpPr>
              <a:spLocks noChangeShapeType="1"/>
            </p:cNvSpPr>
            <p:nvPr/>
          </p:nvSpPr>
          <p:spPr bwMode="auto">
            <a:xfrm>
              <a:off x="2129"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 name="Line 33">
              <a:extLst>
                <a:ext uri="{FF2B5EF4-FFF2-40B4-BE49-F238E27FC236}">
                  <a16:creationId xmlns:a16="http://schemas.microsoft.com/office/drawing/2014/main" id="{89313437-E8C2-481E-AD6A-F1887D60395A}"/>
                </a:ext>
              </a:extLst>
            </p:cNvPr>
            <p:cNvSpPr>
              <a:spLocks noChangeShapeType="1"/>
            </p:cNvSpPr>
            <p:nvPr/>
          </p:nvSpPr>
          <p:spPr bwMode="auto">
            <a:xfrm>
              <a:off x="2390"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0" name="Line 34">
              <a:extLst>
                <a:ext uri="{FF2B5EF4-FFF2-40B4-BE49-F238E27FC236}">
                  <a16:creationId xmlns:a16="http://schemas.microsoft.com/office/drawing/2014/main" id="{F7ED0FBE-0C98-4F67-818C-92A4FAC56D67}"/>
                </a:ext>
              </a:extLst>
            </p:cNvPr>
            <p:cNvSpPr>
              <a:spLocks noChangeShapeType="1"/>
            </p:cNvSpPr>
            <p:nvPr/>
          </p:nvSpPr>
          <p:spPr bwMode="auto">
            <a:xfrm>
              <a:off x="2651" y="1576"/>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1" name="Line 35">
              <a:extLst>
                <a:ext uri="{FF2B5EF4-FFF2-40B4-BE49-F238E27FC236}">
                  <a16:creationId xmlns:a16="http://schemas.microsoft.com/office/drawing/2014/main" id="{D35551A4-9F92-443E-A0D9-945A18D7BB50}"/>
                </a:ext>
              </a:extLst>
            </p:cNvPr>
            <p:cNvSpPr>
              <a:spLocks noChangeShapeType="1"/>
            </p:cNvSpPr>
            <p:nvPr/>
          </p:nvSpPr>
          <p:spPr bwMode="auto">
            <a:xfrm>
              <a:off x="2912"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2" name="Line 36">
              <a:extLst>
                <a:ext uri="{FF2B5EF4-FFF2-40B4-BE49-F238E27FC236}">
                  <a16:creationId xmlns:a16="http://schemas.microsoft.com/office/drawing/2014/main" id="{7B235009-7A09-4735-865C-F96FA3923623}"/>
                </a:ext>
              </a:extLst>
            </p:cNvPr>
            <p:cNvSpPr>
              <a:spLocks noChangeShapeType="1"/>
            </p:cNvSpPr>
            <p:nvPr/>
          </p:nvSpPr>
          <p:spPr bwMode="auto">
            <a:xfrm>
              <a:off x="3184"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3" name="Line 37">
              <a:extLst>
                <a:ext uri="{FF2B5EF4-FFF2-40B4-BE49-F238E27FC236}">
                  <a16:creationId xmlns:a16="http://schemas.microsoft.com/office/drawing/2014/main" id="{E8DFEDF4-26A5-42B4-8977-D20832DC1E8B}"/>
                </a:ext>
              </a:extLst>
            </p:cNvPr>
            <p:cNvSpPr>
              <a:spLocks noChangeShapeType="1"/>
            </p:cNvSpPr>
            <p:nvPr/>
          </p:nvSpPr>
          <p:spPr bwMode="auto">
            <a:xfrm>
              <a:off x="3434"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4" name="Line 38">
              <a:extLst>
                <a:ext uri="{FF2B5EF4-FFF2-40B4-BE49-F238E27FC236}">
                  <a16:creationId xmlns:a16="http://schemas.microsoft.com/office/drawing/2014/main" id="{08210817-21BA-43FC-952C-4D8A4CD9A506}"/>
                </a:ext>
              </a:extLst>
            </p:cNvPr>
            <p:cNvSpPr>
              <a:spLocks noChangeShapeType="1"/>
            </p:cNvSpPr>
            <p:nvPr/>
          </p:nvSpPr>
          <p:spPr bwMode="auto">
            <a:xfrm>
              <a:off x="3705" y="1543"/>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5" name="Line 39">
              <a:extLst>
                <a:ext uri="{FF2B5EF4-FFF2-40B4-BE49-F238E27FC236}">
                  <a16:creationId xmlns:a16="http://schemas.microsoft.com/office/drawing/2014/main" id="{0B9CC63B-D6FB-4EBE-A752-35CF09DE0C40}"/>
                </a:ext>
              </a:extLst>
            </p:cNvPr>
            <p:cNvSpPr>
              <a:spLocks noChangeShapeType="1"/>
            </p:cNvSpPr>
            <p:nvPr/>
          </p:nvSpPr>
          <p:spPr bwMode="auto">
            <a:xfrm>
              <a:off x="3955"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6" name="Line 40">
              <a:extLst>
                <a:ext uri="{FF2B5EF4-FFF2-40B4-BE49-F238E27FC236}">
                  <a16:creationId xmlns:a16="http://schemas.microsoft.com/office/drawing/2014/main" id="{87363742-F87D-4140-B7C0-911FBD741140}"/>
                </a:ext>
              </a:extLst>
            </p:cNvPr>
            <p:cNvSpPr>
              <a:spLocks noChangeShapeType="1"/>
            </p:cNvSpPr>
            <p:nvPr/>
          </p:nvSpPr>
          <p:spPr bwMode="auto">
            <a:xfrm>
              <a:off x="4227" y="1554"/>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7" name="Line 42">
              <a:extLst>
                <a:ext uri="{FF2B5EF4-FFF2-40B4-BE49-F238E27FC236}">
                  <a16:creationId xmlns:a16="http://schemas.microsoft.com/office/drawing/2014/main" id="{3A6F86BE-E002-43F4-A017-46292E30F4B6}"/>
                </a:ext>
              </a:extLst>
            </p:cNvPr>
            <p:cNvSpPr>
              <a:spLocks noChangeShapeType="1"/>
            </p:cNvSpPr>
            <p:nvPr/>
          </p:nvSpPr>
          <p:spPr bwMode="auto">
            <a:xfrm>
              <a:off x="2238" y="1576"/>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8" name="Line 43">
              <a:extLst>
                <a:ext uri="{FF2B5EF4-FFF2-40B4-BE49-F238E27FC236}">
                  <a16:creationId xmlns:a16="http://schemas.microsoft.com/office/drawing/2014/main" id="{7FAD5E74-6490-47E6-9084-6057DDDBD13D}"/>
                </a:ext>
              </a:extLst>
            </p:cNvPr>
            <p:cNvSpPr>
              <a:spLocks noChangeShapeType="1"/>
            </p:cNvSpPr>
            <p:nvPr/>
          </p:nvSpPr>
          <p:spPr bwMode="auto">
            <a:xfrm>
              <a:off x="2771" y="1565"/>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9" name="Line 44">
              <a:extLst>
                <a:ext uri="{FF2B5EF4-FFF2-40B4-BE49-F238E27FC236}">
                  <a16:creationId xmlns:a16="http://schemas.microsoft.com/office/drawing/2014/main" id="{6B93A1AA-A70E-4C84-843A-25C8F1607CD7}"/>
                </a:ext>
              </a:extLst>
            </p:cNvPr>
            <p:cNvSpPr>
              <a:spLocks noChangeShapeType="1"/>
            </p:cNvSpPr>
            <p:nvPr/>
          </p:nvSpPr>
          <p:spPr bwMode="auto">
            <a:xfrm>
              <a:off x="3314" y="1576"/>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20" name="Line 45">
              <a:extLst>
                <a:ext uri="{FF2B5EF4-FFF2-40B4-BE49-F238E27FC236}">
                  <a16:creationId xmlns:a16="http://schemas.microsoft.com/office/drawing/2014/main" id="{5268E9A7-8912-40C9-B7AA-7B6AAF191205}"/>
                </a:ext>
              </a:extLst>
            </p:cNvPr>
            <p:cNvSpPr>
              <a:spLocks noChangeShapeType="1"/>
            </p:cNvSpPr>
            <p:nvPr/>
          </p:nvSpPr>
          <p:spPr bwMode="auto">
            <a:xfrm>
              <a:off x="3857" y="1565"/>
              <a:ext cx="0" cy="201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grpSp>
        <p:nvGrpSpPr>
          <p:cNvPr id="21" name="Group 75">
            <a:extLst>
              <a:ext uri="{FF2B5EF4-FFF2-40B4-BE49-F238E27FC236}">
                <a16:creationId xmlns:a16="http://schemas.microsoft.com/office/drawing/2014/main" id="{E093997C-05C9-4954-AA69-B2344682DC13}"/>
              </a:ext>
            </a:extLst>
          </p:cNvPr>
          <p:cNvGrpSpPr>
            <a:grpSpLocks/>
          </p:cNvGrpSpPr>
          <p:nvPr/>
        </p:nvGrpSpPr>
        <p:grpSpPr bwMode="auto">
          <a:xfrm>
            <a:off x="2005965" y="2151909"/>
            <a:ext cx="5278438" cy="1933575"/>
            <a:chOff x="1206" y="1295"/>
            <a:chExt cx="3325" cy="1218"/>
          </a:xfrm>
        </p:grpSpPr>
        <p:grpSp>
          <p:nvGrpSpPr>
            <p:cNvPr id="22" name="Group 74">
              <a:extLst>
                <a:ext uri="{FF2B5EF4-FFF2-40B4-BE49-F238E27FC236}">
                  <a16:creationId xmlns:a16="http://schemas.microsoft.com/office/drawing/2014/main" id="{5E24CE6E-508C-4728-8771-068F2E70E342}"/>
                </a:ext>
              </a:extLst>
            </p:cNvPr>
            <p:cNvGrpSpPr>
              <a:grpSpLocks/>
            </p:cNvGrpSpPr>
            <p:nvPr/>
          </p:nvGrpSpPr>
          <p:grpSpPr bwMode="auto">
            <a:xfrm>
              <a:off x="1206" y="1295"/>
              <a:ext cx="3303" cy="402"/>
              <a:chOff x="1206" y="1295"/>
              <a:chExt cx="3303" cy="402"/>
            </a:xfrm>
          </p:grpSpPr>
          <p:grpSp>
            <p:nvGrpSpPr>
              <p:cNvPr id="28" name="Group 17">
                <a:extLst>
                  <a:ext uri="{FF2B5EF4-FFF2-40B4-BE49-F238E27FC236}">
                    <a16:creationId xmlns:a16="http://schemas.microsoft.com/office/drawing/2014/main" id="{76EB2B1E-3C7A-472B-AD63-9950AE557CD6}"/>
                  </a:ext>
                </a:extLst>
              </p:cNvPr>
              <p:cNvGrpSpPr>
                <a:grpSpLocks/>
              </p:cNvGrpSpPr>
              <p:nvPr/>
            </p:nvGrpSpPr>
            <p:grpSpPr bwMode="auto">
              <a:xfrm>
                <a:off x="1597" y="1295"/>
                <a:ext cx="2912" cy="272"/>
                <a:chOff x="794" y="1859"/>
                <a:chExt cx="2912" cy="272"/>
              </a:xfrm>
            </p:grpSpPr>
            <p:grpSp>
              <p:nvGrpSpPr>
                <p:cNvPr id="30" name="Group 9">
                  <a:extLst>
                    <a:ext uri="{FF2B5EF4-FFF2-40B4-BE49-F238E27FC236}">
                      <a16:creationId xmlns:a16="http://schemas.microsoft.com/office/drawing/2014/main" id="{289D20D0-06B8-4F61-BEF6-F5BBF20F15B8}"/>
                    </a:ext>
                  </a:extLst>
                </p:cNvPr>
                <p:cNvGrpSpPr>
                  <a:grpSpLocks/>
                </p:cNvGrpSpPr>
                <p:nvPr/>
              </p:nvGrpSpPr>
              <p:grpSpPr bwMode="auto">
                <a:xfrm>
                  <a:off x="794" y="1859"/>
                  <a:ext cx="1065" cy="272"/>
                  <a:chOff x="1043" y="1858"/>
                  <a:chExt cx="1065" cy="272"/>
                </a:xfrm>
              </p:grpSpPr>
              <p:sp>
                <p:nvSpPr>
                  <p:cNvPr id="35" name="Freeform 7">
                    <a:extLst>
                      <a:ext uri="{FF2B5EF4-FFF2-40B4-BE49-F238E27FC236}">
                        <a16:creationId xmlns:a16="http://schemas.microsoft.com/office/drawing/2014/main" id="{A2A5038C-37ED-4FE3-8D4D-6393EEBDDF3E}"/>
                      </a:ext>
                    </a:extLst>
                  </p:cNvPr>
                  <p:cNvSpPr>
                    <a:spLocks/>
                  </p:cNvSpPr>
                  <p:nvPr/>
                </p:nvSpPr>
                <p:spPr bwMode="auto">
                  <a:xfrm>
                    <a:off x="1043" y="1858"/>
                    <a:ext cx="533" cy="272"/>
                  </a:xfrm>
                  <a:custGeom>
                    <a:avLst/>
                    <a:gdLst>
                      <a:gd name="T0" fmla="*/ 0 w 533"/>
                      <a:gd name="T1" fmla="*/ 272 h 272"/>
                      <a:gd name="T2" fmla="*/ 261 w 533"/>
                      <a:gd name="T3" fmla="*/ 272 h 272"/>
                      <a:gd name="T4" fmla="*/ 261 w 533"/>
                      <a:gd name="T5" fmla="*/ 0 h 272"/>
                      <a:gd name="T6" fmla="*/ 533 w 533"/>
                      <a:gd name="T7" fmla="*/ 0 h 272"/>
                      <a:gd name="T8" fmla="*/ 533 w 533"/>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272">
                        <a:moveTo>
                          <a:pt x="0" y="272"/>
                        </a:moveTo>
                        <a:lnTo>
                          <a:pt x="261" y="272"/>
                        </a:lnTo>
                        <a:lnTo>
                          <a:pt x="261" y="0"/>
                        </a:lnTo>
                        <a:lnTo>
                          <a:pt x="533" y="0"/>
                        </a:lnTo>
                        <a:lnTo>
                          <a:pt x="533"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6" name="Freeform 8">
                    <a:extLst>
                      <a:ext uri="{FF2B5EF4-FFF2-40B4-BE49-F238E27FC236}">
                        <a16:creationId xmlns:a16="http://schemas.microsoft.com/office/drawing/2014/main" id="{927B1D19-336B-48CB-9F0B-64C415D85DF2}"/>
                      </a:ext>
                    </a:extLst>
                  </p:cNvPr>
                  <p:cNvSpPr>
                    <a:spLocks/>
                  </p:cNvSpPr>
                  <p:nvPr/>
                </p:nvSpPr>
                <p:spPr bwMode="auto">
                  <a:xfrm>
                    <a:off x="1575" y="1858"/>
                    <a:ext cx="533" cy="272"/>
                  </a:xfrm>
                  <a:custGeom>
                    <a:avLst/>
                    <a:gdLst>
                      <a:gd name="T0" fmla="*/ 0 w 533"/>
                      <a:gd name="T1" fmla="*/ 272 h 272"/>
                      <a:gd name="T2" fmla="*/ 261 w 533"/>
                      <a:gd name="T3" fmla="*/ 272 h 272"/>
                      <a:gd name="T4" fmla="*/ 261 w 533"/>
                      <a:gd name="T5" fmla="*/ 0 h 272"/>
                      <a:gd name="T6" fmla="*/ 533 w 533"/>
                      <a:gd name="T7" fmla="*/ 0 h 272"/>
                      <a:gd name="T8" fmla="*/ 533 w 533"/>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272">
                        <a:moveTo>
                          <a:pt x="0" y="272"/>
                        </a:moveTo>
                        <a:lnTo>
                          <a:pt x="261" y="272"/>
                        </a:lnTo>
                        <a:lnTo>
                          <a:pt x="261" y="0"/>
                        </a:lnTo>
                        <a:lnTo>
                          <a:pt x="533" y="0"/>
                        </a:lnTo>
                        <a:lnTo>
                          <a:pt x="533"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31" name="Freeform 12">
                  <a:extLst>
                    <a:ext uri="{FF2B5EF4-FFF2-40B4-BE49-F238E27FC236}">
                      <a16:creationId xmlns:a16="http://schemas.microsoft.com/office/drawing/2014/main" id="{97BDADAB-16DA-4E8A-8F31-4EF06991B2E0}"/>
                    </a:ext>
                  </a:extLst>
                </p:cNvPr>
                <p:cNvSpPr>
                  <a:spLocks/>
                </p:cNvSpPr>
                <p:nvPr/>
              </p:nvSpPr>
              <p:spPr bwMode="auto">
                <a:xfrm>
                  <a:off x="1849" y="1859"/>
                  <a:ext cx="533" cy="272"/>
                </a:xfrm>
                <a:custGeom>
                  <a:avLst/>
                  <a:gdLst>
                    <a:gd name="T0" fmla="*/ 0 w 533"/>
                    <a:gd name="T1" fmla="*/ 272 h 272"/>
                    <a:gd name="T2" fmla="*/ 261 w 533"/>
                    <a:gd name="T3" fmla="*/ 272 h 272"/>
                    <a:gd name="T4" fmla="*/ 261 w 533"/>
                    <a:gd name="T5" fmla="*/ 0 h 272"/>
                    <a:gd name="T6" fmla="*/ 533 w 533"/>
                    <a:gd name="T7" fmla="*/ 0 h 272"/>
                    <a:gd name="T8" fmla="*/ 533 w 533"/>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272">
                      <a:moveTo>
                        <a:pt x="0" y="272"/>
                      </a:moveTo>
                      <a:lnTo>
                        <a:pt x="261" y="272"/>
                      </a:lnTo>
                      <a:lnTo>
                        <a:pt x="261" y="0"/>
                      </a:lnTo>
                      <a:lnTo>
                        <a:pt x="533" y="0"/>
                      </a:lnTo>
                      <a:lnTo>
                        <a:pt x="533"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2" name="Freeform 13">
                  <a:extLst>
                    <a:ext uri="{FF2B5EF4-FFF2-40B4-BE49-F238E27FC236}">
                      <a16:creationId xmlns:a16="http://schemas.microsoft.com/office/drawing/2014/main" id="{D9DD5BDA-11B1-4C9F-AF0B-85272F8058AC}"/>
                    </a:ext>
                  </a:extLst>
                </p:cNvPr>
                <p:cNvSpPr>
                  <a:spLocks/>
                </p:cNvSpPr>
                <p:nvPr/>
              </p:nvSpPr>
              <p:spPr bwMode="auto">
                <a:xfrm>
                  <a:off x="2370" y="1859"/>
                  <a:ext cx="533" cy="272"/>
                </a:xfrm>
                <a:custGeom>
                  <a:avLst/>
                  <a:gdLst>
                    <a:gd name="T0" fmla="*/ 0 w 533"/>
                    <a:gd name="T1" fmla="*/ 272 h 272"/>
                    <a:gd name="T2" fmla="*/ 261 w 533"/>
                    <a:gd name="T3" fmla="*/ 272 h 272"/>
                    <a:gd name="T4" fmla="*/ 261 w 533"/>
                    <a:gd name="T5" fmla="*/ 0 h 272"/>
                    <a:gd name="T6" fmla="*/ 533 w 533"/>
                    <a:gd name="T7" fmla="*/ 0 h 272"/>
                    <a:gd name="T8" fmla="*/ 533 w 533"/>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272">
                      <a:moveTo>
                        <a:pt x="0" y="272"/>
                      </a:moveTo>
                      <a:lnTo>
                        <a:pt x="261" y="272"/>
                      </a:lnTo>
                      <a:lnTo>
                        <a:pt x="261" y="0"/>
                      </a:lnTo>
                      <a:lnTo>
                        <a:pt x="533" y="0"/>
                      </a:lnTo>
                      <a:lnTo>
                        <a:pt x="533"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3" name="Freeform 14">
                  <a:extLst>
                    <a:ext uri="{FF2B5EF4-FFF2-40B4-BE49-F238E27FC236}">
                      <a16:creationId xmlns:a16="http://schemas.microsoft.com/office/drawing/2014/main" id="{9270AA7C-185C-45CF-BCB6-375FDA9495F9}"/>
                    </a:ext>
                  </a:extLst>
                </p:cNvPr>
                <p:cNvSpPr>
                  <a:spLocks/>
                </p:cNvSpPr>
                <p:nvPr/>
              </p:nvSpPr>
              <p:spPr bwMode="auto">
                <a:xfrm>
                  <a:off x="2891" y="1859"/>
                  <a:ext cx="533" cy="272"/>
                </a:xfrm>
                <a:custGeom>
                  <a:avLst/>
                  <a:gdLst>
                    <a:gd name="T0" fmla="*/ 0 w 533"/>
                    <a:gd name="T1" fmla="*/ 272 h 272"/>
                    <a:gd name="T2" fmla="*/ 261 w 533"/>
                    <a:gd name="T3" fmla="*/ 272 h 272"/>
                    <a:gd name="T4" fmla="*/ 261 w 533"/>
                    <a:gd name="T5" fmla="*/ 0 h 272"/>
                    <a:gd name="T6" fmla="*/ 533 w 533"/>
                    <a:gd name="T7" fmla="*/ 0 h 272"/>
                    <a:gd name="T8" fmla="*/ 533 w 533"/>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3" h="272">
                      <a:moveTo>
                        <a:pt x="0" y="272"/>
                      </a:moveTo>
                      <a:lnTo>
                        <a:pt x="261" y="272"/>
                      </a:lnTo>
                      <a:lnTo>
                        <a:pt x="261" y="0"/>
                      </a:lnTo>
                      <a:lnTo>
                        <a:pt x="533" y="0"/>
                      </a:lnTo>
                      <a:lnTo>
                        <a:pt x="533"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4" name="Line 16">
                  <a:extLst>
                    <a:ext uri="{FF2B5EF4-FFF2-40B4-BE49-F238E27FC236}">
                      <a16:creationId xmlns:a16="http://schemas.microsoft.com/office/drawing/2014/main" id="{BB7150AA-2D7D-49A6-8559-84B3863CB47B}"/>
                    </a:ext>
                  </a:extLst>
                </p:cNvPr>
                <p:cNvSpPr>
                  <a:spLocks noChangeShapeType="1"/>
                </p:cNvSpPr>
                <p:nvPr/>
              </p:nvSpPr>
              <p:spPr bwMode="auto">
                <a:xfrm>
                  <a:off x="3423" y="2131"/>
                  <a:ext cx="28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29" name="Text Box 18">
                <a:extLst>
                  <a:ext uri="{FF2B5EF4-FFF2-40B4-BE49-F238E27FC236}">
                    <a16:creationId xmlns:a16="http://schemas.microsoft.com/office/drawing/2014/main" id="{C15C742E-42C3-42C8-8A33-DF38BDCE858A}"/>
                  </a:ext>
                </a:extLst>
              </p:cNvPr>
              <p:cNvSpPr txBox="1">
                <a:spLocks noChangeArrowheads="1"/>
              </p:cNvSpPr>
              <p:nvPr/>
            </p:nvSpPr>
            <p:spPr bwMode="auto">
              <a:xfrm>
                <a:off x="1206" y="1370"/>
                <a:ext cx="4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a:t>
                </a:r>
              </a:p>
            </p:txBody>
          </p:sp>
        </p:grpSp>
        <p:grpSp>
          <p:nvGrpSpPr>
            <p:cNvPr id="23" name="Group 29">
              <a:extLst>
                <a:ext uri="{FF2B5EF4-FFF2-40B4-BE49-F238E27FC236}">
                  <a16:creationId xmlns:a16="http://schemas.microsoft.com/office/drawing/2014/main" id="{49E53EB1-3983-4806-9DCD-1F1B0D2369EF}"/>
                </a:ext>
              </a:extLst>
            </p:cNvPr>
            <p:cNvGrpSpPr>
              <a:grpSpLocks/>
            </p:cNvGrpSpPr>
            <p:nvPr/>
          </p:nvGrpSpPr>
          <p:grpSpPr bwMode="auto">
            <a:xfrm>
              <a:off x="1347" y="1706"/>
              <a:ext cx="3184" cy="393"/>
              <a:chOff x="2239" y="739"/>
              <a:chExt cx="3184" cy="393"/>
            </a:xfrm>
          </p:grpSpPr>
          <p:sp>
            <p:nvSpPr>
              <p:cNvPr id="26" name="Freeform 24">
                <a:extLst>
                  <a:ext uri="{FF2B5EF4-FFF2-40B4-BE49-F238E27FC236}">
                    <a16:creationId xmlns:a16="http://schemas.microsoft.com/office/drawing/2014/main" id="{267B4899-4150-4DC0-9865-3BB2EDC9F1FA}"/>
                  </a:ext>
                </a:extLst>
              </p:cNvPr>
              <p:cNvSpPr>
                <a:spLocks/>
              </p:cNvSpPr>
              <p:nvPr/>
            </p:nvSpPr>
            <p:spPr bwMode="auto">
              <a:xfrm>
                <a:off x="2478" y="739"/>
                <a:ext cx="2945" cy="272"/>
              </a:xfrm>
              <a:custGeom>
                <a:avLst/>
                <a:gdLst>
                  <a:gd name="T0" fmla="*/ 0 w 2945"/>
                  <a:gd name="T1" fmla="*/ 272 h 272"/>
                  <a:gd name="T2" fmla="*/ 652 w 2945"/>
                  <a:gd name="T3" fmla="*/ 272 h 272"/>
                  <a:gd name="T4" fmla="*/ 652 w 2945"/>
                  <a:gd name="T5" fmla="*/ 0 h 272"/>
                  <a:gd name="T6" fmla="*/ 1184 w 2945"/>
                  <a:gd name="T7" fmla="*/ 0 h 272"/>
                  <a:gd name="T8" fmla="*/ 1184 w 2945"/>
                  <a:gd name="T9" fmla="*/ 272 h 272"/>
                  <a:gd name="T10" fmla="*/ 1728 w 2945"/>
                  <a:gd name="T11" fmla="*/ 272 h 272"/>
                  <a:gd name="T12" fmla="*/ 1728 w 2945"/>
                  <a:gd name="T13" fmla="*/ 0 h 272"/>
                  <a:gd name="T14" fmla="*/ 2271 w 2945"/>
                  <a:gd name="T15" fmla="*/ 0 h 272"/>
                  <a:gd name="T16" fmla="*/ 2271 w 2945"/>
                  <a:gd name="T17" fmla="*/ 272 h 272"/>
                  <a:gd name="T18" fmla="*/ 2945 w 2945"/>
                  <a:gd name="T19" fmla="*/ 272 h 2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45" h="272">
                    <a:moveTo>
                      <a:pt x="0" y="272"/>
                    </a:moveTo>
                    <a:lnTo>
                      <a:pt x="652" y="272"/>
                    </a:lnTo>
                    <a:lnTo>
                      <a:pt x="652" y="0"/>
                    </a:lnTo>
                    <a:lnTo>
                      <a:pt x="1184" y="0"/>
                    </a:lnTo>
                    <a:lnTo>
                      <a:pt x="1184" y="272"/>
                    </a:lnTo>
                    <a:lnTo>
                      <a:pt x="1728" y="272"/>
                    </a:lnTo>
                    <a:lnTo>
                      <a:pt x="1728" y="0"/>
                    </a:lnTo>
                    <a:lnTo>
                      <a:pt x="2271" y="0"/>
                    </a:lnTo>
                    <a:lnTo>
                      <a:pt x="2271" y="272"/>
                    </a:lnTo>
                    <a:lnTo>
                      <a:pt x="2945"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27" name="Text Box 26">
                <a:extLst>
                  <a:ext uri="{FF2B5EF4-FFF2-40B4-BE49-F238E27FC236}">
                    <a16:creationId xmlns:a16="http://schemas.microsoft.com/office/drawing/2014/main" id="{144CD09E-B611-457E-AF8B-8461C77550F6}"/>
                  </a:ext>
                </a:extLst>
              </p:cNvPr>
              <p:cNvSpPr txBox="1">
                <a:spLocks noChangeArrowheads="1"/>
              </p:cNvSpPr>
              <p:nvPr/>
            </p:nvSpPr>
            <p:spPr bwMode="auto">
              <a:xfrm>
                <a:off x="2239" y="805"/>
                <a:ext cx="38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S</a:t>
                </a:r>
              </a:p>
            </p:txBody>
          </p:sp>
        </p:grpSp>
        <p:sp>
          <p:nvSpPr>
            <p:cNvPr id="24" name="Text Box 28">
              <a:extLst>
                <a:ext uri="{FF2B5EF4-FFF2-40B4-BE49-F238E27FC236}">
                  <a16:creationId xmlns:a16="http://schemas.microsoft.com/office/drawing/2014/main" id="{23B50558-A671-4F9D-BE6C-689EA113EB14}"/>
                </a:ext>
              </a:extLst>
            </p:cNvPr>
            <p:cNvSpPr txBox="1">
              <a:spLocks noChangeArrowheads="1"/>
            </p:cNvSpPr>
            <p:nvPr/>
          </p:nvSpPr>
          <p:spPr bwMode="auto">
            <a:xfrm>
              <a:off x="1347" y="2186"/>
              <a:ext cx="38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R</a:t>
              </a:r>
            </a:p>
          </p:txBody>
        </p:sp>
        <p:sp>
          <p:nvSpPr>
            <p:cNvPr id="25" name="Freeform 46">
              <a:extLst>
                <a:ext uri="{FF2B5EF4-FFF2-40B4-BE49-F238E27FC236}">
                  <a16:creationId xmlns:a16="http://schemas.microsoft.com/office/drawing/2014/main" id="{B0FC12A9-4ECA-4E5C-81C8-65E8F4CE7D7D}"/>
                </a:ext>
              </a:extLst>
            </p:cNvPr>
            <p:cNvSpPr>
              <a:spLocks/>
            </p:cNvSpPr>
            <p:nvPr/>
          </p:nvSpPr>
          <p:spPr bwMode="auto">
            <a:xfrm>
              <a:off x="1597" y="2130"/>
              <a:ext cx="2934" cy="272"/>
            </a:xfrm>
            <a:custGeom>
              <a:avLst/>
              <a:gdLst>
                <a:gd name="T0" fmla="*/ 0 w 2934"/>
                <a:gd name="T1" fmla="*/ 272 h 272"/>
                <a:gd name="T2" fmla="*/ 1174 w 2934"/>
                <a:gd name="T3" fmla="*/ 272 h 272"/>
                <a:gd name="T4" fmla="*/ 1174 w 2934"/>
                <a:gd name="T5" fmla="*/ 0 h 272"/>
                <a:gd name="T6" fmla="*/ 1728 w 2934"/>
                <a:gd name="T7" fmla="*/ 0 h 272"/>
                <a:gd name="T8" fmla="*/ 1728 w 2934"/>
                <a:gd name="T9" fmla="*/ 272 h 272"/>
                <a:gd name="T10" fmla="*/ 2260 w 2934"/>
                <a:gd name="T11" fmla="*/ 272 h 272"/>
                <a:gd name="T12" fmla="*/ 2260 w 2934"/>
                <a:gd name="T13" fmla="*/ 0 h 272"/>
                <a:gd name="T14" fmla="*/ 2934 w 2934"/>
                <a:gd name="T15" fmla="*/ 0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34" h="272">
                  <a:moveTo>
                    <a:pt x="0" y="272"/>
                  </a:moveTo>
                  <a:lnTo>
                    <a:pt x="1174" y="272"/>
                  </a:lnTo>
                  <a:lnTo>
                    <a:pt x="1174" y="0"/>
                  </a:lnTo>
                  <a:lnTo>
                    <a:pt x="1728" y="0"/>
                  </a:lnTo>
                  <a:lnTo>
                    <a:pt x="1728" y="272"/>
                  </a:lnTo>
                  <a:lnTo>
                    <a:pt x="2260" y="272"/>
                  </a:lnTo>
                  <a:lnTo>
                    <a:pt x="2260" y="0"/>
                  </a:lnTo>
                  <a:lnTo>
                    <a:pt x="2934"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grpSp>
        <p:nvGrpSpPr>
          <p:cNvPr id="37" name="Group 55">
            <a:extLst>
              <a:ext uri="{FF2B5EF4-FFF2-40B4-BE49-F238E27FC236}">
                <a16:creationId xmlns:a16="http://schemas.microsoft.com/office/drawing/2014/main" id="{D96AEFAE-E1C0-465D-8A36-1DDBE83CB1B4}"/>
              </a:ext>
            </a:extLst>
          </p:cNvPr>
          <p:cNvGrpSpPr>
            <a:grpSpLocks/>
          </p:cNvGrpSpPr>
          <p:nvPr/>
        </p:nvGrpSpPr>
        <p:grpSpPr bwMode="auto">
          <a:xfrm>
            <a:off x="1782128" y="4220421"/>
            <a:ext cx="1258887" cy="519113"/>
            <a:chOff x="1957" y="1631"/>
            <a:chExt cx="793" cy="327"/>
          </a:xfrm>
        </p:grpSpPr>
        <p:sp>
          <p:nvSpPr>
            <p:cNvPr id="38" name="Text Box 49">
              <a:extLst>
                <a:ext uri="{FF2B5EF4-FFF2-40B4-BE49-F238E27FC236}">
                  <a16:creationId xmlns:a16="http://schemas.microsoft.com/office/drawing/2014/main" id="{730078E5-0BA9-4A71-8D2D-A5560C0464F3}"/>
                </a:ext>
              </a:extLst>
            </p:cNvPr>
            <p:cNvSpPr txBox="1">
              <a:spLocks noChangeArrowheads="1"/>
            </p:cNvSpPr>
            <p:nvPr/>
          </p:nvSpPr>
          <p:spPr bwMode="auto">
            <a:xfrm>
              <a:off x="1957" y="1631"/>
              <a:ext cx="598"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p>
          </p:txBody>
        </p:sp>
        <p:sp>
          <p:nvSpPr>
            <p:cNvPr id="39" name="Line 54">
              <a:extLst>
                <a:ext uri="{FF2B5EF4-FFF2-40B4-BE49-F238E27FC236}">
                  <a16:creationId xmlns:a16="http://schemas.microsoft.com/office/drawing/2014/main" id="{E967A9FF-1922-4C76-AE32-B28CF7111F6C}"/>
                </a:ext>
              </a:extLst>
            </p:cNvPr>
            <p:cNvSpPr>
              <a:spLocks noChangeShapeType="1"/>
            </p:cNvSpPr>
            <p:nvPr/>
          </p:nvSpPr>
          <p:spPr bwMode="auto">
            <a:xfrm>
              <a:off x="2478" y="1848"/>
              <a:ext cx="2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grpSp>
        <p:nvGrpSpPr>
          <p:cNvPr id="40" name="Group 60">
            <a:extLst>
              <a:ext uri="{FF2B5EF4-FFF2-40B4-BE49-F238E27FC236}">
                <a16:creationId xmlns:a16="http://schemas.microsoft.com/office/drawing/2014/main" id="{7E7908F5-F264-4F2D-AEF7-6F067B86C54F}"/>
              </a:ext>
            </a:extLst>
          </p:cNvPr>
          <p:cNvGrpSpPr>
            <a:grpSpLocks/>
          </p:cNvGrpSpPr>
          <p:nvPr/>
        </p:nvGrpSpPr>
        <p:grpSpPr bwMode="auto">
          <a:xfrm>
            <a:off x="1817053" y="4771284"/>
            <a:ext cx="1223962" cy="569912"/>
            <a:chOff x="1979" y="1978"/>
            <a:chExt cx="771" cy="359"/>
          </a:xfrm>
        </p:grpSpPr>
        <p:grpSp>
          <p:nvGrpSpPr>
            <p:cNvPr id="41" name="Group 58">
              <a:extLst>
                <a:ext uri="{FF2B5EF4-FFF2-40B4-BE49-F238E27FC236}">
                  <a16:creationId xmlns:a16="http://schemas.microsoft.com/office/drawing/2014/main" id="{75B52ACC-113A-4662-8C78-82B7D29811BE}"/>
                </a:ext>
              </a:extLst>
            </p:cNvPr>
            <p:cNvGrpSpPr>
              <a:grpSpLocks/>
            </p:cNvGrpSpPr>
            <p:nvPr/>
          </p:nvGrpSpPr>
          <p:grpSpPr bwMode="auto">
            <a:xfrm>
              <a:off x="1979" y="2010"/>
              <a:ext cx="598" cy="327"/>
              <a:chOff x="1447" y="2260"/>
              <a:chExt cx="598" cy="327"/>
            </a:xfrm>
          </p:grpSpPr>
          <p:sp>
            <p:nvSpPr>
              <p:cNvPr id="43" name="Text Box 56">
                <a:extLst>
                  <a:ext uri="{FF2B5EF4-FFF2-40B4-BE49-F238E27FC236}">
                    <a16:creationId xmlns:a16="http://schemas.microsoft.com/office/drawing/2014/main" id="{EE57CBA3-DCEE-4E19-9062-920A78934623}"/>
                  </a:ext>
                </a:extLst>
              </p:cNvPr>
              <p:cNvSpPr txBox="1">
                <a:spLocks noChangeArrowheads="1"/>
              </p:cNvSpPr>
              <p:nvPr/>
            </p:nvSpPr>
            <p:spPr bwMode="auto">
              <a:xfrm>
                <a:off x="1447" y="2260"/>
                <a:ext cx="598"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p>
            </p:txBody>
          </p:sp>
          <p:sp>
            <p:nvSpPr>
              <p:cNvPr id="44" name="Line 57">
                <a:extLst>
                  <a:ext uri="{FF2B5EF4-FFF2-40B4-BE49-F238E27FC236}">
                    <a16:creationId xmlns:a16="http://schemas.microsoft.com/office/drawing/2014/main" id="{9A8E0ACD-A287-47D3-BE50-532C8F66CD0D}"/>
                  </a:ext>
                </a:extLst>
              </p:cNvPr>
              <p:cNvSpPr>
                <a:spLocks noChangeShapeType="1"/>
              </p:cNvSpPr>
              <p:nvPr/>
            </p:nvSpPr>
            <p:spPr bwMode="auto">
              <a:xfrm>
                <a:off x="1511" y="2304"/>
                <a:ext cx="1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42" name="Line 59">
              <a:extLst>
                <a:ext uri="{FF2B5EF4-FFF2-40B4-BE49-F238E27FC236}">
                  <a16:creationId xmlns:a16="http://schemas.microsoft.com/office/drawing/2014/main" id="{29B92F9C-5E5F-43E4-ABB5-68ECD0E702BA}"/>
                </a:ext>
              </a:extLst>
            </p:cNvPr>
            <p:cNvSpPr>
              <a:spLocks noChangeShapeType="1"/>
            </p:cNvSpPr>
            <p:nvPr/>
          </p:nvSpPr>
          <p:spPr bwMode="auto">
            <a:xfrm>
              <a:off x="2478" y="1978"/>
              <a:ext cx="2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45" name="Line 61">
            <a:extLst>
              <a:ext uri="{FF2B5EF4-FFF2-40B4-BE49-F238E27FC236}">
                <a16:creationId xmlns:a16="http://schemas.microsoft.com/office/drawing/2014/main" id="{6DB454A1-A9D4-463B-A2F9-C55126C4B35A}"/>
              </a:ext>
            </a:extLst>
          </p:cNvPr>
          <p:cNvSpPr>
            <a:spLocks noChangeShapeType="1"/>
          </p:cNvSpPr>
          <p:nvPr/>
        </p:nvSpPr>
        <p:spPr bwMode="auto">
          <a:xfrm>
            <a:off x="3041015" y="4564909"/>
            <a:ext cx="8445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6" name="Line 62">
            <a:extLst>
              <a:ext uri="{FF2B5EF4-FFF2-40B4-BE49-F238E27FC236}">
                <a16:creationId xmlns:a16="http://schemas.microsoft.com/office/drawing/2014/main" id="{17768339-C6CD-4A7D-A179-AA9BEE65E3EC}"/>
              </a:ext>
            </a:extLst>
          </p:cNvPr>
          <p:cNvSpPr>
            <a:spLocks noChangeShapeType="1"/>
          </p:cNvSpPr>
          <p:nvPr/>
        </p:nvSpPr>
        <p:spPr bwMode="auto">
          <a:xfrm>
            <a:off x="3041015" y="4771284"/>
            <a:ext cx="8445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7" name="Freeform 63">
            <a:extLst>
              <a:ext uri="{FF2B5EF4-FFF2-40B4-BE49-F238E27FC236}">
                <a16:creationId xmlns:a16="http://schemas.microsoft.com/office/drawing/2014/main" id="{29CE67B2-5439-466C-B01C-BB182095A7F2}"/>
              </a:ext>
            </a:extLst>
          </p:cNvPr>
          <p:cNvSpPr>
            <a:spLocks/>
          </p:cNvSpPr>
          <p:nvPr/>
        </p:nvSpPr>
        <p:spPr bwMode="auto">
          <a:xfrm>
            <a:off x="3885565" y="4133109"/>
            <a:ext cx="828675" cy="431800"/>
          </a:xfrm>
          <a:custGeom>
            <a:avLst/>
            <a:gdLst>
              <a:gd name="T0" fmla="*/ 0 w 522"/>
              <a:gd name="T1" fmla="*/ 2147483647 h 272"/>
              <a:gd name="T2" fmla="*/ 0 w 522"/>
              <a:gd name="T3" fmla="*/ 0 h 272"/>
              <a:gd name="T4" fmla="*/ 2147483647 w 522"/>
              <a:gd name="T5" fmla="*/ 0 h 272"/>
              <a:gd name="T6" fmla="*/ 0 60000 65536"/>
              <a:gd name="T7" fmla="*/ 0 60000 65536"/>
              <a:gd name="T8" fmla="*/ 0 60000 65536"/>
            </a:gdLst>
            <a:ahLst/>
            <a:cxnLst>
              <a:cxn ang="T6">
                <a:pos x="T0" y="T1"/>
              </a:cxn>
              <a:cxn ang="T7">
                <a:pos x="T2" y="T3"/>
              </a:cxn>
              <a:cxn ang="T8">
                <a:pos x="T4" y="T5"/>
              </a:cxn>
            </a:cxnLst>
            <a:rect l="0" t="0" r="r" b="b"/>
            <a:pathLst>
              <a:path w="522" h="272">
                <a:moveTo>
                  <a:pt x="0" y="272"/>
                </a:moveTo>
                <a:lnTo>
                  <a:pt x="0" y="0"/>
                </a:lnTo>
                <a:lnTo>
                  <a:pt x="52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8" name="Freeform 64">
            <a:extLst>
              <a:ext uri="{FF2B5EF4-FFF2-40B4-BE49-F238E27FC236}">
                <a16:creationId xmlns:a16="http://schemas.microsoft.com/office/drawing/2014/main" id="{EEBE0978-2847-4577-A1DB-2AA9AFBB68E6}"/>
              </a:ext>
            </a:extLst>
          </p:cNvPr>
          <p:cNvSpPr>
            <a:spLocks/>
          </p:cNvSpPr>
          <p:nvPr/>
        </p:nvSpPr>
        <p:spPr bwMode="auto">
          <a:xfrm>
            <a:off x="3885565" y="4771284"/>
            <a:ext cx="828675" cy="431800"/>
          </a:xfrm>
          <a:custGeom>
            <a:avLst/>
            <a:gdLst>
              <a:gd name="T0" fmla="*/ 0 w 522"/>
              <a:gd name="T1" fmla="*/ 0 h 272"/>
              <a:gd name="T2" fmla="*/ 0 w 522"/>
              <a:gd name="T3" fmla="*/ 2147483647 h 272"/>
              <a:gd name="T4" fmla="*/ 2147483647 w 522"/>
              <a:gd name="T5" fmla="*/ 2147483647 h 272"/>
              <a:gd name="T6" fmla="*/ 0 60000 65536"/>
              <a:gd name="T7" fmla="*/ 0 60000 65536"/>
              <a:gd name="T8" fmla="*/ 0 60000 65536"/>
            </a:gdLst>
            <a:ahLst/>
            <a:cxnLst>
              <a:cxn ang="T6">
                <a:pos x="T0" y="T1"/>
              </a:cxn>
              <a:cxn ang="T7">
                <a:pos x="T2" y="T3"/>
              </a:cxn>
              <a:cxn ang="T8">
                <a:pos x="T4" y="T5"/>
              </a:cxn>
            </a:cxnLst>
            <a:rect l="0" t="0" r="r" b="b"/>
            <a:pathLst>
              <a:path w="522" h="272">
                <a:moveTo>
                  <a:pt x="0" y="0"/>
                </a:moveTo>
                <a:lnTo>
                  <a:pt x="0" y="272"/>
                </a:lnTo>
                <a:lnTo>
                  <a:pt x="522"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9" name="Freeform 65">
            <a:extLst>
              <a:ext uri="{FF2B5EF4-FFF2-40B4-BE49-F238E27FC236}">
                <a16:creationId xmlns:a16="http://schemas.microsoft.com/office/drawing/2014/main" id="{DE195734-45F9-4749-9A84-28A371B5F3D5}"/>
              </a:ext>
            </a:extLst>
          </p:cNvPr>
          <p:cNvSpPr>
            <a:spLocks/>
          </p:cNvSpPr>
          <p:nvPr/>
        </p:nvSpPr>
        <p:spPr bwMode="auto">
          <a:xfrm>
            <a:off x="4714240" y="4133109"/>
            <a:ext cx="827088" cy="431800"/>
          </a:xfrm>
          <a:custGeom>
            <a:avLst/>
            <a:gdLst>
              <a:gd name="T0" fmla="*/ 0 w 521"/>
              <a:gd name="T1" fmla="*/ 0 h 272"/>
              <a:gd name="T2" fmla="*/ 0 w 521"/>
              <a:gd name="T3" fmla="*/ 2147483647 h 272"/>
              <a:gd name="T4" fmla="*/ 2147483647 w 521"/>
              <a:gd name="T5" fmla="*/ 2147483647 h 272"/>
              <a:gd name="T6" fmla="*/ 0 60000 65536"/>
              <a:gd name="T7" fmla="*/ 0 60000 65536"/>
              <a:gd name="T8" fmla="*/ 0 60000 65536"/>
            </a:gdLst>
            <a:ahLst/>
            <a:cxnLst>
              <a:cxn ang="T6">
                <a:pos x="T0" y="T1"/>
              </a:cxn>
              <a:cxn ang="T7">
                <a:pos x="T2" y="T3"/>
              </a:cxn>
              <a:cxn ang="T8">
                <a:pos x="T4" y="T5"/>
              </a:cxn>
            </a:cxnLst>
            <a:rect l="0" t="0" r="r" b="b"/>
            <a:pathLst>
              <a:path w="521" h="272">
                <a:moveTo>
                  <a:pt x="0" y="0"/>
                </a:moveTo>
                <a:lnTo>
                  <a:pt x="0" y="272"/>
                </a:lnTo>
                <a:lnTo>
                  <a:pt x="521"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50" name="Freeform 66">
            <a:extLst>
              <a:ext uri="{FF2B5EF4-FFF2-40B4-BE49-F238E27FC236}">
                <a16:creationId xmlns:a16="http://schemas.microsoft.com/office/drawing/2014/main" id="{CB074ACE-88EC-4C5E-903E-E37857DD22B2}"/>
              </a:ext>
            </a:extLst>
          </p:cNvPr>
          <p:cNvSpPr>
            <a:spLocks/>
          </p:cNvSpPr>
          <p:nvPr/>
        </p:nvSpPr>
        <p:spPr bwMode="auto">
          <a:xfrm>
            <a:off x="4714240" y="4771284"/>
            <a:ext cx="827088" cy="431800"/>
          </a:xfrm>
          <a:custGeom>
            <a:avLst/>
            <a:gdLst>
              <a:gd name="T0" fmla="*/ 0 w 521"/>
              <a:gd name="T1" fmla="*/ 2147483647 h 272"/>
              <a:gd name="T2" fmla="*/ 0 w 521"/>
              <a:gd name="T3" fmla="*/ 0 h 272"/>
              <a:gd name="T4" fmla="*/ 2147483647 w 521"/>
              <a:gd name="T5" fmla="*/ 0 h 272"/>
              <a:gd name="T6" fmla="*/ 0 60000 65536"/>
              <a:gd name="T7" fmla="*/ 0 60000 65536"/>
              <a:gd name="T8" fmla="*/ 0 60000 65536"/>
            </a:gdLst>
            <a:ahLst/>
            <a:cxnLst>
              <a:cxn ang="T6">
                <a:pos x="T0" y="T1"/>
              </a:cxn>
              <a:cxn ang="T7">
                <a:pos x="T2" y="T3"/>
              </a:cxn>
              <a:cxn ang="T8">
                <a:pos x="T4" y="T5"/>
              </a:cxn>
            </a:cxnLst>
            <a:rect l="0" t="0" r="r" b="b"/>
            <a:pathLst>
              <a:path w="521" h="272">
                <a:moveTo>
                  <a:pt x="0" y="272"/>
                </a:moveTo>
                <a:lnTo>
                  <a:pt x="0" y="0"/>
                </a:lnTo>
                <a:lnTo>
                  <a:pt x="52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51" name="Freeform 67">
            <a:extLst>
              <a:ext uri="{FF2B5EF4-FFF2-40B4-BE49-F238E27FC236}">
                <a16:creationId xmlns:a16="http://schemas.microsoft.com/office/drawing/2014/main" id="{BDED296A-CA2A-49A1-BC6E-876223E8F2A8}"/>
              </a:ext>
            </a:extLst>
          </p:cNvPr>
          <p:cNvSpPr>
            <a:spLocks/>
          </p:cNvSpPr>
          <p:nvPr/>
        </p:nvSpPr>
        <p:spPr bwMode="auto">
          <a:xfrm>
            <a:off x="5541328" y="4133109"/>
            <a:ext cx="1725612" cy="431800"/>
          </a:xfrm>
          <a:custGeom>
            <a:avLst/>
            <a:gdLst>
              <a:gd name="T0" fmla="*/ 0 w 1087"/>
              <a:gd name="T1" fmla="*/ 2147483647 h 272"/>
              <a:gd name="T2" fmla="*/ 0 w 1087"/>
              <a:gd name="T3" fmla="*/ 0 h 272"/>
              <a:gd name="T4" fmla="*/ 2147483647 w 1087"/>
              <a:gd name="T5" fmla="*/ 0 h 272"/>
              <a:gd name="T6" fmla="*/ 2147483647 w 1087"/>
              <a:gd name="T7" fmla="*/ 2147483647 h 272"/>
              <a:gd name="T8" fmla="*/ 2147483647 w 1087"/>
              <a:gd name="T9" fmla="*/ 2147483647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7" h="272">
                <a:moveTo>
                  <a:pt x="0" y="272"/>
                </a:moveTo>
                <a:lnTo>
                  <a:pt x="0" y="0"/>
                </a:lnTo>
                <a:lnTo>
                  <a:pt x="522" y="0"/>
                </a:lnTo>
                <a:lnTo>
                  <a:pt x="522" y="272"/>
                </a:lnTo>
                <a:lnTo>
                  <a:pt x="1087"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52" name="Freeform 68">
            <a:extLst>
              <a:ext uri="{FF2B5EF4-FFF2-40B4-BE49-F238E27FC236}">
                <a16:creationId xmlns:a16="http://schemas.microsoft.com/office/drawing/2014/main" id="{50E9CD60-E7AB-4B7E-88D0-1502D075EC1B}"/>
              </a:ext>
            </a:extLst>
          </p:cNvPr>
          <p:cNvSpPr>
            <a:spLocks/>
          </p:cNvSpPr>
          <p:nvPr/>
        </p:nvSpPr>
        <p:spPr bwMode="auto">
          <a:xfrm>
            <a:off x="5541328" y="4771284"/>
            <a:ext cx="1725612" cy="431800"/>
          </a:xfrm>
          <a:custGeom>
            <a:avLst/>
            <a:gdLst>
              <a:gd name="T0" fmla="*/ 0 w 1087"/>
              <a:gd name="T1" fmla="*/ 0 h 272"/>
              <a:gd name="T2" fmla="*/ 0 w 1087"/>
              <a:gd name="T3" fmla="*/ 2147483647 h 272"/>
              <a:gd name="T4" fmla="*/ 2147483647 w 1087"/>
              <a:gd name="T5" fmla="*/ 2147483647 h 272"/>
              <a:gd name="T6" fmla="*/ 2147483647 w 1087"/>
              <a:gd name="T7" fmla="*/ 0 h 272"/>
              <a:gd name="T8" fmla="*/ 2147483647 w 1087"/>
              <a:gd name="T9" fmla="*/ 0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7" h="272">
                <a:moveTo>
                  <a:pt x="0" y="0"/>
                </a:moveTo>
                <a:lnTo>
                  <a:pt x="0" y="272"/>
                </a:lnTo>
                <a:lnTo>
                  <a:pt x="522" y="272"/>
                </a:lnTo>
                <a:lnTo>
                  <a:pt x="522" y="0"/>
                </a:lnTo>
                <a:lnTo>
                  <a:pt x="108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53" name="Text Box 69">
            <a:extLst>
              <a:ext uri="{FF2B5EF4-FFF2-40B4-BE49-F238E27FC236}">
                <a16:creationId xmlns:a16="http://schemas.microsoft.com/office/drawing/2014/main" id="{657F511B-BDFC-44F3-B9D8-072FAEDA5235}"/>
              </a:ext>
            </a:extLst>
          </p:cNvPr>
          <p:cNvSpPr txBox="1">
            <a:spLocks noChangeArrowheads="1"/>
          </p:cNvSpPr>
          <p:nvPr/>
        </p:nvSpPr>
        <p:spPr bwMode="auto">
          <a:xfrm>
            <a:off x="758306" y="1210126"/>
            <a:ext cx="2710815"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scene3d>
              <a:camera prst="orthographicFront"/>
              <a:lightRig rig="soft" dir="t">
                <a:rot lat="0" lon="0" rev="15600000"/>
              </a:lightRig>
            </a:scene3d>
            <a:sp3d extrusionH="57150" prstMaterial="softEdge">
              <a:bevelT w="25400" h="38100"/>
            </a:sp3d>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800" dirty="0">
                <a:latin typeface="黑体" pitchFamily="49" charset="-122"/>
                <a:ea typeface="黑体" pitchFamily="49" charset="-122"/>
                <a:cs typeface="+mj-cs"/>
              </a:rPr>
              <a:t>一、时序图</a:t>
            </a:r>
          </a:p>
        </p:txBody>
      </p:sp>
      <p:sp>
        <p:nvSpPr>
          <p:cNvPr id="54" name="标题 1"/>
          <p:cNvSpPr>
            <a:spLocks noGrp="1"/>
          </p:cNvSpPr>
          <p:nvPr>
            <p:ph type="title"/>
          </p:nvPr>
        </p:nvSpPr>
        <p:spPr>
          <a:xfrm>
            <a:off x="773308" y="319001"/>
            <a:ext cx="8212072" cy="588136"/>
          </a:xfrm>
        </p:spPr>
        <p:txBody>
          <a:bodyPr/>
          <a:lstStyle/>
          <a:p>
            <a:r>
              <a:rPr lang="en-US" altLang="zh-CN" dirty="0">
                <a:latin typeface="黑体" pitchFamily="49" charset="-122"/>
                <a:ea typeface="黑体" panose="02010609060101010101" pitchFamily="49" charset="-122"/>
              </a:rPr>
              <a:t>§ 6.5 </a:t>
            </a:r>
            <a:r>
              <a:rPr lang="zh-CN" altLang="en-US" dirty="0">
                <a:latin typeface="黑体" pitchFamily="49" charset="-122"/>
                <a:ea typeface="黑体" panose="02010609060101010101" pitchFamily="49" charset="-122"/>
              </a:rPr>
              <a:t>触发器功能的几种表示方法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3"/>
                                        </p:tgtEl>
                                        <p:attrNameLst>
                                          <p:attrName>style.visibility</p:attrName>
                                        </p:attrNameLst>
                                      </p:cBhvr>
                                      <p:to>
                                        <p:strVal val="visible"/>
                                      </p:to>
                                    </p:set>
                                    <p:animEffect transition="in" filter="wipe(left)">
                                      <p:cBhvr>
                                        <p:cTn id="7" dur="3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left)">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left)">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left)">
                                      <p:cBhvr>
                                        <p:cTn id="47" dur="5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wipe(left)">
                                      <p:cBhvr>
                                        <p:cTn id="57" dur="500"/>
                                        <p:tgtEl>
                                          <p:spTgt spid="5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left)">
                                      <p:cBhvr>
                                        <p:cTn id="62" dur="500"/>
                                        <p:tgtEl>
                                          <p:spTgt spid="5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wipe(left)">
                                      <p:cBhvr>
                                        <p:cTn id="6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11</a:t>
            </a:fld>
            <a:endParaRPr lang="en-US" altLang="zh-CN" dirty="0"/>
          </a:p>
        </p:txBody>
      </p:sp>
      <p:sp>
        <p:nvSpPr>
          <p:cNvPr id="5" name="标题 1"/>
          <p:cNvSpPr>
            <a:spLocks noGrp="1"/>
          </p:cNvSpPr>
          <p:nvPr>
            <p:ph type="title"/>
          </p:nvPr>
        </p:nvSpPr>
        <p:spPr>
          <a:xfrm>
            <a:off x="690466" y="309671"/>
            <a:ext cx="8668138" cy="588136"/>
          </a:xfrm>
        </p:spPr>
        <p:txBody>
          <a:bodyPr/>
          <a:lstStyle/>
          <a:p>
            <a:r>
              <a:rPr lang="en-US" altLang="zh-CN" dirty="0">
                <a:latin typeface="黑体" pitchFamily="49" charset="-122"/>
                <a:ea typeface="黑体" panose="02010609060101010101" pitchFamily="49" charset="-122"/>
              </a:rPr>
              <a:t>§ 6.5 </a:t>
            </a:r>
            <a:r>
              <a:rPr lang="zh-CN" altLang="en-US" dirty="0">
                <a:latin typeface="黑体" pitchFamily="49" charset="-122"/>
                <a:ea typeface="黑体" panose="02010609060101010101" pitchFamily="49" charset="-122"/>
              </a:rPr>
              <a:t>触发器功能的几种表示方法</a:t>
            </a:r>
          </a:p>
        </p:txBody>
      </p:sp>
      <p:sp>
        <p:nvSpPr>
          <p:cNvPr id="6" name="Rectangle 2">
            <a:extLst>
              <a:ext uri="{FF2B5EF4-FFF2-40B4-BE49-F238E27FC236}">
                <a16:creationId xmlns:a16="http://schemas.microsoft.com/office/drawing/2014/main" id="{2A2D5D95-B334-48A5-B05A-DB553C6F2567}"/>
              </a:ext>
            </a:extLst>
          </p:cNvPr>
          <p:cNvSpPr txBox="1">
            <a:spLocks noChangeArrowheads="1"/>
          </p:cNvSpPr>
          <p:nvPr/>
        </p:nvSpPr>
        <p:spPr bwMode="auto">
          <a:xfrm>
            <a:off x="780733" y="1277938"/>
            <a:ext cx="2830214"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dirty="0">
                <a:solidFill>
                  <a:schemeClr val="tx1"/>
                </a:solidFill>
                <a:latin typeface="黑体" pitchFamily="49" charset="-122"/>
                <a:ea typeface="黑体" pitchFamily="49" charset="-122"/>
                <a:cs typeface="+mj-cs"/>
              </a:rPr>
              <a:t>1</a:t>
            </a:r>
            <a:r>
              <a:rPr lang="zh-CN" altLang="en-US" dirty="0">
                <a:solidFill>
                  <a:schemeClr val="tx1"/>
                </a:solidFill>
                <a:latin typeface="黑体" pitchFamily="49" charset="-122"/>
                <a:ea typeface="黑体" pitchFamily="49" charset="-122"/>
                <a:cs typeface="+mj-cs"/>
              </a:rPr>
              <a:t>、波形分析</a:t>
            </a:r>
            <a:r>
              <a:rPr lang="en-US" altLang="zh-CN" dirty="0">
                <a:solidFill>
                  <a:schemeClr val="tx1"/>
                </a:solidFill>
                <a:latin typeface="黑体" pitchFamily="49" charset="-122"/>
                <a:ea typeface="黑体" pitchFamily="49" charset="-122"/>
                <a:cs typeface="+mj-cs"/>
              </a:rPr>
              <a:t>1</a:t>
            </a:r>
          </a:p>
        </p:txBody>
      </p:sp>
      <p:grpSp>
        <p:nvGrpSpPr>
          <p:cNvPr id="7" name="Group 87">
            <a:extLst>
              <a:ext uri="{FF2B5EF4-FFF2-40B4-BE49-F238E27FC236}">
                <a16:creationId xmlns:a16="http://schemas.microsoft.com/office/drawing/2014/main" id="{BFDE8E75-C594-4E04-B82A-8120CD8D1F85}"/>
              </a:ext>
            </a:extLst>
          </p:cNvPr>
          <p:cNvGrpSpPr>
            <a:grpSpLocks/>
          </p:cNvGrpSpPr>
          <p:nvPr/>
        </p:nvGrpSpPr>
        <p:grpSpPr bwMode="auto">
          <a:xfrm>
            <a:off x="3506788" y="2501583"/>
            <a:ext cx="4883150" cy="1657350"/>
            <a:chOff x="2209" y="1259"/>
            <a:chExt cx="3076" cy="1044"/>
          </a:xfrm>
        </p:grpSpPr>
        <p:sp>
          <p:nvSpPr>
            <p:cNvPr id="8" name="Freeform 8">
              <a:extLst>
                <a:ext uri="{FF2B5EF4-FFF2-40B4-BE49-F238E27FC236}">
                  <a16:creationId xmlns:a16="http://schemas.microsoft.com/office/drawing/2014/main" id="{9E1E11D0-64C9-4A29-8606-8F1C867B3806}"/>
                </a:ext>
              </a:extLst>
            </p:cNvPr>
            <p:cNvSpPr>
              <a:spLocks/>
            </p:cNvSpPr>
            <p:nvPr/>
          </p:nvSpPr>
          <p:spPr bwMode="auto">
            <a:xfrm>
              <a:off x="2600" y="1259"/>
              <a:ext cx="2685" cy="271"/>
            </a:xfrm>
            <a:custGeom>
              <a:avLst/>
              <a:gdLst>
                <a:gd name="T0" fmla="*/ 0 w 2685"/>
                <a:gd name="T1" fmla="*/ 271 h 271"/>
                <a:gd name="T2" fmla="*/ 424 w 2685"/>
                <a:gd name="T3" fmla="*/ 271 h 271"/>
                <a:gd name="T4" fmla="*/ 424 w 2685"/>
                <a:gd name="T5" fmla="*/ 0 h 271"/>
                <a:gd name="T6" fmla="*/ 1022 w 2685"/>
                <a:gd name="T7" fmla="*/ 0 h 271"/>
                <a:gd name="T8" fmla="*/ 1022 w 2685"/>
                <a:gd name="T9" fmla="*/ 271 h 271"/>
                <a:gd name="T10" fmla="*/ 1663 w 2685"/>
                <a:gd name="T11" fmla="*/ 271 h 271"/>
                <a:gd name="T12" fmla="*/ 1663 w 2685"/>
                <a:gd name="T13" fmla="*/ 0 h 271"/>
                <a:gd name="T14" fmla="*/ 2228 w 2685"/>
                <a:gd name="T15" fmla="*/ 0 h 271"/>
                <a:gd name="T16" fmla="*/ 2228 w 2685"/>
                <a:gd name="T17" fmla="*/ 271 h 271"/>
                <a:gd name="T18" fmla="*/ 2685 w 2685"/>
                <a:gd name="T19" fmla="*/ 271 h 2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85" h="271">
                  <a:moveTo>
                    <a:pt x="0" y="271"/>
                  </a:moveTo>
                  <a:lnTo>
                    <a:pt x="424" y="271"/>
                  </a:lnTo>
                  <a:lnTo>
                    <a:pt x="424" y="0"/>
                  </a:lnTo>
                  <a:lnTo>
                    <a:pt x="1022" y="0"/>
                  </a:lnTo>
                  <a:lnTo>
                    <a:pt x="1022" y="271"/>
                  </a:lnTo>
                  <a:lnTo>
                    <a:pt x="1663" y="271"/>
                  </a:lnTo>
                  <a:lnTo>
                    <a:pt x="1663" y="0"/>
                  </a:lnTo>
                  <a:lnTo>
                    <a:pt x="2228" y="0"/>
                  </a:lnTo>
                  <a:lnTo>
                    <a:pt x="2228" y="271"/>
                  </a:lnTo>
                  <a:lnTo>
                    <a:pt x="2685"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 name="Text Box 13">
              <a:extLst>
                <a:ext uri="{FF2B5EF4-FFF2-40B4-BE49-F238E27FC236}">
                  <a16:creationId xmlns:a16="http://schemas.microsoft.com/office/drawing/2014/main" id="{66A643BB-87CF-46AB-B925-032CDE943C71}"/>
                </a:ext>
              </a:extLst>
            </p:cNvPr>
            <p:cNvSpPr txBox="1">
              <a:spLocks noChangeArrowheads="1"/>
            </p:cNvSpPr>
            <p:nvPr/>
          </p:nvSpPr>
          <p:spPr bwMode="auto">
            <a:xfrm>
              <a:off x="2209" y="1335"/>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a:t>
              </a:r>
            </a:p>
          </p:txBody>
        </p:sp>
        <p:sp>
          <p:nvSpPr>
            <p:cNvPr id="10" name="Freeform 14">
              <a:extLst>
                <a:ext uri="{FF2B5EF4-FFF2-40B4-BE49-F238E27FC236}">
                  <a16:creationId xmlns:a16="http://schemas.microsoft.com/office/drawing/2014/main" id="{1B46F4C6-1DDB-4DDE-BF24-AC071E849E4A}"/>
                </a:ext>
              </a:extLst>
            </p:cNvPr>
            <p:cNvSpPr>
              <a:spLocks/>
            </p:cNvSpPr>
            <p:nvPr/>
          </p:nvSpPr>
          <p:spPr bwMode="auto">
            <a:xfrm>
              <a:off x="2600" y="1639"/>
              <a:ext cx="2685" cy="272"/>
            </a:xfrm>
            <a:custGeom>
              <a:avLst/>
              <a:gdLst>
                <a:gd name="T0" fmla="*/ 0 w 2685"/>
                <a:gd name="T1" fmla="*/ 272 h 272"/>
                <a:gd name="T2" fmla="*/ 174 w 2685"/>
                <a:gd name="T3" fmla="*/ 272 h 272"/>
                <a:gd name="T4" fmla="*/ 174 w 2685"/>
                <a:gd name="T5" fmla="*/ 0 h 272"/>
                <a:gd name="T6" fmla="*/ 1283 w 2685"/>
                <a:gd name="T7" fmla="*/ 0 h 272"/>
                <a:gd name="T8" fmla="*/ 1283 w 2685"/>
                <a:gd name="T9" fmla="*/ 272 h 272"/>
                <a:gd name="T10" fmla="*/ 2446 w 2685"/>
                <a:gd name="T11" fmla="*/ 272 h 272"/>
                <a:gd name="T12" fmla="*/ 2446 w 2685"/>
                <a:gd name="T13" fmla="*/ 0 h 272"/>
                <a:gd name="T14" fmla="*/ 2685 w 2685"/>
                <a:gd name="T15" fmla="*/ 0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85" h="272">
                  <a:moveTo>
                    <a:pt x="0" y="272"/>
                  </a:moveTo>
                  <a:lnTo>
                    <a:pt x="174" y="272"/>
                  </a:lnTo>
                  <a:lnTo>
                    <a:pt x="174" y="0"/>
                  </a:lnTo>
                  <a:lnTo>
                    <a:pt x="1283" y="0"/>
                  </a:lnTo>
                  <a:lnTo>
                    <a:pt x="1283" y="272"/>
                  </a:lnTo>
                  <a:lnTo>
                    <a:pt x="2446" y="272"/>
                  </a:lnTo>
                  <a:lnTo>
                    <a:pt x="2446" y="0"/>
                  </a:lnTo>
                  <a:lnTo>
                    <a:pt x="2685"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1" name="Text Box 15">
              <a:extLst>
                <a:ext uri="{FF2B5EF4-FFF2-40B4-BE49-F238E27FC236}">
                  <a16:creationId xmlns:a16="http://schemas.microsoft.com/office/drawing/2014/main" id="{D9755754-BB80-409B-A8ED-F3773D8A3514}"/>
                </a:ext>
              </a:extLst>
            </p:cNvPr>
            <p:cNvSpPr txBox="1">
              <a:spLocks noChangeArrowheads="1"/>
            </p:cNvSpPr>
            <p:nvPr/>
          </p:nvSpPr>
          <p:spPr bwMode="auto">
            <a:xfrm>
              <a:off x="2371" y="1715"/>
              <a:ext cx="37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dirty="0"/>
                <a:t>R</a:t>
              </a:r>
            </a:p>
          </p:txBody>
        </p:sp>
        <p:sp>
          <p:nvSpPr>
            <p:cNvPr id="12" name="Freeform 16">
              <a:extLst>
                <a:ext uri="{FF2B5EF4-FFF2-40B4-BE49-F238E27FC236}">
                  <a16:creationId xmlns:a16="http://schemas.microsoft.com/office/drawing/2014/main" id="{F4D835BA-CAB4-48FF-8F8F-F7505FFDD881}"/>
                </a:ext>
              </a:extLst>
            </p:cNvPr>
            <p:cNvSpPr>
              <a:spLocks/>
            </p:cNvSpPr>
            <p:nvPr/>
          </p:nvSpPr>
          <p:spPr bwMode="auto">
            <a:xfrm>
              <a:off x="2600" y="2030"/>
              <a:ext cx="2685" cy="272"/>
            </a:xfrm>
            <a:custGeom>
              <a:avLst/>
              <a:gdLst>
                <a:gd name="T0" fmla="*/ 0 w 2685"/>
                <a:gd name="T1" fmla="*/ 0 h 272"/>
                <a:gd name="T2" fmla="*/ 696 w 2685"/>
                <a:gd name="T3" fmla="*/ 0 h 272"/>
                <a:gd name="T4" fmla="*/ 696 w 2685"/>
                <a:gd name="T5" fmla="*/ 272 h 272"/>
                <a:gd name="T6" fmla="*/ 1924 w 2685"/>
                <a:gd name="T7" fmla="*/ 272 h 272"/>
                <a:gd name="T8" fmla="*/ 1924 w 2685"/>
                <a:gd name="T9" fmla="*/ 0 h 272"/>
                <a:gd name="T10" fmla="*/ 2685 w 2685"/>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85" h="272">
                  <a:moveTo>
                    <a:pt x="0" y="0"/>
                  </a:moveTo>
                  <a:lnTo>
                    <a:pt x="696" y="0"/>
                  </a:lnTo>
                  <a:lnTo>
                    <a:pt x="696" y="272"/>
                  </a:lnTo>
                  <a:lnTo>
                    <a:pt x="1924" y="272"/>
                  </a:lnTo>
                  <a:lnTo>
                    <a:pt x="1924" y="0"/>
                  </a:lnTo>
                  <a:lnTo>
                    <a:pt x="2685"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3" name="Text Box 20">
              <a:extLst>
                <a:ext uri="{FF2B5EF4-FFF2-40B4-BE49-F238E27FC236}">
                  <a16:creationId xmlns:a16="http://schemas.microsoft.com/office/drawing/2014/main" id="{5C7CC5A2-5D3B-4485-8D91-AF4B3AA7A05B}"/>
                </a:ext>
              </a:extLst>
            </p:cNvPr>
            <p:cNvSpPr txBox="1">
              <a:spLocks noChangeArrowheads="1"/>
            </p:cNvSpPr>
            <p:nvPr/>
          </p:nvSpPr>
          <p:spPr bwMode="auto">
            <a:xfrm>
              <a:off x="2371" y="1976"/>
              <a:ext cx="37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dirty="0"/>
                <a:t>S</a:t>
              </a:r>
            </a:p>
          </p:txBody>
        </p:sp>
      </p:grpSp>
      <p:grpSp>
        <p:nvGrpSpPr>
          <p:cNvPr id="14" name="Group 43">
            <a:extLst>
              <a:ext uri="{FF2B5EF4-FFF2-40B4-BE49-F238E27FC236}">
                <a16:creationId xmlns:a16="http://schemas.microsoft.com/office/drawing/2014/main" id="{6206A7F8-460B-4A3C-9FD7-95FB7734139F}"/>
              </a:ext>
            </a:extLst>
          </p:cNvPr>
          <p:cNvGrpSpPr>
            <a:grpSpLocks/>
          </p:cNvGrpSpPr>
          <p:nvPr/>
        </p:nvGrpSpPr>
        <p:grpSpPr bwMode="auto">
          <a:xfrm>
            <a:off x="4800600" y="2931795"/>
            <a:ext cx="2863850" cy="2640013"/>
            <a:chOff x="3010" y="434"/>
            <a:chExt cx="1804" cy="1663"/>
          </a:xfrm>
        </p:grpSpPr>
        <p:sp>
          <p:nvSpPr>
            <p:cNvPr id="15" name="Line 22">
              <a:extLst>
                <a:ext uri="{FF2B5EF4-FFF2-40B4-BE49-F238E27FC236}">
                  <a16:creationId xmlns:a16="http://schemas.microsoft.com/office/drawing/2014/main" id="{DCE48E98-6458-468C-A601-FCBC1DD4DB7B}"/>
                </a:ext>
              </a:extLst>
            </p:cNvPr>
            <p:cNvSpPr>
              <a:spLocks noChangeShapeType="1"/>
            </p:cNvSpPr>
            <p:nvPr/>
          </p:nvSpPr>
          <p:spPr bwMode="auto">
            <a:xfrm>
              <a:off x="3010" y="434"/>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6" name="Line 23">
              <a:extLst>
                <a:ext uri="{FF2B5EF4-FFF2-40B4-BE49-F238E27FC236}">
                  <a16:creationId xmlns:a16="http://schemas.microsoft.com/office/drawing/2014/main" id="{7C84AFE2-5D8A-40B2-A796-F5300099B0B8}"/>
                </a:ext>
              </a:extLst>
            </p:cNvPr>
            <p:cNvSpPr>
              <a:spLocks noChangeShapeType="1"/>
            </p:cNvSpPr>
            <p:nvPr/>
          </p:nvSpPr>
          <p:spPr bwMode="auto">
            <a:xfrm>
              <a:off x="3597" y="445"/>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7" name="Line 24">
              <a:extLst>
                <a:ext uri="{FF2B5EF4-FFF2-40B4-BE49-F238E27FC236}">
                  <a16:creationId xmlns:a16="http://schemas.microsoft.com/office/drawing/2014/main" id="{DE9BC92F-6612-4102-AC22-C517686FE674}"/>
                </a:ext>
              </a:extLst>
            </p:cNvPr>
            <p:cNvSpPr>
              <a:spLocks noChangeShapeType="1"/>
            </p:cNvSpPr>
            <p:nvPr/>
          </p:nvSpPr>
          <p:spPr bwMode="auto">
            <a:xfrm>
              <a:off x="4249" y="445"/>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8" name="Line 25">
              <a:extLst>
                <a:ext uri="{FF2B5EF4-FFF2-40B4-BE49-F238E27FC236}">
                  <a16:creationId xmlns:a16="http://schemas.microsoft.com/office/drawing/2014/main" id="{00F6FEA6-D2FA-443D-9016-4E62C41F3BDD}"/>
                </a:ext>
              </a:extLst>
            </p:cNvPr>
            <p:cNvSpPr>
              <a:spLocks noChangeShapeType="1"/>
            </p:cNvSpPr>
            <p:nvPr/>
          </p:nvSpPr>
          <p:spPr bwMode="auto">
            <a:xfrm>
              <a:off x="4814" y="434"/>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9" name="Line 26">
              <a:extLst>
                <a:ext uri="{FF2B5EF4-FFF2-40B4-BE49-F238E27FC236}">
                  <a16:creationId xmlns:a16="http://schemas.microsoft.com/office/drawing/2014/main" id="{111835F1-62BE-47C8-86FD-2E60A5B7EEB7}"/>
                </a:ext>
              </a:extLst>
            </p:cNvPr>
            <p:cNvSpPr>
              <a:spLocks noChangeShapeType="1"/>
            </p:cNvSpPr>
            <p:nvPr/>
          </p:nvSpPr>
          <p:spPr bwMode="auto">
            <a:xfrm>
              <a:off x="3282" y="543"/>
              <a:ext cx="0" cy="153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20" name="Line 27">
              <a:extLst>
                <a:ext uri="{FF2B5EF4-FFF2-40B4-BE49-F238E27FC236}">
                  <a16:creationId xmlns:a16="http://schemas.microsoft.com/office/drawing/2014/main" id="{DBBE0E65-06AD-450A-B366-D8ECCA06CC62}"/>
                </a:ext>
              </a:extLst>
            </p:cNvPr>
            <p:cNvSpPr>
              <a:spLocks noChangeShapeType="1"/>
            </p:cNvSpPr>
            <p:nvPr/>
          </p:nvSpPr>
          <p:spPr bwMode="auto">
            <a:xfrm>
              <a:off x="4511" y="533"/>
              <a:ext cx="0" cy="153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grpSp>
        <p:nvGrpSpPr>
          <p:cNvPr id="21" name="Group 32">
            <a:extLst>
              <a:ext uri="{FF2B5EF4-FFF2-40B4-BE49-F238E27FC236}">
                <a16:creationId xmlns:a16="http://schemas.microsoft.com/office/drawing/2014/main" id="{0A13A510-4E90-48BD-B0EE-13FC6EDFE5F7}"/>
              </a:ext>
            </a:extLst>
          </p:cNvPr>
          <p:cNvGrpSpPr>
            <a:grpSpLocks/>
          </p:cNvGrpSpPr>
          <p:nvPr/>
        </p:nvGrpSpPr>
        <p:grpSpPr bwMode="auto">
          <a:xfrm>
            <a:off x="3368675" y="4327211"/>
            <a:ext cx="1431925" cy="523875"/>
            <a:chOff x="228" y="1998"/>
            <a:chExt cx="902" cy="330"/>
          </a:xfrm>
        </p:grpSpPr>
        <p:sp>
          <p:nvSpPr>
            <p:cNvPr id="22" name="Text Box 29">
              <a:extLst>
                <a:ext uri="{FF2B5EF4-FFF2-40B4-BE49-F238E27FC236}">
                  <a16:creationId xmlns:a16="http://schemas.microsoft.com/office/drawing/2014/main" id="{C585E223-3972-4A52-9F4D-4F460F9CF003}"/>
                </a:ext>
              </a:extLst>
            </p:cNvPr>
            <p:cNvSpPr txBox="1">
              <a:spLocks noChangeArrowheads="1"/>
            </p:cNvSpPr>
            <p:nvPr/>
          </p:nvSpPr>
          <p:spPr bwMode="auto">
            <a:xfrm>
              <a:off x="228" y="1998"/>
              <a:ext cx="758" cy="33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dirty="0"/>
                <a:t>Q</a:t>
              </a:r>
              <a:r>
                <a:rPr lang="en-US" altLang="zh-CN" sz="2800" baseline="30000" dirty="0"/>
                <a:t>n+1</a:t>
              </a:r>
            </a:p>
          </p:txBody>
        </p:sp>
        <p:sp>
          <p:nvSpPr>
            <p:cNvPr id="23" name="Line 30">
              <a:extLst>
                <a:ext uri="{FF2B5EF4-FFF2-40B4-BE49-F238E27FC236}">
                  <a16:creationId xmlns:a16="http://schemas.microsoft.com/office/drawing/2014/main" id="{F8EEA6EA-2F12-4093-A1C1-B029DFFDD5F4}"/>
                </a:ext>
              </a:extLst>
            </p:cNvPr>
            <p:cNvSpPr>
              <a:spLocks noChangeShapeType="1"/>
            </p:cNvSpPr>
            <p:nvPr/>
          </p:nvSpPr>
          <p:spPr bwMode="auto">
            <a:xfrm>
              <a:off x="706" y="2282"/>
              <a:ext cx="4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grpSp>
        <p:nvGrpSpPr>
          <p:cNvPr id="24" name="Group 36">
            <a:extLst>
              <a:ext uri="{FF2B5EF4-FFF2-40B4-BE49-F238E27FC236}">
                <a16:creationId xmlns:a16="http://schemas.microsoft.com/office/drawing/2014/main" id="{49E7D5C3-BE8C-419C-AA63-A7E790DC625B}"/>
              </a:ext>
            </a:extLst>
          </p:cNvPr>
          <p:cNvGrpSpPr>
            <a:grpSpLocks/>
          </p:cNvGrpSpPr>
          <p:nvPr/>
        </p:nvGrpSpPr>
        <p:grpSpPr bwMode="auto">
          <a:xfrm>
            <a:off x="3367088" y="4986024"/>
            <a:ext cx="1433512" cy="538163"/>
            <a:chOff x="227" y="2413"/>
            <a:chExt cx="903" cy="339"/>
          </a:xfrm>
        </p:grpSpPr>
        <p:grpSp>
          <p:nvGrpSpPr>
            <p:cNvPr id="25" name="Group 34">
              <a:extLst>
                <a:ext uri="{FF2B5EF4-FFF2-40B4-BE49-F238E27FC236}">
                  <a16:creationId xmlns:a16="http://schemas.microsoft.com/office/drawing/2014/main" id="{AA61FC9A-2D2E-4D40-94CC-929758142DB3}"/>
                </a:ext>
              </a:extLst>
            </p:cNvPr>
            <p:cNvGrpSpPr>
              <a:grpSpLocks/>
            </p:cNvGrpSpPr>
            <p:nvPr/>
          </p:nvGrpSpPr>
          <p:grpSpPr bwMode="auto">
            <a:xfrm>
              <a:off x="227" y="2422"/>
              <a:ext cx="783" cy="330"/>
              <a:chOff x="1010" y="3248"/>
              <a:chExt cx="783" cy="330"/>
            </a:xfrm>
          </p:grpSpPr>
          <p:sp>
            <p:nvSpPr>
              <p:cNvPr id="27" name="Text Box 31">
                <a:extLst>
                  <a:ext uri="{FF2B5EF4-FFF2-40B4-BE49-F238E27FC236}">
                    <a16:creationId xmlns:a16="http://schemas.microsoft.com/office/drawing/2014/main" id="{273A840C-7448-47AB-953C-CBBE0E325B6D}"/>
                  </a:ext>
                </a:extLst>
              </p:cNvPr>
              <p:cNvSpPr txBox="1">
                <a:spLocks noChangeArrowheads="1"/>
              </p:cNvSpPr>
              <p:nvPr/>
            </p:nvSpPr>
            <p:spPr bwMode="auto">
              <a:xfrm>
                <a:off x="1010" y="3248"/>
                <a:ext cx="783" cy="33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800" dirty="0"/>
                  <a:t>Q</a:t>
                </a:r>
                <a:r>
                  <a:rPr lang="en-US" altLang="zh-CN" sz="2800" baseline="30000" dirty="0"/>
                  <a:t>n+1</a:t>
                </a:r>
              </a:p>
            </p:txBody>
          </p:sp>
          <p:sp>
            <p:nvSpPr>
              <p:cNvPr id="28" name="Line 33">
                <a:extLst>
                  <a:ext uri="{FF2B5EF4-FFF2-40B4-BE49-F238E27FC236}">
                    <a16:creationId xmlns:a16="http://schemas.microsoft.com/office/drawing/2014/main" id="{0448FA5F-C0E3-4030-A30C-0555946F4747}"/>
                  </a:ext>
                </a:extLst>
              </p:cNvPr>
              <p:cNvSpPr>
                <a:spLocks noChangeShapeType="1"/>
              </p:cNvSpPr>
              <p:nvPr/>
            </p:nvSpPr>
            <p:spPr bwMode="auto">
              <a:xfrm>
                <a:off x="1076" y="3293"/>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26" name="Line 35">
              <a:extLst>
                <a:ext uri="{FF2B5EF4-FFF2-40B4-BE49-F238E27FC236}">
                  <a16:creationId xmlns:a16="http://schemas.microsoft.com/office/drawing/2014/main" id="{DEAFF23F-A60E-4BAD-8CD4-16201AD2E836}"/>
                </a:ext>
              </a:extLst>
            </p:cNvPr>
            <p:cNvSpPr>
              <a:spLocks noChangeShapeType="1"/>
            </p:cNvSpPr>
            <p:nvPr/>
          </p:nvSpPr>
          <p:spPr bwMode="auto">
            <a:xfrm>
              <a:off x="706" y="2413"/>
              <a:ext cx="4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sp>
        <p:nvSpPr>
          <p:cNvPr id="29" name="Freeform 39">
            <a:extLst>
              <a:ext uri="{FF2B5EF4-FFF2-40B4-BE49-F238E27FC236}">
                <a16:creationId xmlns:a16="http://schemas.microsoft.com/office/drawing/2014/main" id="{3154D0F6-8884-4355-999C-614A08075949}"/>
              </a:ext>
            </a:extLst>
          </p:cNvPr>
          <p:cNvSpPr>
            <a:spLocks/>
          </p:cNvSpPr>
          <p:nvPr/>
        </p:nvSpPr>
        <p:spPr bwMode="auto">
          <a:xfrm>
            <a:off x="5232400" y="4347845"/>
            <a:ext cx="1984375" cy="430213"/>
          </a:xfrm>
          <a:custGeom>
            <a:avLst/>
            <a:gdLst>
              <a:gd name="T0" fmla="*/ 0 w 1239"/>
              <a:gd name="T1" fmla="*/ 0 h 271"/>
              <a:gd name="T2" fmla="*/ 0 w 1239"/>
              <a:gd name="T3" fmla="*/ 2147483647 h 271"/>
              <a:gd name="T4" fmla="*/ 2147483647 w 1239"/>
              <a:gd name="T5" fmla="*/ 2147483647 h 271"/>
              <a:gd name="T6" fmla="*/ 0 60000 65536"/>
              <a:gd name="T7" fmla="*/ 0 60000 65536"/>
              <a:gd name="T8" fmla="*/ 0 60000 65536"/>
            </a:gdLst>
            <a:ahLst/>
            <a:cxnLst>
              <a:cxn ang="T6">
                <a:pos x="T0" y="T1"/>
              </a:cxn>
              <a:cxn ang="T7">
                <a:pos x="T2" y="T3"/>
              </a:cxn>
              <a:cxn ang="T8">
                <a:pos x="T4" y="T5"/>
              </a:cxn>
            </a:cxnLst>
            <a:rect l="0" t="0" r="r" b="b"/>
            <a:pathLst>
              <a:path w="1239" h="271">
                <a:moveTo>
                  <a:pt x="0" y="0"/>
                </a:moveTo>
                <a:lnTo>
                  <a:pt x="0" y="271"/>
                </a:lnTo>
                <a:lnTo>
                  <a:pt x="1239"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0" name="Line 40">
            <a:extLst>
              <a:ext uri="{FF2B5EF4-FFF2-40B4-BE49-F238E27FC236}">
                <a16:creationId xmlns:a16="http://schemas.microsoft.com/office/drawing/2014/main" id="{E0B0A7C0-1E0B-4010-B886-74D7CA9A37A1}"/>
              </a:ext>
            </a:extLst>
          </p:cNvPr>
          <p:cNvSpPr>
            <a:spLocks noChangeShapeType="1"/>
          </p:cNvSpPr>
          <p:nvPr/>
        </p:nvSpPr>
        <p:spPr bwMode="auto">
          <a:xfrm>
            <a:off x="5224463" y="4982845"/>
            <a:ext cx="1957387" cy="3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1" name="Freeform 41">
            <a:extLst>
              <a:ext uri="{FF2B5EF4-FFF2-40B4-BE49-F238E27FC236}">
                <a16:creationId xmlns:a16="http://schemas.microsoft.com/office/drawing/2014/main" id="{5A883B1D-4E87-44F4-9D6D-BB02885A1C0C}"/>
              </a:ext>
            </a:extLst>
          </p:cNvPr>
          <p:cNvSpPr>
            <a:spLocks/>
          </p:cNvSpPr>
          <p:nvPr/>
        </p:nvSpPr>
        <p:spPr bwMode="auto">
          <a:xfrm>
            <a:off x="7169150" y="4347845"/>
            <a:ext cx="1054100" cy="430213"/>
          </a:xfrm>
          <a:custGeom>
            <a:avLst/>
            <a:gdLst>
              <a:gd name="T0" fmla="*/ 0 w 761"/>
              <a:gd name="T1" fmla="*/ 2147483647 h 271"/>
              <a:gd name="T2" fmla="*/ 0 w 761"/>
              <a:gd name="T3" fmla="*/ 0 h 271"/>
              <a:gd name="T4" fmla="*/ 2147483647 w 761"/>
              <a:gd name="T5" fmla="*/ 0 h 271"/>
              <a:gd name="T6" fmla="*/ 0 60000 65536"/>
              <a:gd name="T7" fmla="*/ 0 60000 65536"/>
              <a:gd name="T8" fmla="*/ 0 60000 65536"/>
            </a:gdLst>
            <a:ahLst/>
            <a:cxnLst>
              <a:cxn ang="T6">
                <a:pos x="T0" y="T1"/>
              </a:cxn>
              <a:cxn ang="T7">
                <a:pos x="T2" y="T3"/>
              </a:cxn>
              <a:cxn ang="T8">
                <a:pos x="T4" y="T5"/>
              </a:cxn>
            </a:cxnLst>
            <a:rect l="0" t="0" r="r" b="b"/>
            <a:pathLst>
              <a:path w="761" h="271">
                <a:moveTo>
                  <a:pt x="0" y="271"/>
                </a:moveTo>
                <a:lnTo>
                  <a:pt x="0" y="0"/>
                </a:lnTo>
                <a:lnTo>
                  <a:pt x="76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2" name="Freeform 42">
            <a:extLst>
              <a:ext uri="{FF2B5EF4-FFF2-40B4-BE49-F238E27FC236}">
                <a16:creationId xmlns:a16="http://schemas.microsoft.com/office/drawing/2014/main" id="{62AA81D2-8F01-42D6-9653-0E23BB015A3A}"/>
              </a:ext>
            </a:extLst>
          </p:cNvPr>
          <p:cNvSpPr>
            <a:spLocks/>
          </p:cNvSpPr>
          <p:nvPr/>
        </p:nvSpPr>
        <p:spPr bwMode="auto">
          <a:xfrm>
            <a:off x="7181850" y="4976495"/>
            <a:ext cx="1208088" cy="430213"/>
          </a:xfrm>
          <a:custGeom>
            <a:avLst/>
            <a:gdLst>
              <a:gd name="T0" fmla="*/ 0 w 1022"/>
              <a:gd name="T1" fmla="*/ 0 h 271"/>
              <a:gd name="T2" fmla="*/ 0 w 1022"/>
              <a:gd name="T3" fmla="*/ 2147483647 h 271"/>
              <a:gd name="T4" fmla="*/ 2147483647 w 1022"/>
              <a:gd name="T5" fmla="*/ 2147483647 h 271"/>
              <a:gd name="T6" fmla="*/ 0 60000 65536"/>
              <a:gd name="T7" fmla="*/ 0 60000 65536"/>
              <a:gd name="T8" fmla="*/ 0 60000 65536"/>
            </a:gdLst>
            <a:ahLst/>
            <a:cxnLst>
              <a:cxn ang="T6">
                <a:pos x="T0" y="T1"/>
              </a:cxn>
              <a:cxn ang="T7">
                <a:pos x="T2" y="T3"/>
              </a:cxn>
              <a:cxn ang="T8">
                <a:pos x="T4" y="T5"/>
              </a:cxn>
            </a:cxnLst>
            <a:rect l="0" t="0" r="r" b="b"/>
            <a:pathLst>
              <a:path w="1022" h="271">
                <a:moveTo>
                  <a:pt x="0" y="0"/>
                </a:moveTo>
                <a:lnTo>
                  <a:pt x="0" y="271"/>
                </a:lnTo>
                <a:lnTo>
                  <a:pt x="1022"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3" name="Freeform 37">
            <a:extLst>
              <a:ext uri="{FF2B5EF4-FFF2-40B4-BE49-F238E27FC236}">
                <a16:creationId xmlns:a16="http://schemas.microsoft.com/office/drawing/2014/main" id="{D8B4921E-9EB7-438E-AD88-62636AFF362D}"/>
              </a:ext>
            </a:extLst>
          </p:cNvPr>
          <p:cNvSpPr>
            <a:spLocks/>
          </p:cNvSpPr>
          <p:nvPr/>
        </p:nvSpPr>
        <p:spPr bwMode="auto">
          <a:xfrm>
            <a:off x="4800600" y="4347845"/>
            <a:ext cx="414338" cy="430213"/>
          </a:xfrm>
          <a:custGeom>
            <a:avLst/>
            <a:gdLst>
              <a:gd name="T0" fmla="*/ 0 w 261"/>
              <a:gd name="T1" fmla="*/ 2147483647 h 271"/>
              <a:gd name="T2" fmla="*/ 0 w 261"/>
              <a:gd name="T3" fmla="*/ 0 h 271"/>
              <a:gd name="T4" fmla="*/ 2147483647 w 261"/>
              <a:gd name="T5" fmla="*/ 0 h 271"/>
              <a:gd name="T6" fmla="*/ 0 60000 65536"/>
              <a:gd name="T7" fmla="*/ 0 60000 65536"/>
              <a:gd name="T8" fmla="*/ 0 60000 65536"/>
            </a:gdLst>
            <a:ahLst/>
            <a:cxnLst>
              <a:cxn ang="T6">
                <a:pos x="T0" y="T1"/>
              </a:cxn>
              <a:cxn ang="T7">
                <a:pos x="T2" y="T3"/>
              </a:cxn>
              <a:cxn ang="T8">
                <a:pos x="T4" y="T5"/>
              </a:cxn>
            </a:cxnLst>
            <a:rect l="0" t="0" r="r" b="b"/>
            <a:pathLst>
              <a:path w="261" h="271">
                <a:moveTo>
                  <a:pt x="0" y="271"/>
                </a:moveTo>
                <a:lnTo>
                  <a:pt x="0" y="0"/>
                </a:lnTo>
                <a:lnTo>
                  <a:pt x="26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4" name="Line 38">
            <a:extLst>
              <a:ext uri="{FF2B5EF4-FFF2-40B4-BE49-F238E27FC236}">
                <a16:creationId xmlns:a16="http://schemas.microsoft.com/office/drawing/2014/main" id="{7BB2784F-DAF6-47DB-A338-479C6D9F1296}"/>
              </a:ext>
            </a:extLst>
          </p:cNvPr>
          <p:cNvSpPr>
            <a:spLocks noChangeShapeType="1"/>
          </p:cNvSpPr>
          <p:nvPr/>
        </p:nvSpPr>
        <p:spPr bwMode="auto">
          <a:xfrm>
            <a:off x="4800600" y="4982845"/>
            <a:ext cx="428625" cy="3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5" name="Rectangle 84" descr="20%">
            <a:extLst>
              <a:ext uri="{FF2B5EF4-FFF2-40B4-BE49-F238E27FC236}">
                <a16:creationId xmlns:a16="http://schemas.microsoft.com/office/drawing/2014/main" id="{B9C8B519-1E71-4A20-92D0-77D6B50F5692}"/>
              </a:ext>
            </a:extLst>
          </p:cNvPr>
          <p:cNvSpPr>
            <a:spLocks noChangeArrowheads="1"/>
          </p:cNvSpPr>
          <p:nvPr/>
        </p:nvSpPr>
        <p:spPr bwMode="auto">
          <a:xfrm>
            <a:off x="4840288" y="5038408"/>
            <a:ext cx="341312" cy="358775"/>
          </a:xfrm>
          <a:prstGeom prst="rect">
            <a:avLst/>
          </a:prstGeom>
          <a:pattFill prst="pct20">
            <a:fgClr>
              <a:srgbClr val="FF66FF"/>
            </a:fgClr>
            <a:bgClr>
              <a:schemeClr val="bg1"/>
            </a:bgClr>
          </a:pattFill>
          <a:ln w="3810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36" name="Rectangle 85" descr="20%">
            <a:extLst>
              <a:ext uri="{FF2B5EF4-FFF2-40B4-BE49-F238E27FC236}">
                <a16:creationId xmlns:a16="http://schemas.microsoft.com/office/drawing/2014/main" id="{E4BAE73B-8568-4580-BD51-15DB8951D5C3}"/>
              </a:ext>
            </a:extLst>
          </p:cNvPr>
          <p:cNvSpPr>
            <a:spLocks noChangeArrowheads="1"/>
          </p:cNvSpPr>
          <p:nvPr/>
        </p:nvSpPr>
        <p:spPr bwMode="auto">
          <a:xfrm>
            <a:off x="4840288" y="4408170"/>
            <a:ext cx="341312" cy="358775"/>
          </a:xfrm>
          <a:prstGeom prst="rect">
            <a:avLst/>
          </a:prstGeom>
          <a:pattFill prst="pct20">
            <a:fgClr>
              <a:srgbClr val="FF66FF"/>
            </a:fgClr>
            <a:bgClr>
              <a:schemeClr val="bg1"/>
            </a:bgClr>
          </a:pattFill>
          <a:ln w="3810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grpSp>
        <p:nvGrpSpPr>
          <p:cNvPr id="37" name="Group 88">
            <a:extLst>
              <a:ext uri="{FF2B5EF4-FFF2-40B4-BE49-F238E27FC236}">
                <a16:creationId xmlns:a16="http://schemas.microsoft.com/office/drawing/2014/main" id="{4384F38C-840D-4CF7-ADB1-2793639A1478}"/>
              </a:ext>
            </a:extLst>
          </p:cNvPr>
          <p:cNvGrpSpPr>
            <a:grpSpLocks/>
          </p:cNvGrpSpPr>
          <p:nvPr/>
        </p:nvGrpSpPr>
        <p:grpSpPr bwMode="auto">
          <a:xfrm>
            <a:off x="476250" y="2388870"/>
            <a:ext cx="2614613" cy="3203576"/>
            <a:chOff x="277" y="1187"/>
            <a:chExt cx="1647" cy="2018"/>
          </a:xfrm>
        </p:grpSpPr>
        <p:grpSp>
          <p:nvGrpSpPr>
            <p:cNvPr id="38" name="Group 89">
              <a:extLst>
                <a:ext uri="{FF2B5EF4-FFF2-40B4-BE49-F238E27FC236}">
                  <a16:creationId xmlns:a16="http://schemas.microsoft.com/office/drawing/2014/main" id="{B0F0D2E6-B93F-4BA9-8D42-8CD89F6A26C8}"/>
                </a:ext>
              </a:extLst>
            </p:cNvPr>
            <p:cNvGrpSpPr>
              <a:grpSpLocks/>
            </p:cNvGrpSpPr>
            <p:nvPr/>
          </p:nvGrpSpPr>
          <p:grpSpPr bwMode="auto">
            <a:xfrm>
              <a:off x="277" y="1187"/>
              <a:ext cx="1647" cy="2018"/>
              <a:chOff x="277" y="1187"/>
              <a:chExt cx="1647" cy="2018"/>
            </a:xfrm>
          </p:grpSpPr>
          <p:sp>
            <p:nvSpPr>
              <p:cNvPr id="43" name="Line 90">
                <a:extLst>
                  <a:ext uri="{FF2B5EF4-FFF2-40B4-BE49-F238E27FC236}">
                    <a16:creationId xmlns:a16="http://schemas.microsoft.com/office/drawing/2014/main" id="{39B75C18-46CA-4B97-8B1D-9510B294F838}"/>
                  </a:ext>
                </a:extLst>
              </p:cNvPr>
              <p:cNvSpPr>
                <a:spLocks noChangeShapeType="1"/>
              </p:cNvSpPr>
              <p:nvPr/>
            </p:nvSpPr>
            <p:spPr bwMode="auto">
              <a:xfrm>
                <a:off x="517"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Rectangle 91">
                <a:extLst>
                  <a:ext uri="{FF2B5EF4-FFF2-40B4-BE49-F238E27FC236}">
                    <a16:creationId xmlns:a16="http://schemas.microsoft.com/office/drawing/2014/main" id="{BD235D17-FED8-41A2-8F7A-CC00A68CF17D}"/>
                  </a:ext>
                </a:extLst>
              </p:cNvPr>
              <p:cNvSpPr>
                <a:spLocks noChangeArrowheads="1"/>
              </p:cNvSpPr>
              <p:nvPr/>
            </p:nvSpPr>
            <p:spPr bwMode="auto">
              <a:xfrm>
                <a:off x="1285"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5" name="Group 92">
                <a:extLst>
                  <a:ext uri="{FF2B5EF4-FFF2-40B4-BE49-F238E27FC236}">
                    <a16:creationId xmlns:a16="http://schemas.microsoft.com/office/drawing/2014/main" id="{935A00B8-A2D0-451B-935A-AECC8EDA0522}"/>
                  </a:ext>
                </a:extLst>
              </p:cNvPr>
              <p:cNvGrpSpPr>
                <a:grpSpLocks/>
              </p:cNvGrpSpPr>
              <p:nvPr/>
            </p:nvGrpSpPr>
            <p:grpSpPr bwMode="auto">
              <a:xfrm>
                <a:off x="1497" y="1419"/>
                <a:ext cx="47" cy="288"/>
                <a:chOff x="586" y="1296"/>
                <a:chExt cx="48" cy="288"/>
              </a:xfrm>
            </p:grpSpPr>
            <p:sp>
              <p:nvSpPr>
                <p:cNvPr id="78" name="Oval 93">
                  <a:extLst>
                    <a:ext uri="{FF2B5EF4-FFF2-40B4-BE49-F238E27FC236}">
                      <a16:creationId xmlns:a16="http://schemas.microsoft.com/office/drawing/2014/main" id="{F62A7214-5D4C-4550-9F0F-2A4704AEB2AB}"/>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94">
                  <a:extLst>
                    <a:ext uri="{FF2B5EF4-FFF2-40B4-BE49-F238E27FC236}">
                      <a16:creationId xmlns:a16="http://schemas.microsoft.com/office/drawing/2014/main" id="{79C90684-7003-4375-8009-02DFEB9EF5DE}"/>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6" name="Line 95">
                <a:extLst>
                  <a:ext uri="{FF2B5EF4-FFF2-40B4-BE49-F238E27FC236}">
                    <a16:creationId xmlns:a16="http://schemas.microsoft.com/office/drawing/2014/main" id="{785EC9B4-CBEA-476C-894E-948851568F79}"/>
                  </a:ext>
                </a:extLst>
              </p:cNvPr>
              <p:cNvSpPr>
                <a:spLocks noChangeShapeType="1"/>
              </p:cNvSpPr>
              <p:nvPr/>
            </p:nvSpPr>
            <p:spPr bwMode="auto">
              <a:xfrm>
                <a:off x="1669"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7" name="Line 96">
                <a:extLst>
                  <a:ext uri="{FF2B5EF4-FFF2-40B4-BE49-F238E27FC236}">
                    <a16:creationId xmlns:a16="http://schemas.microsoft.com/office/drawing/2014/main" id="{DED4C676-EE0F-4210-ABEF-6672FB9864C8}"/>
                  </a:ext>
                </a:extLst>
              </p:cNvPr>
              <p:cNvSpPr>
                <a:spLocks noChangeShapeType="1"/>
              </p:cNvSpPr>
              <p:nvPr/>
            </p:nvSpPr>
            <p:spPr bwMode="auto">
              <a:xfrm>
                <a:off x="1237"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Line 97">
                <a:extLst>
                  <a:ext uri="{FF2B5EF4-FFF2-40B4-BE49-F238E27FC236}">
                    <a16:creationId xmlns:a16="http://schemas.microsoft.com/office/drawing/2014/main" id="{F0B7898C-7616-4E92-9148-F422EF413762}"/>
                  </a:ext>
                </a:extLst>
              </p:cNvPr>
              <p:cNvSpPr>
                <a:spLocks noChangeShapeType="1"/>
              </p:cNvSpPr>
              <p:nvPr/>
            </p:nvSpPr>
            <p:spPr bwMode="auto">
              <a:xfrm>
                <a:off x="949"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Line 98">
                <a:extLst>
                  <a:ext uri="{FF2B5EF4-FFF2-40B4-BE49-F238E27FC236}">
                    <a16:creationId xmlns:a16="http://schemas.microsoft.com/office/drawing/2014/main" id="{C3397B2D-1AB9-40E2-BB8C-0C4AECB30766}"/>
                  </a:ext>
                </a:extLst>
              </p:cNvPr>
              <p:cNvSpPr>
                <a:spLocks noChangeShapeType="1"/>
              </p:cNvSpPr>
              <p:nvPr/>
            </p:nvSpPr>
            <p:spPr bwMode="auto">
              <a:xfrm flipH="1">
                <a:off x="1045"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Line 99">
                <a:extLst>
                  <a:ext uri="{FF2B5EF4-FFF2-40B4-BE49-F238E27FC236}">
                    <a16:creationId xmlns:a16="http://schemas.microsoft.com/office/drawing/2014/main" id="{1A84BCE7-89BF-48CE-9B34-68019A0A84BF}"/>
                  </a:ext>
                </a:extLst>
              </p:cNvPr>
              <p:cNvSpPr>
                <a:spLocks noChangeShapeType="1"/>
              </p:cNvSpPr>
              <p:nvPr/>
            </p:nvSpPr>
            <p:spPr bwMode="auto">
              <a:xfrm>
                <a:off x="1141"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Line 100">
                <a:extLst>
                  <a:ext uri="{FF2B5EF4-FFF2-40B4-BE49-F238E27FC236}">
                    <a16:creationId xmlns:a16="http://schemas.microsoft.com/office/drawing/2014/main" id="{6F979501-8D80-461C-85FE-2A54CE753504}"/>
                  </a:ext>
                </a:extLst>
              </p:cNvPr>
              <p:cNvSpPr>
                <a:spLocks noChangeShapeType="1"/>
              </p:cNvSpPr>
              <p:nvPr/>
            </p:nvSpPr>
            <p:spPr bwMode="auto">
              <a:xfrm>
                <a:off x="805"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Line 101">
                <a:extLst>
                  <a:ext uri="{FF2B5EF4-FFF2-40B4-BE49-F238E27FC236}">
                    <a16:creationId xmlns:a16="http://schemas.microsoft.com/office/drawing/2014/main" id="{3F81CB10-F58E-4B20-94DF-0BDB66655B22}"/>
                  </a:ext>
                </a:extLst>
              </p:cNvPr>
              <p:cNvSpPr>
                <a:spLocks noChangeShapeType="1"/>
              </p:cNvSpPr>
              <p:nvPr/>
            </p:nvSpPr>
            <p:spPr bwMode="auto">
              <a:xfrm>
                <a:off x="1381"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Line 102">
                <a:extLst>
                  <a:ext uri="{FF2B5EF4-FFF2-40B4-BE49-F238E27FC236}">
                    <a16:creationId xmlns:a16="http://schemas.microsoft.com/office/drawing/2014/main" id="{ABACE1B2-5FCA-4ACD-B692-27B79F766298}"/>
                  </a:ext>
                </a:extLst>
              </p:cNvPr>
              <p:cNvSpPr>
                <a:spLocks noChangeShapeType="1"/>
              </p:cNvSpPr>
              <p:nvPr/>
            </p:nvSpPr>
            <p:spPr bwMode="auto">
              <a:xfrm>
                <a:off x="805"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Oval 103">
                <a:extLst>
                  <a:ext uri="{FF2B5EF4-FFF2-40B4-BE49-F238E27FC236}">
                    <a16:creationId xmlns:a16="http://schemas.microsoft.com/office/drawing/2014/main" id="{C36FCE82-0F56-4119-A7A5-30F32D99CC76}"/>
                  </a:ext>
                </a:extLst>
              </p:cNvPr>
              <p:cNvSpPr>
                <a:spLocks noChangeArrowheads="1"/>
              </p:cNvSpPr>
              <p:nvPr/>
            </p:nvSpPr>
            <p:spPr bwMode="auto">
              <a:xfrm>
                <a:off x="1497" y="1538"/>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Rectangle 104">
                <a:extLst>
                  <a:ext uri="{FF2B5EF4-FFF2-40B4-BE49-F238E27FC236}">
                    <a16:creationId xmlns:a16="http://schemas.microsoft.com/office/drawing/2014/main" id="{CA934F06-2AE4-4073-9A50-0AEDECBF6B29}"/>
                  </a:ext>
                </a:extLst>
              </p:cNvPr>
              <p:cNvSpPr>
                <a:spLocks noChangeArrowheads="1"/>
              </p:cNvSpPr>
              <p:nvPr/>
            </p:nvSpPr>
            <p:spPr bwMode="auto">
              <a:xfrm>
                <a:off x="421"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56" name="Group 105">
                <a:extLst>
                  <a:ext uri="{FF2B5EF4-FFF2-40B4-BE49-F238E27FC236}">
                    <a16:creationId xmlns:a16="http://schemas.microsoft.com/office/drawing/2014/main" id="{D4ECC219-DD22-4826-9812-3B4D64E7A157}"/>
                  </a:ext>
                </a:extLst>
              </p:cNvPr>
              <p:cNvGrpSpPr>
                <a:grpSpLocks/>
              </p:cNvGrpSpPr>
              <p:nvPr/>
            </p:nvGrpSpPr>
            <p:grpSpPr bwMode="auto">
              <a:xfrm>
                <a:off x="623" y="1419"/>
                <a:ext cx="48" cy="288"/>
                <a:chOff x="586" y="1296"/>
                <a:chExt cx="48" cy="288"/>
              </a:xfrm>
            </p:grpSpPr>
            <p:sp>
              <p:nvSpPr>
                <p:cNvPr id="76" name="Oval 106">
                  <a:extLst>
                    <a:ext uri="{FF2B5EF4-FFF2-40B4-BE49-F238E27FC236}">
                      <a16:creationId xmlns:a16="http://schemas.microsoft.com/office/drawing/2014/main" id="{65B20CA6-039C-4961-8D34-66B5535721E1}"/>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Line 107">
                  <a:extLst>
                    <a:ext uri="{FF2B5EF4-FFF2-40B4-BE49-F238E27FC236}">
                      <a16:creationId xmlns:a16="http://schemas.microsoft.com/office/drawing/2014/main" id="{17AF41ED-CBC8-4C82-B511-C26362F53C1E}"/>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7" name="Line 108">
                <a:extLst>
                  <a:ext uri="{FF2B5EF4-FFF2-40B4-BE49-F238E27FC236}">
                    <a16:creationId xmlns:a16="http://schemas.microsoft.com/office/drawing/2014/main" id="{CA9E9551-FBDF-4107-9AE2-C5E155083F9A}"/>
                  </a:ext>
                </a:extLst>
              </p:cNvPr>
              <p:cNvSpPr>
                <a:spLocks noChangeShapeType="1"/>
              </p:cNvSpPr>
              <p:nvPr/>
            </p:nvSpPr>
            <p:spPr bwMode="auto">
              <a:xfrm>
                <a:off x="661"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Oval 109">
                <a:extLst>
                  <a:ext uri="{FF2B5EF4-FFF2-40B4-BE49-F238E27FC236}">
                    <a16:creationId xmlns:a16="http://schemas.microsoft.com/office/drawing/2014/main" id="{1E20C392-5B96-4ADA-8097-BF3A545A0BAD}"/>
                  </a:ext>
                </a:extLst>
              </p:cNvPr>
              <p:cNvSpPr>
                <a:spLocks noChangeArrowheads="1"/>
              </p:cNvSpPr>
              <p:nvPr/>
            </p:nvSpPr>
            <p:spPr bwMode="auto">
              <a:xfrm>
                <a:off x="628" y="1538"/>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Text Box 110">
                <a:extLst>
                  <a:ext uri="{FF2B5EF4-FFF2-40B4-BE49-F238E27FC236}">
                    <a16:creationId xmlns:a16="http://schemas.microsoft.com/office/drawing/2014/main" id="{EB1E2DA7-CAA3-4903-8228-72DC9C9FD223}"/>
                  </a:ext>
                </a:extLst>
              </p:cNvPr>
              <p:cNvSpPr txBox="1">
                <a:spLocks noChangeArrowheads="1"/>
              </p:cNvSpPr>
              <p:nvPr/>
            </p:nvSpPr>
            <p:spPr bwMode="auto">
              <a:xfrm>
                <a:off x="398" y="1187"/>
                <a:ext cx="384"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60" name="Rectangle 111">
                <a:extLst>
                  <a:ext uri="{FF2B5EF4-FFF2-40B4-BE49-F238E27FC236}">
                    <a16:creationId xmlns:a16="http://schemas.microsoft.com/office/drawing/2014/main" id="{0B06A796-2CB9-45F8-9322-43BB8F85CAEA}"/>
                  </a:ext>
                </a:extLst>
              </p:cNvPr>
              <p:cNvSpPr>
                <a:spLocks noChangeArrowheads="1"/>
              </p:cNvSpPr>
              <p:nvPr/>
            </p:nvSpPr>
            <p:spPr bwMode="auto">
              <a:xfrm>
                <a:off x="1525" y="1243"/>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61" name="Line 112">
                <a:extLst>
                  <a:ext uri="{FF2B5EF4-FFF2-40B4-BE49-F238E27FC236}">
                    <a16:creationId xmlns:a16="http://schemas.microsoft.com/office/drawing/2014/main" id="{20D76E60-97BA-4889-B881-480898EB3C60}"/>
                  </a:ext>
                </a:extLst>
              </p:cNvPr>
              <p:cNvSpPr>
                <a:spLocks noChangeShapeType="1"/>
              </p:cNvSpPr>
              <p:nvPr/>
            </p:nvSpPr>
            <p:spPr bwMode="auto">
              <a:xfrm>
                <a:off x="1593" y="12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Rectangle 113">
                <a:extLst>
                  <a:ext uri="{FF2B5EF4-FFF2-40B4-BE49-F238E27FC236}">
                    <a16:creationId xmlns:a16="http://schemas.microsoft.com/office/drawing/2014/main" id="{3DBD7BBF-0827-492F-AF75-FA88CA9CDC3F}"/>
                  </a:ext>
                </a:extLst>
              </p:cNvPr>
              <p:cNvSpPr>
                <a:spLocks noChangeArrowheads="1"/>
              </p:cNvSpPr>
              <p:nvPr/>
            </p:nvSpPr>
            <p:spPr bwMode="auto">
              <a:xfrm>
                <a:off x="277" y="2779"/>
                <a:ext cx="241"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S</a:t>
                </a:r>
              </a:p>
            </p:txBody>
          </p:sp>
          <p:sp>
            <p:nvSpPr>
              <p:cNvPr id="63" name="Rectangle 114">
                <a:extLst>
                  <a:ext uri="{FF2B5EF4-FFF2-40B4-BE49-F238E27FC236}">
                    <a16:creationId xmlns:a16="http://schemas.microsoft.com/office/drawing/2014/main" id="{C6E47AE4-0982-4CBF-8B23-6EE6BE93794F}"/>
                  </a:ext>
                </a:extLst>
              </p:cNvPr>
              <p:cNvSpPr>
                <a:spLocks noChangeArrowheads="1"/>
              </p:cNvSpPr>
              <p:nvPr/>
            </p:nvSpPr>
            <p:spPr bwMode="auto">
              <a:xfrm>
                <a:off x="1669" y="2763"/>
                <a:ext cx="255"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R</a:t>
                </a:r>
              </a:p>
            </p:txBody>
          </p:sp>
          <p:sp>
            <p:nvSpPr>
              <p:cNvPr id="64" name="Line 115">
                <a:extLst>
                  <a:ext uri="{FF2B5EF4-FFF2-40B4-BE49-F238E27FC236}">
                    <a16:creationId xmlns:a16="http://schemas.microsoft.com/office/drawing/2014/main" id="{3B64DE2C-275E-44EC-9853-51B133345260}"/>
                  </a:ext>
                </a:extLst>
              </p:cNvPr>
              <p:cNvSpPr>
                <a:spLocks noChangeShapeType="1"/>
              </p:cNvSpPr>
              <p:nvPr/>
            </p:nvSpPr>
            <p:spPr bwMode="auto">
              <a:xfrm>
                <a:off x="805" y="2763"/>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Oval 116">
                <a:extLst>
                  <a:ext uri="{FF2B5EF4-FFF2-40B4-BE49-F238E27FC236}">
                    <a16:creationId xmlns:a16="http://schemas.microsoft.com/office/drawing/2014/main" id="{37B697BF-9203-4BDE-80F1-6BD8F5D66139}"/>
                  </a:ext>
                </a:extLst>
              </p:cNvPr>
              <p:cNvSpPr>
                <a:spLocks noChangeArrowheads="1"/>
              </p:cNvSpPr>
              <p:nvPr/>
            </p:nvSpPr>
            <p:spPr bwMode="auto">
              <a:xfrm>
                <a:off x="1065" y="2735"/>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Oval 117">
                <a:extLst>
                  <a:ext uri="{FF2B5EF4-FFF2-40B4-BE49-F238E27FC236}">
                    <a16:creationId xmlns:a16="http://schemas.microsoft.com/office/drawing/2014/main" id="{EA4C7A75-F407-4705-AE93-A6712171C33B}"/>
                  </a:ext>
                </a:extLst>
              </p:cNvPr>
              <p:cNvSpPr>
                <a:spLocks noChangeArrowheads="1"/>
              </p:cNvSpPr>
              <p:nvPr/>
            </p:nvSpPr>
            <p:spPr bwMode="auto">
              <a:xfrm>
                <a:off x="633"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118">
                <a:extLst>
                  <a:ext uri="{FF2B5EF4-FFF2-40B4-BE49-F238E27FC236}">
                    <a16:creationId xmlns:a16="http://schemas.microsoft.com/office/drawing/2014/main" id="{ABF92428-C0A1-40B9-B79A-8689A25187B1}"/>
                  </a:ext>
                </a:extLst>
              </p:cNvPr>
              <p:cNvSpPr>
                <a:spLocks noChangeShapeType="1"/>
              </p:cNvSpPr>
              <p:nvPr/>
            </p:nvSpPr>
            <p:spPr bwMode="auto">
              <a:xfrm>
                <a:off x="661"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Rectangle 119">
                <a:extLst>
                  <a:ext uri="{FF2B5EF4-FFF2-40B4-BE49-F238E27FC236}">
                    <a16:creationId xmlns:a16="http://schemas.microsoft.com/office/drawing/2014/main" id="{0B6DCB74-EDD7-40F2-9BBB-226E94B1F9C6}"/>
                  </a:ext>
                </a:extLst>
              </p:cNvPr>
              <p:cNvSpPr>
                <a:spLocks noChangeArrowheads="1"/>
              </p:cNvSpPr>
              <p:nvPr/>
            </p:nvSpPr>
            <p:spPr bwMode="auto">
              <a:xfrm>
                <a:off x="421"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20">
                <a:extLst>
                  <a:ext uri="{FF2B5EF4-FFF2-40B4-BE49-F238E27FC236}">
                    <a16:creationId xmlns:a16="http://schemas.microsoft.com/office/drawing/2014/main" id="{D23EFAC3-DA0F-4321-BD05-DDD5D9AE63A1}"/>
                  </a:ext>
                </a:extLst>
              </p:cNvPr>
              <p:cNvSpPr>
                <a:spLocks noChangeArrowheads="1"/>
              </p:cNvSpPr>
              <p:nvPr/>
            </p:nvSpPr>
            <p:spPr bwMode="auto">
              <a:xfrm>
                <a:off x="1497"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Line 121">
                <a:extLst>
                  <a:ext uri="{FF2B5EF4-FFF2-40B4-BE49-F238E27FC236}">
                    <a16:creationId xmlns:a16="http://schemas.microsoft.com/office/drawing/2014/main" id="{728C02D8-041D-4F01-80BA-F240E3783F10}"/>
                  </a:ext>
                </a:extLst>
              </p:cNvPr>
              <p:cNvSpPr>
                <a:spLocks noChangeShapeType="1"/>
              </p:cNvSpPr>
              <p:nvPr/>
            </p:nvSpPr>
            <p:spPr bwMode="auto">
              <a:xfrm>
                <a:off x="1525"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Rectangle 122">
                <a:extLst>
                  <a:ext uri="{FF2B5EF4-FFF2-40B4-BE49-F238E27FC236}">
                    <a16:creationId xmlns:a16="http://schemas.microsoft.com/office/drawing/2014/main" id="{25AD2059-77B9-49AF-941F-656BB8772051}"/>
                  </a:ext>
                </a:extLst>
              </p:cNvPr>
              <p:cNvSpPr>
                <a:spLocks noChangeArrowheads="1"/>
              </p:cNvSpPr>
              <p:nvPr/>
            </p:nvSpPr>
            <p:spPr bwMode="auto">
              <a:xfrm>
                <a:off x="1285"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Line 123">
                <a:extLst>
                  <a:ext uri="{FF2B5EF4-FFF2-40B4-BE49-F238E27FC236}">
                    <a16:creationId xmlns:a16="http://schemas.microsoft.com/office/drawing/2014/main" id="{056BF87A-01F0-4EBA-B28B-0C49421D3E95}"/>
                  </a:ext>
                </a:extLst>
              </p:cNvPr>
              <p:cNvSpPr>
                <a:spLocks noChangeShapeType="1"/>
              </p:cNvSpPr>
              <p:nvPr/>
            </p:nvSpPr>
            <p:spPr bwMode="auto">
              <a:xfrm>
                <a:off x="805"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Line 124">
                <a:extLst>
                  <a:ext uri="{FF2B5EF4-FFF2-40B4-BE49-F238E27FC236}">
                    <a16:creationId xmlns:a16="http://schemas.microsoft.com/office/drawing/2014/main" id="{78CE1759-79C2-486C-88E3-27D9DD0DEFC8}"/>
                  </a:ext>
                </a:extLst>
              </p:cNvPr>
              <p:cNvSpPr>
                <a:spLocks noChangeShapeType="1"/>
              </p:cNvSpPr>
              <p:nvPr/>
            </p:nvSpPr>
            <p:spPr bwMode="auto">
              <a:xfrm>
                <a:off x="1381"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Line 125">
                <a:extLst>
                  <a:ext uri="{FF2B5EF4-FFF2-40B4-BE49-F238E27FC236}">
                    <a16:creationId xmlns:a16="http://schemas.microsoft.com/office/drawing/2014/main" id="{744F1071-D054-4C5A-8FF8-051720D6487E}"/>
                  </a:ext>
                </a:extLst>
              </p:cNvPr>
              <p:cNvSpPr>
                <a:spLocks noChangeShapeType="1"/>
              </p:cNvSpPr>
              <p:nvPr/>
            </p:nvSpPr>
            <p:spPr bwMode="auto">
              <a:xfrm>
                <a:off x="1093" y="2763"/>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Rectangle 126">
                <a:extLst>
                  <a:ext uri="{FF2B5EF4-FFF2-40B4-BE49-F238E27FC236}">
                    <a16:creationId xmlns:a16="http://schemas.microsoft.com/office/drawing/2014/main" id="{10B30799-170C-42B1-8FE2-0E9D1BE90361}"/>
                  </a:ext>
                </a:extLst>
              </p:cNvPr>
              <p:cNvSpPr>
                <a:spLocks noChangeArrowheads="1"/>
              </p:cNvSpPr>
              <p:nvPr/>
            </p:nvSpPr>
            <p:spPr bwMode="auto">
              <a:xfrm>
                <a:off x="945" y="2875"/>
                <a:ext cx="393"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grpSp>
        <p:sp>
          <p:nvSpPr>
            <p:cNvPr id="39" name="Text Box 127">
              <a:extLst>
                <a:ext uri="{FF2B5EF4-FFF2-40B4-BE49-F238E27FC236}">
                  <a16:creationId xmlns:a16="http://schemas.microsoft.com/office/drawing/2014/main" id="{B5C242A6-853B-458C-8CC0-4475671714FB}"/>
                </a:ext>
              </a:extLst>
            </p:cNvPr>
            <p:cNvSpPr txBox="1">
              <a:spLocks noChangeArrowheads="1"/>
            </p:cNvSpPr>
            <p:nvPr/>
          </p:nvSpPr>
          <p:spPr bwMode="auto">
            <a:xfrm>
              <a:off x="424" y="1684"/>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0" name="Text Box 128">
              <a:extLst>
                <a:ext uri="{FF2B5EF4-FFF2-40B4-BE49-F238E27FC236}">
                  <a16:creationId xmlns:a16="http://schemas.microsoft.com/office/drawing/2014/main" id="{87D1F97C-87E4-45C8-B6F7-8BC5BD9A1E23}"/>
                </a:ext>
              </a:extLst>
            </p:cNvPr>
            <p:cNvSpPr txBox="1">
              <a:spLocks noChangeArrowheads="1"/>
            </p:cNvSpPr>
            <p:nvPr/>
          </p:nvSpPr>
          <p:spPr bwMode="auto">
            <a:xfrm>
              <a:off x="1293" y="1695"/>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1" name="Text Box 129">
              <a:extLst>
                <a:ext uri="{FF2B5EF4-FFF2-40B4-BE49-F238E27FC236}">
                  <a16:creationId xmlns:a16="http://schemas.microsoft.com/office/drawing/2014/main" id="{E247772A-BA01-435E-80B6-913A3623AD69}"/>
                </a:ext>
              </a:extLst>
            </p:cNvPr>
            <p:cNvSpPr txBox="1">
              <a:spLocks noChangeArrowheads="1"/>
            </p:cNvSpPr>
            <p:nvPr/>
          </p:nvSpPr>
          <p:spPr bwMode="auto">
            <a:xfrm>
              <a:off x="413" y="2380"/>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2" name="Text Box 130">
              <a:extLst>
                <a:ext uri="{FF2B5EF4-FFF2-40B4-BE49-F238E27FC236}">
                  <a16:creationId xmlns:a16="http://schemas.microsoft.com/office/drawing/2014/main" id="{BC154B63-1769-4424-B275-4EE4D1E3EFA5}"/>
                </a:ext>
              </a:extLst>
            </p:cNvPr>
            <p:cNvSpPr txBox="1">
              <a:spLocks noChangeArrowheads="1"/>
            </p:cNvSpPr>
            <p:nvPr/>
          </p:nvSpPr>
          <p:spPr bwMode="auto">
            <a:xfrm>
              <a:off x="1282" y="2369"/>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up)">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left)">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up)">
                                      <p:cBhvr>
                                        <p:cTn id="67" dur="500"/>
                                        <p:tgtEl>
                                          <p:spTgt spid="36"/>
                                        </p:tgtEl>
                                      </p:cBhvr>
                                    </p:animEffect>
                                  </p:childTnLst>
                                </p:cTn>
                              </p:par>
                            </p:childTnLst>
                          </p:cTn>
                        </p:par>
                        <p:par>
                          <p:cTn id="68" fill="hold">
                            <p:stCondLst>
                              <p:cond delay="500"/>
                            </p:stCondLst>
                            <p:childTnLst>
                              <p:par>
                                <p:cTn id="69" presetID="22" presetClass="entr" presetSubtype="1" fill="hold" grpId="0" nodeType="afterEffect">
                                  <p:stCondLst>
                                    <p:cond delay="1000"/>
                                  </p:stCondLst>
                                  <p:childTnLst>
                                    <p:set>
                                      <p:cBhvr>
                                        <p:cTn id="70" dur="1" fill="hold">
                                          <p:stCondLst>
                                            <p:cond delay="0"/>
                                          </p:stCondLst>
                                        </p:cTn>
                                        <p:tgtEl>
                                          <p:spTgt spid="35"/>
                                        </p:tgtEl>
                                        <p:attrNameLst>
                                          <p:attrName>style.visibility</p:attrName>
                                        </p:attrNameLst>
                                      </p:cBhvr>
                                      <p:to>
                                        <p:strVal val="visible"/>
                                      </p:to>
                                    </p:set>
                                    <p:animEffect transition="in" filter="wipe(up)">
                                      <p:cBhvr>
                                        <p:cTn id="7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5" grpId="0" animBg="1"/>
      <p:bldP spid="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12</a:t>
            </a:fld>
            <a:endParaRPr lang="en-US" altLang="zh-CN" dirty="0"/>
          </a:p>
        </p:txBody>
      </p:sp>
      <p:sp>
        <p:nvSpPr>
          <p:cNvPr id="5" name="Rectangle 2">
            <a:extLst>
              <a:ext uri="{FF2B5EF4-FFF2-40B4-BE49-F238E27FC236}">
                <a16:creationId xmlns:a16="http://schemas.microsoft.com/office/drawing/2014/main" id="{A8D2F511-F13F-4E4E-965D-B1D555F8AE3A}"/>
              </a:ext>
            </a:extLst>
          </p:cNvPr>
          <p:cNvSpPr txBox="1">
            <a:spLocks noChangeArrowheads="1"/>
          </p:cNvSpPr>
          <p:nvPr/>
        </p:nvSpPr>
        <p:spPr bwMode="auto">
          <a:xfrm>
            <a:off x="628650" y="1269682"/>
            <a:ext cx="2665056"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dirty="0">
                <a:solidFill>
                  <a:schemeClr val="tx1"/>
                </a:solidFill>
                <a:latin typeface="黑体" pitchFamily="49" charset="-122"/>
                <a:ea typeface="黑体" pitchFamily="49" charset="-122"/>
                <a:cs typeface="+mj-cs"/>
              </a:rPr>
              <a:t>2</a:t>
            </a:r>
            <a:r>
              <a:rPr lang="zh-CN" altLang="en-US" dirty="0">
                <a:solidFill>
                  <a:schemeClr val="tx1"/>
                </a:solidFill>
                <a:latin typeface="黑体" pitchFamily="49" charset="-122"/>
                <a:ea typeface="黑体" pitchFamily="49" charset="-122"/>
                <a:cs typeface="+mj-cs"/>
              </a:rPr>
              <a:t>、波形分析</a:t>
            </a:r>
            <a:r>
              <a:rPr lang="en-US" altLang="zh-CN" dirty="0">
                <a:solidFill>
                  <a:schemeClr val="tx1"/>
                </a:solidFill>
                <a:latin typeface="黑体" pitchFamily="49" charset="-122"/>
                <a:ea typeface="黑体" pitchFamily="49" charset="-122"/>
                <a:cs typeface="+mj-cs"/>
              </a:rPr>
              <a:t>2</a:t>
            </a:r>
          </a:p>
        </p:txBody>
      </p:sp>
      <p:grpSp>
        <p:nvGrpSpPr>
          <p:cNvPr id="6" name="Group 46">
            <a:extLst>
              <a:ext uri="{FF2B5EF4-FFF2-40B4-BE49-F238E27FC236}">
                <a16:creationId xmlns:a16="http://schemas.microsoft.com/office/drawing/2014/main" id="{A48BEB01-0148-4A86-96E1-9BCEDD870BDD}"/>
              </a:ext>
            </a:extLst>
          </p:cNvPr>
          <p:cNvGrpSpPr>
            <a:grpSpLocks/>
          </p:cNvGrpSpPr>
          <p:nvPr/>
        </p:nvGrpSpPr>
        <p:grpSpPr bwMode="auto">
          <a:xfrm>
            <a:off x="4926013" y="3115945"/>
            <a:ext cx="2863850" cy="2640013"/>
            <a:chOff x="2075" y="1564"/>
            <a:chExt cx="1804" cy="1663"/>
          </a:xfrm>
        </p:grpSpPr>
        <p:sp>
          <p:nvSpPr>
            <p:cNvPr id="7" name="Line 15">
              <a:extLst>
                <a:ext uri="{FF2B5EF4-FFF2-40B4-BE49-F238E27FC236}">
                  <a16:creationId xmlns:a16="http://schemas.microsoft.com/office/drawing/2014/main" id="{BF079A31-8A7B-4634-87DB-F7B29794054D}"/>
                </a:ext>
              </a:extLst>
            </p:cNvPr>
            <p:cNvSpPr>
              <a:spLocks noChangeShapeType="1"/>
            </p:cNvSpPr>
            <p:nvPr/>
          </p:nvSpPr>
          <p:spPr bwMode="auto">
            <a:xfrm>
              <a:off x="2075" y="1564"/>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Line 16">
              <a:extLst>
                <a:ext uri="{FF2B5EF4-FFF2-40B4-BE49-F238E27FC236}">
                  <a16:creationId xmlns:a16="http://schemas.microsoft.com/office/drawing/2014/main" id="{25F1DAF3-0249-4FDF-9F86-EE4B0E5E870B}"/>
                </a:ext>
              </a:extLst>
            </p:cNvPr>
            <p:cNvSpPr>
              <a:spLocks noChangeShapeType="1"/>
            </p:cNvSpPr>
            <p:nvPr/>
          </p:nvSpPr>
          <p:spPr bwMode="auto">
            <a:xfrm>
              <a:off x="2662" y="1575"/>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Line 17">
              <a:extLst>
                <a:ext uri="{FF2B5EF4-FFF2-40B4-BE49-F238E27FC236}">
                  <a16:creationId xmlns:a16="http://schemas.microsoft.com/office/drawing/2014/main" id="{2499D224-BFD2-464F-B184-C72462267E0B}"/>
                </a:ext>
              </a:extLst>
            </p:cNvPr>
            <p:cNvSpPr>
              <a:spLocks noChangeShapeType="1"/>
            </p:cNvSpPr>
            <p:nvPr/>
          </p:nvSpPr>
          <p:spPr bwMode="auto">
            <a:xfrm>
              <a:off x="3314" y="1575"/>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Line 18">
              <a:extLst>
                <a:ext uri="{FF2B5EF4-FFF2-40B4-BE49-F238E27FC236}">
                  <a16:creationId xmlns:a16="http://schemas.microsoft.com/office/drawing/2014/main" id="{D3E7EFFA-23EA-4072-9F06-0B0A3E72DB22}"/>
                </a:ext>
              </a:extLst>
            </p:cNvPr>
            <p:cNvSpPr>
              <a:spLocks noChangeShapeType="1"/>
            </p:cNvSpPr>
            <p:nvPr/>
          </p:nvSpPr>
          <p:spPr bwMode="auto">
            <a:xfrm>
              <a:off x="3879" y="1564"/>
              <a:ext cx="0" cy="165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Line 19">
              <a:extLst>
                <a:ext uri="{FF2B5EF4-FFF2-40B4-BE49-F238E27FC236}">
                  <a16:creationId xmlns:a16="http://schemas.microsoft.com/office/drawing/2014/main" id="{AB2638FF-08E6-4485-917E-7AE280D34084}"/>
                </a:ext>
              </a:extLst>
            </p:cNvPr>
            <p:cNvSpPr>
              <a:spLocks noChangeShapeType="1"/>
            </p:cNvSpPr>
            <p:nvPr/>
          </p:nvSpPr>
          <p:spPr bwMode="auto">
            <a:xfrm>
              <a:off x="2347" y="1673"/>
              <a:ext cx="0" cy="153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Line 20">
              <a:extLst>
                <a:ext uri="{FF2B5EF4-FFF2-40B4-BE49-F238E27FC236}">
                  <a16:creationId xmlns:a16="http://schemas.microsoft.com/office/drawing/2014/main" id="{6C1D9716-74F8-4D07-B18C-AE3CF7F475CC}"/>
                </a:ext>
              </a:extLst>
            </p:cNvPr>
            <p:cNvSpPr>
              <a:spLocks noChangeShapeType="1"/>
            </p:cNvSpPr>
            <p:nvPr/>
          </p:nvSpPr>
          <p:spPr bwMode="auto">
            <a:xfrm>
              <a:off x="3576" y="1663"/>
              <a:ext cx="0" cy="1532"/>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13" name="Group 87">
            <a:extLst>
              <a:ext uri="{FF2B5EF4-FFF2-40B4-BE49-F238E27FC236}">
                <a16:creationId xmlns:a16="http://schemas.microsoft.com/office/drawing/2014/main" id="{C183E3B3-1FD7-44AC-8274-EF4F069CF26A}"/>
              </a:ext>
            </a:extLst>
          </p:cNvPr>
          <p:cNvGrpSpPr>
            <a:grpSpLocks/>
          </p:cNvGrpSpPr>
          <p:nvPr/>
        </p:nvGrpSpPr>
        <p:grpSpPr bwMode="auto">
          <a:xfrm>
            <a:off x="3667125" y="2685733"/>
            <a:ext cx="4848225" cy="1779587"/>
            <a:chOff x="2310" y="1327"/>
            <a:chExt cx="3054" cy="1121"/>
          </a:xfrm>
        </p:grpSpPr>
        <p:sp>
          <p:nvSpPr>
            <p:cNvPr id="14" name="Freeform 8">
              <a:extLst>
                <a:ext uri="{FF2B5EF4-FFF2-40B4-BE49-F238E27FC236}">
                  <a16:creationId xmlns:a16="http://schemas.microsoft.com/office/drawing/2014/main" id="{5C3DA1F9-0038-4807-AB51-859BFB9D3167}"/>
                </a:ext>
              </a:extLst>
            </p:cNvPr>
            <p:cNvSpPr>
              <a:spLocks/>
            </p:cNvSpPr>
            <p:nvPr/>
          </p:nvSpPr>
          <p:spPr bwMode="auto">
            <a:xfrm>
              <a:off x="2679" y="1327"/>
              <a:ext cx="2685" cy="271"/>
            </a:xfrm>
            <a:custGeom>
              <a:avLst/>
              <a:gdLst>
                <a:gd name="T0" fmla="*/ 0 w 2685"/>
                <a:gd name="T1" fmla="*/ 271 h 271"/>
                <a:gd name="T2" fmla="*/ 424 w 2685"/>
                <a:gd name="T3" fmla="*/ 271 h 271"/>
                <a:gd name="T4" fmla="*/ 424 w 2685"/>
                <a:gd name="T5" fmla="*/ 0 h 271"/>
                <a:gd name="T6" fmla="*/ 1022 w 2685"/>
                <a:gd name="T7" fmla="*/ 0 h 271"/>
                <a:gd name="T8" fmla="*/ 1022 w 2685"/>
                <a:gd name="T9" fmla="*/ 271 h 271"/>
                <a:gd name="T10" fmla="*/ 1663 w 2685"/>
                <a:gd name="T11" fmla="*/ 271 h 271"/>
                <a:gd name="T12" fmla="*/ 1663 w 2685"/>
                <a:gd name="T13" fmla="*/ 0 h 271"/>
                <a:gd name="T14" fmla="*/ 2228 w 2685"/>
                <a:gd name="T15" fmla="*/ 0 h 271"/>
                <a:gd name="T16" fmla="*/ 2228 w 2685"/>
                <a:gd name="T17" fmla="*/ 271 h 271"/>
                <a:gd name="T18" fmla="*/ 2685 w 2685"/>
                <a:gd name="T19" fmla="*/ 271 h 2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85" h="271">
                  <a:moveTo>
                    <a:pt x="0" y="271"/>
                  </a:moveTo>
                  <a:lnTo>
                    <a:pt x="424" y="271"/>
                  </a:lnTo>
                  <a:lnTo>
                    <a:pt x="424" y="0"/>
                  </a:lnTo>
                  <a:lnTo>
                    <a:pt x="1022" y="0"/>
                  </a:lnTo>
                  <a:lnTo>
                    <a:pt x="1022" y="271"/>
                  </a:lnTo>
                  <a:lnTo>
                    <a:pt x="1663" y="271"/>
                  </a:lnTo>
                  <a:lnTo>
                    <a:pt x="1663" y="0"/>
                  </a:lnTo>
                  <a:lnTo>
                    <a:pt x="2228" y="0"/>
                  </a:lnTo>
                  <a:lnTo>
                    <a:pt x="2228" y="271"/>
                  </a:lnTo>
                  <a:lnTo>
                    <a:pt x="2685"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5" name="Text Box 9">
              <a:extLst>
                <a:ext uri="{FF2B5EF4-FFF2-40B4-BE49-F238E27FC236}">
                  <a16:creationId xmlns:a16="http://schemas.microsoft.com/office/drawing/2014/main" id="{06269611-F50B-410E-935A-301CE227CF06}"/>
                </a:ext>
              </a:extLst>
            </p:cNvPr>
            <p:cNvSpPr txBox="1">
              <a:spLocks noChangeArrowheads="1"/>
            </p:cNvSpPr>
            <p:nvPr/>
          </p:nvSpPr>
          <p:spPr bwMode="auto">
            <a:xfrm>
              <a:off x="2310" y="1392"/>
              <a:ext cx="51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sp>
          <p:nvSpPr>
            <p:cNvPr id="16" name="Text Box 11">
              <a:extLst>
                <a:ext uri="{FF2B5EF4-FFF2-40B4-BE49-F238E27FC236}">
                  <a16:creationId xmlns:a16="http://schemas.microsoft.com/office/drawing/2014/main" id="{F69251B4-CB8D-49C9-903B-E8104C1B2C83}"/>
                </a:ext>
              </a:extLst>
            </p:cNvPr>
            <p:cNvSpPr txBox="1">
              <a:spLocks noChangeArrowheads="1"/>
            </p:cNvSpPr>
            <p:nvPr/>
          </p:nvSpPr>
          <p:spPr bwMode="auto">
            <a:xfrm>
              <a:off x="2450" y="1783"/>
              <a:ext cx="37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R</a:t>
              </a:r>
            </a:p>
          </p:txBody>
        </p:sp>
        <p:sp>
          <p:nvSpPr>
            <p:cNvPr id="17" name="Text Box 13">
              <a:extLst>
                <a:ext uri="{FF2B5EF4-FFF2-40B4-BE49-F238E27FC236}">
                  <a16:creationId xmlns:a16="http://schemas.microsoft.com/office/drawing/2014/main" id="{F333AD11-DCE8-4645-88FC-B512D17B8B5C}"/>
                </a:ext>
              </a:extLst>
            </p:cNvPr>
            <p:cNvSpPr txBox="1">
              <a:spLocks noChangeArrowheads="1"/>
            </p:cNvSpPr>
            <p:nvPr/>
          </p:nvSpPr>
          <p:spPr bwMode="auto">
            <a:xfrm>
              <a:off x="2461" y="2121"/>
              <a:ext cx="37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S</a:t>
              </a:r>
            </a:p>
          </p:txBody>
        </p:sp>
        <p:sp>
          <p:nvSpPr>
            <p:cNvPr id="18" name="Freeform 21">
              <a:extLst>
                <a:ext uri="{FF2B5EF4-FFF2-40B4-BE49-F238E27FC236}">
                  <a16:creationId xmlns:a16="http://schemas.microsoft.com/office/drawing/2014/main" id="{A8C4864B-0E7C-4729-829D-AB998A6201A7}"/>
                </a:ext>
              </a:extLst>
            </p:cNvPr>
            <p:cNvSpPr>
              <a:spLocks/>
            </p:cNvSpPr>
            <p:nvPr/>
          </p:nvSpPr>
          <p:spPr bwMode="auto">
            <a:xfrm>
              <a:off x="2691" y="1708"/>
              <a:ext cx="2652" cy="271"/>
            </a:xfrm>
            <a:custGeom>
              <a:avLst/>
              <a:gdLst>
                <a:gd name="T0" fmla="*/ 0 w 2652"/>
                <a:gd name="T1" fmla="*/ 271 h 271"/>
                <a:gd name="T2" fmla="*/ 206 w 2652"/>
                <a:gd name="T3" fmla="*/ 271 h 271"/>
                <a:gd name="T4" fmla="*/ 206 w 2652"/>
                <a:gd name="T5" fmla="*/ 0 h 271"/>
                <a:gd name="T6" fmla="*/ 1304 w 2652"/>
                <a:gd name="T7" fmla="*/ 0 h 271"/>
                <a:gd name="T8" fmla="*/ 1304 w 2652"/>
                <a:gd name="T9" fmla="*/ 271 h 271"/>
                <a:gd name="T10" fmla="*/ 2652 w 2652"/>
                <a:gd name="T11" fmla="*/ 271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2" h="271">
                  <a:moveTo>
                    <a:pt x="0" y="271"/>
                  </a:moveTo>
                  <a:lnTo>
                    <a:pt x="206" y="271"/>
                  </a:lnTo>
                  <a:lnTo>
                    <a:pt x="206" y="0"/>
                  </a:lnTo>
                  <a:lnTo>
                    <a:pt x="1304" y="0"/>
                  </a:lnTo>
                  <a:lnTo>
                    <a:pt x="1304" y="271"/>
                  </a:lnTo>
                  <a:lnTo>
                    <a:pt x="2652"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9" name="Freeform 22">
              <a:extLst>
                <a:ext uri="{FF2B5EF4-FFF2-40B4-BE49-F238E27FC236}">
                  <a16:creationId xmlns:a16="http://schemas.microsoft.com/office/drawing/2014/main" id="{5911F724-18FB-4151-AE2E-E252BCFA5D9D}"/>
                </a:ext>
              </a:extLst>
            </p:cNvPr>
            <p:cNvSpPr>
              <a:spLocks/>
            </p:cNvSpPr>
            <p:nvPr/>
          </p:nvSpPr>
          <p:spPr bwMode="auto">
            <a:xfrm>
              <a:off x="2680" y="2099"/>
              <a:ext cx="2641" cy="272"/>
            </a:xfrm>
            <a:custGeom>
              <a:avLst/>
              <a:gdLst>
                <a:gd name="T0" fmla="*/ 0 w 2641"/>
                <a:gd name="T1" fmla="*/ 272 h 272"/>
                <a:gd name="T2" fmla="*/ 695 w 2641"/>
                <a:gd name="T3" fmla="*/ 272 h 272"/>
                <a:gd name="T4" fmla="*/ 695 w 2641"/>
                <a:gd name="T5" fmla="*/ 0 h 272"/>
                <a:gd name="T6" fmla="*/ 1924 w 2641"/>
                <a:gd name="T7" fmla="*/ 0 h 272"/>
                <a:gd name="T8" fmla="*/ 1924 w 2641"/>
                <a:gd name="T9" fmla="*/ 272 h 272"/>
                <a:gd name="T10" fmla="*/ 2641 w 2641"/>
                <a:gd name="T11" fmla="*/ 272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1" h="272">
                  <a:moveTo>
                    <a:pt x="0" y="272"/>
                  </a:moveTo>
                  <a:lnTo>
                    <a:pt x="695" y="272"/>
                  </a:lnTo>
                  <a:lnTo>
                    <a:pt x="695" y="0"/>
                  </a:lnTo>
                  <a:lnTo>
                    <a:pt x="1924" y="0"/>
                  </a:lnTo>
                  <a:lnTo>
                    <a:pt x="1924" y="272"/>
                  </a:lnTo>
                  <a:lnTo>
                    <a:pt x="2641" y="27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grpSp>
      <p:grpSp>
        <p:nvGrpSpPr>
          <p:cNvPr id="20" name="Group 33">
            <a:extLst>
              <a:ext uri="{FF2B5EF4-FFF2-40B4-BE49-F238E27FC236}">
                <a16:creationId xmlns:a16="http://schemas.microsoft.com/office/drawing/2014/main" id="{58383784-4857-49C3-B5CF-DA8270CDC62C}"/>
              </a:ext>
            </a:extLst>
          </p:cNvPr>
          <p:cNvGrpSpPr>
            <a:grpSpLocks/>
          </p:cNvGrpSpPr>
          <p:nvPr/>
        </p:nvGrpSpPr>
        <p:grpSpPr bwMode="auto">
          <a:xfrm>
            <a:off x="3476625" y="4566920"/>
            <a:ext cx="1468438" cy="519113"/>
            <a:chOff x="1162" y="2478"/>
            <a:chExt cx="925" cy="327"/>
          </a:xfrm>
        </p:grpSpPr>
        <p:sp>
          <p:nvSpPr>
            <p:cNvPr id="21" name="Text Box 27">
              <a:extLst>
                <a:ext uri="{FF2B5EF4-FFF2-40B4-BE49-F238E27FC236}">
                  <a16:creationId xmlns:a16="http://schemas.microsoft.com/office/drawing/2014/main" id="{308F65DA-A744-40D0-A2C8-B293FFB71BA8}"/>
                </a:ext>
              </a:extLst>
            </p:cNvPr>
            <p:cNvSpPr txBox="1">
              <a:spLocks noChangeArrowheads="1"/>
            </p:cNvSpPr>
            <p:nvPr/>
          </p:nvSpPr>
          <p:spPr bwMode="auto">
            <a:xfrm>
              <a:off x="1162" y="2478"/>
              <a:ext cx="653"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r>
                <a:rPr kumimoji="1" lang="en-US" altLang="zh-CN" sz="2800" i="0" u="none" strike="noStrike" kern="1200" cap="none" spc="0" normalizeH="0" baseline="30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n+1</a:t>
              </a:r>
            </a:p>
          </p:txBody>
        </p:sp>
        <p:sp>
          <p:nvSpPr>
            <p:cNvPr id="22" name="Line 32">
              <a:extLst>
                <a:ext uri="{FF2B5EF4-FFF2-40B4-BE49-F238E27FC236}">
                  <a16:creationId xmlns:a16="http://schemas.microsoft.com/office/drawing/2014/main" id="{10DBCA0E-A988-49D3-AE16-F9BE73D4C633}"/>
                </a:ext>
              </a:extLst>
            </p:cNvPr>
            <p:cNvSpPr>
              <a:spLocks noChangeShapeType="1"/>
            </p:cNvSpPr>
            <p:nvPr/>
          </p:nvSpPr>
          <p:spPr bwMode="auto">
            <a:xfrm>
              <a:off x="1674" y="2728"/>
              <a:ext cx="4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grpSp>
      <p:grpSp>
        <p:nvGrpSpPr>
          <p:cNvPr id="23" name="Group 35">
            <a:extLst>
              <a:ext uri="{FF2B5EF4-FFF2-40B4-BE49-F238E27FC236}">
                <a16:creationId xmlns:a16="http://schemas.microsoft.com/office/drawing/2014/main" id="{8A897A26-92B1-4178-924A-649D60C9C465}"/>
              </a:ext>
            </a:extLst>
          </p:cNvPr>
          <p:cNvGrpSpPr>
            <a:grpSpLocks/>
          </p:cNvGrpSpPr>
          <p:nvPr/>
        </p:nvGrpSpPr>
        <p:grpSpPr bwMode="auto">
          <a:xfrm>
            <a:off x="3530600" y="5136833"/>
            <a:ext cx="1414463" cy="622300"/>
            <a:chOff x="1196" y="2837"/>
            <a:chExt cx="891" cy="392"/>
          </a:xfrm>
        </p:grpSpPr>
        <p:grpSp>
          <p:nvGrpSpPr>
            <p:cNvPr id="24" name="Group 30">
              <a:extLst>
                <a:ext uri="{FF2B5EF4-FFF2-40B4-BE49-F238E27FC236}">
                  <a16:creationId xmlns:a16="http://schemas.microsoft.com/office/drawing/2014/main" id="{F08E847D-59C8-4051-BCB0-A2B8DBDD0A75}"/>
                </a:ext>
              </a:extLst>
            </p:cNvPr>
            <p:cNvGrpSpPr>
              <a:grpSpLocks/>
            </p:cNvGrpSpPr>
            <p:nvPr/>
          </p:nvGrpSpPr>
          <p:grpSpPr bwMode="auto">
            <a:xfrm>
              <a:off x="1196" y="2902"/>
              <a:ext cx="653" cy="327"/>
              <a:chOff x="1107" y="3456"/>
              <a:chExt cx="653" cy="327"/>
            </a:xfrm>
          </p:grpSpPr>
          <p:sp>
            <p:nvSpPr>
              <p:cNvPr id="26" name="Text Box 28">
                <a:extLst>
                  <a:ext uri="{FF2B5EF4-FFF2-40B4-BE49-F238E27FC236}">
                    <a16:creationId xmlns:a16="http://schemas.microsoft.com/office/drawing/2014/main" id="{8F1779AC-F399-4FF7-A3B8-C074322F324D}"/>
                  </a:ext>
                </a:extLst>
              </p:cNvPr>
              <p:cNvSpPr txBox="1">
                <a:spLocks noChangeArrowheads="1"/>
              </p:cNvSpPr>
              <p:nvPr/>
            </p:nvSpPr>
            <p:spPr bwMode="auto">
              <a:xfrm>
                <a:off x="1107" y="3456"/>
                <a:ext cx="653"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r>
                  <a:rPr kumimoji="1" lang="en-US" altLang="zh-CN" sz="2800" i="0" u="none" strike="noStrike" kern="1200" cap="none" spc="0" normalizeH="0" baseline="30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n+1</a:t>
                </a:r>
              </a:p>
            </p:txBody>
          </p:sp>
          <p:sp>
            <p:nvSpPr>
              <p:cNvPr id="27" name="Line 29">
                <a:extLst>
                  <a:ext uri="{FF2B5EF4-FFF2-40B4-BE49-F238E27FC236}">
                    <a16:creationId xmlns:a16="http://schemas.microsoft.com/office/drawing/2014/main" id="{3C0CD50D-E8D1-4839-955E-A0A282DBB077}"/>
                  </a:ext>
                </a:extLst>
              </p:cNvPr>
              <p:cNvSpPr>
                <a:spLocks noChangeShapeType="1"/>
              </p:cNvSpPr>
              <p:nvPr/>
            </p:nvSpPr>
            <p:spPr bwMode="auto">
              <a:xfrm>
                <a:off x="1163" y="3499"/>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grpSp>
        <p:sp>
          <p:nvSpPr>
            <p:cNvPr id="25" name="Line 34">
              <a:extLst>
                <a:ext uri="{FF2B5EF4-FFF2-40B4-BE49-F238E27FC236}">
                  <a16:creationId xmlns:a16="http://schemas.microsoft.com/office/drawing/2014/main" id="{588C7A94-B728-4772-87BA-3ED39C49A052}"/>
                </a:ext>
              </a:extLst>
            </p:cNvPr>
            <p:cNvSpPr>
              <a:spLocks noChangeShapeType="1"/>
            </p:cNvSpPr>
            <p:nvPr/>
          </p:nvSpPr>
          <p:spPr bwMode="auto">
            <a:xfrm>
              <a:off x="1685" y="2837"/>
              <a:ext cx="40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grpSp>
      <p:sp>
        <p:nvSpPr>
          <p:cNvPr id="28" name="Line 36">
            <a:extLst>
              <a:ext uri="{FF2B5EF4-FFF2-40B4-BE49-F238E27FC236}">
                <a16:creationId xmlns:a16="http://schemas.microsoft.com/office/drawing/2014/main" id="{94C81C2E-48CE-48C5-900F-10EB358C6F17}"/>
              </a:ext>
            </a:extLst>
          </p:cNvPr>
          <p:cNvSpPr>
            <a:spLocks noChangeShapeType="1"/>
          </p:cNvSpPr>
          <p:nvPr/>
        </p:nvSpPr>
        <p:spPr bwMode="auto">
          <a:xfrm>
            <a:off x="4927600" y="4963795"/>
            <a:ext cx="4302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Line 37">
            <a:extLst>
              <a:ext uri="{FF2B5EF4-FFF2-40B4-BE49-F238E27FC236}">
                <a16:creationId xmlns:a16="http://schemas.microsoft.com/office/drawing/2014/main" id="{8B35BAAA-3D31-429E-845F-02D81E74604E}"/>
              </a:ext>
            </a:extLst>
          </p:cNvPr>
          <p:cNvSpPr>
            <a:spLocks noChangeShapeType="1"/>
          </p:cNvSpPr>
          <p:nvPr/>
        </p:nvSpPr>
        <p:spPr bwMode="auto">
          <a:xfrm>
            <a:off x="4927600" y="5136833"/>
            <a:ext cx="4302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Freeform 38">
            <a:extLst>
              <a:ext uri="{FF2B5EF4-FFF2-40B4-BE49-F238E27FC236}">
                <a16:creationId xmlns:a16="http://schemas.microsoft.com/office/drawing/2014/main" id="{80C3558F-C597-4E01-AEE0-A265C43D0137}"/>
              </a:ext>
            </a:extLst>
          </p:cNvPr>
          <p:cNvSpPr>
            <a:spLocks/>
          </p:cNvSpPr>
          <p:nvPr/>
        </p:nvSpPr>
        <p:spPr bwMode="auto">
          <a:xfrm>
            <a:off x="5357813" y="4531995"/>
            <a:ext cx="501650" cy="431800"/>
          </a:xfrm>
          <a:custGeom>
            <a:avLst/>
            <a:gdLst>
              <a:gd name="T0" fmla="*/ 0 w 316"/>
              <a:gd name="T1" fmla="*/ 2147483647 h 272"/>
              <a:gd name="T2" fmla="*/ 0 w 316"/>
              <a:gd name="T3" fmla="*/ 0 h 272"/>
              <a:gd name="T4" fmla="*/ 2147483647 w 316"/>
              <a:gd name="T5" fmla="*/ 0 h 272"/>
              <a:gd name="T6" fmla="*/ 0 60000 65536"/>
              <a:gd name="T7" fmla="*/ 0 60000 65536"/>
              <a:gd name="T8" fmla="*/ 0 60000 65536"/>
            </a:gdLst>
            <a:ahLst/>
            <a:cxnLst>
              <a:cxn ang="T6">
                <a:pos x="T0" y="T1"/>
              </a:cxn>
              <a:cxn ang="T7">
                <a:pos x="T2" y="T3"/>
              </a:cxn>
              <a:cxn ang="T8">
                <a:pos x="T4" y="T5"/>
              </a:cxn>
            </a:cxnLst>
            <a:rect l="0" t="0" r="r" b="b"/>
            <a:pathLst>
              <a:path w="316" h="272">
                <a:moveTo>
                  <a:pt x="0" y="272"/>
                </a:moveTo>
                <a:lnTo>
                  <a:pt x="0" y="0"/>
                </a:lnTo>
                <a:lnTo>
                  <a:pt x="31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Line 40">
            <a:extLst>
              <a:ext uri="{FF2B5EF4-FFF2-40B4-BE49-F238E27FC236}">
                <a16:creationId xmlns:a16="http://schemas.microsoft.com/office/drawing/2014/main" id="{B350AC39-3733-4182-9274-4C7DA13956DC}"/>
              </a:ext>
            </a:extLst>
          </p:cNvPr>
          <p:cNvSpPr>
            <a:spLocks noChangeShapeType="1"/>
          </p:cNvSpPr>
          <p:nvPr/>
        </p:nvSpPr>
        <p:spPr bwMode="auto">
          <a:xfrm>
            <a:off x="5357813" y="5136833"/>
            <a:ext cx="5016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Rectangle 41">
            <a:extLst>
              <a:ext uri="{FF2B5EF4-FFF2-40B4-BE49-F238E27FC236}">
                <a16:creationId xmlns:a16="http://schemas.microsoft.com/office/drawing/2014/main" id="{8E8A9C01-DD57-40EF-AE9A-062B9C58FD7E}"/>
              </a:ext>
            </a:extLst>
          </p:cNvPr>
          <p:cNvSpPr>
            <a:spLocks noChangeArrowheads="1"/>
          </p:cNvSpPr>
          <p:nvPr/>
        </p:nvSpPr>
        <p:spPr bwMode="auto">
          <a:xfrm>
            <a:off x="5859463" y="4531995"/>
            <a:ext cx="1035050" cy="431800"/>
          </a:xfrm>
          <a:prstGeom prst="rect">
            <a:avLst/>
          </a:prstGeom>
          <a:solidFill>
            <a:srgbClr val="FF9900">
              <a:alpha val="50195"/>
            </a:srgbClr>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Rectangle 42">
            <a:extLst>
              <a:ext uri="{FF2B5EF4-FFF2-40B4-BE49-F238E27FC236}">
                <a16:creationId xmlns:a16="http://schemas.microsoft.com/office/drawing/2014/main" id="{F2839B58-5727-4B29-86AD-31B38BD3D887}"/>
              </a:ext>
            </a:extLst>
          </p:cNvPr>
          <p:cNvSpPr>
            <a:spLocks noChangeArrowheads="1"/>
          </p:cNvSpPr>
          <p:nvPr/>
        </p:nvSpPr>
        <p:spPr bwMode="auto">
          <a:xfrm>
            <a:off x="5859463" y="5152708"/>
            <a:ext cx="1035050" cy="431800"/>
          </a:xfrm>
          <a:prstGeom prst="rect">
            <a:avLst/>
          </a:prstGeom>
          <a:solidFill>
            <a:srgbClr val="FF9900">
              <a:alpha val="50195"/>
            </a:srgbClr>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Text Box 43">
            <a:extLst>
              <a:ext uri="{FF2B5EF4-FFF2-40B4-BE49-F238E27FC236}">
                <a16:creationId xmlns:a16="http://schemas.microsoft.com/office/drawing/2014/main" id="{1DDF59FF-35AE-49D6-99E0-DC52F70FAC74}"/>
              </a:ext>
            </a:extLst>
          </p:cNvPr>
          <p:cNvSpPr txBox="1">
            <a:spLocks noChangeArrowheads="1"/>
          </p:cNvSpPr>
          <p:nvPr/>
        </p:nvSpPr>
        <p:spPr bwMode="auto">
          <a:xfrm>
            <a:off x="6048375" y="4565333"/>
            <a:ext cx="587375" cy="9461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solidFill>
                  <a:srgbClr val="FF0000"/>
                </a:solidFill>
                <a:effectLst/>
                <a:uLnTx/>
                <a:uFillTx/>
                <a:latin typeface="黑体" pitchFamily="49" charset="-122"/>
                <a:ea typeface="黑体" pitchFamily="49" charset="-122"/>
              </a:rPr>
              <a:t>不定</a:t>
            </a:r>
          </a:p>
        </p:txBody>
      </p:sp>
      <p:sp>
        <p:nvSpPr>
          <p:cNvPr id="35" name="Line 44">
            <a:extLst>
              <a:ext uri="{FF2B5EF4-FFF2-40B4-BE49-F238E27FC236}">
                <a16:creationId xmlns:a16="http://schemas.microsoft.com/office/drawing/2014/main" id="{511F7C35-ED33-43C4-8386-BCD57FFB9103}"/>
              </a:ext>
            </a:extLst>
          </p:cNvPr>
          <p:cNvSpPr>
            <a:spLocks noChangeShapeType="1"/>
          </p:cNvSpPr>
          <p:nvPr/>
        </p:nvSpPr>
        <p:spPr bwMode="auto">
          <a:xfrm>
            <a:off x="6894513" y="4531995"/>
            <a:ext cx="15700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Freeform 45">
            <a:extLst>
              <a:ext uri="{FF2B5EF4-FFF2-40B4-BE49-F238E27FC236}">
                <a16:creationId xmlns:a16="http://schemas.microsoft.com/office/drawing/2014/main" id="{9C504113-C6EC-4966-BDB8-8C9F4C68572F}"/>
              </a:ext>
            </a:extLst>
          </p:cNvPr>
          <p:cNvSpPr>
            <a:spLocks/>
          </p:cNvSpPr>
          <p:nvPr/>
        </p:nvSpPr>
        <p:spPr bwMode="auto">
          <a:xfrm>
            <a:off x="6894513" y="5136833"/>
            <a:ext cx="1570037" cy="430212"/>
          </a:xfrm>
          <a:custGeom>
            <a:avLst/>
            <a:gdLst>
              <a:gd name="T0" fmla="*/ 0 w 989"/>
              <a:gd name="T1" fmla="*/ 0 h 271"/>
              <a:gd name="T2" fmla="*/ 0 w 989"/>
              <a:gd name="T3" fmla="*/ 2147483647 h 271"/>
              <a:gd name="T4" fmla="*/ 2147483647 w 989"/>
              <a:gd name="T5" fmla="*/ 2147483647 h 271"/>
              <a:gd name="T6" fmla="*/ 0 60000 65536"/>
              <a:gd name="T7" fmla="*/ 0 60000 65536"/>
              <a:gd name="T8" fmla="*/ 0 60000 65536"/>
            </a:gdLst>
            <a:ahLst/>
            <a:cxnLst>
              <a:cxn ang="T6">
                <a:pos x="T0" y="T1"/>
              </a:cxn>
              <a:cxn ang="T7">
                <a:pos x="T2" y="T3"/>
              </a:cxn>
              <a:cxn ang="T8">
                <a:pos x="T4" y="T5"/>
              </a:cxn>
            </a:cxnLst>
            <a:rect l="0" t="0" r="r" b="b"/>
            <a:pathLst>
              <a:path w="989" h="271">
                <a:moveTo>
                  <a:pt x="0" y="0"/>
                </a:moveTo>
                <a:lnTo>
                  <a:pt x="0" y="271"/>
                </a:lnTo>
                <a:lnTo>
                  <a:pt x="989"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37" name="Group 88">
            <a:extLst>
              <a:ext uri="{FF2B5EF4-FFF2-40B4-BE49-F238E27FC236}">
                <a16:creationId xmlns:a16="http://schemas.microsoft.com/office/drawing/2014/main" id="{6E5A6A7E-DCE9-40F1-980D-E59F1D207173}"/>
              </a:ext>
            </a:extLst>
          </p:cNvPr>
          <p:cNvGrpSpPr>
            <a:grpSpLocks/>
          </p:cNvGrpSpPr>
          <p:nvPr/>
        </p:nvGrpSpPr>
        <p:grpSpPr bwMode="auto">
          <a:xfrm>
            <a:off x="476250" y="2414270"/>
            <a:ext cx="2614613" cy="3254376"/>
            <a:chOff x="277" y="1155"/>
            <a:chExt cx="1647" cy="2050"/>
          </a:xfrm>
        </p:grpSpPr>
        <p:grpSp>
          <p:nvGrpSpPr>
            <p:cNvPr id="38" name="Group 89">
              <a:extLst>
                <a:ext uri="{FF2B5EF4-FFF2-40B4-BE49-F238E27FC236}">
                  <a16:creationId xmlns:a16="http://schemas.microsoft.com/office/drawing/2014/main" id="{CE0D1832-EDF6-46C8-851B-E1534AEDDBEC}"/>
                </a:ext>
              </a:extLst>
            </p:cNvPr>
            <p:cNvGrpSpPr>
              <a:grpSpLocks/>
            </p:cNvGrpSpPr>
            <p:nvPr/>
          </p:nvGrpSpPr>
          <p:grpSpPr bwMode="auto">
            <a:xfrm>
              <a:off x="277" y="1155"/>
              <a:ext cx="1647" cy="2050"/>
              <a:chOff x="277" y="1155"/>
              <a:chExt cx="1647" cy="2050"/>
            </a:xfrm>
          </p:grpSpPr>
          <p:sp>
            <p:nvSpPr>
              <p:cNvPr id="43" name="Line 90">
                <a:extLst>
                  <a:ext uri="{FF2B5EF4-FFF2-40B4-BE49-F238E27FC236}">
                    <a16:creationId xmlns:a16="http://schemas.microsoft.com/office/drawing/2014/main" id="{563119B4-5E9F-48A2-8A4A-242E18C0BB62}"/>
                  </a:ext>
                </a:extLst>
              </p:cNvPr>
              <p:cNvSpPr>
                <a:spLocks noChangeShapeType="1"/>
              </p:cNvSpPr>
              <p:nvPr/>
            </p:nvSpPr>
            <p:spPr bwMode="auto">
              <a:xfrm>
                <a:off x="517"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Rectangle 91">
                <a:extLst>
                  <a:ext uri="{FF2B5EF4-FFF2-40B4-BE49-F238E27FC236}">
                    <a16:creationId xmlns:a16="http://schemas.microsoft.com/office/drawing/2014/main" id="{A5CA27A1-84FD-482B-AB9F-13F06FDA5D9B}"/>
                  </a:ext>
                </a:extLst>
              </p:cNvPr>
              <p:cNvSpPr>
                <a:spLocks noChangeArrowheads="1"/>
              </p:cNvSpPr>
              <p:nvPr/>
            </p:nvSpPr>
            <p:spPr bwMode="auto">
              <a:xfrm>
                <a:off x="1285"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5" name="Group 92">
                <a:extLst>
                  <a:ext uri="{FF2B5EF4-FFF2-40B4-BE49-F238E27FC236}">
                    <a16:creationId xmlns:a16="http://schemas.microsoft.com/office/drawing/2014/main" id="{1304128D-F6E9-4A64-995D-C8798A2C9E88}"/>
                  </a:ext>
                </a:extLst>
              </p:cNvPr>
              <p:cNvGrpSpPr>
                <a:grpSpLocks/>
              </p:cNvGrpSpPr>
              <p:nvPr/>
            </p:nvGrpSpPr>
            <p:grpSpPr bwMode="auto">
              <a:xfrm>
                <a:off x="1497" y="1419"/>
                <a:ext cx="47" cy="288"/>
                <a:chOff x="586" y="1296"/>
                <a:chExt cx="48" cy="288"/>
              </a:xfrm>
            </p:grpSpPr>
            <p:sp>
              <p:nvSpPr>
                <p:cNvPr id="78" name="Oval 93">
                  <a:extLst>
                    <a:ext uri="{FF2B5EF4-FFF2-40B4-BE49-F238E27FC236}">
                      <a16:creationId xmlns:a16="http://schemas.microsoft.com/office/drawing/2014/main" id="{BA3F6400-1879-4451-90AC-A5CFF75AA505}"/>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94">
                  <a:extLst>
                    <a:ext uri="{FF2B5EF4-FFF2-40B4-BE49-F238E27FC236}">
                      <a16:creationId xmlns:a16="http://schemas.microsoft.com/office/drawing/2014/main" id="{BB60F918-6CC3-47FB-B7E8-600D00DDB1E4}"/>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6" name="Line 95">
                <a:extLst>
                  <a:ext uri="{FF2B5EF4-FFF2-40B4-BE49-F238E27FC236}">
                    <a16:creationId xmlns:a16="http://schemas.microsoft.com/office/drawing/2014/main" id="{9EBBB49B-C748-4B19-99FB-852C45711635}"/>
                  </a:ext>
                </a:extLst>
              </p:cNvPr>
              <p:cNvSpPr>
                <a:spLocks noChangeShapeType="1"/>
              </p:cNvSpPr>
              <p:nvPr/>
            </p:nvSpPr>
            <p:spPr bwMode="auto">
              <a:xfrm>
                <a:off x="1669" y="26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7" name="Line 96">
                <a:extLst>
                  <a:ext uri="{FF2B5EF4-FFF2-40B4-BE49-F238E27FC236}">
                    <a16:creationId xmlns:a16="http://schemas.microsoft.com/office/drawing/2014/main" id="{3CBE9967-3D7E-4869-BDEA-F94093B2C4D6}"/>
                  </a:ext>
                </a:extLst>
              </p:cNvPr>
              <p:cNvSpPr>
                <a:spLocks noChangeShapeType="1"/>
              </p:cNvSpPr>
              <p:nvPr/>
            </p:nvSpPr>
            <p:spPr bwMode="auto">
              <a:xfrm>
                <a:off x="1237"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Line 97">
                <a:extLst>
                  <a:ext uri="{FF2B5EF4-FFF2-40B4-BE49-F238E27FC236}">
                    <a16:creationId xmlns:a16="http://schemas.microsoft.com/office/drawing/2014/main" id="{5B6A454C-B240-4AB1-B26A-85B1262B90A5}"/>
                  </a:ext>
                </a:extLst>
              </p:cNvPr>
              <p:cNvSpPr>
                <a:spLocks noChangeShapeType="1"/>
              </p:cNvSpPr>
              <p:nvPr/>
            </p:nvSpPr>
            <p:spPr bwMode="auto">
              <a:xfrm>
                <a:off x="949"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Line 98">
                <a:extLst>
                  <a:ext uri="{FF2B5EF4-FFF2-40B4-BE49-F238E27FC236}">
                    <a16:creationId xmlns:a16="http://schemas.microsoft.com/office/drawing/2014/main" id="{4F1981D5-4F6D-4E52-A5C8-207F0353904A}"/>
                  </a:ext>
                </a:extLst>
              </p:cNvPr>
              <p:cNvSpPr>
                <a:spLocks noChangeShapeType="1"/>
              </p:cNvSpPr>
              <p:nvPr/>
            </p:nvSpPr>
            <p:spPr bwMode="auto">
              <a:xfrm flipH="1">
                <a:off x="1045" y="1563"/>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Line 99">
                <a:extLst>
                  <a:ext uri="{FF2B5EF4-FFF2-40B4-BE49-F238E27FC236}">
                    <a16:creationId xmlns:a16="http://schemas.microsoft.com/office/drawing/2014/main" id="{DB57D2B6-2941-4CD9-86DE-B8D728EA47D0}"/>
                  </a:ext>
                </a:extLst>
              </p:cNvPr>
              <p:cNvSpPr>
                <a:spLocks noChangeShapeType="1"/>
              </p:cNvSpPr>
              <p:nvPr/>
            </p:nvSpPr>
            <p:spPr bwMode="auto">
              <a:xfrm>
                <a:off x="1141"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Line 100">
                <a:extLst>
                  <a:ext uri="{FF2B5EF4-FFF2-40B4-BE49-F238E27FC236}">
                    <a16:creationId xmlns:a16="http://schemas.microsoft.com/office/drawing/2014/main" id="{E84A6601-5093-4BD0-BF65-281AD14658BC}"/>
                  </a:ext>
                </a:extLst>
              </p:cNvPr>
              <p:cNvSpPr>
                <a:spLocks noChangeShapeType="1"/>
              </p:cNvSpPr>
              <p:nvPr/>
            </p:nvSpPr>
            <p:spPr bwMode="auto">
              <a:xfrm>
                <a:off x="805" y="2139"/>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Line 101">
                <a:extLst>
                  <a:ext uri="{FF2B5EF4-FFF2-40B4-BE49-F238E27FC236}">
                    <a16:creationId xmlns:a16="http://schemas.microsoft.com/office/drawing/2014/main" id="{79481C23-F106-4553-B437-0A1A2B490DA6}"/>
                  </a:ext>
                </a:extLst>
              </p:cNvPr>
              <p:cNvSpPr>
                <a:spLocks noChangeShapeType="1"/>
              </p:cNvSpPr>
              <p:nvPr/>
            </p:nvSpPr>
            <p:spPr bwMode="auto">
              <a:xfrm>
                <a:off x="1381"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Line 102">
                <a:extLst>
                  <a:ext uri="{FF2B5EF4-FFF2-40B4-BE49-F238E27FC236}">
                    <a16:creationId xmlns:a16="http://schemas.microsoft.com/office/drawing/2014/main" id="{2E9EB20F-C3FC-4FE1-AEC0-7784DE37A77F}"/>
                  </a:ext>
                </a:extLst>
              </p:cNvPr>
              <p:cNvSpPr>
                <a:spLocks noChangeShapeType="1"/>
              </p:cNvSpPr>
              <p:nvPr/>
            </p:nvSpPr>
            <p:spPr bwMode="auto">
              <a:xfrm>
                <a:off x="805" y="199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Oval 103">
                <a:extLst>
                  <a:ext uri="{FF2B5EF4-FFF2-40B4-BE49-F238E27FC236}">
                    <a16:creationId xmlns:a16="http://schemas.microsoft.com/office/drawing/2014/main" id="{43D610A7-A3CD-48D5-9410-6874B20B9A65}"/>
                  </a:ext>
                </a:extLst>
              </p:cNvPr>
              <p:cNvSpPr>
                <a:spLocks noChangeArrowheads="1"/>
              </p:cNvSpPr>
              <p:nvPr/>
            </p:nvSpPr>
            <p:spPr bwMode="auto">
              <a:xfrm>
                <a:off x="1497" y="1538"/>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Rectangle 104">
                <a:extLst>
                  <a:ext uri="{FF2B5EF4-FFF2-40B4-BE49-F238E27FC236}">
                    <a16:creationId xmlns:a16="http://schemas.microsoft.com/office/drawing/2014/main" id="{5108DF03-DBA3-4049-97C8-CBA6CB11D709}"/>
                  </a:ext>
                </a:extLst>
              </p:cNvPr>
              <p:cNvSpPr>
                <a:spLocks noChangeArrowheads="1"/>
              </p:cNvSpPr>
              <p:nvPr/>
            </p:nvSpPr>
            <p:spPr bwMode="auto">
              <a:xfrm>
                <a:off x="421" y="1707"/>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56" name="Group 105">
                <a:extLst>
                  <a:ext uri="{FF2B5EF4-FFF2-40B4-BE49-F238E27FC236}">
                    <a16:creationId xmlns:a16="http://schemas.microsoft.com/office/drawing/2014/main" id="{355DD3B7-B720-43A6-A32D-F5FD76D9FFE1}"/>
                  </a:ext>
                </a:extLst>
              </p:cNvPr>
              <p:cNvGrpSpPr>
                <a:grpSpLocks/>
              </p:cNvGrpSpPr>
              <p:nvPr/>
            </p:nvGrpSpPr>
            <p:grpSpPr bwMode="auto">
              <a:xfrm>
                <a:off x="623" y="1419"/>
                <a:ext cx="48" cy="288"/>
                <a:chOff x="586" y="1296"/>
                <a:chExt cx="48" cy="288"/>
              </a:xfrm>
            </p:grpSpPr>
            <p:sp>
              <p:nvSpPr>
                <p:cNvPr id="76" name="Oval 106">
                  <a:extLst>
                    <a:ext uri="{FF2B5EF4-FFF2-40B4-BE49-F238E27FC236}">
                      <a16:creationId xmlns:a16="http://schemas.microsoft.com/office/drawing/2014/main" id="{6AC33246-895D-4BDC-8C87-811F199DE40D}"/>
                    </a:ext>
                  </a:extLst>
                </p:cNvPr>
                <p:cNvSpPr>
                  <a:spLocks noChangeArrowheads="1"/>
                </p:cNvSpPr>
                <p:nvPr/>
              </p:nvSpPr>
              <p:spPr bwMode="auto">
                <a:xfrm>
                  <a:off x="586" y="153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Line 107">
                  <a:extLst>
                    <a:ext uri="{FF2B5EF4-FFF2-40B4-BE49-F238E27FC236}">
                      <a16:creationId xmlns:a16="http://schemas.microsoft.com/office/drawing/2014/main" id="{E000FB3D-7889-45BF-BC22-7FED814417B4}"/>
                    </a:ext>
                  </a:extLst>
                </p:cNvPr>
                <p:cNvSpPr>
                  <a:spLocks noChangeShapeType="1"/>
                </p:cNvSpPr>
                <p:nvPr/>
              </p:nvSpPr>
              <p:spPr bwMode="auto">
                <a:xfrm>
                  <a:off x="614" y="129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7" name="Line 108">
                <a:extLst>
                  <a:ext uri="{FF2B5EF4-FFF2-40B4-BE49-F238E27FC236}">
                    <a16:creationId xmlns:a16="http://schemas.microsoft.com/office/drawing/2014/main" id="{7CE6D5A1-0A12-423D-997C-168180AC80B9}"/>
                  </a:ext>
                </a:extLst>
              </p:cNvPr>
              <p:cNvSpPr>
                <a:spLocks noChangeShapeType="1"/>
              </p:cNvSpPr>
              <p:nvPr/>
            </p:nvSpPr>
            <p:spPr bwMode="auto">
              <a:xfrm>
                <a:off x="661" y="1563"/>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Oval 109">
                <a:extLst>
                  <a:ext uri="{FF2B5EF4-FFF2-40B4-BE49-F238E27FC236}">
                    <a16:creationId xmlns:a16="http://schemas.microsoft.com/office/drawing/2014/main" id="{EBFCD974-D7E6-42DF-BA65-421019157396}"/>
                  </a:ext>
                </a:extLst>
              </p:cNvPr>
              <p:cNvSpPr>
                <a:spLocks noChangeArrowheads="1"/>
              </p:cNvSpPr>
              <p:nvPr/>
            </p:nvSpPr>
            <p:spPr bwMode="auto">
              <a:xfrm>
                <a:off x="628" y="1538"/>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Text Box 110">
                <a:extLst>
                  <a:ext uri="{FF2B5EF4-FFF2-40B4-BE49-F238E27FC236}">
                    <a16:creationId xmlns:a16="http://schemas.microsoft.com/office/drawing/2014/main" id="{C0FF9326-7D73-432D-879D-ADEE8E3047D2}"/>
                  </a:ext>
                </a:extLst>
              </p:cNvPr>
              <p:cNvSpPr txBox="1">
                <a:spLocks noChangeArrowheads="1"/>
              </p:cNvSpPr>
              <p:nvPr/>
            </p:nvSpPr>
            <p:spPr bwMode="auto">
              <a:xfrm>
                <a:off x="389" y="1155"/>
                <a:ext cx="384"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60" name="Rectangle 111">
                <a:extLst>
                  <a:ext uri="{FF2B5EF4-FFF2-40B4-BE49-F238E27FC236}">
                    <a16:creationId xmlns:a16="http://schemas.microsoft.com/office/drawing/2014/main" id="{76D06CCE-B519-44F3-9761-77D81A10E487}"/>
                  </a:ext>
                </a:extLst>
              </p:cNvPr>
              <p:cNvSpPr>
                <a:spLocks noChangeArrowheads="1"/>
              </p:cNvSpPr>
              <p:nvPr/>
            </p:nvSpPr>
            <p:spPr bwMode="auto">
              <a:xfrm>
                <a:off x="1525" y="1243"/>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61" name="Line 112">
                <a:extLst>
                  <a:ext uri="{FF2B5EF4-FFF2-40B4-BE49-F238E27FC236}">
                    <a16:creationId xmlns:a16="http://schemas.microsoft.com/office/drawing/2014/main" id="{020621C9-464D-4A0B-9AD2-2DA2CCC612A1}"/>
                  </a:ext>
                </a:extLst>
              </p:cNvPr>
              <p:cNvSpPr>
                <a:spLocks noChangeShapeType="1"/>
              </p:cNvSpPr>
              <p:nvPr/>
            </p:nvSpPr>
            <p:spPr bwMode="auto">
              <a:xfrm>
                <a:off x="1593" y="12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Rectangle 113">
                <a:extLst>
                  <a:ext uri="{FF2B5EF4-FFF2-40B4-BE49-F238E27FC236}">
                    <a16:creationId xmlns:a16="http://schemas.microsoft.com/office/drawing/2014/main" id="{C08092B0-1EE0-4E43-827D-16C2F0114901}"/>
                  </a:ext>
                </a:extLst>
              </p:cNvPr>
              <p:cNvSpPr>
                <a:spLocks noChangeArrowheads="1"/>
              </p:cNvSpPr>
              <p:nvPr/>
            </p:nvSpPr>
            <p:spPr bwMode="auto">
              <a:xfrm>
                <a:off x="277" y="2779"/>
                <a:ext cx="241"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S</a:t>
                </a:r>
              </a:p>
            </p:txBody>
          </p:sp>
          <p:sp>
            <p:nvSpPr>
              <p:cNvPr id="63" name="Rectangle 114">
                <a:extLst>
                  <a:ext uri="{FF2B5EF4-FFF2-40B4-BE49-F238E27FC236}">
                    <a16:creationId xmlns:a16="http://schemas.microsoft.com/office/drawing/2014/main" id="{30F092C5-5BCB-48C1-AC8C-243639C44161}"/>
                  </a:ext>
                </a:extLst>
              </p:cNvPr>
              <p:cNvSpPr>
                <a:spLocks noChangeArrowheads="1"/>
              </p:cNvSpPr>
              <p:nvPr/>
            </p:nvSpPr>
            <p:spPr bwMode="auto">
              <a:xfrm>
                <a:off x="1669" y="2763"/>
                <a:ext cx="255"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R</a:t>
                </a:r>
              </a:p>
            </p:txBody>
          </p:sp>
          <p:sp>
            <p:nvSpPr>
              <p:cNvPr id="64" name="Line 115">
                <a:extLst>
                  <a:ext uri="{FF2B5EF4-FFF2-40B4-BE49-F238E27FC236}">
                    <a16:creationId xmlns:a16="http://schemas.microsoft.com/office/drawing/2014/main" id="{A4FF4A4A-007A-4ADD-90BD-233C9E234C63}"/>
                  </a:ext>
                </a:extLst>
              </p:cNvPr>
              <p:cNvSpPr>
                <a:spLocks noChangeShapeType="1"/>
              </p:cNvSpPr>
              <p:nvPr/>
            </p:nvSpPr>
            <p:spPr bwMode="auto">
              <a:xfrm>
                <a:off x="805" y="2763"/>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Oval 116">
                <a:extLst>
                  <a:ext uri="{FF2B5EF4-FFF2-40B4-BE49-F238E27FC236}">
                    <a16:creationId xmlns:a16="http://schemas.microsoft.com/office/drawing/2014/main" id="{2D82D261-25A8-4329-8173-90E368044FC6}"/>
                  </a:ext>
                </a:extLst>
              </p:cNvPr>
              <p:cNvSpPr>
                <a:spLocks noChangeArrowheads="1"/>
              </p:cNvSpPr>
              <p:nvPr/>
            </p:nvSpPr>
            <p:spPr bwMode="auto">
              <a:xfrm>
                <a:off x="1065" y="2735"/>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Oval 117">
                <a:extLst>
                  <a:ext uri="{FF2B5EF4-FFF2-40B4-BE49-F238E27FC236}">
                    <a16:creationId xmlns:a16="http://schemas.microsoft.com/office/drawing/2014/main" id="{3323873B-496C-471E-B50E-4FC9CEA34053}"/>
                  </a:ext>
                </a:extLst>
              </p:cNvPr>
              <p:cNvSpPr>
                <a:spLocks noChangeArrowheads="1"/>
              </p:cNvSpPr>
              <p:nvPr/>
            </p:nvSpPr>
            <p:spPr bwMode="auto">
              <a:xfrm>
                <a:off x="633"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118">
                <a:extLst>
                  <a:ext uri="{FF2B5EF4-FFF2-40B4-BE49-F238E27FC236}">
                    <a16:creationId xmlns:a16="http://schemas.microsoft.com/office/drawing/2014/main" id="{BE436D52-E348-49D1-A151-6003087D0F2D}"/>
                  </a:ext>
                </a:extLst>
              </p:cNvPr>
              <p:cNvSpPr>
                <a:spLocks noChangeShapeType="1"/>
              </p:cNvSpPr>
              <p:nvPr/>
            </p:nvSpPr>
            <p:spPr bwMode="auto">
              <a:xfrm>
                <a:off x="661"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Rectangle 119">
                <a:extLst>
                  <a:ext uri="{FF2B5EF4-FFF2-40B4-BE49-F238E27FC236}">
                    <a16:creationId xmlns:a16="http://schemas.microsoft.com/office/drawing/2014/main" id="{C2AED71A-2BDC-4B5A-AAF8-CCB1F6A92815}"/>
                  </a:ext>
                </a:extLst>
              </p:cNvPr>
              <p:cNvSpPr>
                <a:spLocks noChangeArrowheads="1"/>
              </p:cNvSpPr>
              <p:nvPr/>
            </p:nvSpPr>
            <p:spPr bwMode="auto">
              <a:xfrm>
                <a:off x="421"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20">
                <a:extLst>
                  <a:ext uri="{FF2B5EF4-FFF2-40B4-BE49-F238E27FC236}">
                    <a16:creationId xmlns:a16="http://schemas.microsoft.com/office/drawing/2014/main" id="{84CEDC51-8E49-4DE7-A733-E83C5CE3578C}"/>
                  </a:ext>
                </a:extLst>
              </p:cNvPr>
              <p:cNvSpPr>
                <a:spLocks noChangeArrowheads="1"/>
              </p:cNvSpPr>
              <p:nvPr/>
            </p:nvSpPr>
            <p:spPr bwMode="auto">
              <a:xfrm>
                <a:off x="1497" y="231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Line 121">
                <a:extLst>
                  <a:ext uri="{FF2B5EF4-FFF2-40B4-BE49-F238E27FC236}">
                    <a16:creationId xmlns:a16="http://schemas.microsoft.com/office/drawing/2014/main" id="{E9B06B55-3335-4B05-AE34-6BEA71D03C28}"/>
                  </a:ext>
                </a:extLst>
              </p:cNvPr>
              <p:cNvSpPr>
                <a:spLocks noChangeShapeType="1"/>
              </p:cNvSpPr>
              <p:nvPr/>
            </p:nvSpPr>
            <p:spPr bwMode="auto">
              <a:xfrm>
                <a:off x="1525" y="1995"/>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Rectangle 122">
                <a:extLst>
                  <a:ext uri="{FF2B5EF4-FFF2-40B4-BE49-F238E27FC236}">
                    <a16:creationId xmlns:a16="http://schemas.microsoft.com/office/drawing/2014/main" id="{A4430BDF-65BA-4436-A65F-700DF8F11DB4}"/>
                  </a:ext>
                </a:extLst>
              </p:cNvPr>
              <p:cNvSpPr>
                <a:spLocks noChangeArrowheads="1"/>
              </p:cNvSpPr>
              <p:nvPr/>
            </p:nvSpPr>
            <p:spPr bwMode="auto">
              <a:xfrm>
                <a:off x="1285" y="237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Line 123">
                <a:extLst>
                  <a:ext uri="{FF2B5EF4-FFF2-40B4-BE49-F238E27FC236}">
                    <a16:creationId xmlns:a16="http://schemas.microsoft.com/office/drawing/2014/main" id="{DD8FD93D-0EA6-455A-B4E4-9B7E349B4E83}"/>
                  </a:ext>
                </a:extLst>
              </p:cNvPr>
              <p:cNvSpPr>
                <a:spLocks noChangeShapeType="1"/>
              </p:cNvSpPr>
              <p:nvPr/>
            </p:nvSpPr>
            <p:spPr bwMode="auto">
              <a:xfrm>
                <a:off x="805"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Line 124">
                <a:extLst>
                  <a:ext uri="{FF2B5EF4-FFF2-40B4-BE49-F238E27FC236}">
                    <a16:creationId xmlns:a16="http://schemas.microsoft.com/office/drawing/2014/main" id="{E487A8D0-BE89-45C9-AE54-EA3D92E3ABD5}"/>
                  </a:ext>
                </a:extLst>
              </p:cNvPr>
              <p:cNvSpPr>
                <a:spLocks noChangeShapeType="1"/>
              </p:cNvSpPr>
              <p:nvPr/>
            </p:nvSpPr>
            <p:spPr bwMode="auto">
              <a:xfrm>
                <a:off x="1381" y="2667"/>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Line 125">
                <a:extLst>
                  <a:ext uri="{FF2B5EF4-FFF2-40B4-BE49-F238E27FC236}">
                    <a16:creationId xmlns:a16="http://schemas.microsoft.com/office/drawing/2014/main" id="{64AF30FA-CE1D-4466-BB72-1616AA66071B}"/>
                  </a:ext>
                </a:extLst>
              </p:cNvPr>
              <p:cNvSpPr>
                <a:spLocks noChangeShapeType="1"/>
              </p:cNvSpPr>
              <p:nvPr/>
            </p:nvSpPr>
            <p:spPr bwMode="auto">
              <a:xfrm>
                <a:off x="1093" y="2763"/>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Rectangle 126">
                <a:extLst>
                  <a:ext uri="{FF2B5EF4-FFF2-40B4-BE49-F238E27FC236}">
                    <a16:creationId xmlns:a16="http://schemas.microsoft.com/office/drawing/2014/main" id="{066BBF25-D0B6-49C3-BCC0-07DFBA97F07F}"/>
                  </a:ext>
                </a:extLst>
              </p:cNvPr>
              <p:cNvSpPr>
                <a:spLocks noChangeArrowheads="1"/>
              </p:cNvSpPr>
              <p:nvPr/>
            </p:nvSpPr>
            <p:spPr bwMode="auto">
              <a:xfrm>
                <a:off x="945" y="2875"/>
                <a:ext cx="393"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grpSp>
        <p:sp>
          <p:nvSpPr>
            <p:cNvPr id="39" name="Text Box 127">
              <a:extLst>
                <a:ext uri="{FF2B5EF4-FFF2-40B4-BE49-F238E27FC236}">
                  <a16:creationId xmlns:a16="http://schemas.microsoft.com/office/drawing/2014/main" id="{438F14F4-7526-42FD-BDA1-43297742F73A}"/>
                </a:ext>
              </a:extLst>
            </p:cNvPr>
            <p:cNvSpPr txBox="1">
              <a:spLocks noChangeArrowheads="1"/>
            </p:cNvSpPr>
            <p:nvPr/>
          </p:nvSpPr>
          <p:spPr bwMode="auto">
            <a:xfrm>
              <a:off x="424" y="1684"/>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0" name="Text Box 128">
              <a:extLst>
                <a:ext uri="{FF2B5EF4-FFF2-40B4-BE49-F238E27FC236}">
                  <a16:creationId xmlns:a16="http://schemas.microsoft.com/office/drawing/2014/main" id="{9CF3B645-998A-4A99-8356-DE41125A1F83}"/>
                </a:ext>
              </a:extLst>
            </p:cNvPr>
            <p:cNvSpPr txBox="1">
              <a:spLocks noChangeArrowheads="1"/>
            </p:cNvSpPr>
            <p:nvPr/>
          </p:nvSpPr>
          <p:spPr bwMode="auto">
            <a:xfrm>
              <a:off x="1293" y="1695"/>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1" name="Text Box 129">
              <a:extLst>
                <a:ext uri="{FF2B5EF4-FFF2-40B4-BE49-F238E27FC236}">
                  <a16:creationId xmlns:a16="http://schemas.microsoft.com/office/drawing/2014/main" id="{B12EAB96-9967-4C3A-82E2-885C1C7EC965}"/>
                </a:ext>
              </a:extLst>
            </p:cNvPr>
            <p:cNvSpPr txBox="1">
              <a:spLocks noChangeArrowheads="1"/>
            </p:cNvSpPr>
            <p:nvPr/>
          </p:nvSpPr>
          <p:spPr bwMode="auto">
            <a:xfrm>
              <a:off x="413" y="2380"/>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42" name="Text Box 130">
              <a:extLst>
                <a:ext uri="{FF2B5EF4-FFF2-40B4-BE49-F238E27FC236}">
                  <a16:creationId xmlns:a16="http://schemas.microsoft.com/office/drawing/2014/main" id="{846007E8-8179-460D-9B0B-B8242576B15E}"/>
                </a:ext>
              </a:extLst>
            </p:cNvPr>
            <p:cNvSpPr txBox="1">
              <a:spLocks noChangeArrowheads="1"/>
            </p:cNvSpPr>
            <p:nvPr/>
          </p:nvSpPr>
          <p:spPr bwMode="auto">
            <a:xfrm>
              <a:off x="1282" y="2369"/>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grpSp>
      <p:sp>
        <p:nvSpPr>
          <p:cNvPr id="82" name="标题 1"/>
          <p:cNvSpPr>
            <a:spLocks noGrp="1"/>
          </p:cNvSpPr>
          <p:nvPr>
            <p:ph type="title"/>
          </p:nvPr>
        </p:nvSpPr>
        <p:spPr>
          <a:xfrm>
            <a:off x="690466" y="309671"/>
            <a:ext cx="8668138" cy="588136"/>
          </a:xfrm>
        </p:spPr>
        <p:txBody>
          <a:bodyPr/>
          <a:lstStyle/>
          <a:p>
            <a:r>
              <a:rPr lang="en-US" altLang="zh-CN" dirty="0">
                <a:latin typeface="黑体" pitchFamily="49" charset="-122"/>
                <a:ea typeface="黑体" panose="02010609060101010101" pitchFamily="49" charset="-122"/>
              </a:rPr>
              <a:t>§ 6.5 </a:t>
            </a:r>
            <a:r>
              <a:rPr lang="zh-CN" altLang="en-US" dirty="0">
                <a:latin typeface="黑体" pitchFamily="49" charset="-122"/>
                <a:ea typeface="黑体" panose="02010609060101010101" pitchFamily="49" charset="-122"/>
              </a:rPr>
              <a:t>触发器功能的几种表示方法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up)">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ox(in)">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box(in)">
                                      <p:cBhvr>
                                        <p:cTn id="62" dur="5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19" presetClass="entr" presetSubtype="1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p:cTn id="67" dur="5000" fill="hold"/>
                                        <p:tgtEl>
                                          <p:spTgt spid="34"/>
                                        </p:tgtEl>
                                        <p:attrNameLst>
                                          <p:attrName>ppt_w</p:attrName>
                                        </p:attrNameLst>
                                      </p:cBhvr>
                                      <p:tavLst>
                                        <p:tav tm="0" fmla="#ppt_w*sin(2.5*pi*$)">
                                          <p:val>
                                            <p:fltVal val="0"/>
                                          </p:val>
                                        </p:tav>
                                        <p:tav tm="100000">
                                          <p:val>
                                            <p:fltVal val="1"/>
                                          </p:val>
                                        </p:tav>
                                      </p:tavLst>
                                    </p:anim>
                                    <p:anim calcmode="lin" valueType="num">
                                      <p:cBhvr>
                                        <p:cTn id="68" dur="50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wipe(left)">
                                      <p:cBhvr>
                                        <p:cTn id="73" dur="5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wipe(left)">
                                      <p:cBhvr>
                                        <p:cTn id="7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32" grpId="0" animBg="1"/>
      <p:bldP spid="33" grpId="0" animBg="1"/>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z="1800" smtClean="0">
                <a:solidFill>
                  <a:schemeClr val="tx2"/>
                </a:solidFill>
              </a:rPr>
              <a:pPr>
                <a:defRPr/>
              </a:pPr>
              <a:t>13</a:t>
            </a:fld>
            <a:endParaRPr lang="en-US" altLang="zh-CN" sz="1800" dirty="0">
              <a:solidFill>
                <a:schemeClr val="tx2"/>
              </a:solidFill>
            </a:endParaRPr>
          </a:p>
        </p:txBody>
      </p:sp>
      <p:sp>
        <p:nvSpPr>
          <p:cNvPr id="5" name="Rectangle 2">
            <a:extLst>
              <a:ext uri="{FF2B5EF4-FFF2-40B4-BE49-F238E27FC236}">
                <a16:creationId xmlns:a16="http://schemas.microsoft.com/office/drawing/2014/main" id="{B623959F-BF26-487B-83E0-27B9430B5DBB}"/>
              </a:ext>
            </a:extLst>
          </p:cNvPr>
          <p:cNvSpPr txBox="1">
            <a:spLocks noChangeArrowheads="1"/>
          </p:cNvSpPr>
          <p:nvPr/>
        </p:nvSpPr>
        <p:spPr>
          <a:xfrm>
            <a:off x="254001" y="307509"/>
            <a:ext cx="2641599"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scene3d>
              <a:camera prst="orthographicFront"/>
              <a:lightRig rig="soft" dir="t">
                <a:rot lat="0" lon="0" rev="15600000"/>
              </a:lightRig>
            </a:scene3d>
            <a:sp3d extrusionH="57150" prstMaterial="softEdge">
              <a:bevelT w="25400" h="38100"/>
            </a:sp3d>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chemeClr val="tx1"/>
                </a:solidFill>
                <a:effectLst/>
                <a:uLnTx/>
                <a:uFillTx/>
                <a:latin typeface="黑体" pitchFamily="49" charset="-122"/>
                <a:ea typeface="黑体" pitchFamily="49" charset="-122"/>
                <a:cs typeface="+mn-cs"/>
              </a:rPr>
              <a:t>二、功能表</a:t>
            </a:r>
          </a:p>
        </p:txBody>
      </p:sp>
      <p:sp>
        <p:nvSpPr>
          <p:cNvPr id="6" name="Text Box 15">
            <a:extLst>
              <a:ext uri="{FF2B5EF4-FFF2-40B4-BE49-F238E27FC236}">
                <a16:creationId xmlns:a16="http://schemas.microsoft.com/office/drawing/2014/main" id="{F05AAC87-2963-4524-8EE7-9576E6199C60}"/>
              </a:ext>
            </a:extLst>
          </p:cNvPr>
          <p:cNvSpPr txBox="1">
            <a:spLocks noChangeArrowheads="1"/>
          </p:cNvSpPr>
          <p:nvPr/>
        </p:nvSpPr>
        <p:spPr bwMode="auto">
          <a:xfrm>
            <a:off x="3411538" y="1473200"/>
            <a:ext cx="522287" cy="10156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  </a:t>
            </a:r>
          </a:p>
        </p:txBody>
      </p:sp>
      <p:grpSp>
        <p:nvGrpSpPr>
          <p:cNvPr id="7" name="Group 102">
            <a:extLst>
              <a:ext uri="{FF2B5EF4-FFF2-40B4-BE49-F238E27FC236}">
                <a16:creationId xmlns:a16="http://schemas.microsoft.com/office/drawing/2014/main" id="{26A99004-82C9-41C8-8F54-98343417E90D}"/>
              </a:ext>
            </a:extLst>
          </p:cNvPr>
          <p:cNvGrpSpPr>
            <a:grpSpLocks/>
          </p:cNvGrpSpPr>
          <p:nvPr/>
        </p:nvGrpSpPr>
        <p:grpSpPr bwMode="auto">
          <a:xfrm>
            <a:off x="1776413" y="809625"/>
            <a:ext cx="2716212" cy="1635125"/>
            <a:chOff x="1119" y="510"/>
            <a:chExt cx="1711" cy="1030"/>
          </a:xfrm>
        </p:grpSpPr>
        <p:sp>
          <p:nvSpPr>
            <p:cNvPr id="8" name="Rectangle 5">
              <a:extLst>
                <a:ext uri="{FF2B5EF4-FFF2-40B4-BE49-F238E27FC236}">
                  <a16:creationId xmlns:a16="http://schemas.microsoft.com/office/drawing/2014/main" id="{171A71AE-695D-47D0-A566-A8DFCB4B8926}"/>
                </a:ext>
              </a:extLst>
            </p:cNvPr>
            <p:cNvSpPr>
              <a:spLocks noChangeArrowheads="1"/>
            </p:cNvSpPr>
            <p:nvPr/>
          </p:nvSpPr>
          <p:spPr bwMode="auto">
            <a:xfrm>
              <a:off x="1551" y="959"/>
              <a:ext cx="1200" cy="57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 name="Line 6">
              <a:extLst>
                <a:ext uri="{FF2B5EF4-FFF2-40B4-BE49-F238E27FC236}">
                  <a16:creationId xmlns:a16="http://schemas.microsoft.com/office/drawing/2014/main" id="{6D82443D-9B80-499B-ABB1-F53E3AD9C7AD}"/>
                </a:ext>
              </a:extLst>
            </p:cNvPr>
            <p:cNvSpPr>
              <a:spLocks noChangeShapeType="1"/>
            </p:cNvSpPr>
            <p:nvPr/>
          </p:nvSpPr>
          <p:spPr bwMode="auto">
            <a:xfrm>
              <a:off x="1551" y="1247"/>
              <a:ext cx="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 name="Group 23">
              <a:extLst>
                <a:ext uri="{FF2B5EF4-FFF2-40B4-BE49-F238E27FC236}">
                  <a16:creationId xmlns:a16="http://schemas.microsoft.com/office/drawing/2014/main" id="{2FC84306-25E8-4428-BA72-581E2721AC86}"/>
                </a:ext>
              </a:extLst>
            </p:cNvPr>
            <p:cNvGrpSpPr>
              <a:grpSpLocks/>
            </p:cNvGrpSpPr>
            <p:nvPr/>
          </p:nvGrpSpPr>
          <p:grpSpPr bwMode="auto">
            <a:xfrm>
              <a:off x="1839" y="959"/>
              <a:ext cx="624" cy="571"/>
              <a:chOff x="1209" y="981"/>
              <a:chExt cx="624" cy="528"/>
            </a:xfrm>
          </p:grpSpPr>
          <p:sp>
            <p:nvSpPr>
              <p:cNvPr id="20" name="Line 7">
                <a:extLst>
                  <a:ext uri="{FF2B5EF4-FFF2-40B4-BE49-F238E27FC236}">
                    <a16:creationId xmlns:a16="http://schemas.microsoft.com/office/drawing/2014/main" id="{D586F10F-C57F-4EC5-BF9C-CBD4298793C7}"/>
                  </a:ext>
                </a:extLst>
              </p:cNvPr>
              <p:cNvSpPr>
                <a:spLocks noChangeShapeType="1"/>
              </p:cNvSpPr>
              <p:nvPr/>
            </p:nvSpPr>
            <p:spPr bwMode="auto">
              <a:xfrm>
                <a:off x="1512" y="98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8">
                <a:extLst>
                  <a:ext uri="{FF2B5EF4-FFF2-40B4-BE49-F238E27FC236}">
                    <a16:creationId xmlns:a16="http://schemas.microsoft.com/office/drawing/2014/main" id="{95E2C9A1-70ED-40FA-AB28-1907CBF4D1AF}"/>
                  </a:ext>
                </a:extLst>
              </p:cNvPr>
              <p:cNvSpPr>
                <a:spLocks noChangeShapeType="1"/>
              </p:cNvSpPr>
              <p:nvPr/>
            </p:nvSpPr>
            <p:spPr bwMode="auto">
              <a:xfrm>
                <a:off x="1209" y="98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9">
                <a:extLst>
                  <a:ext uri="{FF2B5EF4-FFF2-40B4-BE49-F238E27FC236}">
                    <a16:creationId xmlns:a16="http://schemas.microsoft.com/office/drawing/2014/main" id="{E5844B0C-1FDA-4C33-A62C-1683FE011C65}"/>
                  </a:ext>
                </a:extLst>
              </p:cNvPr>
              <p:cNvSpPr>
                <a:spLocks noChangeShapeType="1"/>
              </p:cNvSpPr>
              <p:nvPr/>
            </p:nvSpPr>
            <p:spPr bwMode="auto">
              <a:xfrm>
                <a:off x="1833" y="98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1" name="Line 10">
              <a:extLst>
                <a:ext uri="{FF2B5EF4-FFF2-40B4-BE49-F238E27FC236}">
                  <a16:creationId xmlns:a16="http://schemas.microsoft.com/office/drawing/2014/main" id="{5AA4331E-375A-465D-B8AA-060B447A2E61}"/>
                </a:ext>
              </a:extLst>
            </p:cNvPr>
            <p:cNvSpPr>
              <a:spLocks noChangeShapeType="1"/>
            </p:cNvSpPr>
            <p:nvPr/>
          </p:nvSpPr>
          <p:spPr bwMode="auto">
            <a:xfrm flipH="1" flipV="1">
              <a:off x="1298" y="691"/>
              <a:ext cx="253" cy="26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Text Box 11">
              <a:extLst>
                <a:ext uri="{FF2B5EF4-FFF2-40B4-BE49-F238E27FC236}">
                  <a16:creationId xmlns:a16="http://schemas.microsoft.com/office/drawing/2014/main" id="{DD4D3B35-39ED-4937-861D-7CE221387850}"/>
                </a:ext>
              </a:extLst>
            </p:cNvPr>
            <p:cNvSpPr txBox="1">
              <a:spLocks noChangeArrowheads="1"/>
            </p:cNvSpPr>
            <p:nvPr/>
          </p:nvSpPr>
          <p:spPr bwMode="auto">
            <a:xfrm>
              <a:off x="1119" y="719"/>
              <a:ext cx="432"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3" name="Text Box 12">
              <a:extLst>
                <a:ext uri="{FF2B5EF4-FFF2-40B4-BE49-F238E27FC236}">
                  <a16:creationId xmlns:a16="http://schemas.microsoft.com/office/drawing/2014/main" id="{67E53C49-D20B-49BC-BD21-F6AB7CBA7CB7}"/>
                </a:ext>
              </a:extLst>
            </p:cNvPr>
            <p:cNvSpPr txBox="1">
              <a:spLocks noChangeArrowheads="1"/>
            </p:cNvSpPr>
            <p:nvPr/>
          </p:nvSpPr>
          <p:spPr bwMode="auto">
            <a:xfrm>
              <a:off x="1304" y="510"/>
              <a:ext cx="310"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4" name="Text Box 13">
              <a:extLst>
                <a:ext uri="{FF2B5EF4-FFF2-40B4-BE49-F238E27FC236}">
                  <a16:creationId xmlns:a16="http://schemas.microsoft.com/office/drawing/2014/main" id="{093EE9EA-A6EF-44C8-A8F1-A5B8BBF17CA0}"/>
                </a:ext>
              </a:extLst>
            </p:cNvPr>
            <p:cNvSpPr txBox="1">
              <a:spLocks noChangeArrowheads="1"/>
            </p:cNvSpPr>
            <p:nvPr/>
          </p:nvSpPr>
          <p:spPr bwMode="auto">
            <a:xfrm>
              <a:off x="1311" y="959"/>
              <a:ext cx="213" cy="58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a:p>
              <a:pPr marL="0" marR="0" lvl="0" indent="0" algn="l" defTabSz="914400" rtl="0" eaLnBrk="1" fontAlgn="base" latinLnBrk="0" hangingPunct="1">
                <a:lnSpc>
                  <a:spcPct val="14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5" name="Text Box 18">
              <a:extLst>
                <a:ext uri="{FF2B5EF4-FFF2-40B4-BE49-F238E27FC236}">
                  <a16:creationId xmlns:a16="http://schemas.microsoft.com/office/drawing/2014/main" id="{B4375965-FD68-44A0-BB7E-F2D3C1CD0AA0}"/>
                </a:ext>
              </a:extLst>
            </p:cNvPr>
            <p:cNvSpPr txBox="1">
              <a:spLocks noChangeArrowheads="1"/>
            </p:cNvSpPr>
            <p:nvPr/>
          </p:nvSpPr>
          <p:spPr bwMode="auto">
            <a:xfrm>
              <a:off x="1423" y="651"/>
              <a:ext cx="310"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6" name="Text Box 19">
              <a:extLst>
                <a:ext uri="{FF2B5EF4-FFF2-40B4-BE49-F238E27FC236}">
                  <a16:creationId xmlns:a16="http://schemas.microsoft.com/office/drawing/2014/main" id="{30F8116B-F919-4B26-B381-8FAAAD0091EE}"/>
                </a:ext>
              </a:extLst>
            </p:cNvPr>
            <p:cNvSpPr txBox="1">
              <a:spLocks noChangeArrowheads="1"/>
            </p:cNvSpPr>
            <p:nvPr/>
          </p:nvSpPr>
          <p:spPr bwMode="auto">
            <a:xfrm>
              <a:off x="1532" y="716"/>
              <a:ext cx="38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00</a:t>
              </a:r>
            </a:p>
          </p:txBody>
        </p:sp>
        <p:sp>
          <p:nvSpPr>
            <p:cNvPr id="17" name="Text Box 20">
              <a:extLst>
                <a:ext uri="{FF2B5EF4-FFF2-40B4-BE49-F238E27FC236}">
                  <a16:creationId xmlns:a16="http://schemas.microsoft.com/office/drawing/2014/main" id="{6B8A6E13-ADD1-4478-A060-F36737CD7519}"/>
                </a:ext>
              </a:extLst>
            </p:cNvPr>
            <p:cNvSpPr txBox="1">
              <a:spLocks noChangeArrowheads="1"/>
            </p:cNvSpPr>
            <p:nvPr/>
          </p:nvSpPr>
          <p:spPr bwMode="auto">
            <a:xfrm>
              <a:off x="1814" y="706"/>
              <a:ext cx="38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01</a:t>
              </a:r>
            </a:p>
          </p:txBody>
        </p:sp>
        <p:sp>
          <p:nvSpPr>
            <p:cNvPr id="18" name="Text Box 21">
              <a:extLst>
                <a:ext uri="{FF2B5EF4-FFF2-40B4-BE49-F238E27FC236}">
                  <a16:creationId xmlns:a16="http://schemas.microsoft.com/office/drawing/2014/main" id="{3B844DE5-F555-4AFA-B8DE-37564F4DFE1E}"/>
                </a:ext>
              </a:extLst>
            </p:cNvPr>
            <p:cNvSpPr txBox="1">
              <a:spLocks noChangeArrowheads="1"/>
            </p:cNvSpPr>
            <p:nvPr/>
          </p:nvSpPr>
          <p:spPr bwMode="auto">
            <a:xfrm>
              <a:off x="2130" y="706"/>
              <a:ext cx="38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11</a:t>
              </a:r>
            </a:p>
          </p:txBody>
        </p:sp>
        <p:sp>
          <p:nvSpPr>
            <p:cNvPr id="19" name="Text Box 22">
              <a:extLst>
                <a:ext uri="{FF2B5EF4-FFF2-40B4-BE49-F238E27FC236}">
                  <a16:creationId xmlns:a16="http://schemas.microsoft.com/office/drawing/2014/main" id="{AEE44CB5-B098-47C5-BDBC-D037A19A7DEF}"/>
                </a:ext>
              </a:extLst>
            </p:cNvPr>
            <p:cNvSpPr txBox="1">
              <a:spLocks noChangeArrowheads="1"/>
            </p:cNvSpPr>
            <p:nvPr/>
          </p:nvSpPr>
          <p:spPr bwMode="auto">
            <a:xfrm>
              <a:off x="2445" y="706"/>
              <a:ext cx="38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10</a:t>
              </a:r>
            </a:p>
          </p:txBody>
        </p:sp>
      </p:grpSp>
      <p:sp>
        <p:nvSpPr>
          <p:cNvPr id="23" name="Text Box 25">
            <a:extLst>
              <a:ext uri="{FF2B5EF4-FFF2-40B4-BE49-F238E27FC236}">
                <a16:creationId xmlns:a16="http://schemas.microsoft.com/office/drawing/2014/main" id="{5202435A-EC08-454F-AD6C-F3066222FCB8}"/>
              </a:ext>
            </a:extLst>
          </p:cNvPr>
          <p:cNvSpPr txBox="1">
            <a:spLocks noChangeArrowheads="1"/>
          </p:cNvSpPr>
          <p:nvPr/>
        </p:nvSpPr>
        <p:spPr bwMode="auto">
          <a:xfrm>
            <a:off x="2514600" y="1452563"/>
            <a:ext cx="396875" cy="10156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                  </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Text Box 26">
            <a:extLst>
              <a:ext uri="{FF2B5EF4-FFF2-40B4-BE49-F238E27FC236}">
                <a16:creationId xmlns:a16="http://schemas.microsoft.com/office/drawing/2014/main" id="{726D666B-51A2-4FA4-ABBA-C27FE3F230B8}"/>
              </a:ext>
            </a:extLst>
          </p:cNvPr>
          <p:cNvSpPr txBox="1">
            <a:spLocks noChangeArrowheads="1"/>
          </p:cNvSpPr>
          <p:nvPr/>
        </p:nvSpPr>
        <p:spPr bwMode="auto">
          <a:xfrm>
            <a:off x="3965575" y="1489075"/>
            <a:ext cx="396875" cy="10156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                  </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5" name="Text Box 27">
            <a:extLst>
              <a:ext uri="{FF2B5EF4-FFF2-40B4-BE49-F238E27FC236}">
                <a16:creationId xmlns:a16="http://schemas.microsoft.com/office/drawing/2014/main" id="{FB93195E-6397-4143-827B-20DF5E8C97CF}"/>
              </a:ext>
            </a:extLst>
          </p:cNvPr>
          <p:cNvSpPr txBox="1">
            <a:spLocks noChangeArrowheads="1"/>
          </p:cNvSpPr>
          <p:nvPr/>
        </p:nvSpPr>
        <p:spPr bwMode="auto">
          <a:xfrm>
            <a:off x="2963863" y="1487488"/>
            <a:ext cx="396875" cy="101566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                  </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AutoShape 28">
            <a:extLst>
              <a:ext uri="{FF2B5EF4-FFF2-40B4-BE49-F238E27FC236}">
                <a16:creationId xmlns:a16="http://schemas.microsoft.com/office/drawing/2014/main" id="{14BB6CED-1D00-479B-A80E-0E636D28773D}"/>
              </a:ext>
            </a:extLst>
          </p:cNvPr>
          <p:cNvSpPr>
            <a:spLocks noChangeArrowheads="1"/>
          </p:cNvSpPr>
          <p:nvPr/>
        </p:nvSpPr>
        <p:spPr bwMode="auto">
          <a:xfrm>
            <a:off x="2984500" y="1570038"/>
            <a:ext cx="844550" cy="793750"/>
          </a:xfrm>
          <a:prstGeom prst="roundRect">
            <a:avLst>
              <a:gd name="adj" fmla="val 16667"/>
            </a:avLst>
          </a:prstGeom>
          <a:noFill/>
          <a:ln w="38100">
            <a:no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AutoShape 29">
            <a:extLst>
              <a:ext uri="{FF2B5EF4-FFF2-40B4-BE49-F238E27FC236}">
                <a16:creationId xmlns:a16="http://schemas.microsoft.com/office/drawing/2014/main" id="{81FD7A42-3A7D-4EFE-8488-EC9CF162AD95}"/>
              </a:ext>
            </a:extLst>
          </p:cNvPr>
          <p:cNvSpPr>
            <a:spLocks noChangeArrowheads="1"/>
          </p:cNvSpPr>
          <p:nvPr/>
        </p:nvSpPr>
        <p:spPr bwMode="auto">
          <a:xfrm>
            <a:off x="2535238" y="2052638"/>
            <a:ext cx="776287" cy="328612"/>
          </a:xfrm>
          <a:prstGeom prst="roundRect">
            <a:avLst>
              <a:gd name="adj" fmla="val 16667"/>
            </a:avLst>
          </a:pr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28" name="Group 32">
            <a:extLst>
              <a:ext uri="{FF2B5EF4-FFF2-40B4-BE49-F238E27FC236}">
                <a16:creationId xmlns:a16="http://schemas.microsoft.com/office/drawing/2014/main" id="{B5894898-6BE9-48D9-A839-C7ACC3BFD81A}"/>
              </a:ext>
            </a:extLst>
          </p:cNvPr>
          <p:cNvGrpSpPr>
            <a:grpSpLocks/>
          </p:cNvGrpSpPr>
          <p:nvPr/>
        </p:nvGrpSpPr>
        <p:grpSpPr bwMode="auto">
          <a:xfrm>
            <a:off x="5038725" y="1293813"/>
            <a:ext cx="2174875" cy="519112"/>
            <a:chOff x="1054" y="2478"/>
            <a:chExt cx="1370" cy="327"/>
          </a:xfrm>
        </p:grpSpPr>
        <p:sp>
          <p:nvSpPr>
            <p:cNvPr id="29" name="Text Box 30">
              <a:extLst>
                <a:ext uri="{FF2B5EF4-FFF2-40B4-BE49-F238E27FC236}">
                  <a16:creationId xmlns:a16="http://schemas.microsoft.com/office/drawing/2014/main" id="{A1E47898-6AA1-47E1-A32C-35528C1A910B}"/>
                </a:ext>
              </a:extLst>
            </p:cNvPr>
            <p:cNvSpPr txBox="1">
              <a:spLocks noChangeArrowheads="1"/>
            </p:cNvSpPr>
            <p:nvPr/>
          </p:nvSpPr>
          <p:spPr bwMode="auto">
            <a:xfrm>
              <a:off x="1054" y="2478"/>
              <a:ext cx="137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S+RQ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Line 31">
              <a:extLst>
                <a:ext uri="{FF2B5EF4-FFF2-40B4-BE49-F238E27FC236}">
                  <a16:creationId xmlns:a16="http://schemas.microsoft.com/office/drawing/2014/main" id="{63398D0F-E5DD-440D-B728-1B1B4910E502}"/>
                </a:ext>
              </a:extLst>
            </p:cNvPr>
            <p:cNvSpPr>
              <a:spLocks noChangeShapeType="1"/>
            </p:cNvSpPr>
            <p:nvPr/>
          </p:nvSpPr>
          <p:spPr bwMode="auto">
            <a:xfrm>
              <a:off x="1935" y="2532"/>
              <a:ext cx="1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1" name="Text Box 33">
            <a:extLst>
              <a:ext uri="{FF2B5EF4-FFF2-40B4-BE49-F238E27FC236}">
                <a16:creationId xmlns:a16="http://schemas.microsoft.com/office/drawing/2014/main" id="{443C2615-CEE1-4662-818E-D44F9B02CC4B}"/>
              </a:ext>
            </a:extLst>
          </p:cNvPr>
          <p:cNvSpPr txBox="1">
            <a:spLocks noChangeArrowheads="1"/>
          </p:cNvSpPr>
          <p:nvPr/>
        </p:nvSpPr>
        <p:spPr bwMode="auto">
          <a:xfrm>
            <a:off x="5106988" y="1897063"/>
            <a:ext cx="1208087"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RS=0</a:t>
            </a:r>
          </a:p>
        </p:txBody>
      </p:sp>
      <p:sp>
        <p:nvSpPr>
          <p:cNvPr id="32" name="Text Box 34">
            <a:extLst>
              <a:ext uri="{FF2B5EF4-FFF2-40B4-BE49-F238E27FC236}">
                <a16:creationId xmlns:a16="http://schemas.microsoft.com/office/drawing/2014/main" id="{5F53301F-2DCB-4C45-9573-BA8C3264FFAC}"/>
              </a:ext>
            </a:extLst>
          </p:cNvPr>
          <p:cNvSpPr txBox="1">
            <a:spLocks noChangeArrowheads="1"/>
          </p:cNvSpPr>
          <p:nvPr/>
        </p:nvSpPr>
        <p:spPr bwMode="auto">
          <a:xfrm>
            <a:off x="7385050" y="1293813"/>
            <a:ext cx="1519238"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(CP=1)</a:t>
            </a:r>
          </a:p>
        </p:txBody>
      </p:sp>
      <p:sp>
        <p:nvSpPr>
          <p:cNvPr id="33" name="AutoShape 35">
            <a:extLst>
              <a:ext uri="{FF2B5EF4-FFF2-40B4-BE49-F238E27FC236}">
                <a16:creationId xmlns:a16="http://schemas.microsoft.com/office/drawing/2014/main" id="{BDB46B8A-4832-436C-A3E7-9928F900061A}"/>
              </a:ext>
            </a:extLst>
          </p:cNvPr>
          <p:cNvSpPr>
            <a:spLocks/>
          </p:cNvSpPr>
          <p:nvPr/>
        </p:nvSpPr>
        <p:spPr bwMode="auto">
          <a:xfrm>
            <a:off x="4900613" y="1311275"/>
            <a:ext cx="241300" cy="1052513"/>
          </a:xfrm>
          <a:prstGeom prst="leftBrace">
            <a:avLst>
              <a:gd name="adj1" fmla="val 36349"/>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Text Box 37">
            <a:extLst>
              <a:ext uri="{FF2B5EF4-FFF2-40B4-BE49-F238E27FC236}">
                <a16:creationId xmlns:a16="http://schemas.microsoft.com/office/drawing/2014/main" id="{BE14008A-2DE4-4DB0-A07A-A82CF7B0F0BA}"/>
              </a:ext>
            </a:extLst>
          </p:cNvPr>
          <p:cNvSpPr txBox="1">
            <a:spLocks noChangeArrowheads="1"/>
          </p:cNvSpPr>
          <p:nvPr/>
        </p:nvSpPr>
        <p:spPr bwMode="auto">
          <a:xfrm>
            <a:off x="446088" y="3241675"/>
            <a:ext cx="8453437"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状态转换图表示触发器从一个状态变化到另一个状态或保持原状态不变时，对输入信号的要求。</a:t>
            </a:r>
          </a:p>
        </p:txBody>
      </p:sp>
      <p:grpSp>
        <p:nvGrpSpPr>
          <p:cNvPr id="35" name="Group 75">
            <a:extLst>
              <a:ext uri="{FF2B5EF4-FFF2-40B4-BE49-F238E27FC236}">
                <a16:creationId xmlns:a16="http://schemas.microsoft.com/office/drawing/2014/main" id="{1C474449-3CB3-4712-A3FD-7FFC435FD2F6}"/>
              </a:ext>
            </a:extLst>
          </p:cNvPr>
          <p:cNvGrpSpPr>
            <a:grpSpLocks/>
          </p:cNvGrpSpPr>
          <p:nvPr/>
        </p:nvGrpSpPr>
        <p:grpSpPr bwMode="auto">
          <a:xfrm>
            <a:off x="2466975" y="5121275"/>
            <a:ext cx="538163" cy="534988"/>
            <a:chOff x="1554" y="3402"/>
            <a:chExt cx="339" cy="337"/>
          </a:xfrm>
        </p:grpSpPr>
        <p:sp>
          <p:nvSpPr>
            <p:cNvPr id="36" name="Oval 71">
              <a:extLst>
                <a:ext uri="{FF2B5EF4-FFF2-40B4-BE49-F238E27FC236}">
                  <a16:creationId xmlns:a16="http://schemas.microsoft.com/office/drawing/2014/main" id="{A823A6E0-368D-46E7-BAAE-8A2EDE71BE74}"/>
                </a:ext>
              </a:extLst>
            </p:cNvPr>
            <p:cNvSpPr>
              <a:spLocks noChangeArrowheads="1"/>
            </p:cNvSpPr>
            <p:nvPr/>
          </p:nvSpPr>
          <p:spPr bwMode="auto">
            <a:xfrm>
              <a:off x="1554" y="3402"/>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7" name="Text Box 73">
              <a:extLst>
                <a:ext uri="{FF2B5EF4-FFF2-40B4-BE49-F238E27FC236}">
                  <a16:creationId xmlns:a16="http://schemas.microsoft.com/office/drawing/2014/main" id="{D4254FB9-01BD-4F07-A614-0E3AADECD2C7}"/>
                </a:ext>
              </a:extLst>
            </p:cNvPr>
            <p:cNvSpPr txBox="1">
              <a:spLocks noChangeArrowheads="1"/>
            </p:cNvSpPr>
            <p:nvPr/>
          </p:nvSpPr>
          <p:spPr bwMode="auto">
            <a:xfrm>
              <a:off x="1631" y="342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grpSp>
        <p:nvGrpSpPr>
          <p:cNvPr id="38" name="Group 76">
            <a:extLst>
              <a:ext uri="{FF2B5EF4-FFF2-40B4-BE49-F238E27FC236}">
                <a16:creationId xmlns:a16="http://schemas.microsoft.com/office/drawing/2014/main" id="{F2B37D82-48CC-4423-8DFC-DD06C1EE0A3D}"/>
              </a:ext>
            </a:extLst>
          </p:cNvPr>
          <p:cNvGrpSpPr>
            <a:grpSpLocks/>
          </p:cNvGrpSpPr>
          <p:nvPr/>
        </p:nvGrpSpPr>
        <p:grpSpPr bwMode="auto">
          <a:xfrm>
            <a:off x="4657725" y="5157788"/>
            <a:ext cx="538163" cy="534987"/>
            <a:chOff x="2934" y="3425"/>
            <a:chExt cx="339" cy="337"/>
          </a:xfrm>
        </p:grpSpPr>
        <p:sp>
          <p:nvSpPr>
            <p:cNvPr id="39" name="Oval 72">
              <a:extLst>
                <a:ext uri="{FF2B5EF4-FFF2-40B4-BE49-F238E27FC236}">
                  <a16:creationId xmlns:a16="http://schemas.microsoft.com/office/drawing/2014/main" id="{F8E29AF8-316F-42FF-A759-53A38C6067A3}"/>
                </a:ext>
              </a:extLst>
            </p:cNvPr>
            <p:cNvSpPr>
              <a:spLocks noChangeArrowheads="1"/>
            </p:cNvSpPr>
            <p:nvPr/>
          </p:nvSpPr>
          <p:spPr bwMode="auto">
            <a:xfrm>
              <a:off x="2934" y="3425"/>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0" name="Text Box 74">
              <a:extLst>
                <a:ext uri="{FF2B5EF4-FFF2-40B4-BE49-F238E27FC236}">
                  <a16:creationId xmlns:a16="http://schemas.microsoft.com/office/drawing/2014/main" id="{35673F9B-DB59-4E6C-90B5-B570BBB7E961}"/>
                </a:ext>
              </a:extLst>
            </p:cNvPr>
            <p:cNvSpPr txBox="1">
              <a:spLocks noChangeArrowheads="1"/>
            </p:cNvSpPr>
            <p:nvPr/>
          </p:nvSpPr>
          <p:spPr bwMode="auto">
            <a:xfrm>
              <a:off x="3011" y="343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41" name="Arc 77">
            <a:extLst>
              <a:ext uri="{FF2B5EF4-FFF2-40B4-BE49-F238E27FC236}">
                <a16:creationId xmlns:a16="http://schemas.microsoft.com/office/drawing/2014/main" id="{67BDB94E-CED5-4CD6-8A31-84D606353E96}"/>
              </a:ext>
            </a:extLst>
          </p:cNvPr>
          <p:cNvSpPr>
            <a:spLocks/>
          </p:cNvSpPr>
          <p:nvPr/>
        </p:nvSpPr>
        <p:spPr bwMode="auto">
          <a:xfrm rot="14154867" flipV="1">
            <a:off x="1969295" y="4983956"/>
            <a:ext cx="773112" cy="752475"/>
          </a:xfrm>
          <a:custGeom>
            <a:avLst/>
            <a:gdLst>
              <a:gd name="T0" fmla="*/ 2147483647 w 43200"/>
              <a:gd name="T1" fmla="*/ 0 h 43040"/>
              <a:gd name="T2" fmla="*/ 348750877 w 43200"/>
              <a:gd name="T3" fmla="*/ 2147483647 h 43040"/>
              <a:gd name="T4" fmla="*/ 2147483647 w 43200"/>
              <a:gd name="T5" fmla="*/ 2147483647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Arc 78">
            <a:extLst>
              <a:ext uri="{FF2B5EF4-FFF2-40B4-BE49-F238E27FC236}">
                <a16:creationId xmlns:a16="http://schemas.microsoft.com/office/drawing/2014/main" id="{5BA7E23B-8C8D-458D-BA23-1530F7E4E5FD}"/>
              </a:ext>
            </a:extLst>
          </p:cNvPr>
          <p:cNvSpPr>
            <a:spLocks/>
          </p:cNvSpPr>
          <p:nvPr/>
        </p:nvSpPr>
        <p:spPr bwMode="auto">
          <a:xfrm rot="8094814" flipH="1" flipV="1">
            <a:off x="4901407" y="5053806"/>
            <a:ext cx="773112" cy="752475"/>
          </a:xfrm>
          <a:custGeom>
            <a:avLst/>
            <a:gdLst>
              <a:gd name="T0" fmla="*/ 2147483647 w 43200"/>
              <a:gd name="T1" fmla="*/ 0 h 43040"/>
              <a:gd name="T2" fmla="*/ 348750877 w 43200"/>
              <a:gd name="T3" fmla="*/ 2147483647 h 43040"/>
              <a:gd name="T4" fmla="*/ 2147483647 w 43200"/>
              <a:gd name="T5" fmla="*/ 2147483647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Text Box 79">
            <a:extLst>
              <a:ext uri="{FF2B5EF4-FFF2-40B4-BE49-F238E27FC236}">
                <a16:creationId xmlns:a16="http://schemas.microsoft.com/office/drawing/2014/main" id="{A7EE4CA8-65BC-4122-912B-B8F3484B6D92}"/>
              </a:ext>
            </a:extLst>
          </p:cNvPr>
          <p:cNvSpPr txBox="1">
            <a:spLocks noChangeArrowheads="1"/>
          </p:cNvSpPr>
          <p:nvPr/>
        </p:nvSpPr>
        <p:spPr bwMode="auto">
          <a:xfrm>
            <a:off x="5659438" y="4983163"/>
            <a:ext cx="758825" cy="83099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R=0</a:t>
            </a:r>
          </a:p>
        </p:txBody>
      </p:sp>
      <p:sp>
        <p:nvSpPr>
          <p:cNvPr id="44" name="Text Box 97">
            <a:extLst>
              <a:ext uri="{FF2B5EF4-FFF2-40B4-BE49-F238E27FC236}">
                <a16:creationId xmlns:a16="http://schemas.microsoft.com/office/drawing/2014/main" id="{61F4791C-EE15-45BE-A3BE-4D13DBEFCE6B}"/>
              </a:ext>
            </a:extLst>
          </p:cNvPr>
          <p:cNvSpPr txBox="1">
            <a:spLocks noChangeArrowheads="1"/>
          </p:cNvSpPr>
          <p:nvPr/>
        </p:nvSpPr>
        <p:spPr bwMode="auto">
          <a:xfrm>
            <a:off x="1276350" y="4879975"/>
            <a:ext cx="758825" cy="83099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S=0 R=</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a:t>
            </a:r>
          </a:p>
        </p:txBody>
      </p:sp>
      <p:sp>
        <p:nvSpPr>
          <p:cNvPr id="45" name="Arc 98">
            <a:extLst>
              <a:ext uri="{FF2B5EF4-FFF2-40B4-BE49-F238E27FC236}">
                <a16:creationId xmlns:a16="http://schemas.microsoft.com/office/drawing/2014/main" id="{C48ACD8B-778F-4043-A4E9-8D4186471B60}"/>
              </a:ext>
            </a:extLst>
          </p:cNvPr>
          <p:cNvSpPr>
            <a:spLocks/>
          </p:cNvSpPr>
          <p:nvPr/>
        </p:nvSpPr>
        <p:spPr bwMode="auto">
          <a:xfrm rot="-2056892">
            <a:off x="2909888" y="4437063"/>
            <a:ext cx="1828800" cy="138271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Text Box 99">
            <a:extLst>
              <a:ext uri="{FF2B5EF4-FFF2-40B4-BE49-F238E27FC236}">
                <a16:creationId xmlns:a16="http://schemas.microsoft.com/office/drawing/2014/main" id="{B392ACEC-A779-4E95-A332-AC86EC7E5CA4}"/>
              </a:ext>
            </a:extLst>
          </p:cNvPr>
          <p:cNvSpPr txBox="1">
            <a:spLocks noChangeArrowheads="1"/>
          </p:cNvSpPr>
          <p:nvPr/>
        </p:nvSpPr>
        <p:spPr bwMode="auto">
          <a:xfrm>
            <a:off x="3227388" y="4259263"/>
            <a:ext cx="153511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R=0</a:t>
            </a:r>
          </a:p>
        </p:txBody>
      </p:sp>
      <p:sp>
        <p:nvSpPr>
          <p:cNvPr id="47" name="Arc 100">
            <a:extLst>
              <a:ext uri="{FF2B5EF4-FFF2-40B4-BE49-F238E27FC236}">
                <a16:creationId xmlns:a16="http://schemas.microsoft.com/office/drawing/2014/main" id="{FF317DA7-AFAF-4BE3-A967-96A3FF97B51B}"/>
              </a:ext>
            </a:extLst>
          </p:cNvPr>
          <p:cNvSpPr>
            <a:spLocks/>
          </p:cNvSpPr>
          <p:nvPr/>
        </p:nvSpPr>
        <p:spPr bwMode="auto">
          <a:xfrm rot="-2113283" flipH="1" flipV="1">
            <a:off x="2908300" y="4968875"/>
            <a:ext cx="1828800" cy="138271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Text Box 101">
            <a:extLst>
              <a:ext uri="{FF2B5EF4-FFF2-40B4-BE49-F238E27FC236}">
                <a16:creationId xmlns:a16="http://schemas.microsoft.com/office/drawing/2014/main" id="{783A7C64-FD52-4EDE-B151-D99DD5AD80D6}"/>
              </a:ext>
            </a:extLst>
          </p:cNvPr>
          <p:cNvSpPr txBox="1">
            <a:spLocks noChangeArrowheads="1"/>
          </p:cNvSpPr>
          <p:nvPr/>
        </p:nvSpPr>
        <p:spPr bwMode="auto">
          <a:xfrm>
            <a:off x="3124200" y="6069013"/>
            <a:ext cx="1535113"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R=1</a:t>
            </a:r>
          </a:p>
        </p:txBody>
      </p:sp>
      <p:sp>
        <p:nvSpPr>
          <p:cNvPr id="49" name="TextBox 48"/>
          <p:cNvSpPr txBox="1"/>
          <p:nvPr/>
        </p:nvSpPr>
        <p:spPr>
          <a:xfrm>
            <a:off x="5013960" y="411480"/>
            <a:ext cx="2773680" cy="523220"/>
          </a:xfrm>
          <a:prstGeom prst="rect">
            <a:avLst/>
          </a:prstGeom>
          <a:noFill/>
        </p:spPr>
        <p:txBody>
          <a:bodyPr wrap="square" rtlCol="0">
            <a:spAutoFit/>
          </a:bodyPr>
          <a:lstStyle/>
          <a:p>
            <a:r>
              <a:rPr lang="zh-CN" altLang="en-US" dirty="0">
                <a:solidFill>
                  <a:schemeClr val="tx1"/>
                </a:solidFill>
                <a:latin typeface="黑体" pitchFamily="49" charset="-122"/>
                <a:ea typeface="黑体" pitchFamily="49" charset="-122"/>
              </a:rPr>
              <a:t>三、特征方程</a:t>
            </a:r>
          </a:p>
        </p:txBody>
      </p:sp>
      <p:sp>
        <p:nvSpPr>
          <p:cNvPr id="50" name="Rectangle 2">
            <a:extLst>
              <a:ext uri="{FF2B5EF4-FFF2-40B4-BE49-F238E27FC236}">
                <a16:creationId xmlns:a16="http://schemas.microsoft.com/office/drawing/2014/main" id="{B623959F-BF26-487B-83E0-27B9430B5DBB}"/>
              </a:ext>
            </a:extLst>
          </p:cNvPr>
          <p:cNvSpPr txBox="1">
            <a:spLocks noChangeArrowheads="1"/>
          </p:cNvSpPr>
          <p:nvPr/>
        </p:nvSpPr>
        <p:spPr bwMode="auto">
          <a:xfrm>
            <a:off x="365760" y="2563029"/>
            <a:ext cx="3078480"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scene3d>
              <a:camera prst="orthographicFront"/>
              <a:lightRig rig="soft" dir="t">
                <a:rot lat="0" lon="0" rev="15600000"/>
              </a:lightRig>
            </a:scene3d>
            <a:sp3d extrusionH="57150" prstMaterial="softEdge">
              <a:bevelT w="25400" h="38100"/>
            </a:sp3d>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dirty="0">
                <a:solidFill>
                  <a:schemeClr val="tx1"/>
                </a:solidFill>
                <a:latin typeface="黑体" pitchFamily="49" charset="-122"/>
                <a:ea typeface="黑体" pitchFamily="49" charset="-122"/>
              </a:rPr>
              <a:t>四、状态转换图</a:t>
            </a:r>
          </a:p>
        </p:txBody>
      </p:sp>
      <p:sp>
        <p:nvSpPr>
          <p:cNvPr id="51" name="灯片编号占位符 48"/>
          <p:cNvSpPr txBox="1">
            <a:spLocks/>
          </p:cNvSpPr>
          <p:nvPr/>
        </p:nvSpPr>
        <p:spPr>
          <a:xfrm>
            <a:off x="6553200" y="6248400"/>
            <a:ext cx="1905000" cy="4572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7BF59E8-3B5B-4FD1-ABC6-5D0A35914F4F}" type="slidenum">
              <a:rPr kumimoji="1" lang="en-US" altLang="zh-CN" sz="2800" b="1" i="0" u="none" strike="noStrike" kern="1200" cap="none" spc="0" normalizeH="0" baseline="0" noProof="0" smtClean="0">
                <a:ln>
                  <a:noFill/>
                </a:ln>
                <a:solidFill>
                  <a:schemeClr val="bg1"/>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13</a:t>
            </a:fld>
            <a:endParaRPr kumimoji="1" lang="en-US" altLang="zh-CN" sz="2800" b="1"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up)">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childTnLst>
                                </p:cTn>
                              </p:par>
                            </p:childTnLst>
                          </p:cTn>
                        </p:par>
                        <p:par>
                          <p:cTn id="39" fill="hold">
                            <p:stCondLst>
                              <p:cond delay="500"/>
                            </p:stCondLst>
                            <p:childTnLst>
                              <p:par>
                                <p:cTn id="40" presetID="23" presetClass="entr" presetSubtype="16" fill="hold" grpId="0" nodeType="afterEffect">
                                  <p:stCondLst>
                                    <p:cond delay="1000"/>
                                  </p:stCondLst>
                                  <p:childTnLst>
                                    <p:set>
                                      <p:cBhvr>
                                        <p:cTn id="41" dur="1" fill="hold">
                                          <p:stCondLst>
                                            <p:cond delay="0"/>
                                          </p:stCondLst>
                                        </p:cTn>
                                        <p:tgtEl>
                                          <p:spTgt spid="27"/>
                                        </p:tgtEl>
                                        <p:attrNameLst>
                                          <p:attrName>style.visibility</p:attrName>
                                        </p:attrNameLst>
                                      </p:cBhvr>
                                      <p:to>
                                        <p:strVal val="visible"/>
                                      </p:to>
                                    </p:set>
                                    <p:anim calcmode="lin" valueType="num">
                                      <p:cBhvr>
                                        <p:cTn id="42" dur="500" fill="hold"/>
                                        <p:tgtEl>
                                          <p:spTgt spid="27"/>
                                        </p:tgtEl>
                                        <p:attrNameLst>
                                          <p:attrName>ppt_w</p:attrName>
                                        </p:attrNameLst>
                                      </p:cBhvr>
                                      <p:tavLst>
                                        <p:tav tm="0">
                                          <p:val>
                                            <p:fltVal val="0"/>
                                          </p:val>
                                        </p:tav>
                                        <p:tav tm="100000">
                                          <p:val>
                                            <p:strVal val="#ppt_w"/>
                                          </p:val>
                                        </p:tav>
                                      </p:tavLst>
                                    </p:anim>
                                    <p:anim calcmode="lin" valueType="num">
                                      <p:cBhvr>
                                        <p:cTn id="43"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iterate type="wd">
                                    <p:tmPct val="100000"/>
                                  </p:iterate>
                                  <p:childTnLst>
                                    <p:set>
                                      <p:cBhvr>
                                        <p:cTn id="62" dur="1" fill="hold">
                                          <p:stCondLst>
                                            <p:cond delay="0"/>
                                          </p:stCondLst>
                                        </p:cTn>
                                        <p:tgtEl>
                                          <p:spTgt spid="31"/>
                                        </p:tgtEl>
                                        <p:attrNameLst>
                                          <p:attrName>style.visibility</p:attrName>
                                        </p:attrNameLst>
                                      </p:cBhvr>
                                      <p:to>
                                        <p:strVal val="visible"/>
                                      </p:to>
                                    </p:set>
                                    <p:animEffect transition="in" filter="wipe(left)">
                                      <p:cBhvr>
                                        <p:cTn id="63" dur="300"/>
                                        <p:tgtEl>
                                          <p:spTgt spid="31"/>
                                        </p:tgtEl>
                                      </p:cBhvr>
                                    </p:animEffect>
                                  </p:childTnLst>
                                </p:cTn>
                              </p:par>
                            </p:childTnLst>
                          </p:cTn>
                        </p:par>
                        <p:par>
                          <p:cTn id="64" fill="hold">
                            <p:stCondLst>
                              <p:cond delay="300"/>
                            </p:stCondLst>
                            <p:childTnLst>
                              <p:par>
                                <p:cTn id="65" presetID="22" presetClass="entr" presetSubtype="1" fill="hold" grpId="0" nodeType="afterEffect">
                                  <p:stCondLst>
                                    <p:cond delay="1000"/>
                                  </p:stCondLst>
                                  <p:childTnLst>
                                    <p:set>
                                      <p:cBhvr>
                                        <p:cTn id="66" dur="1" fill="hold">
                                          <p:stCondLst>
                                            <p:cond delay="0"/>
                                          </p:stCondLst>
                                        </p:cTn>
                                        <p:tgtEl>
                                          <p:spTgt spid="33"/>
                                        </p:tgtEl>
                                        <p:attrNameLst>
                                          <p:attrName>style.visibility</p:attrName>
                                        </p:attrNameLst>
                                      </p:cBhvr>
                                      <p:to>
                                        <p:strVal val="visible"/>
                                      </p:to>
                                    </p:set>
                                    <p:animEffect transition="in" filter="wipe(up)">
                                      <p:cBhvr>
                                        <p:cTn id="67" dur="500"/>
                                        <p:tgtEl>
                                          <p:spTgt spid="33"/>
                                        </p:tgtEl>
                                      </p:cBhvr>
                                    </p:animEffect>
                                  </p:childTnLst>
                                </p:cTn>
                              </p:par>
                            </p:childTnLst>
                          </p:cTn>
                        </p:par>
                        <p:par>
                          <p:cTn id="68" fill="hold">
                            <p:stCondLst>
                              <p:cond delay="1800"/>
                            </p:stCondLst>
                            <p:childTnLst>
                              <p:par>
                                <p:cTn id="69" presetID="4" presetClass="entr" presetSubtype="16" fill="hold" grpId="0" nodeType="after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box(in)">
                                      <p:cBhvr>
                                        <p:cTn id="71" dur="500"/>
                                        <p:tgtEl>
                                          <p:spTgt spid="5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wipe(left)">
                                      <p:cBhvr>
                                        <p:cTn id="76" dur="500"/>
                                        <p:tgtEl>
                                          <p:spTgt spid="34"/>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dissolve">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nodeType="click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dissolve">
                                      <p:cBhvr>
                                        <p:cTn id="86" dur="500"/>
                                        <p:tgtEl>
                                          <p:spTgt spid="3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up)">
                                      <p:cBhvr>
                                        <p:cTn id="91" dur="500"/>
                                        <p:tgtEl>
                                          <p:spTgt spid="4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wipe(left)">
                                      <p:cBhvr>
                                        <p:cTn id="96" dur="500"/>
                                        <p:tgtEl>
                                          <p:spTgt spid="4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nodeType="click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wipe(up)">
                                      <p:cBhvr>
                                        <p:cTn id="101" dur="500"/>
                                        <p:tgtEl>
                                          <p:spTgt spid="4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wipe(left)">
                                      <p:cBhvr>
                                        <p:cTn id="106" dur="500"/>
                                        <p:tgtEl>
                                          <p:spTgt spid="4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wipe(left)">
                                      <p:cBhvr>
                                        <p:cTn id="111" dur="500"/>
                                        <p:tgtEl>
                                          <p:spTgt spid="45"/>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1" fill="hold" grpId="0" nodeType="click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slide(fromTop)">
                                      <p:cBhvr>
                                        <p:cTn id="116" dur="5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2" fill="hold" nodeType="click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wipe(right)">
                                      <p:cBhvr>
                                        <p:cTn id="121" dur="500"/>
                                        <p:tgtEl>
                                          <p:spTgt spid="47"/>
                                        </p:tgtEl>
                                      </p:cBhvr>
                                    </p:animEffect>
                                  </p:childTnLst>
                                </p:cTn>
                              </p:par>
                            </p:childTnLst>
                          </p:cTn>
                        </p:par>
                      </p:childTnLst>
                    </p:cTn>
                  </p:par>
                  <p:par>
                    <p:cTn id="122" fill="hold">
                      <p:stCondLst>
                        <p:cond delay="indefinite"/>
                      </p:stCondLst>
                      <p:childTnLst>
                        <p:par>
                          <p:cTn id="123" fill="hold">
                            <p:stCondLst>
                              <p:cond delay="0"/>
                            </p:stCondLst>
                            <p:childTnLst>
                              <p:par>
                                <p:cTn id="124" presetID="12" presetClass="entr" presetSubtype="4" fill="hold" grpId="0" nodeType="clickEffect">
                                  <p:stCondLst>
                                    <p:cond delay="0"/>
                                  </p:stCondLst>
                                  <p:childTnLst>
                                    <p:set>
                                      <p:cBhvr>
                                        <p:cTn id="125" dur="1" fill="hold">
                                          <p:stCondLst>
                                            <p:cond delay="0"/>
                                          </p:stCondLst>
                                        </p:cTn>
                                        <p:tgtEl>
                                          <p:spTgt spid="48"/>
                                        </p:tgtEl>
                                        <p:attrNameLst>
                                          <p:attrName>style.visibility</p:attrName>
                                        </p:attrNameLst>
                                      </p:cBhvr>
                                      <p:to>
                                        <p:strVal val="visible"/>
                                      </p:to>
                                    </p:set>
                                    <p:animEffect transition="in" filter="slide(fromBottom)">
                                      <p:cBhvr>
                                        <p:cTn id="12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23" grpId="0" autoUpdateAnimBg="0"/>
      <p:bldP spid="24" grpId="0" autoUpdateAnimBg="0"/>
      <p:bldP spid="25" grpId="0" autoUpdateAnimBg="0"/>
      <p:bldP spid="26" grpId="0"/>
      <p:bldP spid="27" grpId="0" animBg="1"/>
      <p:bldP spid="31" grpId="0" animBg="1" autoUpdateAnimBg="0"/>
      <p:bldP spid="32" grpId="0" animBg="1" autoUpdateAnimBg="0"/>
      <p:bldP spid="33" grpId="0" animBg="1"/>
      <p:bldP spid="43" grpId="0" autoUpdateAnimBg="0"/>
      <p:bldP spid="44" grpId="0" autoUpdateAnimBg="0"/>
      <p:bldP spid="46" grpId="0" autoUpdateAnimBg="0"/>
      <p:bldP spid="48" grpId="0" autoUpdateAnimBg="0"/>
      <p:bldP spid="49" grpId="0"/>
      <p:bldP spid="5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218231"/>
            <a:ext cx="6954715" cy="588136"/>
          </a:xfrm>
        </p:spPr>
        <p:txBody>
          <a:bodyPr/>
          <a:lstStyle/>
          <a:p>
            <a:r>
              <a:rPr lang="en-US" altLang="zh-CN" dirty="0">
                <a:latin typeface="黑体" pitchFamily="49" charset="-122"/>
                <a:ea typeface="黑体" panose="02010609060101010101" pitchFamily="49" charset="-122"/>
              </a:rPr>
              <a:t>§ 6.6 </a:t>
            </a:r>
            <a:r>
              <a:rPr lang="zh-CN" altLang="en-US" dirty="0">
                <a:latin typeface="黑体" pitchFamily="49" charset="-122"/>
                <a:ea typeface="黑体" panose="02010609060101010101" pitchFamily="49" charset="-122"/>
              </a:rPr>
              <a:t>同步</a:t>
            </a:r>
            <a:r>
              <a:rPr lang="en-US" altLang="zh-CN" dirty="0">
                <a:latin typeface="黑体" pitchFamily="49" charset="-122"/>
                <a:ea typeface="黑体" panose="02010609060101010101" pitchFamily="49" charset="-122"/>
              </a:rPr>
              <a:t>D</a:t>
            </a:r>
            <a:r>
              <a:rPr lang="zh-CN" altLang="en-US" dirty="0">
                <a:latin typeface="黑体" pitchFamily="49" charset="-122"/>
                <a:ea typeface="黑体" panose="02010609060101010101" pitchFamily="49" charset="-122"/>
              </a:rPr>
              <a:t>触发器（锁存器）</a:t>
            </a:r>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14</a:t>
            </a:fld>
            <a:endParaRPr lang="en-US" altLang="zh-CN" dirty="0"/>
          </a:p>
        </p:txBody>
      </p:sp>
      <p:sp>
        <p:nvSpPr>
          <p:cNvPr id="6" name="Text Box 4">
            <a:extLst>
              <a:ext uri="{FF2B5EF4-FFF2-40B4-BE49-F238E27FC236}">
                <a16:creationId xmlns:a16="http://schemas.microsoft.com/office/drawing/2014/main" id="{65C88798-FEDC-404C-82F0-0536CB21BF46}"/>
              </a:ext>
            </a:extLst>
          </p:cNvPr>
          <p:cNvSpPr txBox="1">
            <a:spLocks noChangeArrowheads="1"/>
          </p:cNvSpPr>
          <p:nvPr/>
        </p:nvSpPr>
        <p:spPr bwMode="auto">
          <a:xfrm>
            <a:off x="1190625" y="1017588"/>
            <a:ext cx="5453063"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800" b="0" dirty="0">
                <a:ln>
                  <a:solidFill>
                    <a:schemeClr val="tx1"/>
                  </a:solidFill>
                </a:ln>
                <a:ea typeface="黑体" pitchFamily="49" charset="-122"/>
                <a:cs typeface="Times New Roman" pitchFamily="18" charset="0"/>
              </a:rPr>
              <a:t>如何消除</a:t>
            </a:r>
            <a:r>
              <a:rPr lang="en-US" altLang="zh-CN" sz="2800" b="0" dirty="0">
                <a:ln>
                  <a:solidFill>
                    <a:schemeClr val="tx1"/>
                  </a:solidFill>
                </a:ln>
                <a:ea typeface="黑体" pitchFamily="49" charset="-122"/>
                <a:cs typeface="Times New Roman" pitchFamily="18" charset="0"/>
              </a:rPr>
              <a:t>R-S</a:t>
            </a:r>
            <a:r>
              <a:rPr lang="zh-CN" altLang="en-US" sz="2800" b="0" dirty="0">
                <a:ln>
                  <a:solidFill>
                    <a:schemeClr val="tx1"/>
                  </a:solidFill>
                </a:ln>
                <a:ea typeface="黑体" pitchFamily="49" charset="-122"/>
                <a:cs typeface="Times New Roman" pitchFamily="18" charset="0"/>
              </a:rPr>
              <a:t>触发器的不定状态？</a:t>
            </a:r>
          </a:p>
        </p:txBody>
      </p:sp>
      <p:sp>
        <p:nvSpPr>
          <p:cNvPr id="7" name="Text Box 49">
            <a:extLst>
              <a:ext uri="{FF2B5EF4-FFF2-40B4-BE49-F238E27FC236}">
                <a16:creationId xmlns:a16="http://schemas.microsoft.com/office/drawing/2014/main" id="{BA9CF28F-82E6-4A7A-B886-AF6904C23BAA}"/>
              </a:ext>
            </a:extLst>
          </p:cNvPr>
          <p:cNvSpPr txBox="1">
            <a:spLocks noChangeArrowheads="1"/>
          </p:cNvSpPr>
          <p:nvPr/>
        </p:nvSpPr>
        <p:spPr bwMode="auto">
          <a:xfrm>
            <a:off x="834390" y="5324158"/>
            <a:ext cx="7794625" cy="946150"/>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         </a:t>
            </a:r>
            <a:r>
              <a:rPr lang="en-US" altLang="zh-CN" sz="2800" b="0" dirty="0">
                <a:ln>
                  <a:solidFill>
                    <a:schemeClr val="tx1"/>
                  </a:solidFill>
                </a:ln>
                <a:ea typeface="黑体" pitchFamily="49" charset="-122"/>
                <a:cs typeface="Times New Roman" pitchFamily="18" charset="0"/>
              </a:rPr>
              <a:t>R-S</a:t>
            </a:r>
            <a:r>
              <a:rPr lang="zh-CN" altLang="en-US" sz="2800" b="0" dirty="0">
                <a:ln>
                  <a:solidFill>
                    <a:schemeClr val="tx1"/>
                  </a:solidFill>
                </a:ln>
                <a:ea typeface="黑体" pitchFamily="49" charset="-122"/>
                <a:cs typeface="Times New Roman" pitchFamily="18" charset="0"/>
              </a:rPr>
              <a:t>电位型触发器的输入由</a:t>
            </a:r>
            <a:r>
              <a:rPr lang="en-US" altLang="zh-CN" sz="2800" b="0" dirty="0">
                <a:ln>
                  <a:solidFill>
                    <a:schemeClr val="tx1"/>
                  </a:solidFill>
                </a:ln>
                <a:ea typeface="黑体" pitchFamily="49" charset="-122"/>
                <a:cs typeface="Times New Roman" pitchFamily="18" charset="0"/>
              </a:rPr>
              <a:t>R</a:t>
            </a:r>
            <a:r>
              <a:rPr lang="zh-CN" altLang="en-US" sz="2800" b="0" dirty="0">
                <a:ln>
                  <a:solidFill>
                    <a:schemeClr val="tx1"/>
                  </a:solidFill>
                </a:ln>
                <a:ea typeface="黑体" pitchFamily="49" charset="-122"/>
                <a:cs typeface="Times New Roman" pitchFamily="18" charset="0"/>
              </a:rPr>
              <a:t>，</a:t>
            </a:r>
            <a:r>
              <a:rPr lang="en-US" altLang="zh-CN" sz="2800" b="0" dirty="0">
                <a:ln>
                  <a:solidFill>
                    <a:schemeClr val="tx1"/>
                  </a:solidFill>
                </a:ln>
                <a:ea typeface="黑体" pitchFamily="49" charset="-122"/>
                <a:cs typeface="Times New Roman" pitchFamily="18" charset="0"/>
              </a:rPr>
              <a:t>S</a:t>
            </a:r>
            <a:r>
              <a:rPr lang="zh-CN" altLang="en-US" sz="2800" b="0" dirty="0">
                <a:ln>
                  <a:solidFill>
                    <a:schemeClr val="tx1"/>
                  </a:solidFill>
                </a:ln>
                <a:ea typeface="黑体" pitchFamily="49" charset="-122"/>
                <a:cs typeface="Times New Roman" pitchFamily="18" charset="0"/>
              </a:rPr>
              <a:t>双端输入改为单端输入，就不会出现不定状态了！</a:t>
            </a:r>
          </a:p>
        </p:txBody>
      </p:sp>
      <p:sp>
        <p:nvSpPr>
          <p:cNvPr id="8" name="Text Box 129">
            <a:extLst>
              <a:ext uri="{FF2B5EF4-FFF2-40B4-BE49-F238E27FC236}">
                <a16:creationId xmlns:a16="http://schemas.microsoft.com/office/drawing/2014/main" id="{BD23F8C1-C1EF-42E0-A68A-11DC9AD5E891}"/>
              </a:ext>
            </a:extLst>
          </p:cNvPr>
          <p:cNvSpPr txBox="1">
            <a:spLocks noChangeArrowheads="1"/>
          </p:cNvSpPr>
          <p:nvPr/>
        </p:nvSpPr>
        <p:spPr bwMode="auto">
          <a:xfrm>
            <a:off x="5330825" y="1966913"/>
            <a:ext cx="2620963"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功能表</a:t>
            </a:r>
            <a:r>
              <a:rPr kumimoji="1"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(CP=1)</a:t>
            </a:r>
          </a:p>
        </p:txBody>
      </p:sp>
      <p:grpSp>
        <p:nvGrpSpPr>
          <p:cNvPr id="9" name="Group 133">
            <a:extLst>
              <a:ext uri="{FF2B5EF4-FFF2-40B4-BE49-F238E27FC236}">
                <a16:creationId xmlns:a16="http://schemas.microsoft.com/office/drawing/2014/main" id="{54C9C329-EA3C-4396-AC8D-37E5EAA1866A}"/>
              </a:ext>
            </a:extLst>
          </p:cNvPr>
          <p:cNvGrpSpPr>
            <a:grpSpLocks/>
          </p:cNvGrpSpPr>
          <p:nvPr/>
        </p:nvGrpSpPr>
        <p:grpSpPr bwMode="auto">
          <a:xfrm>
            <a:off x="5803900" y="2673350"/>
            <a:ext cx="1423988" cy="1552575"/>
            <a:chOff x="3656" y="1738"/>
            <a:chExt cx="897" cy="978"/>
          </a:xfrm>
        </p:grpSpPr>
        <p:sp>
          <p:nvSpPr>
            <p:cNvPr id="10" name="Rectangle 108">
              <a:extLst>
                <a:ext uri="{FF2B5EF4-FFF2-40B4-BE49-F238E27FC236}">
                  <a16:creationId xmlns:a16="http://schemas.microsoft.com/office/drawing/2014/main" id="{EE6ACF8E-4B85-422A-A0B0-54228EFC0275}"/>
                </a:ext>
              </a:extLst>
            </p:cNvPr>
            <p:cNvSpPr>
              <a:spLocks noChangeArrowheads="1"/>
            </p:cNvSpPr>
            <p:nvPr/>
          </p:nvSpPr>
          <p:spPr bwMode="auto">
            <a:xfrm>
              <a:off x="3989" y="2390"/>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1" name="Rectangle 107">
              <a:extLst>
                <a:ext uri="{FF2B5EF4-FFF2-40B4-BE49-F238E27FC236}">
                  <a16:creationId xmlns:a16="http://schemas.microsoft.com/office/drawing/2014/main" id="{5DF27C8B-756B-46D2-BF9D-CEEC319387E3}"/>
                </a:ext>
              </a:extLst>
            </p:cNvPr>
            <p:cNvSpPr>
              <a:spLocks noChangeArrowheads="1"/>
            </p:cNvSpPr>
            <p:nvPr/>
          </p:nvSpPr>
          <p:spPr bwMode="auto">
            <a:xfrm>
              <a:off x="3656" y="2390"/>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2" name="Rectangle 106">
              <a:extLst>
                <a:ext uri="{FF2B5EF4-FFF2-40B4-BE49-F238E27FC236}">
                  <a16:creationId xmlns:a16="http://schemas.microsoft.com/office/drawing/2014/main" id="{EEBA8D68-6681-4056-8B14-4CA7FD2A5A74}"/>
                </a:ext>
              </a:extLst>
            </p:cNvPr>
            <p:cNvSpPr>
              <a:spLocks noChangeArrowheads="1"/>
            </p:cNvSpPr>
            <p:nvPr/>
          </p:nvSpPr>
          <p:spPr bwMode="auto">
            <a:xfrm>
              <a:off x="3989" y="2064"/>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3" name="Rectangle 105">
              <a:extLst>
                <a:ext uri="{FF2B5EF4-FFF2-40B4-BE49-F238E27FC236}">
                  <a16:creationId xmlns:a16="http://schemas.microsoft.com/office/drawing/2014/main" id="{973A625D-64F7-4643-A043-6100FB9981BA}"/>
                </a:ext>
              </a:extLst>
            </p:cNvPr>
            <p:cNvSpPr>
              <a:spLocks noChangeArrowheads="1"/>
            </p:cNvSpPr>
            <p:nvPr/>
          </p:nvSpPr>
          <p:spPr bwMode="auto">
            <a:xfrm>
              <a:off x="3656" y="2064"/>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4" name="Rectangle 104">
              <a:extLst>
                <a:ext uri="{FF2B5EF4-FFF2-40B4-BE49-F238E27FC236}">
                  <a16:creationId xmlns:a16="http://schemas.microsoft.com/office/drawing/2014/main" id="{B5B51C79-B3EE-415C-8425-765EBF7EEE33}"/>
                </a:ext>
              </a:extLst>
            </p:cNvPr>
            <p:cNvSpPr>
              <a:spLocks noChangeArrowheads="1"/>
            </p:cNvSpPr>
            <p:nvPr/>
          </p:nvSpPr>
          <p:spPr bwMode="auto">
            <a:xfrm>
              <a:off x="3989" y="1738"/>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5" name="Rectangle 103">
              <a:extLst>
                <a:ext uri="{FF2B5EF4-FFF2-40B4-BE49-F238E27FC236}">
                  <a16:creationId xmlns:a16="http://schemas.microsoft.com/office/drawing/2014/main" id="{5C8E2F14-461C-4162-A881-54CAF9AD9522}"/>
                </a:ext>
              </a:extLst>
            </p:cNvPr>
            <p:cNvSpPr>
              <a:spLocks noChangeArrowheads="1"/>
            </p:cNvSpPr>
            <p:nvPr/>
          </p:nvSpPr>
          <p:spPr bwMode="auto">
            <a:xfrm>
              <a:off x="3656" y="1738"/>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6" name="Line 110">
              <a:extLst>
                <a:ext uri="{FF2B5EF4-FFF2-40B4-BE49-F238E27FC236}">
                  <a16:creationId xmlns:a16="http://schemas.microsoft.com/office/drawing/2014/main" id="{7D96443C-0D9E-4781-91D3-C30B5F7CF4C2}"/>
                </a:ext>
              </a:extLst>
            </p:cNvPr>
            <p:cNvSpPr>
              <a:spLocks noChangeShapeType="1"/>
            </p:cNvSpPr>
            <p:nvPr/>
          </p:nvSpPr>
          <p:spPr bwMode="auto">
            <a:xfrm>
              <a:off x="3656" y="2064"/>
              <a:ext cx="7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7" name="Line 111">
              <a:extLst>
                <a:ext uri="{FF2B5EF4-FFF2-40B4-BE49-F238E27FC236}">
                  <a16:creationId xmlns:a16="http://schemas.microsoft.com/office/drawing/2014/main" id="{FAF2A778-0C04-498C-B16D-4022DB381B30}"/>
                </a:ext>
              </a:extLst>
            </p:cNvPr>
            <p:cNvSpPr>
              <a:spLocks noChangeShapeType="1"/>
            </p:cNvSpPr>
            <p:nvPr/>
          </p:nvSpPr>
          <p:spPr bwMode="auto">
            <a:xfrm>
              <a:off x="3656" y="2390"/>
              <a:ext cx="7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8" name="Line 114">
              <a:extLst>
                <a:ext uri="{FF2B5EF4-FFF2-40B4-BE49-F238E27FC236}">
                  <a16:creationId xmlns:a16="http://schemas.microsoft.com/office/drawing/2014/main" id="{A852550F-02AE-41A9-B6C7-AD9B50578330}"/>
                </a:ext>
              </a:extLst>
            </p:cNvPr>
            <p:cNvSpPr>
              <a:spLocks noChangeShapeType="1"/>
            </p:cNvSpPr>
            <p:nvPr/>
          </p:nvSpPr>
          <p:spPr bwMode="auto">
            <a:xfrm>
              <a:off x="3989" y="1738"/>
              <a:ext cx="0" cy="9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19" name="Line 109">
              <a:extLst>
                <a:ext uri="{FF2B5EF4-FFF2-40B4-BE49-F238E27FC236}">
                  <a16:creationId xmlns:a16="http://schemas.microsoft.com/office/drawing/2014/main" id="{2D7A3CFF-50E3-4BCF-882A-F24FAC30955E}"/>
                </a:ext>
              </a:extLst>
            </p:cNvPr>
            <p:cNvSpPr>
              <a:spLocks noChangeShapeType="1"/>
            </p:cNvSpPr>
            <p:nvPr/>
          </p:nvSpPr>
          <p:spPr bwMode="auto">
            <a:xfrm>
              <a:off x="3656" y="1738"/>
              <a:ext cx="78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0" name="Line 113">
              <a:extLst>
                <a:ext uri="{FF2B5EF4-FFF2-40B4-BE49-F238E27FC236}">
                  <a16:creationId xmlns:a16="http://schemas.microsoft.com/office/drawing/2014/main" id="{94E682AF-42E9-4B57-AB32-94F317ACB696}"/>
                </a:ext>
              </a:extLst>
            </p:cNvPr>
            <p:cNvSpPr>
              <a:spLocks noChangeShapeType="1"/>
            </p:cNvSpPr>
            <p:nvPr/>
          </p:nvSpPr>
          <p:spPr bwMode="auto">
            <a:xfrm>
              <a:off x="3656" y="1738"/>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1" name="Line 115">
              <a:extLst>
                <a:ext uri="{FF2B5EF4-FFF2-40B4-BE49-F238E27FC236}">
                  <a16:creationId xmlns:a16="http://schemas.microsoft.com/office/drawing/2014/main" id="{59F37885-B6E9-4E34-9244-8B4AD035C9F8}"/>
                </a:ext>
              </a:extLst>
            </p:cNvPr>
            <p:cNvSpPr>
              <a:spLocks noChangeShapeType="1"/>
            </p:cNvSpPr>
            <p:nvPr/>
          </p:nvSpPr>
          <p:spPr bwMode="auto">
            <a:xfrm>
              <a:off x="4442" y="1738"/>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2" name="Line 112">
              <a:extLst>
                <a:ext uri="{FF2B5EF4-FFF2-40B4-BE49-F238E27FC236}">
                  <a16:creationId xmlns:a16="http://schemas.microsoft.com/office/drawing/2014/main" id="{956A03A7-7ABB-45E1-9ECE-5AF9FCB5577D}"/>
                </a:ext>
              </a:extLst>
            </p:cNvPr>
            <p:cNvSpPr>
              <a:spLocks noChangeShapeType="1"/>
            </p:cNvSpPr>
            <p:nvPr/>
          </p:nvSpPr>
          <p:spPr bwMode="auto">
            <a:xfrm>
              <a:off x="3656" y="2716"/>
              <a:ext cx="78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3" name="Text Box 130">
              <a:extLst>
                <a:ext uri="{FF2B5EF4-FFF2-40B4-BE49-F238E27FC236}">
                  <a16:creationId xmlns:a16="http://schemas.microsoft.com/office/drawing/2014/main" id="{7ABE345E-F7A2-4D72-9B75-E76B1CF44808}"/>
                </a:ext>
              </a:extLst>
            </p:cNvPr>
            <p:cNvSpPr txBox="1">
              <a:spLocks noChangeArrowheads="1"/>
            </p:cNvSpPr>
            <p:nvPr/>
          </p:nvSpPr>
          <p:spPr bwMode="auto">
            <a:xfrm>
              <a:off x="3705" y="1750"/>
              <a:ext cx="348"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24" name="Text Box 132">
              <a:extLst>
                <a:ext uri="{FF2B5EF4-FFF2-40B4-BE49-F238E27FC236}">
                  <a16:creationId xmlns:a16="http://schemas.microsoft.com/office/drawing/2014/main" id="{C603CAC1-BA2E-4FCD-B5DE-5D8408177FF1}"/>
                </a:ext>
              </a:extLst>
            </p:cNvPr>
            <p:cNvSpPr txBox="1">
              <a:spLocks noChangeArrowheads="1"/>
            </p:cNvSpPr>
            <p:nvPr/>
          </p:nvSpPr>
          <p:spPr bwMode="auto">
            <a:xfrm>
              <a:off x="3955" y="1739"/>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n+1</a:t>
              </a:r>
            </a:p>
          </p:txBody>
        </p:sp>
      </p:grpSp>
      <p:sp>
        <p:nvSpPr>
          <p:cNvPr id="25" name="Text Box 134">
            <a:extLst>
              <a:ext uri="{FF2B5EF4-FFF2-40B4-BE49-F238E27FC236}">
                <a16:creationId xmlns:a16="http://schemas.microsoft.com/office/drawing/2014/main" id="{28E4415E-398F-4C44-8594-F2FCA1885A68}"/>
              </a:ext>
            </a:extLst>
          </p:cNvPr>
          <p:cNvSpPr txBox="1">
            <a:spLocks noChangeArrowheads="1"/>
          </p:cNvSpPr>
          <p:nvPr/>
        </p:nvSpPr>
        <p:spPr bwMode="auto">
          <a:xfrm>
            <a:off x="5900738" y="3208338"/>
            <a:ext cx="1155700"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0     0</a:t>
            </a:r>
          </a:p>
        </p:txBody>
      </p:sp>
      <p:sp>
        <p:nvSpPr>
          <p:cNvPr id="26" name="Text Box 135">
            <a:extLst>
              <a:ext uri="{FF2B5EF4-FFF2-40B4-BE49-F238E27FC236}">
                <a16:creationId xmlns:a16="http://schemas.microsoft.com/office/drawing/2014/main" id="{B02A9464-3C50-43AD-A5CD-ED1D5D5178F8}"/>
              </a:ext>
            </a:extLst>
          </p:cNvPr>
          <p:cNvSpPr txBox="1">
            <a:spLocks noChangeArrowheads="1"/>
          </p:cNvSpPr>
          <p:nvPr/>
        </p:nvSpPr>
        <p:spPr bwMode="auto">
          <a:xfrm>
            <a:off x="5918200" y="3725863"/>
            <a:ext cx="1155700"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1     1</a:t>
            </a:r>
          </a:p>
        </p:txBody>
      </p:sp>
      <p:grpSp>
        <p:nvGrpSpPr>
          <p:cNvPr id="27" name="Group 144">
            <a:extLst>
              <a:ext uri="{FF2B5EF4-FFF2-40B4-BE49-F238E27FC236}">
                <a16:creationId xmlns:a16="http://schemas.microsoft.com/office/drawing/2014/main" id="{68C2695C-CDD1-4C29-8E70-3B53192EBDD9}"/>
              </a:ext>
            </a:extLst>
          </p:cNvPr>
          <p:cNvGrpSpPr>
            <a:grpSpLocks/>
          </p:cNvGrpSpPr>
          <p:nvPr/>
        </p:nvGrpSpPr>
        <p:grpSpPr bwMode="auto">
          <a:xfrm>
            <a:off x="1536700" y="1858963"/>
            <a:ext cx="2798763" cy="3240087"/>
            <a:chOff x="968" y="1171"/>
            <a:chExt cx="1763" cy="2041"/>
          </a:xfrm>
        </p:grpSpPr>
        <p:grpSp>
          <p:nvGrpSpPr>
            <p:cNvPr id="28" name="Group 138">
              <a:extLst>
                <a:ext uri="{FF2B5EF4-FFF2-40B4-BE49-F238E27FC236}">
                  <a16:creationId xmlns:a16="http://schemas.microsoft.com/office/drawing/2014/main" id="{9BAA7698-32DC-49C8-8EA2-878B3B4C9AA9}"/>
                </a:ext>
              </a:extLst>
            </p:cNvPr>
            <p:cNvGrpSpPr>
              <a:grpSpLocks/>
            </p:cNvGrpSpPr>
            <p:nvPr/>
          </p:nvGrpSpPr>
          <p:grpSpPr bwMode="auto">
            <a:xfrm>
              <a:off x="968" y="1171"/>
              <a:ext cx="1763" cy="2041"/>
              <a:chOff x="968" y="1171"/>
              <a:chExt cx="1763" cy="2041"/>
            </a:xfrm>
          </p:grpSpPr>
          <p:sp>
            <p:nvSpPr>
              <p:cNvPr id="34" name="Rectangle 6">
                <a:extLst>
                  <a:ext uri="{FF2B5EF4-FFF2-40B4-BE49-F238E27FC236}">
                    <a16:creationId xmlns:a16="http://schemas.microsoft.com/office/drawing/2014/main" id="{C09AB8BE-9C4C-4A60-B481-5B7F403631CB}"/>
                  </a:ext>
                </a:extLst>
              </p:cNvPr>
              <p:cNvSpPr>
                <a:spLocks noChangeArrowheads="1"/>
              </p:cNvSpPr>
              <p:nvPr/>
            </p:nvSpPr>
            <p:spPr bwMode="auto">
              <a:xfrm>
                <a:off x="1498" y="1629"/>
                <a:ext cx="403" cy="1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Oval 7">
                <a:extLst>
                  <a:ext uri="{FF2B5EF4-FFF2-40B4-BE49-F238E27FC236}">
                    <a16:creationId xmlns:a16="http://schemas.microsoft.com/office/drawing/2014/main" id="{7253499D-9F7B-4E5F-AB4C-A91221804FD0}"/>
                  </a:ext>
                </a:extLst>
              </p:cNvPr>
              <p:cNvSpPr>
                <a:spLocks noChangeArrowheads="1"/>
              </p:cNvSpPr>
              <p:nvPr/>
            </p:nvSpPr>
            <p:spPr bwMode="auto">
              <a:xfrm>
                <a:off x="1642" y="1562"/>
                <a:ext cx="86" cy="6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8">
                <a:extLst>
                  <a:ext uri="{FF2B5EF4-FFF2-40B4-BE49-F238E27FC236}">
                    <a16:creationId xmlns:a16="http://schemas.microsoft.com/office/drawing/2014/main" id="{B08B3C53-3483-44B3-875B-91C4C8FE2BF2}"/>
                  </a:ext>
                </a:extLst>
              </p:cNvPr>
              <p:cNvSpPr>
                <a:spLocks noChangeShapeType="1"/>
              </p:cNvSpPr>
              <p:nvPr/>
            </p:nvSpPr>
            <p:spPr bwMode="auto">
              <a:xfrm flipV="1">
                <a:off x="1700" y="1249"/>
                <a:ext cx="0" cy="3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9">
                <a:extLst>
                  <a:ext uri="{FF2B5EF4-FFF2-40B4-BE49-F238E27FC236}">
                    <a16:creationId xmlns:a16="http://schemas.microsoft.com/office/drawing/2014/main" id="{BBCB276A-2D12-4B26-ADF6-F52F29EF70E6}"/>
                  </a:ext>
                </a:extLst>
              </p:cNvPr>
              <p:cNvSpPr>
                <a:spLocks noChangeShapeType="1"/>
              </p:cNvSpPr>
              <p:nvPr/>
            </p:nvSpPr>
            <p:spPr bwMode="auto">
              <a:xfrm>
                <a:off x="1584" y="1808"/>
                <a:ext cx="1" cy="35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8" name="Line 10">
                <a:extLst>
                  <a:ext uri="{FF2B5EF4-FFF2-40B4-BE49-F238E27FC236}">
                    <a16:creationId xmlns:a16="http://schemas.microsoft.com/office/drawing/2014/main" id="{44E9B949-752C-4BF4-BDA8-5CE2A2CFB4C2}"/>
                  </a:ext>
                </a:extLst>
              </p:cNvPr>
              <p:cNvSpPr>
                <a:spLocks noChangeShapeType="1"/>
              </p:cNvSpPr>
              <p:nvPr/>
            </p:nvSpPr>
            <p:spPr bwMode="auto">
              <a:xfrm>
                <a:off x="1815" y="1808"/>
                <a:ext cx="1" cy="13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9" name="Rectangle 11">
                <a:extLst>
                  <a:ext uri="{FF2B5EF4-FFF2-40B4-BE49-F238E27FC236}">
                    <a16:creationId xmlns:a16="http://schemas.microsoft.com/office/drawing/2014/main" id="{00C28B1C-25CF-48E6-A29C-DE12BCD5BF84}"/>
                  </a:ext>
                </a:extLst>
              </p:cNvPr>
              <p:cNvSpPr>
                <a:spLocks noChangeArrowheads="1"/>
              </p:cNvSpPr>
              <p:nvPr/>
            </p:nvSpPr>
            <p:spPr bwMode="auto">
              <a:xfrm>
                <a:off x="2218" y="1629"/>
                <a:ext cx="403" cy="1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0" name="Oval 12">
                <a:extLst>
                  <a:ext uri="{FF2B5EF4-FFF2-40B4-BE49-F238E27FC236}">
                    <a16:creationId xmlns:a16="http://schemas.microsoft.com/office/drawing/2014/main" id="{57B9143E-1A17-4E13-8433-5CDCCEF833C9}"/>
                  </a:ext>
                </a:extLst>
              </p:cNvPr>
              <p:cNvSpPr>
                <a:spLocks noChangeArrowheads="1"/>
              </p:cNvSpPr>
              <p:nvPr/>
            </p:nvSpPr>
            <p:spPr bwMode="auto">
              <a:xfrm>
                <a:off x="2362" y="1562"/>
                <a:ext cx="87" cy="67"/>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1" name="Line 13">
                <a:extLst>
                  <a:ext uri="{FF2B5EF4-FFF2-40B4-BE49-F238E27FC236}">
                    <a16:creationId xmlns:a16="http://schemas.microsoft.com/office/drawing/2014/main" id="{D76D2BCB-819D-4977-95EC-FC16EFBFA597}"/>
                  </a:ext>
                </a:extLst>
              </p:cNvPr>
              <p:cNvSpPr>
                <a:spLocks noChangeShapeType="1"/>
              </p:cNvSpPr>
              <p:nvPr/>
            </p:nvSpPr>
            <p:spPr bwMode="auto">
              <a:xfrm flipV="1">
                <a:off x="2420" y="1249"/>
                <a:ext cx="0" cy="3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2" name="Line 14">
                <a:extLst>
                  <a:ext uri="{FF2B5EF4-FFF2-40B4-BE49-F238E27FC236}">
                    <a16:creationId xmlns:a16="http://schemas.microsoft.com/office/drawing/2014/main" id="{250E4321-5EBD-47C6-8E8D-3EF16E332BC4}"/>
                  </a:ext>
                </a:extLst>
              </p:cNvPr>
              <p:cNvSpPr>
                <a:spLocks noChangeShapeType="1"/>
              </p:cNvSpPr>
              <p:nvPr/>
            </p:nvSpPr>
            <p:spPr bwMode="auto">
              <a:xfrm flipH="1">
                <a:off x="2285" y="1823"/>
                <a:ext cx="0" cy="15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3" name="Line 15">
                <a:extLst>
                  <a:ext uri="{FF2B5EF4-FFF2-40B4-BE49-F238E27FC236}">
                    <a16:creationId xmlns:a16="http://schemas.microsoft.com/office/drawing/2014/main" id="{0C85E1BC-A4F8-4EE0-95B5-19C2F2D40637}"/>
                  </a:ext>
                </a:extLst>
              </p:cNvPr>
              <p:cNvSpPr>
                <a:spLocks noChangeShapeType="1"/>
              </p:cNvSpPr>
              <p:nvPr/>
            </p:nvSpPr>
            <p:spPr bwMode="auto">
              <a:xfrm>
                <a:off x="2535" y="1808"/>
                <a:ext cx="3" cy="35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Line 16">
                <a:extLst>
                  <a:ext uri="{FF2B5EF4-FFF2-40B4-BE49-F238E27FC236}">
                    <a16:creationId xmlns:a16="http://schemas.microsoft.com/office/drawing/2014/main" id="{44D00867-2AED-457A-A03F-47B9E793A4BE}"/>
                  </a:ext>
                </a:extLst>
              </p:cNvPr>
              <p:cNvSpPr>
                <a:spLocks noChangeShapeType="1"/>
              </p:cNvSpPr>
              <p:nvPr/>
            </p:nvSpPr>
            <p:spPr bwMode="auto">
              <a:xfrm>
                <a:off x="1700" y="1428"/>
                <a:ext cx="1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5" name="Line 17">
                <a:extLst>
                  <a:ext uri="{FF2B5EF4-FFF2-40B4-BE49-F238E27FC236}">
                    <a16:creationId xmlns:a16="http://schemas.microsoft.com/office/drawing/2014/main" id="{63742F85-01C7-47F8-ACEF-4476242B89E3}"/>
                  </a:ext>
                </a:extLst>
              </p:cNvPr>
              <p:cNvSpPr>
                <a:spLocks noChangeShapeType="1"/>
              </p:cNvSpPr>
              <p:nvPr/>
            </p:nvSpPr>
            <p:spPr bwMode="auto">
              <a:xfrm>
                <a:off x="1872" y="1428"/>
                <a:ext cx="317" cy="5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Line 18">
                <a:extLst>
                  <a:ext uri="{FF2B5EF4-FFF2-40B4-BE49-F238E27FC236}">
                    <a16:creationId xmlns:a16="http://schemas.microsoft.com/office/drawing/2014/main" id="{5E823DFF-AABD-4922-AF05-34D35C6A25D9}"/>
                  </a:ext>
                </a:extLst>
              </p:cNvPr>
              <p:cNvSpPr>
                <a:spLocks noChangeShapeType="1"/>
              </p:cNvSpPr>
              <p:nvPr/>
            </p:nvSpPr>
            <p:spPr bwMode="auto">
              <a:xfrm flipH="1">
                <a:off x="2247" y="1428"/>
                <a:ext cx="17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7" name="Line 19">
                <a:extLst>
                  <a:ext uri="{FF2B5EF4-FFF2-40B4-BE49-F238E27FC236}">
                    <a16:creationId xmlns:a16="http://schemas.microsoft.com/office/drawing/2014/main" id="{6578CEE8-39FD-4C28-84B4-2177E61FBBBD}"/>
                  </a:ext>
                </a:extLst>
              </p:cNvPr>
              <p:cNvSpPr>
                <a:spLocks noChangeShapeType="1"/>
              </p:cNvSpPr>
              <p:nvPr/>
            </p:nvSpPr>
            <p:spPr bwMode="auto">
              <a:xfrm flipH="1">
                <a:off x="1931" y="1428"/>
                <a:ext cx="316" cy="5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Line 20">
                <a:extLst>
                  <a:ext uri="{FF2B5EF4-FFF2-40B4-BE49-F238E27FC236}">
                    <a16:creationId xmlns:a16="http://schemas.microsoft.com/office/drawing/2014/main" id="{6CD0B6A2-47B7-4B19-8195-99C442146B51}"/>
                  </a:ext>
                </a:extLst>
              </p:cNvPr>
              <p:cNvSpPr>
                <a:spLocks noChangeShapeType="1"/>
              </p:cNvSpPr>
              <p:nvPr/>
            </p:nvSpPr>
            <p:spPr bwMode="auto">
              <a:xfrm>
                <a:off x="2189" y="1976"/>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Line 21">
                <a:extLst>
                  <a:ext uri="{FF2B5EF4-FFF2-40B4-BE49-F238E27FC236}">
                    <a16:creationId xmlns:a16="http://schemas.microsoft.com/office/drawing/2014/main" id="{7E752D89-D006-4AAC-82BD-137F6153B48F}"/>
                  </a:ext>
                </a:extLst>
              </p:cNvPr>
              <p:cNvSpPr>
                <a:spLocks noChangeShapeType="1"/>
              </p:cNvSpPr>
              <p:nvPr/>
            </p:nvSpPr>
            <p:spPr bwMode="auto">
              <a:xfrm flipH="1">
                <a:off x="1815" y="198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Line 22">
                <a:extLst>
                  <a:ext uri="{FF2B5EF4-FFF2-40B4-BE49-F238E27FC236}">
                    <a16:creationId xmlns:a16="http://schemas.microsoft.com/office/drawing/2014/main" id="{206B1157-9556-44AF-8561-A34E00A932ED}"/>
                  </a:ext>
                </a:extLst>
              </p:cNvPr>
              <p:cNvSpPr>
                <a:spLocks noChangeShapeType="1"/>
              </p:cNvSpPr>
              <p:nvPr/>
            </p:nvSpPr>
            <p:spPr bwMode="auto">
              <a:xfrm flipV="1">
                <a:off x="1815" y="1921"/>
                <a:ext cx="1" cy="6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Text Box 23">
                <a:extLst>
                  <a:ext uri="{FF2B5EF4-FFF2-40B4-BE49-F238E27FC236}">
                    <a16:creationId xmlns:a16="http://schemas.microsoft.com/office/drawing/2014/main" id="{9F2FC9F0-631F-46C4-B549-79AED0B4D1A9}"/>
                  </a:ext>
                </a:extLst>
              </p:cNvPr>
              <p:cNvSpPr txBox="1">
                <a:spLocks noChangeArrowheads="1"/>
              </p:cNvSpPr>
              <p:nvPr/>
            </p:nvSpPr>
            <p:spPr bwMode="auto">
              <a:xfrm>
                <a:off x="968" y="2885"/>
                <a:ext cx="265"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52" name="Text Box 24">
                <a:extLst>
                  <a:ext uri="{FF2B5EF4-FFF2-40B4-BE49-F238E27FC236}">
                    <a16:creationId xmlns:a16="http://schemas.microsoft.com/office/drawing/2014/main" id="{BED85E42-EEEA-45A7-8954-168D893FA057}"/>
                  </a:ext>
                </a:extLst>
              </p:cNvPr>
              <p:cNvSpPr txBox="1">
                <a:spLocks noChangeArrowheads="1"/>
              </p:cNvSpPr>
              <p:nvPr/>
            </p:nvSpPr>
            <p:spPr bwMode="auto">
              <a:xfrm>
                <a:off x="1429" y="1171"/>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53" name="Rectangle 25">
                <a:extLst>
                  <a:ext uri="{FF2B5EF4-FFF2-40B4-BE49-F238E27FC236}">
                    <a16:creationId xmlns:a16="http://schemas.microsoft.com/office/drawing/2014/main" id="{5CD2A15D-07D9-48CD-984E-45689AB1AA3D}"/>
                  </a:ext>
                </a:extLst>
              </p:cNvPr>
              <p:cNvSpPr>
                <a:spLocks noChangeArrowheads="1"/>
              </p:cNvSpPr>
              <p:nvPr/>
            </p:nvSpPr>
            <p:spPr bwMode="auto">
              <a:xfrm>
                <a:off x="2327" y="2238"/>
                <a:ext cx="404" cy="1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Oval 26">
                <a:extLst>
                  <a:ext uri="{FF2B5EF4-FFF2-40B4-BE49-F238E27FC236}">
                    <a16:creationId xmlns:a16="http://schemas.microsoft.com/office/drawing/2014/main" id="{ECD9AA47-0D7B-4FC0-A5C6-73CD927F4AA4}"/>
                  </a:ext>
                </a:extLst>
              </p:cNvPr>
              <p:cNvSpPr>
                <a:spLocks noChangeArrowheads="1"/>
              </p:cNvSpPr>
              <p:nvPr/>
            </p:nvSpPr>
            <p:spPr bwMode="auto">
              <a:xfrm>
                <a:off x="2493" y="2170"/>
                <a:ext cx="87"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Line 27">
                <a:extLst>
                  <a:ext uri="{FF2B5EF4-FFF2-40B4-BE49-F238E27FC236}">
                    <a16:creationId xmlns:a16="http://schemas.microsoft.com/office/drawing/2014/main" id="{1B70A9AC-E31D-47C2-A283-F37A9A7B1850}"/>
                  </a:ext>
                </a:extLst>
              </p:cNvPr>
              <p:cNvSpPr>
                <a:spLocks noChangeShapeType="1"/>
              </p:cNvSpPr>
              <p:nvPr/>
            </p:nvSpPr>
            <p:spPr bwMode="auto">
              <a:xfrm flipH="1">
                <a:off x="2414" y="2417"/>
                <a:ext cx="0" cy="1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6" name="Line 28">
                <a:extLst>
                  <a:ext uri="{FF2B5EF4-FFF2-40B4-BE49-F238E27FC236}">
                    <a16:creationId xmlns:a16="http://schemas.microsoft.com/office/drawing/2014/main" id="{D264F062-7F47-4D83-AA10-18480C728763}"/>
                  </a:ext>
                </a:extLst>
              </p:cNvPr>
              <p:cNvSpPr>
                <a:spLocks noChangeShapeType="1"/>
              </p:cNvSpPr>
              <p:nvPr/>
            </p:nvSpPr>
            <p:spPr bwMode="auto">
              <a:xfrm>
                <a:off x="2594" y="2430"/>
                <a:ext cx="0" cy="5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Line 29">
                <a:extLst>
                  <a:ext uri="{FF2B5EF4-FFF2-40B4-BE49-F238E27FC236}">
                    <a16:creationId xmlns:a16="http://schemas.microsoft.com/office/drawing/2014/main" id="{C79B4CEF-A90A-42E5-AC6C-D51790A65A7B}"/>
                  </a:ext>
                </a:extLst>
              </p:cNvPr>
              <p:cNvSpPr>
                <a:spLocks noChangeShapeType="1"/>
              </p:cNvSpPr>
              <p:nvPr/>
            </p:nvSpPr>
            <p:spPr bwMode="auto">
              <a:xfrm>
                <a:off x="2414" y="2529"/>
                <a:ext cx="0" cy="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Rectangle 30">
                <a:extLst>
                  <a:ext uri="{FF2B5EF4-FFF2-40B4-BE49-F238E27FC236}">
                    <a16:creationId xmlns:a16="http://schemas.microsoft.com/office/drawing/2014/main" id="{605E6CC7-02B2-4229-87FA-6304C7108B8A}"/>
                  </a:ext>
                </a:extLst>
              </p:cNvPr>
              <p:cNvSpPr>
                <a:spLocks noChangeArrowheads="1"/>
              </p:cNvSpPr>
              <p:nvPr/>
            </p:nvSpPr>
            <p:spPr bwMode="auto">
              <a:xfrm>
                <a:off x="1401" y="2238"/>
                <a:ext cx="404" cy="17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Oval 31">
                <a:extLst>
                  <a:ext uri="{FF2B5EF4-FFF2-40B4-BE49-F238E27FC236}">
                    <a16:creationId xmlns:a16="http://schemas.microsoft.com/office/drawing/2014/main" id="{0CA6B199-B1F8-42B1-8CD6-36525355EF76}"/>
                  </a:ext>
                </a:extLst>
              </p:cNvPr>
              <p:cNvSpPr>
                <a:spLocks noChangeArrowheads="1"/>
              </p:cNvSpPr>
              <p:nvPr/>
            </p:nvSpPr>
            <p:spPr bwMode="auto">
              <a:xfrm>
                <a:off x="1545" y="2170"/>
                <a:ext cx="87" cy="6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0" name="Line 32">
                <a:extLst>
                  <a:ext uri="{FF2B5EF4-FFF2-40B4-BE49-F238E27FC236}">
                    <a16:creationId xmlns:a16="http://schemas.microsoft.com/office/drawing/2014/main" id="{336CC3BC-A72A-43B3-8BEF-6F14A081E621}"/>
                  </a:ext>
                </a:extLst>
              </p:cNvPr>
              <p:cNvSpPr>
                <a:spLocks noChangeShapeType="1"/>
              </p:cNvSpPr>
              <p:nvPr/>
            </p:nvSpPr>
            <p:spPr bwMode="auto">
              <a:xfrm>
                <a:off x="1505" y="2417"/>
                <a:ext cx="0" cy="60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 name="Line 33">
                <a:extLst>
                  <a:ext uri="{FF2B5EF4-FFF2-40B4-BE49-F238E27FC236}">
                    <a16:creationId xmlns:a16="http://schemas.microsoft.com/office/drawing/2014/main" id="{1436D070-97E0-4CB5-9524-A39376A1D603}"/>
                  </a:ext>
                </a:extLst>
              </p:cNvPr>
              <p:cNvSpPr>
                <a:spLocks noChangeShapeType="1"/>
              </p:cNvSpPr>
              <p:nvPr/>
            </p:nvSpPr>
            <p:spPr bwMode="auto">
              <a:xfrm>
                <a:off x="1696" y="2417"/>
                <a:ext cx="0" cy="1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Line 35">
                <a:extLst>
                  <a:ext uri="{FF2B5EF4-FFF2-40B4-BE49-F238E27FC236}">
                    <a16:creationId xmlns:a16="http://schemas.microsoft.com/office/drawing/2014/main" id="{677864DE-18D6-428C-8704-E2692FCE129F}"/>
                  </a:ext>
                </a:extLst>
              </p:cNvPr>
              <p:cNvSpPr>
                <a:spLocks noChangeShapeType="1"/>
              </p:cNvSpPr>
              <p:nvPr/>
            </p:nvSpPr>
            <p:spPr bwMode="auto">
              <a:xfrm>
                <a:off x="1695" y="2551"/>
                <a:ext cx="7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Text Box 36">
                <a:extLst>
                  <a:ext uri="{FF2B5EF4-FFF2-40B4-BE49-F238E27FC236}">
                    <a16:creationId xmlns:a16="http://schemas.microsoft.com/office/drawing/2014/main" id="{E73974CA-2E05-41C5-9230-F2E1C4F239BE}"/>
                  </a:ext>
                </a:extLst>
              </p:cNvPr>
              <p:cNvSpPr txBox="1">
                <a:spLocks noChangeArrowheads="1"/>
              </p:cNvSpPr>
              <p:nvPr/>
            </p:nvSpPr>
            <p:spPr bwMode="auto">
              <a:xfrm>
                <a:off x="1640" y="2583"/>
                <a:ext cx="393"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sp>
            <p:nvSpPr>
              <p:cNvPr id="64" name="Line 37">
                <a:extLst>
                  <a:ext uri="{FF2B5EF4-FFF2-40B4-BE49-F238E27FC236}">
                    <a16:creationId xmlns:a16="http://schemas.microsoft.com/office/drawing/2014/main" id="{5E1179D0-F17C-4F87-978E-A2445E3B9829}"/>
                  </a:ext>
                </a:extLst>
              </p:cNvPr>
              <p:cNvSpPr>
                <a:spLocks noChangeShapeType="1"/>
              </p:cNvSpPr>
              <p:nvPr/>
            </p:nvSpPr>
            <p:spPr bwMode="auto">
              <a:xfrm flipH="1">
                <a:off x="2321" y="3021"/>
                <a:ext cx="27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Rectangle 38">
                <a:extLst>
                  <a:ext uri="{FF2B5EF4-FFF2-40B4-BE49-F238E27FC236}">
                    <a16:creationId xmlns:a16="http://schemas.microsoft.com/office/drawing/2014/main" id="{5B6D774A-1C08-4CAA-9591-BC4B450CE5F1}"/>
                  </a:ext>
                </a:extLst>
              </p:cNvPr>
              <p:cNvSpPr>
                <a:spLocks noChangeArrowheads="1"/>
              </p:cNvSpPr>
              <p:nvPr/>
            </p:nvSpPr>
            <p:spPr bwMode="auto">
              <a:xfrm rot="5400000">
                <a:off x="1959" y="2930"/>
                <a:ext cx="318" cy="2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Oval 39">
                <a:extLst>
                  <a:ext uri="{FF2B5EF4-FFF2-40B4-BE49-F238E27FC236}">
                    <a16:creationId xmlns:a16="http://schemas.microsoft.com/office/drawing/2014/main" id="{F7C7159A-D7A1-4DB1-9B72-4B4827FF6B34}"/>
                  </a:ext>
                </a:extLst>
              </p:cNvPr>
              <p:cNvSpPr>
                <a:spLocks noChangeArrowheads="1"/>
              </p:cNvSpPr>
              <p:nvPr/>
            </p:nvSpPr>
            <p:spPr bwMode="auto">
              <a:xfrm rot="5400000">
                <a:off x="2223" y="2980"/>
                <a:ext cx="102" cy="94"/>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40">
                <a:extLst>
                  <a:ext uri="{FF2B5EF4-FFF2-40B4-BE49-F238E27FC236}">
                    <a16:creationId xmlns:a16="http://schemas.microsoft.com/office/drawing/2014/main" id="{447B1147-1F62-4C0A-BA6B-14DB8CF9F954}"/>
                  </a:ext>
                </a:extLst>
              </p:cNvPr>
              <p:cNvSpPr>
                <a:spLocks noChangeShapeType="1"/>
              </p:cNvSpPr>
              <p:nvPr/>
            </p:nvSpPr>
            <p:spPr bwMode="auto">
              <a:xfrm rot="5400000" flipH="1">
                <a:off x="1606" y="2648"/>
                <a:ext cx="1" cy="74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Line 41">
                <a:extLst>
                  <a:ext uri="{FF2B5EF4-FFF2-40B4-BE49-F238E27FC236}">
                    <a16:creationId xmlns:a16="http://schemas.microsoft.com/office/drawing/2014/main" id="{12A85E5A-CDF3-4E8A-AEF8-5C45E652B101}"/>
                  </a:ext>
                </a:extLst>
              </p:cNvPr>
              <p:cNvSpPr>
                <a:spLocks noChangeShapeType="1"/>
              </p:cNvSpPr>
              <p:nvPr/>
            </p:nvSpPr>
            <p:spPr bwMode="auto">
              <a:xfrm>
                <a:off x="2051" y="2553"/>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Text Box 42">
                <a:extLst>
                  <a:ext uri="{FF2B5EF4-FFF2-40B4-BE49-F238E27FC236}">
                    <a16:creationId xmlns:a16="http://schemas.microsoft.com/office/drawing/2014/main" id="{8A912533-33C9-4A7B-9EA7-36772580F23B}"/>
                  </a:ext>
                </a:extLst>
              </p:cNvPr>
              <p:cNvSpPr txBox="1">
                <a:spLocks noChangeArrowheads="1"/>
              </p:cNvSpPr>
              <p:nvPr/>
            </p:nvSpPr>
            <p:spPr bwMode="auto">
              <a:xfrm>
                <a:off x="2396" y="1215"/>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70" name="Line 43">
                <a:extLst>
                  <a:ext uri="{FF2B5EF4-FFF2-40B4-BE49-F238E27FC236}">
                    <a16:creationId xmlns:a16="http://schemas.microsoft.com/office/drawing/2014/main" id="{75BEB551-54EF-4179-B4D5-209820A85778}"/>
                  </a:ext>
                </a:extLst>
              </p:cNvPr>
              <p:cNvSpPr>
                <a:spLocks noChangeShapeType="1"/>
              </p:cNvSpPr>
              <p:nvPr/>
            </p:nvSpPr>
            <p:spPr bwMode="auto">
              <a:xfrm>
                <a:off x="2467" y="1262"/>
                <a:ext cx="1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Oval 44">
                <a:extLst>
                  <a:ext uri="{FF2B5EF4-FFF2-40B4-BE49-F238E27FC236}">
                    <a16:creationId xmlns:a16="http://schemas.microsoft.com/office/drawing/2014/main" id="{5D5B738E-3259-4DE2-B935-EEC503A8FBCD}"/>
                  </a:ext>
                </a:extLst>
              </p:cNvPr>
              <p:cNvSpPr>
                <a:spLocks noChangeArrowheads="1"/>
              </p:cNvSpPr>
              <p:nvPr/>
            </p:nvSpPr>
            <p:spPr bwMode="auto">
              <a:xfrm>
                <a:off x="1468" y="2978"/>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Oval 45">
                <a:extLst>
                  <a:ext uri="{FF2B5EF4-FFF2-40B4-BE49-F238E27FC236}">
                    <a16:creationId xmlns:a16="http://schemas.microsoft.com/office/drawing/2014/main" id="{C45B909A-05E6-4041-8A45-A2AA6759EC0A}"/>
                  </a:ext>
                </a:extLst>
              </p:cNvPr>
              <p:cNvSpPr>
                <a:spLocks noChangeArrowheads="1"/>
              </p:cNvSpPr>
              <p:nvPr/>
            </p:nvSpPr>
            <p:spPr bwMode="auto">
              <a:xfrm>
                <a:off x="2022" y="2522"/>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Oval 46">
                <a:extLst>
                  <a:ext uri="{FF2B5EF4-FFF2-40B4-BE49-F238E27FC236}">
                    <a16:creationId xmlns:a16="http://schemas.microsoft.com/office/drawing/2014/main" id="{2214968C-CBC2-4ADA-8E47-231F6E59E465}"/>
                  </a:ext>
                </a:extLst>
              </p:cNvPr>
              <p:cNvSpPr>
                <a:spLocks noChangeArrowheads="1"/>
              </p:cNvSpPr>
              <p:nvPr/>
            </p:nvSpPr>
            <p:spPr bwMode="auto">
              <a:xfrm>
                <a:off x="2392" y="1392"/>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Oval 47">
                <a:extLst>
                  <a:ext uri="{FF2B5EF4-FFF2-40B4-BE49-F238E27FC236}">
                    <a16:creationId xmlns:a16="http://schemas.microsoft.com/office/drawing/2014/main" id="{0F4DC11A-BA5B-4482-AF10-303E6D89D090}"/>
                  </a:ext>
                </a:extLst>
              </p:cNvPr>
              <p:cNvSpPr>
                <a:spLocks noChangeArrowheads="1"/>
              </p:cNvSpPr>
              <p:nvPr/>
            </p:nvSpPr>
            <p:spPr bwMode="auto">
              <a:xfrm>
                <a:off x="1664" y="1392"/>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i="0" u="none" strike="noStrike" kern="1200" cap="none" spc="0" normalizeH="0" baseline="0" noProof="0" dirty="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9" name="Text Box 139">
              <a:extLst>
                <a:ext uri="{FF2B5EF4-FFF2-40B4-BE49-F238E27FC236}">
                  <a16:creationId xmlns:a16="http://schemas.microsoft.com/office/drawing/2014/main" id="{BB65C384-D8F6-48C9-892E-68EBF354CB13}"/>
                </a:ext>
              </a:extLst>
            </p:cNvPr>
            <p:cNvSpPr txBox="1">
              <a:spLocks noChangeArrowheads="1"/>
            </p:cNvSpPr>
            <p:nvPr/>
          </p:nvSpPr>
          <p:spPr bwMode="auto">
            <a:xfrm>
              <a:off x="1989" y="2869"/>
              <a:ext cx="261"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1</a:t>
              </a:r>
            </a:p>
          </p:txBody>
        </p:sp>
        <p:sp>
          <p:nvSpPr>
            <p:cNvPr id="30" name="Text Box 140">
              <a:extLst>
                <a:ext uri="{FF2B5EF4-FFF2-40B4-BE49-F238E27FC236}">
                  <a16:creationId xmlns:a16="http://schemas.microsoft.com/office/drawing/2014/main" id="{D6BC638E-13EB-4BE6-AF59-C00CE5FED336}"/>
                </a:ext>
              </a:extLst>
            </p:cNvPr>
            <p:cNvSpPr txBox="1">
              <a:spLocks noChangeArrowheads="1"/>
            </p:cNvSpPr>
            <p:nvPr/>
          </p:nvSpPr>
          <p:spPr bwMode="auto">
            <a:xfrm>
              <a:off x="1499" y="1608"/>
              <a:ext cx="261"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31" name="Text Box 141">
              <a:extLst>
                <a:ext uri="{FF2B5EF4-FFF2-40B4-BE49-F238E27FC236}">
                  <a16:creationId xmlns:a16="http://schemas.microsoft.com/office/drawing/2014/main" id="{D9455544-5B2D-40DE-9663-646344D91319}"/>
                </a:ext>
              </a:extLst>
            </p:cNvPr>
            <p:cNvSpPr txBox="1">
              <a:spLocks noChangeArrowheads="1"/>
            </p:cNvSpPr>
            <p:nvPr/>
          </p:nvSpPr>
          <p:spPr bwMode="auto">
            <a:xfrm>
              <a:off x="2216" y="1608"/>
              <a:ext cx="261"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32" name="Text Box 142">
              <a:extLst>
                <a:ext uri="{FF2B5EF4-FFF2-40B4-BE49-F238E27FC236}">
                  <a16:creationId xmlns:a16="http://schemas.microsoft.com/office/drawing/2014/main" id="{2B20F4D8-2657-44A1-903F-CC78C42825BA}"/>
                </a:ext>
              </a:extLst>
            </p:cNvPr>
            <p:cNvSpPr txBox="1">
              <a:spLocks noChangeArrowheads="1"/>
            </p:cNvSpPr>
            <p:nvPr/>
          </p:nvSpPr>
          <p:spPr bwMode="auto">
            <a:xfrm>
              <a:off x="1401" y="2217"/>
              <a:ext cx="261"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33" name="Text Box 143">
              <a:extLst>
                <a:ext uri="{FF2B5EF4-FFF2-40B4-BE49-F238E27FC236}">
                  <a16:creationId xmlns:a16="http://schemas.microsoft.com/office/drawing/2014/main" id="{9AE927B3-B398-4BF2-B3EB-D22ABD22D428}"/>
                </a:ext>
              </a:extLst>
            </p:cNvPr>
            <p:cNvSpPr txBox="1">
              <a:spLocks noChangeArrowheads="1"/>
            </p:cNvSpPr>
            <p:nvPr/>
          </p:nvSpPr>
          <p:spPr bwMode="auto">
            <a:xfrm>
              <a:off x="2314" y="2206"/>
              <a:ext cx="261"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P spid="25" grpId="0" autoUpdateAnimBg="0"/>
      <p:bldP spid="2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z="1800" smtClean="0">
                <a:solidFill>
                  <a:schemeClr val="tx2"/>
                </a:solidFill>
              </a:rPr>
              <a:pPr>
                <a:defRPr/>
              </a:pPr>
              <a:t>15</a:t>
            </a:fld>
            <a:endParaRPr lang="en-US" altLang="zh-CN" sz="1800" dirty="0">
              <a:solidFill>
                <a:schemeClr val="tx2"/>
              </a:solidFill>
            </a:endParaRPr>
          </a:p>
        </p:txBody>
      </p:sp>
      <p:grpSp>
        <p:nvGrpSpPr>
          <p:cNvPr id="5" name="Group 72">
            <a:extLst>
              <a:ext uri="{FF2B5EF4-FFF2-40B4-BE49-F238E27FC236}">
                <a16:creationId xmlns:a16="http://schemas.microsoft.com/office/drawing/2014/main" id="{8319E101-5960-4238-AA09-0ED0EEA9BE6A}"/>
              </a:ext>
            </a:extLst>
          </p:cNvPr>
          <p:cNvGrpSpPr>
            <a:grpSpLocks/>
          </p:cNvGrpSpPr>
          <p:nvPr/>
        </p:nvGrpSpPr>
        <p:grpSpPr bwMode="auto">
          <a:xfrm>
            <a:off x="1253490" y="4976178"/>
            <a:ext cx="1423988" cy="1552575"/>
            <a:chOff x="3656" y="1738"/>
            <a:chExt cx="897" cy="978"/>
          </a:xfrm>
        </p:grpSpPr>
        <p:sp>
          <p:nvSpPr>
            <p:cNvPr id="6" name="Rectangle 73">
              <a:extLst>
                <a:ext uri="{FF2B5EF4-FFF2-40B4-BE49-F238E27FC236}">
                  <a16:creationId xmlns:a16="http://schemas.microsoft.com/office/drawing/2014/main" id="{072F2095-73FE-44D4-828A-26FF7ACC8A34}"/>
                </a:ext>
              </a:extLst>
            </p:cNvPr>
            <p:cNvSpPr>
              <a:spLocks noChangeArrowheads="1"/>
            </p:cNvSpPr>
            <p:nvPr/>
          </p:nvSpPr>
          <p:spPr bwMode="auto">
            <a:xfrm>
              <a:off x="3989" y="2390"/>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Rectangle 74">
              <a:extLst>
                <a:ext uri="{FF2B5EF4-FFF2-40B4-BE49-F238E27FC236}">
                  <a16:creationId xmlns:a16="http://schemas.microsoft.com/office/drawing/2014/main" id="{515A13A0-F57C-4AB5-89FD-1565B9C1A84D}"/>
                </a:ext>
              </a:extLst>
            </p:cNvPr>
            <p:cNvSpPr>
              <a:spLocks noChangeArrowheads="1"/>
            </p:cNvSpPr>
            <p:nvPr/>
          </p:nvSpPr>
          <p:spPr bwMode="auto">
            <a:xfrm>
              <a:off x="3656" y="2390"/>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Rectangle 75">
              <a:extLst>
                <a:ext uri="{FF2B5EF4-FFF2-40B4-BE49-F238E27FC236}">
                  <a16:creationId xmlns:a16="http://schemas.microsoft.com/office/drawing/2014/main" id="{1E1D8435-448F-43B2-9D2B-925856C7B460}"/>
                </a:ext>
              </a:extLst>
            </p:cNvPr>
            <p:cNvSpPr>
              <a:spLocks noChangeArrowheads="1"/>
            </p:cNvSpPr>
            <p:nvPr/>
          </p:nvSpPr>
          <p:spPr bwMode="auto">
            <a:xfrm>
              <a:off x="3989" y="2064"/>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Rectangle 76">
              <a:extLst>
                <a:ext uri="{FF2B5EF4-FFF2-40B4-BE49-F238E27FC236}">
                  <a16:creationId xmlns:a16="http://schemas.microsoft.com/office/drawing/2014/main" id="{579B56A5-8C68-4C59-AFE5-C55AA0C3D2AD}"/>
                </a:ext>
              </a:extLst>
            </p:cNvPr>
            <p:cNvSpPr>
              <a:spLocks noChangeArrowheads="1"/>
            </p:cNvSpPr>
            <p:nvPr/>
          </p:nvSpPr>
          <p:spPr bwMode="auto">
            <a:xfrm>
              <a:off x="3656" y="2064"/>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Rectangle 77">
              <a:extLst>
                <a:ext uri="{FF2B5EF4-FFF2-40B4-BE49-F238E27FC236}">
                  <a16:creationId xmlns:a16="http://schemas.microsoft.com/office/drawing/2014/main" id="{6BAA9E77-03FE-4A15-924D-FAF875AB20AF}"/>
                </a:ext>
              </a:extLst>
            </p:cNvPr>
            <p:cNvSpPr>
              <a:spLocks noChangeArrowheads="1"/>
            </p:cNvSpPr>
            <p:nvPr/>
          </p:nvSpPr>
          <p:spPr bwMode="auto">
            <a:xfrm>
              <a:off x="3989" y="1738"/>
              <a:ext cx="45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Rectangle 78">
              <a:extLst>
                <a:ext uri="{FF2B5EF4-FFF2-40B4-BE49-F238E27FC236}">
                  <a16:creationId xmlns:a16="http://schemas.microsoft.com/office/drawing/2014/main" id="{AEA12E0C-AE59-4E0A-9AA9-7B4D23FB0191}"/>
                </a:ext>
              </a:extLst>
            </p:cNvPr>
            <p:cNvSpPr>
              <a:spLocks noChangeArrowheads="1"/>
            </p:cNvSpPr>
            <p:nvPr/>
          </p:nvSpPr>
          <p:spPr bwMode="auto">
            <a:xfrm>
              <a:off x="3656" y="1738"/>
              <a:ext cx="333"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 name="Line 79">
              <a:extLst>
                <a:ext uri="{FF2B5EF4-FFF2-40B4-BE49-F238E27FC236}">
                  <a16:creationId xmlns:a16="http://schemas.microsoft.com/office/drawing/2014/main" id="{C1BD0190-B5C7-4E4E-B3CD-46934F9E10D5}"/>
                </a:ext>
              </a:extLst>
            </p:cNvPr>
            <p:cNvSpPr>
              <a:spLocks noChangeShapeType="1"/>
            </p:cNvSpPr>
            <p:nvPr/>
          </p:nvSpPr>
          <p:spPr bwMode="auto">
            <a:xfrm>
              <a:off x="3656" y="2064"/>
              <a:ext cx="7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Line 80">
              <a:extLst>
                <a:ext uri="{FF2B5EF4-FFF2-40B4-BE49-F238E27FC236}">
                  <a16:creationId xmlns:a16="http://schemas.microsoft.com/office/drawing/2014/main" id="{179A8212-6822-4922-B2E5-C6043440DF41}"/>
                </a:ext>
              </a:extLst>
            </p:cNvPr>
            <p:cNvSpPr>
              <a:spLocks noChangeShapeType="1"/>
            </p:cNvSpPr>
            <p:nvPr/>
          </p:nvSpPr>
          <p:spPr bwMode="auto">
            <a:xfrm>
              <a:off x="3656" y="2390"/>
              <a:ext cx="78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Line 81">
              <a:extLst>
                <a:ext uri="{FF2B5EF4-FFF2-40B4-BE49-F238E27FC236}">
                  <a16:creationId xmlns:a16="http://schemas.microsoft.com/office/drawing/2014/main" id="{5F2819D5-997A-4B8B-9E73-2A76717C0AD3}"/>
                </a:ext>
              </a:extLst>
            </p:cNvPr>
            <p:cNvSpPr>
              <a:spLocks noChangeShapeType="1"/>
            </p:cNvSpPr>
            <p:nvPr/>
          </p:nvSpPr>
          <p:spPr bwMode="auto">
            <a:xfrm>
              <a:off x="3989" y="1738"/>
              <a:ext cx="0" cy="9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Line 82">
              <a:extLst>
                <a:ext uri="{FF2B5EF4-FFF2-40B4-BE49-F238E27FC236}">
                  <a16:creationId xmlns:a16="http://schemas.microsoft.com/office/drawing/2014/main" id="{C912EB1B-591E-4011-A093-21C8C4ECBAE8}"/>
                </a:ext>
              </a:extLst>
            </p:cNvPr>
            <p:cNvSpPr>
              <a:spLocks noChangeShapeType="1"/>
            </p:cNvSpPr>
            <p:nvPr/>
          </p:nvSpPr>
          <p:spPr bwMode="auto">
            <a:xfrm>
              <a:off x="3656" y="1738"/>
              <a:ext cx="78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Line 83">
              <a:extLst>
                <a:ext uri="{FF2B5EF4-FFF2-40B4-BE49-F238E27FC236}">
                  <a16:creationId xmlns:a16="http://schemas.microsoft.com/office/drawing/2014/main" id="{3D6663A0-5730-4C12-B1AE-FE4C82BEF9C4}"/>
                </a:ext>
              </a:extLst>
            </p:cNvPr>
            <p:cNvSpPr>
              <a:spLocks noChangeShapeType="1"/>
            </p:cNvSpPr>
            <p:nvPr/>
          </p:nvSpPr>
          <p:spPr bwMode="auto">
            <a:xfrm>
              <a:off x="3656" y="1738"/>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Line 84">
              <a:extLst>
                <a:ext uri="{FF2B5EF4-FFF2-40B4-BE49-F238E27FC236}">
                  <a16:creationId xmlns:a16="http://schemas.microsoft.com/office/drawing/2014/main" id="{FB05D43E-57CE-43DE-B089-4597DD5FA014}"/>
                </a:ext>
              </a:extLst>
            </p:cNvPr>
            <p:cNvSpPr>
              <a:spLocks noChangeShapeType="1"/>
            </p:cNvSpPr>
            <p:nvPr/>
          </p:nvSpPr>
          <p:spPr bwMode="auto">
            <a:xfrm>
              <a:off x="4442" y="1738"/>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8" name="Line 85">
              <a:extLst>
                <a:ext uri="{FF2B5EF4-FFF2-40B4-BE49-F238E27FC236}">
                  <a16:creationId xmlns:a16="http://schemas.microsoft.com/office/drawing/2014/main" id="{2EEC2C6E-CF52-47AC-AFE9-E0F9D06737A9}"/>
                </a:ext>
              </a:extLst>
            </p:cNvPr>
            <p:cNvSpPr>
              <a:spLocks noChangeShapeType="1"/>
            </p:cNvSpPr>
            <p:nvPr/>
          </p:nvSpPr>
          <p:spPr bwMode="auto">
            <a:xfrm>
              <a:off x="3656" y="2716"/>
              <a:ext cx="78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Text Box 86">
              <a:extLst>
                <a:ext uri="{FF2B5EF4-FFF2-40B4-BE49-F238E27FC236}">
                  <a16:creationId xmlns:a16="http://schemas.microsoft.com/office/drawing/2014/main" id="{ACC77508-6D5B-40B0-9B17-5FF8B690A137}"/>
                </a:ext>
              </a:extLst>
            </p:cNvPr>
            <p:cNvSpPr txBox="1">
              <a:spLocks noChangeArrowheads="1"/>
            </p:cNvSpPr>
            <p:nvPr/>
          </p:nvSpPr>
          <p:spPr bwMode="auto">
            <a:xfrm>
              <a:off x="3705" y="1750"/>
              <a:ext cx="348"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20" name="Text Box 87">
              <a:extLst>
                <a:ext uri="{FF2B5EF4-FFF2-40B4-BE49-F238E27FC236}">
                  <a16:creationId xmlns:a16="http://schemas.microsoft.com/office/drawing/2014/main" id="{C1112F3F-621A-4AFE-8620-C8929C733CFA}"/>
                </a:ext>
              </a:extLst>
            </p:cNvPr>
            <p:cNvSpPr txBox="1">
              <a:spLocks noChangeArrowheads="1"/>
            </p:cNvSpPr>
            <p:nvPr/>
          </p:nvSpPr>
          <p:spPr bwMode="auto">
            <a:xfrm>
              <a:off x="3955" y="1739"/>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n+1</a:t>
              </a:r>
            </a:p>
          </p:txBody>
        </p:sp>
      </p:grpSp>
      <p:sp>
        <p:nvSpPr>
          <p:cNvPr id="21" name="Text Box 88">
            <a:extLst>
              <a:ext uri="{FF2B5EF4-FFF2-40B4-BE49-F238E27FC236}">
                <a16:creationId xmlns:a16="http://schemas.microsoft.com/office/drawing/2014/main" id="{6B4E598F-2FD1-4F5B-B4DE-1471B1A6FE4E}"/>
              </a:ext>
            </a:extLst>
          </p:cNvPr>
          <p:cNvSpPr txBox="1">
            <a:spLocks noChangeArrowheads="1"/>
          </p:cNvSpPr>
          <p:nvPr/>
        </p:nvSpPr>
        <p:spPr bwMode="auto">
          <a:xfrm>
            <a:off x="1350328" y="5511165"/>
            <a:ext cx="115570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0     0</a:t>
            </a:r>
          </a:p>
        </p:txBody>
      </p:sp>
      <p:sp>
        <p:nvSpPr>
          <p:cNvPr id="22" name="Text Box 89">
            <a:extLst>
              <a:ext uri="{FF2B5EF4-FFF2-40B4-BE49-F238E27FC236}">
                <a16:creationId xmlns:a16="http://schemas.microsoft.com/office/drawing/2014/main" id="{385EFBB2-6E60-4CF7-8015-81DC2CB9DCDB}"/>
              </a:ext>
            </a:extLst>
          </p:cNvPr>
          <p:cNvSpPr txBox="1">
            <a:spLocks noChangeArrowheads="1"/>
          </p:cNvSpPr>
          <p:nvPr/>
        </p:nvSpPr>
        <p:spPr bwMode="auto">
          <a:xfrm>
            <a:off x="1367790" y="6028690"/>
            <a:ext cx="115570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1     1</a:t>
            </a:r>
          </a:p>
        </p:txBody>
      </p:sp>
      <p:grpSp>
        <p:nvGrpSpPr>
          <p:cNvPr id="23" name="Group 142">
            <a:extLst>
              <a:ext uri="{FF2B5EF4-FFF2-40B4-BE49-F238E27FC236}">
                <a16:creationId xmlns:a16="http://schemas.microsoft.com/office/drawing/2014/main" id="{EC96FE37-53E7-469B-8D53-3120E230546D}"/>
              </a:ext>
            </a:extLst>
          </p:cNvPr>
          <p:cNvGrpSpPr>
            <a:grpSpLocks/>
          </p:cNvGrpSpPr>
          <p:nvPr/>
        </p:nvGrpSpPr>
        <p:grpSpPr bwMode="auto">
          <a:xfrm>
            <a:off x="6462078" y="554990"/>
            <a:ext cx="1871662" cy="2414588"/>
            <a:chOff x="4013" y="388"/>
            <a:chExt cx="1179" cy="1521"/>
          </a:xfrm>
        </p:grpSpPr>
        <p:sp>
          <p:nvSpPr>
            <p:cNvPr id="24" name="Rectangle 92">
              <a:extLst>
                <a:ext uri="{FF2B5EF4-FFF2-40B4-BE49-F238E27FC236}">
                  <a16:creationId xmlns:a16="http://schemas.microsoft.com/office/drawing/2014/main" id="{9B6323B1-922A-406A-AD52-8CB5690EC283}"/>
                </a:ext>
              </a:extLst>
            </p:cNvPr>
            <p:cNvSpPr>
              <a:spLocks noChangeArrowheads="1"/>
            </p:cNvSpPr>
            <p:nvPr/>
          </p:nvSpPr>
          <p:spPr bwMode="auto">
            <a:xfrm>
              <a:off x="4184" y="863"/>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Line 93">
              <a:extLst>
                <a:ext uri="{FF2B5EF4-FFF2-40B4-BE49-F238E27FC236}">
                  <a16:creationId xmlns:a16="http://schemas.microsoft.com/office/drawing/2014/main" id="{782B2BC6-6999-4481-9E9E-1E6A123C0D45}"/>
                </a:ext>
              </a:extLst>
            </p:cNvPr>
            <p:cNvSpPr>
              <a:spLocks noChangeShapeType="1"/>
            </p:cNvSpPr>
            <p:nvPr/>
          </p:nvSpPr>
          <p:spPr bwMode="auto">
            <a:xfrm>
              <a:off x="4445" y="129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95">
              <a:extLst>
                <a:ext uri="{FF2B5EF4-FFF2-40B4-BE49-F238E27FC236}">
                  <a16:creationId xmlns:a16="http://schemas.microsoft.com/office/drawing/2014/main" id="{2D4B4CD6-92C2-428B-9E0D-81AADB734966}"/>
                </a:ext>
              </a:extLst>
            </p:cNvPr>
            <p:cNvSpPr>
              <a:spLocks noChangeShapeType="1"/>
            </p:cNvSpPr>
            <p:nvPr/>
          </p:nvSpPr>
          <p:spPr bwMode="auto">
            <a:xfrm>
              <a:off x="4763" y="623"/>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Rectangle 97">
              <a:extLst>
                <a:ext uri="{FF2B5EF4-FFF2-40B4-BE49-F238E27FC236}">
                  <a16:creationId xmlns:a16="http://schemas.microsoft.com/office/drawing/2014/main" id="{E4E57AAC-A194-4AB8-A404-A95EC0326707}"/>
                </a:ext>
              </a:extLst>
            </p:cNvPr>
            <p:cNvSpPr>
              <a:spLocks noChangeArrowheads="1"/>
            </p:cNvSpPr>
            <p:nvPr/>
          </p:nvSpPr>
          <p:spPr bwMode="auto">
            <a:xfrm>
              <a:off x="4719" y="388"/>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28" name="Rectangle 99">
              <a:extLst>
                <a:ext uri="{FF2B5EF4-FFF2-40B4-BE49-F238E27FC236}">
                  <a16:creationId xmlns:a16="http://schemas.microsoft.com/office/drawing/2014/main" id="{26B678B1-A208-47C1-8942-6A01B26232CB}"/>
                </a:ext>
              </a:extLst>
            </p:cNvPr>
            <p:cNvSpPr>
              <a:spLocks noChangeArrowheads="1"/>
            </p:cNvSpPr>
            <p:nvPr/>
          </p:nvSpPr>
          <p:spPr bwMode="auto">
            <a:xfrm>
              <a:off x="4301" y="1525"/>
              <a:ext cx="393" cy="3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grpSp>
          <p:nvGrpSpPr>
            <p:cNvPr id="29" name="Group 105">
              <a:extLst>
                <a:ext uri="{FF2B5EF4-FFF2-40B4-BE49-F238E27FC236}">
                  <a16:creationId xmlns:a16="http://schemas.microsoft.com/office/drawing/2014/main" id="{6578E93A-7C17-4252-B080-D6A4758AA6AC}"/>
                </a:ext>
              </a:extLst>
            </p:cNvPr>
            <p:cNvGrpSpPr>
              <a:grpSpLocks/>
            </p:cNvGrpSpPr>
            <p:nvPr/>
          </p:nvGrpSpPr>
          <p:grpSpPr bwMode="auto">
            <a:xfrm>
              <a:off x="4087" y="399"/>
              <a:ext cx="290" cy="327"/>
              <a:chOff x="5184" y="736"/>
              <a:chExt cx="290" cy="327"/>
            </a:xfrm>
          </p:grpSpPr>
          <p:sp>
            <p:nvSpPr>
              <p:cNvPr id="43" name="Rectangle 98">
                <a:extLst>
                  <a:ext uri="{FF2B5EF4-FFF2-40B4-BE49-F238E27FC236}">
                    <a16:creationId xmlns:a16="http://schemas.microsoft.com/office/drawing/2014/main" id="{1A0F6F4B-DF6F-4443-BA82-CF1830D085E2}"/>
                  </a:ext>
                </a:extLst>
              </p:cNvPr>
              <p:cNvSpPr>
                <a:spLocks noChangeArrowheads="1"/>
              </p:cNvSpPr>
              <p:nvPr/>
            </p:nvSpPr>
            <p:spPr bwMode="auto">
              <a:xfrm>
                <a:off x="5184" y="736"/>
                <a:ext cx="290"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44" name="Line 100">
                <a:extLst>
                  <a:ext uri="{FF2B5EF4-FFF2-40B4-BE49-F238E27FC236}">
                    <a16:creationId xmlns:a16="http://schemas.microsoft.com/office/drawing/2014/main" id="{F8098533-FFBB-45BA-B5B3-E61B00456672}"/>
                  </a:ext>
                </a:extLst>
              </p:cNvPr>
              <p:cNvSpPr>
                <a:spLocks noChangeShapeType="1"/>
              </p:cNvSpPr>
              <p:nvPr/>
            </p:nvSpPr>
            <p:spPr bwMode="auto">
              <a:xfrm>
                <a:off x="5254" y="783"/>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30" name="Line 101">
              <a:extLst>
                <a:ext uri="{FF2B5EF4-FFF2-40B4-BE49-F238E27FC236}">
                  <a16:creationId xmlns:a16="http://schemas.microsoft.com/office/drawing/2014/main" id="{7115D214-B90B-49BF-AC97-E83E5B278C7B}"/>
                </a:ext>
              </a:extLst>
            </p:cNvPr>
            <p:cNvSpPr>
              <a:spLocks noChangeShapeType="1"/>
            </p:cNvSpPr>
            <p:nvPr/>
          </p:nvSpPr>
          <p:spPr bwMode="auto">
            <a:xfrm>
              <a:off x="4764" y="129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Rectangle 102">
              <a:extLst>
                <a:ext uri="{FF2B5EF4-FFF2-40B4-BE49-F238E27FC236}">
                  <a16:creationId xmlns:a16="http://schemas.microsoft.com/office/drawing/2014/main" id="{A5FD6A53-10FB-4C35-AAE9-2976F9FF1FC0}"/>
                </a:ext>
              </a:extLst>
            </p:cNvPr>
            <p:cNvSpPr>
              <a:spLocks noChangeArrowheads="1"/>
            </p:cNvSpPr>
            <p:nvPr/>
          </p:nvSpPr>
          <p:spPr bwMode="auto">
            <a:xfrm>
              <a:off x="4600" y="1524"/>
              <a:ext cx="278"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32" name="Line 96">
              <a:extLst>
                <a:ext uri="{FF2B5EF4-FFF2-40B4-BE49-F238E27FC236}">
                  <a16:creationId xmlns:a16="http://schemas.microsoft.com/office/drawing/2014/main" id="{C68B6ADB-C08A-4B88-B680-B34E8ACF1AFE}"/>
                </a:ext>
              </a:extLst>
            </p:cNvPr>
            <p:cNvSpPr>
              <a:spLocks noChangeShapeType="1"/>
            </p:cNvSpPr>
            <p:nvPr/>
          </p:nvSpPr>
          <p:spPr bwMode="auto">
            <a:xfrm>
              <a:off x="4342" y="612"/>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Oval 104">
              <a:extLst>
                <a:ext uri="{FF2B5EF4-FFF2-40B4-BE49-F238E27FC236}">
                  <a16:creationId xmlns:a16="http://schemas.microsoft.com/office/drawing/2014/main" id="{10AF3918-8733-48B6-B528-768B3FCF153E}"/>
                </a:ext>
              </a:extLst>
            </p:cNvPr>
            <p:cNvSpPr>
              <a:spLocks noChangeArrowheads="1"/>
            </p:cNvSpPr>
            <p:nvPr/>
          </p:nvSpPr>
          <p:spPr bwMode="auto">
            <a:xfrm>
              <a:off x="4304" y="782"/>
              <a:ext cx="77" cy="7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Oval 107">
              <a:extLst>
                <a:ext uri="{FF2B5EF4-FFF2-40B4-BE49-F238E27FC236}">
                  <a16:creationId xmlns:a16="http://schemas.microsoft.com/office/drawing/2014/main" id="{C5A4CED5-9077-4565-B141-C38C8023FA75}"/>
                </a:ext>
              </a:extLst>
            </p:cNvPr>
            <p:cNvSpPr>
              <a:spLocks noChangeArrowheads="1"/>
            </p:cNvSpPr>
            <p:nvPr/>
          </p:nvSpPr>
          <p:spPr bwMode="auto">
            <a:xfrm>
              <a:off x="4837" y="1293"/>
              <a:ext cx="77" cy="7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Oval 108">
              <a:extLst>
                <a:ext uri="{FF2B5EF4-FFF2-40B4-BE49-F238E27FC236}">
                  <a16:creationId xmlns:a16="http://schemas.microsoft.com/office/drawing/2014/main" id="{94BD03BA-15A0-4684-BE19-065784F69816}"/>
                </a:ext>
              </a:extLst>
            </p:cNvPr>
            <p:cNvSpPr>
              <a:spLocks noChangeArrowheads="1"/>
            </p:cNvSpPr>
            <p:nvPr/>
          </p:nvSpPr>
          <p:spPr bwMode="auto">
            <a:xfrm>
              <a:off x="4228" y="1293"/>
              <a:ext cx="77" cy="7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109">
              <a:extLst>
                <a:ext uri="{FF2B5EF4-FFF2-40B4-BE49-F238E27FC236}">
                  <a16:creationId xmlns:a16="http://schemas.microsoft.com/office/drawing/2014/main" id="{382B70C4-7CC3-4863-870A-8BCE0543BDED}"/>
                </a:ext>
              </a:extLst>
            </p:cNvPr>
            <p:cNvSpPr>
              <a:spLocks noChangeShapeType="1"/>
            </p:cNvSpPr>
            <p:nvPr/>
          </p:nvSpPr>
          <p:spPr bwMode="auto">
            <a:xfrm>
              <a:off x="4890" y="1358"/>
              <a:ext cx="0" cy="26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110">
              <a:extLst>
                <a:ext uri="{FF2B5EF4-FFF2-40B4-BE49-F238E27FC236}">
                  <a16:creationId xmlns:a16="http://schemas.microsoft.com/office/drawing/2014/main" id="{C883B60B-F046-440A-B3CB-0188478FD35A}"/>
                </a:ext>
              </a:extLst>
            </p:cNvPr>
            <p:cNvSpPr>
              <a:spLocks noChangeShapeType="1"/>
            </p:cNvSpPr>
            <p:nvPr/>
          </p:nvSpPr>
          <p:spPr bwMode="auto">
            <a:xfrm>
              <a:off x="4259" y="1380"/>
              <a:ext cx="0" cy="26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38" name="Group 111">
              <a:extLst>
                <a:ext uri="{FF2B5EF4-FFF2-40B4-BE49-F238E27FC236}">
                  <a16:creationId xmlns:a16="http://schemas.microsoft.com/office/drawing/2014/main" id="{4E1101DE-9AED-4A35-AA62-7ABE0D33005F}"/>
                </a:ext>
              </a:extLst>
            </p:cNvPr>
            <p:cNvGrpSpPr>
              <a:grpSpLocks/>
            </p:cNvGrpSpPr>
            <p:nvPr/>
          </p:nvGrpSpPr>
          <p:grpSpPr bwMode="auto">
            <a:xfrm>
              <a:off x="4013" y="1548"/>
              <a:ext cx="388" cy="327"/>
              <a:chOff x="2964" y="1820"/>
              <a:chExt cx="388" cy="327"/>
            </a:xfrm>
          </p:grpSpPr>
          <p:sp>
            <p:nvSpPr>
              <p:cNvPr id="41" name="Rectangle 112">
                <a:extLst>
                  <a:ext uri="{FF2B5EF4-FFF2-40B4-BE49-F238E27FC236}">
                    <a16:creationId xmlns:a16="http://schemas.microsoft.com/office/drawing/2014/main" id="{BF1660DC-5F9F-43BF-9E52-A2347BDFD238}"/>
                  </a:ext>
                </a:extLst>
              </p:cNvPr>
              <p:cNvSpPr>
                <a:spLocks noChangeArrowheads="1"/>
              </p:cNvSpPr>
              <p:nvPr/>
            </p:nvSpPr>
            <p:spPr bwMode="auto">
              <a:xfrm>
                <a:off x="2964" y="1820"/>
                <a:ext cx="38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42" name="Line 113">
                <a:extLst>
                  <a:ext uri="{FF2B5EF4-FFF2-40B4-BE49-F238E27FC236}">
                    <a16:creationId xmlns:a16="http://schemas.microsoft.com/office/drawing/2014/main" id="{27822103-7FD8-4E85-BC75-212696DF15BC}"/>
                  </a:ext>
                </a:extLst>
              </p:cNvPr>
              <p:cNvSpPr>
                <a:spLocks noChangeShapeType="1"/>
              </p:cNvSpPr>
              <p:nvPr/>
            </p:nvSpPr>
            <p:spPr bwMode="auto">
              <a:xfrm>
                <a:off x="3021" y="18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grpSp>
        <p:sp>
          <p:nvSpPr>
            <p:cNvPr id="39" name="Rectangle 114">
              <a:extLst>
                <a:ext uri="{FF2B5EF4-FFF2-40B4-BE49-F238E27FC236}">
                  <a16:creationId xmlns:a16="http://schemas.microsoft.com/office/drawing/2014/main" id="{F15CF360-4083-41D7-BC3C-783644902BD9}"/>
                </a:ext>
              </a:extLst>
            </p:cNvPr>
            <p:cNvSpPr>
              <a:spLocks noChangeArrowheads="1"/>
            </p:cNvSpPr>
            <p:nvPr/>
          </p:nvSpPr>
          <p:spPr bwMode="auto">
            <a:xfrm>
              <a:off x="4841" y="1582"/>
              <a:ext cx="3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40" name="Line 116">
              <a:extLst>
                <a:ext uri="{FF2B5EF4-FFF2-40B4-BE49-F238E27FC236}">
                  <a16:creationId xmlns:a16="http://schemas.microsoft.com/office/drawing/2014/main" id="{8D97DA34-8EAD-47B9-A07C-86F32F2A13A6}"/>
                </a:ext>
              </a:extLst>
            </p:cNvPr>
            <p:cNvSpPr>
              <a:spLocks noChangeShapeType="1"/>
            </p:cNvSpPr>
            <p:nvPr/>
          </p:nvSpPr>
          <p:spPr bwMode="auto">
            <a:xfrm>
              <a:off x="4922" y="1630"/>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5" name="Text Box 120">
            <a:extLst>
              <a:ext uri="{FF2B5EF4-FFF2-40B4-BE49-F238E27FC236}">
                <a16:creationId xmlns:a16="http://schemas.microsoft.com/office/drawing/2014/main" id="{27D02F0A-075E-4EAC-80B8-E981ABE17A15}"/>
              </a:ext>
            </a:extLst>
          </p:cNvPr>
          <p:cNvSpPr txBox="1">
            <a:spLocks noChangeArrowheads="1"/>
          </p:cNvSpPr>
          <p:nvPr/>
        </p:nvSpPr>
        <p:spPr bwMode="auto">
          <a:xfrm>
            <a:off x="5828665" y="3393123"/>
            <a:ext cx="3041015"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       (CP=1)</a:t>
            </a:r>
          </a:p>
        </p:txBody>
      </p:sp>
      <p:grpSp>
        <p:nvGrpSpPr>
          <p:cNvPr id="46" name="Group 143">
            <a:extLst>
              <a:ext uri="{FF2B5EF4-FFF2-40B4-BE49-F238E27FC236}">
                <a16:creationId xmlns:a16="http://schemas.microsoft.com/office/drawing/2014/main" id="{62B6407F-D504-458C-8EAB-3AF458923D03}"/>
              </a:ext>
            </a:extLst>
          </p:cNvPr>
          <p:cNvGrpSpPr>
            <a:grpSpLocks/>
          </p:cNvGrpSpPr>
          <p:nvPr/>
        </p:nvGrpSpPr>
        <p:grpSpPr bwMode="auto">
          <a:xfrm>
            <a:off x="4593273" y="4645978"/>
            <a:ext cx="4346575" cy="1836737"/>
            <a:chOff x="2663" y="2869"/>
            <a:chExt cx="2738" cy="1157"/>
          </a:xfrm>
        </p:grpSpPr>
        <p:sp>
          <p:nvSpPr>
            <p:cNvPr id="47" name="Oval 123">
              <a:extLst>
                <a:ext uri="{FF2B5EF4-FFF2-40B4-BE49-F238E27FC236}">
                  <a16:creationId xmlns:a16="http://schemas.microsoft.com/office/drawing/2014/main" id="{4F68FF12-2AAE-4089-ADF0-BD83BA0F084E}"/>
                </a:ext>
              </a:extLst>
            </p:cNvPr>
            <p:cNvSpPr>
              <a:spLocks noChangeArrowheads="1"/>
            </p:cNvSpPr>
            <p:nvPr/>
          </p:nvSpPr>
          <p:spPr bwMode="auto">
            <a:xfrm>
              <a:off x="3312" y="3320"/>
              <a:ext cx="263" cy="24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Text Box 124">
              <a:extLst>
                <a:ext uri="{FF2B5EF4-FFF2-40B4-BE49-F238E27FC236}">
                  <a16:creationId xmlns:a16="http://schemas.microsoft.com/office/drawing/2014/main" id="{49D39258-126E-4A3F-866C-FEA32296837E}"/>
                </a:ext>
              </a:extLst>
            </p:cNvPr>
            <p:cNvSpPr txBox="1">
              <a:spLocks noChangeArrowheads="1"/>
            </p:cNvSpPr>
            <p:nvPr/>
          </p:nvSpPr>
          <p:spPr bwMode="auto">
            <a:xfrm>
              <a:off x="3360" y="3293"/>
              <a:ext cx="206" cy="289"/>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0</a:t>
              </a:r>
            </a:p>
          </p:txBody>
        </p:sp>
        <p:sp>
          <p:nvSpPr>
            <p:cNvPr id="49" name="Oval 126">
              <a:extLst>
                <a:ext uri="{FF2B5EF4-FFF2-40B4-BE49-F238E27FC236}">
                  <a16:creationId xmlns:a16="http://schemas.microsoft.com/office/drawing/2014/main" id="{8E06B9EB-C27B-4034-AC67-95FBD44D29FA}"/>
                </a:ext>
              </a:extLst>
            </p:cNvPr>
            <p:cNvSpPr>
              <a:spLocks noChangeArrowheads="1"/>
            </p:cNvSpPr>
            <p:nvPr/>
          </p:nvSpPr>
          <p:spPr bwMode="auto">
            <a:xfrm>
              <a:off x="4389" y="3337"/>
              <a:ext cx="262" cy="24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Text Box 127">
              <a:extLst>
                <a:ext uri="{FF2B5EF4-FFF2-40B4-BE49-F238E27FC236}">
                  <a16:creationId xmlns:a16="http://schemas.microsoft.com/office/drawing/2014/main" id="{38A69B93-05BE-4233-B6F7-08195FF02091}"/>
                </a:ext>
              </a:extLst>
            </p:cNvPr>
            <p:cNvSpPr txBox="1">
              <a:spLocks noChangeArrowheads="1"/>
            </p:cNvSpPr>
            <p:nvPr/>
          </p:nvSpPr>
          <p:spPr bwMode="auto">
            <a:xfrm>
              <a:off x="4427" y="3311"/>
              <a:ext cx="20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1</a:t>
              </a:r>
            </a:p>
          </p:txBody>
        </p:sp>
        <p:sp>
          <p:nvSpPr>
            <p:cNvPr id="51" name="Arc 128">
              <a:extLst>
                <a:ext uri="{FF2B5EF4-FFF2-40B4-BE49-F238E27FC236}">
                  <a16:creationId xmlns:a16="http://schemas.microsoft.com/office/drawing/2014/main" id="{62B68BB3-20AC-4B0F-BBE7-5580407012E9}"/>
                </a:ext>
              </a:extLst>
            </p:cNvPr>
            <p:cNvSpPr>
              <a:spLocks/>
            </p:cNvSpPr>
            <p:nvPr/>
          </p:nvSpPr>
          <p:spPr bwMode="auto">
            <a:xfrm rot="14154867" flipV="1">
              <a:off x="3078" y="3247"/>
              <a:ext cx="360" cy="370"/>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Arc 129">
              <a:extLst>
                <a:ext uri="{FF2B5EF4-FFF2-40B4-BE49-F238E27FC236}">
                  <a16:creationId xmlns:a16="http://schemas.microsoft.com/office/drawing/2014/main" id="{63AD6387-E158-4BB6-B60B-B3234D2B9138}"/>
                </a:ext>
              </a:extLst>
            </p:cNvPr>
            <p:cNvSpPr>
              <a:spLocks/>
            </p:cNvSpPr>
            <p:nvPr/>
          </p:nvSpPr>
          <p:spPr bwMode="auto">
            <a:xfrm rot="8094814" flipH="1" flipV="1">
              <a:off x="4518" y="3279"/>
              <a:ext cx="360" cy="370"/>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Arc 132">
              <a:extLst>
                <a:ext uri="{FF2B5EF4-FFF2-40B4-BE49-F238E27FC236}">
                  <a16:creationId xmlns:a16="http://schemas.microsoft.com/office/drawing/2014/main" id="{D4151E92-E5FC-4667-9CFF-19FCB55744C5}"/>
                </a:ext>
              </a:extLst>
            </p:cNvPr>
            <p:cNvSpPr>
              <a:spLocks/>
            </p:cNvSpPr>
            <p:nvPr/>
          </p:nvSpPr>
          <p:spPr bwMode="auto">
            <a:xfrm rot="-2056892">
              <a:off x="3530" y="3002"/>
              <a:ext cx="898" cy="6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Arc 134">
              <a:extLst>
                <a:ext uri="{FF2B5EF4-FFF2-40B4-BE49-F238E27FC236}">
                  <a16:creationId xmlns:a16="http://schemas.microsoft.com/office/drawing/2014/main" id="{E37E6F6A-6102-4F33-B02E-EB94F963A05F}"/>
                </a:ext>
              </a:extLst>
            </p:cNvPr>
            <p:cNvSpPr>
              <a:spLocks/>
            </p:cNvSpPr>
            <p:nvPr/>
          </p:nvSpPr>
          <p:spPr bwMode="auto">
            <a:xfrm rot="-2113283" flipH="1" flipV="1">
              <a:off x="3529" y="3272"/>
              <a:ext cx="899" cy="64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Text Box 137">
              <a:extLst>
                <a:ext uri="{FF2B5EF4-FFF2-40B4-BE49-F238E27FC236}">
                  <a16:creationId xmlns:a16="http://schemas.microsoft.com/office/drawing/2014/main" id="{262DAF0D-2797-45F7-B0BD-403CCDED9DC9}"/>
                </a:ext>
              </a:extLst>
            </p:cNvPr>
            <p:cNvSpPr txBox="1">
              <a:spLocks noChangeArrowheads="1"/>
            </p:cNvSpPr>
            <p:nvPr/>
          </p:nvSpPr>
          <p:spPr bwMode="auto">
            <a:xfrm>
              <a:off x="2663" y="3325"/>
              <a:ext cx="5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D=0</a:t>
              </a:r>
            </a:p>
          </p:txBody>
        </p:sp>
        <p:sp>
          <p:nvSpPr>
            <p:cNvPr id="56" name="Text Box 138">
              <a:extLst>
                <a:ext uri="{FF2B5EF4-FFF2-40B4-BE49-F238E27FC236}">
                  <a16:creationId xmlns:a16="http://schemas.microsoft.com/office/drawing/2014/main" id="{4B52DDEB-3B72-45EA-B1A2-2F2B7848FE19}"/>
                </a:ext>
              </a:extLst>
            </p:cNvPr>
            <p:cNvSpPr txBox="1">
              <a:spLocks noChangeArrowheads="1"/>
            </p:cNvSpPr>
            <p:nvPr/>
          </p:nvSpPr>
          <p:spPr bwMode="auto">
            <a:xfrm>
              <a:off x="3826" y="3738"/>
              <a:ext cx="5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D=0</a:t>
              </a:r>
            </a:p>
          </p:txBody>
        </p:sp>
        <p:sp>
          <p:nvSpPr>
            <p:cNvPr id="57" name="Text Box 139">
              <a:extLst>
                <a:ext uri="{FF2B5EF4-FFF2-40B4-BE49-F238E27FC236}">
                  <a16:creationId xmlns:a16="http://schemas.microsoft.com/office/drawing/2014/main" id="{37B0115A-F042-48F2-B3A7-F334A9E9B100}"/>
                </a:ext>
              </a:extLst>
            </p:cNvPr>
            <p:cNvSpPr txBox="1">
              <a:spLocks noChangeArrowheads="1"/>
            </p:cNvSpPr>
            <p:nvPr/>
          </p:nvSpPr>
          <p:spPr bwMode="auto">
            <a:xfrm>
              <a:off x="3728" y="2869"/>
              <a:ext cx="5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D=1</a:t>
              </a:r>
            </a:p>
          </p:txBody>
        </p:sp>
        <p:sp>
          <p:nvSpPr>
            <p:cNvPr id="58" name="Text Box 140">
              <a:extLst>
                <a:ext uri="{FF2B5EF4-FFF2-40B4-BE49-F238E27FC236}">
                  <a16:creationId xmlns:a16="http://schemas.microsoft.com/office/drawing/2014/main" id="{B4CAD2B1-72A3-4EE3-9EC7-BB8D29E7B910}"/>
                </a:ext>
              </a:extLst>
            </p:cNvPr>
            <p:cNvSpPr txBox="1">
              <a:spLocks noChangeArrowheads="1"/>
            </p:cNvSpPr>
            <p:nvPr/>
          </p:nvSpPr>
          <p:spPr bwMode="auto">
            <a:xfrm>
              <a:off x="4857" y="3325"/>
              <a:ext cx="5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D=1</a:t>
              </a:r>
            </a:p>
          </p:txBody>
        </p:sp>
      </p:grpSp>
      <p:grpSp>
        <p:nvGrpSpPr>
          <p:cNvPr id="59" name="Group 150">
            <a:extLst>
              <a:ext uri="{FF2B5EF4-FFF2-40B4-BE49-F238E27FC236}">
                <a16:creationId xmlns:a16="http://schemas.microsoft.com/office/drawing/2014/main" id="{940AE1C3-9E7F-42F6-95C0-037104C80962}"/>
              </a:ext>
            </a:extLst>
          </p:cNvPr>
          <p:cNvGrpSpPr>
            <a:grpSpLocks/>
          </p:cNvGrpSpPr>
          <p:nvPr/>
        </p:nvGrpSpPr>
        <p:grpSpPr bwMode="auto">
          <a:xfrm>
            <a:off x="237490" y="980440"/>
            <a:ext cx="3943350" cy="3416301"/>
            <a:chOff x="92" y="656"/>
            <a:chExt cx="2484" cy="2152"/>
          </a:xfrm>
        </p:grpSpPr>
        <p:grpSp>
          <p:nvGrpSpPr>
            <p:cNvPr id="60" name="Group 117">
              <a:extLst>
                <a:ext uri="{FF2B5EF4-FFF2-40B4-BE49-F238E27FC236}">
                  <a16:creationId xmlns:a16="http://schemas.microsoft.com/office/drawing/2014/main" id="{0AFA0B0F-497F-42C3-A374-774F841259BE}"/>
                </a:ext>
              </a:extLst>
            </p:cNvPr>
            <p:cNvGrpSpPr>
              <a:grpSpLocks/>
            </p:cNvGrpSpPr>
            <p:nvPr/>
          </p:nvGrpSpPr>
          <p:grpSpPr bwMode="auto">
            <a:xfrm>
              <a:off x="92" y="656"/>
              <a:ext cx="2484" cy="2152"/>
              <a:chOff x="92" y="656"/>
              <a:chExt cx="2484" cy="2152"/>
            </a:xfrm>
          </p:grpSpPr>
          <p:sp>
            <p:nvSpPr>
              <p:cNvPr id="65" name="Line 5">
                <a:extLst>
                  <a:ext uri="{FF2B5EF4-FFF2-40B4-BE49-F238E27FC236}">
                    <a16:creationId xmlns:a16="http://schemas.microsoft.com/office/drawing/2014/main" id="{10B288B2-C674-448E-968F-644C593CEC3F}"/>
                  </a:ext>
                </a:extLst>
              </p:cNvPr>
              <p:cNvSpPr>
                <a:spLocks noChangeShapeType="1"/>
              </p:cNvSpPr>
              <p:nvPr/>
            </p:nvSpPr>
            <p:spPr bwMode="auto">
              <a:xfrm>
                <a:off x="779" y="2059"/>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Rectangle 6">
                <a:extLst>
                  <a:ext uri="{FF2B5EF4-FFF2-40B4-BE49-F238E27FC236}">
                    <a16:creationId xmlns:a16="http://schemas.microsoft.com/office/drawing/2014/main" id="{4226EFF2-6C3F-4C8F-9761-66D92B548434}"/>
                  </a:ext>
                </a:extLst>
              </p:cNvPr>
              <p:cNvSpPr>
                <a:spLocks noChangeArrowheads="1"/>
              </p:cNvSpPr>
              <p:nvPr/>
            </p:nvSpPr>
            <p:spPr bwMode="auto">
              <a:xfrm>
                <a:off x="1547" y="109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9">
                <a:extLst>
                  <a:ext uri="{FF2B5EF4-FFF2-40B4-BE49-F238E27FC236}">
                    <a16:creationId xmlns:a16="http://schemas.microsoft.com/office/drawing/2014/main" id="{947BD6CD-7D55-4DBC-91A9-AB893A31A7FD}"/>
                  </a:ext>
                </a:extLst>
              </p:cNvPr>
              <p:cNvSpPr>
                <a:spLocks noChangeShapeType="1"/>
              </p:cNvSpPr>
              <p:nvPr/>
            </p:nvSpPr>
            <p:spPr bwMode="auto">
              <a:xfrm>
                <a:off x="1786" y="789"/>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Line 10">
                <a:extLst>
                  <a:ext uri="{FF2B5EF4-FFF2-40B4-BE49-F238E27FC236}">
                    <a16:creationId xmlns:a16="http://schemas.microsoft.com/office/drawing/2014/main" id="{FD10CBDA-DA85-4492-93DD-3ADF808B67FC}"/>
                  </a:ext>
                </a:extLst>
              </p:cNvPr>
              <p:cNvSpPr>
                <a:spLocks noChangeShapeType="1"/>
              </p:cNvSpPr>
              <p:nvPr/>
            </p:nvSpPr>
            <p:spPr bwMode="auto">
              <a:xfrm>
                <a:off x="1931" y="2059"/>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Line 11">
                <a:extLst>
                  <a:ext uri="{FF2B5EF4-FFF2-40B4-BE49-F238E27FC236}">
                    <a16:creationId xmlns:a16="http://schemas.microsoft.com/office/drawing/2014/main" id="{4184BDCE-7CDA-4411-A5C3-083DD7AC4290}"/>
                  </a:ext>
                </a:extLst>
              </p:cNvPr>
              <p:cNvSpPr>
                <a:spLocks noChangeShapeType="1"/>
              </p:cNvSpPr>
              <p:nvPr/>
            </p:nvSpPr>
            <p:spPr bwMode="auto">
              <a:xfrm>
                <a:off x="1499" y="955"/>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Line 12">
                <a:extLst>
                  <a:ext uri="{FF2B5EF4-FFF2-40B4-BE49-F238E27FC236}">
                    <a16:creationId xmlns:a16="http://schemas.microsoft.com/office/drawing/2014/main" id="{287EF892-17A3-43AA-A544-1C38849F0B7F}"/>
                  </a:ext>
                </a:extLst>
              </p:cNvPr>
              <p:cNvSpPr>
                <a:spLocks noChangeShapeType="1"/>
              </p:cNvSpPr>
              <p:nvPr/>
            </p:nvSpPr>
            <p:spPr bwMode="auto">
              <a:xfrm>
                <a:off x="1211" y="955"/>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Line 13">
                <a:extLst>
                  <a:ext uri="{FF2B5EF4-FFF2-40B4-BE49-F238E27FC236}">
                    <a16:creationId xmlns:a16="http://schemas.microsoft.com/office/drawing/2014/main" id="{4C059392-37F0-4A6A-9E35-DA121EBE2B3F}"/>
                  </a:ext>
                </a:extLst>
              </p:cNvPr>
              <p:cNvSpPr>
                <a:spLocks noChangeShapeType="1"/>
              </p:cNvSpPr>
              <p:nvPr/>
            </p:nvSpPr>
            <p:spPr bwMode="auto">
              <a:xfrm flipH="1">
                <a:off x="1307" y="955"/>
                <a:ext cx="192"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Line 14">
                <a:extLst>
                  <a:ext uri="{FF2B5EF4-FFF2-40B4-BE49-F238E27FC236}">
                    <a16:creationId xmlns:a16="http://schemas.microsoft.com/office/drawing/2014/main" id="{97FA4326-C77F-4150-B558-F90ED1289B5E}"/>
                  </a:ext>
                </a:extLst>
              </p:cNvPr>
              <p:cNvSpPr>
                <a:spLocks noChangeShapeType="1"/>
              </p:cNvSpPr>
              <p:nvPr/>
            </p:nvSpPr>
            <p:spPr bwMode="auto">
              <a:xfrm>
                <a:off x="1403" y="1531"/>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Line 15">
                <a:extLst>
                  <a:ext uri="{FF2B5EF4-FFF2-40B4-BE49-F238E27FC236}">
                    <a16:creationId xmlns:a16="http://schemas.microsoft.com/office/drawing/2014/main" id="{829C5C09-77FF-4001-9741-546D414CC26B}"/>
                  </a:ext>
                </a:extLst>
              </p:cNvPr>
              <p:cNvSpPr>
                <a:spLocks noChangeShapeType="1"/>
              </p:cNvSpPr>
              <p:nvPr/>
            </p:nvSpPr>
            <p:spPr bwMode="auto">
              <a:xfrm>
                <a:off x="1067" y="1531"/>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Line 16">
                <a:extLst>
                  <a:ext uri="{FF2B5EF4-FFF2-40B4-BE49-F238E27FC236}">
                    <a16:creationId xmlns:a16="http://schemas.microsoft.com/office/drawing/2014/main" id="{86D79760-50D0-4A12-A15E-77576D957C51}"/>
                  </a:ext>
                </a:extLst>
              </p:cNvPr>
              <p:cNvSpPr>
                <a:spLocks noChangeShapeType="1"/>
              </p:cNvSpPr>
              <p:nvPr/>
            </p:nvSpPr>
            <p:spPr bwMode="auto">
              <a:xfrm>
                <a:off x="1643" y="1387"/>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Line 17">
                <a:extLst>
                  <a:ext uri="{FF2B5EF4-FFF2-40B4-BE49-F238E27FC236}">
                    <a16:creationId xmlns:a16="http://schemas.microsoft.com/office/drawing/2014/main" id="{41C0F36B-7F74-4070-B3AF-377C9193E061}"/>
                  </a:ext>
                </a:extLst>
              </p:cNvPr>
              <p:cNvSpPr>
                <a:spLocks noChangeShapeType="1"/>
              </p:cNvSpPr>
              <p:nvPr/>
            </p:nvSpPr>
            <p:spPr bwMode="auto">
              <a:xfrm>
                <a:off x="1067" y="1387"/>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Oval 18">
                <a:extLst>
                  <a:ext uri="{FF2B5EF4-FFF2-40B4-BE49-F238E27FC236}">
                    <a16:creationId xmlns:a16="http://schemas.microsoft.com/office/drawing/2014/main" id="{6A2BA96B-1D1F-4E73-80D1-BFD41D83814D}"/>
                  </a:ext>
                </a:extLst>
              </p:cNvPr>
              <p:cNvSpPr>
                <a:spLocks noChangeArrowheads="1"/>
              </p:cNvSpPr>
              <p:nvPr/>
            </p:nvSpPr>
            <p:spPr bwMode="auto">
              <a:xfrm>
                <a:off x="1759" y="930"/>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Rectangle 20">
                <a:extLst>
                  <a:ext uri="{FF2B5EF4-FFF2-40B4-BE49-F238E27FC236}">
                    <a16:creationId xmlns:a16="http://schemas.microsoft.com/office/drawing/2014/main" id="{EB5C7F11-18E9-475E-8166-AD273E3BFE28}"/>
                  </a:ext>
                </a:extLst>
              </p:cNvPr>
              <p:cNvSpPr>
                <a:spLocks noChangeArrowheads="1"/>
              </p:cNvSpPr>
              <p:nvPr/>
            </p:nvSpPr>
            <p:spPr bwMode="auto">
              <a:xfrm>
                <a:off x="683" y="1099"/>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8" name="Line 23">
                <a:extLst>
                  <a:ext uri="{FF2B5EF4-FFF2-40B4-BE49-F238E27FC236}">
                    <a16:creationId xmlns:a16="http://schemas.microsoft.com/office/drawing/2014/main" id="{52BE018E-FB55-4CEA-9924-B2436BDF4A64}"/>
                  </a:ext>
                </a:extLst>
              </p:cNvPr>
              <p:cNvSpPr>
                <a:spLocks noChangeShapeType="1"/>
              </p:cNvSpPr>
              <p:nvPr/>
            </p:nvSpPr>
            <p:spPr bwMode="auto">
              <a:xfrm>
                <a:off x="913" y="778"/>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24">
                <a:extLst>
                  <a:ext uri="{FF2B5EF4-FFF2-40B4-BE49-F238E27FC236}">
                    <a16:creationId xmlns:a16="http://schemas.microsoft.com/office/drawing/2014/main" id="{6AFCB5DC-0DCB-47C9-8D22-13514BF567AD}"/>
                  </a:ext>
                </a:extLst>
              </p:cNvPr>
              <p:cNvSpPr>
                <a:spLocks noChangeShapeType="1"/>
              </p:cNvSpPr>
              <p:nvPr/>
            </p:nvSpPr>
            <p:spPr bwMode="auto">
              <a:xfrm>
                <a:off x="923" y="955"/>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0" name="Oval 25">
                <a:extLst>
                  <a:ext uri="{FF2B5EF4-FFF2-40B4-BE49-F238E27FC236}">
                    <a16:creationId xmlns:a16="http://schemas.microsoft.com/office/drawing/2014/main" id="{1674FBC2-C251-44D4-A840-8714D2E414E2}"/>
                  </a:ext>
                </a:extLst>
              </p:cNvPr>
              <p:cNvSpPr>
                <a:spLocks noChangeArrowheads="1"/>
              </p:cNvSpPr>
              <p:nvPr/>
            </p:nvSpPr>
            <p:spPr bwMode="auto">
              <a:xfrm>
                <a:off x="890" y="93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Text Box 28">
                <a:extLst>
                  <a:ext uri="{FF2B5EF4-FFF2-40B4-BE49-F238E27FC236}">
                    <a16:creationId xmlns:a16="http://schemas.microsoft.com/office/drawing/2014/main" id="{40801751-BF70-4D0D-AF7B-08276BC4D908}"/>
                  </a:ext>
                </a:extLst>
              </p:cNvPr>
              <p:cNvSpPr txBox="1">
                <a:spLocks noChangeArrowheads="1"/>
              </p:cNvSpPr>
              <p:nvPr/>
            </p:nvSpPr>
            <p:spPr bwMode="auto">
              <a:xfrm>
                <a:off x="635" y="667"/>
                <a:ext cx="3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82" name="Rectangle 29">
                <a:extLst>
                  <a:ext uri="{FF2B5EF4-FFF2-40B4-BE49-F238E27FC236}">
                    <a16:creationId xmlns:a16="http://schemas.microsoft.com/office/drawing/2014/main" id="{0F3D8C11-9B31-4879-9E8C-B178B150B9E5}"/>
                  </a:ext>
                </a:extLst>
              </p:cNvPr>
              <p:cNvSpPr>
                <a:spLocks noChangeArrowheads="1"/>
              </p:cNvSpPr>
              <p:nvPr/>
            </p:nvSpPr>
            <p:spPr bwMode="auto">
              <a:xfrm>
                <a:off x="1788" y="656"/>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Q</a:t>
                </a:r>
              </a:p>
            </p:txBody>
          </p:sp>
          <p:sp>
            <p:nvSpPr>
              <p:cNvPr id="83" name="Line 30">
                <a:extLst>
                  <a:ext uri="{FF2B5EF4-FFF2-40B4-BE49-F238E27FC236}">
                    <a16:creationId xmlns:a16="http://schemas.microsoft.com/office/drawing/2014/main" id="{48A0604B-F37A-489E-B37A-6486F7FDE19E}"/>
                  </a:ext>
                </a:extLst>
              </p:cNvPr>
              <p:cNvSpPr>
                <a:spLocks noChangeShapeType="1"/>
              </p:cNvSpPr>
              <p:nvPr/>
            </p:nvSpPr>
            <p:spPr bwMode="auto">
              <a:xfrm>
                <a:off x="1855" y="715"/>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4" name="Line 33">
                <a:extLst>
                  <a:ext uri="{FF2B5EF4-FFF2-40B4-BE49-F238E27FC236}">
                    <a16:creationId xmlns:a16="http://schemas.microsoft.com/office/drawing/2014/main" id="{64EAC12C-6BFA-45CB-8B1A-AADB66290BB1}"/>
                  </a:ext>
                </a:extLst>
              </p:cNvPr>
              <p:cNvSpPr>
                <a:spLocks noChangeShapeType="1"/>
              </p:cNvSpPr>
              <p:nvPr/>
            </p:nvSpPr>
            <p:spPr bwMode="auto">
              <a:xfrm>
                <a:off x="1067" y="2347"/>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5" name="Oval 34">
                <a:extLst>
                  <a:ext uri="{FF2B5EF4-FFF2-40B4-BE49-F238E27FC236}">
                    <a16:creationId xmlns:a16="http://schemas.microsoft.com/office/drawing/2014/main" id="{794DFFB1-F432-4120-93DA-08E385FDE438}"/>
                  </a:ext>
                </a:extLst>
              </p:cNvPr>
              <p:cNvSpPr>
                <a:spLocks noChangeArrowheads="1"/>
              </p:cNvSpPr>
              <p:nvPr/>
            </p:nvSpPr>
            <p:spPr bwMode="auto">
              <a:xfrm>
                <a:off x="1451" y="2322"/>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 name="Line 37">
                <a:extLst>
                  <a:ext uri="{FF2B5EF4-FFF2-40B4-BE49-F238E27FC236}">
                    <a16:creationId xmlns:a16="http://schemas.microsoft.com/office/drawing/2014/main" id="{CD09F7B1-9863-4B1E-B648-E535239CE900}"/>
                  </a:ext>
                </a:extLst>
              </p:cNvPr>
              <p:cNvSpPr>
                <a:spLocks noChangeShapeType="1"/>
              </p:cNvSpPr>
              <p:nvPr/>
            </p:nvSpPr>
            <p:spPr bwMode="auto">
              <a:xfrm>
                <a:off x="923" y="1387"/>
                <a:ext cx="0" cy="31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7" name="Rectangle 39">
                <a:extLst>
                  <a:ext uri="{FF2B5EF4-FFF2-40B4-BE49-F238E27FC236}">
                    <a16:creationId xmlns:a16="http://schemas.microsoft.com/office/drawing/2014/main" id="{DC7F56E2-7B9E-438A-8351-B89AC853ED6E}"/>
                  </a:ext>
                </a:extLst>
              </p:cNvPr>
              <p:cNvSpPr>
                <a:spLocks noChangeArrowheads="1"/>
              </p:cNvSpPr>
              <p:nvPr/>
            </p:nvSpPr>
            <p:spPr bwMode="auto">
              <a:xfrm>
                <a:off x="683" y="1771"/>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8" name="Line 43">
                <a:extLst>
                  <a:ext uri="{FF2B5EF4-FFF2-40B4-BE49-F238E27FC236}">
                    <a16:creationId xmlns:a16="http://schemas.microsoft.com/office/drawing/2014/main" id="{26021A31-FE45-442D-BEA6-1AB07E65A3AD}"/>
                  </a:ext>
                </a:extLst>
              </p:cNvPr>
              <p:cNvSpPr>
                <a:spLocks noChangeShapeType="1"/>
              </p:cNvSpPr>
              <p:nvPr/>
            </p:nvSpPr>
            <p:spPr bwMode="auto">
              <a:xfrm>
                <a:off x="1787" y="1387"/>
                <a:ext cx="0"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9" name="Rectangle 45">
                <a:extLst>
                  <a:ext uri="{FF2B5EF4-FFF2-40B4-BE49-F238E27FC236}">
                    <a16:creationId xmlns:a16="http://schemas.microsoft.com/office/drawing/2014/main" id="{10B6CCE1-90B4-401C-9837-7D9AE98DFA26}"/>
                  </a:ext>
                </a:extLst>
              </p:cNvPr>
              <p:cNvSpPr>
                <a:spLocks noChangeArrowheads="1"/>
              </p:cNvSpPr>
              <p:nvPr/>
            </p:nvSpPr>
            <p:spPr bwMode="auto">
              <a:xfrm>
                <a:off x="1547" y="1771"/>
                <a:ext cx="480"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0" name="Line 47">
                <a:extLst>
                  <a:ext uri="{FF2B5EF4-FFF2-40B4-BE49-F238E27FC236}">
                    <a16:creationId xmlns:a16="http://schemas.microsoft.com/office/drawing/2014/main" id="{6A7ACE98-C5FB-47CF-A777-5F1D5D71425D}"/>
                  </a:ext>
                </a:extLst>
              </p:cNvPr>
              <p:cNvSpPr>
                <a:spLocks noChangeShapeType="1"/>
              </p:cNvSpPr>
              <p:nvPr/>
            </p:nvSpPr>
            <p:spPr bwMode="auto">
              <a:xfrm>
                <a:off x="1067" y="2059"/>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1" name="Line 48">
                <a:extLst>
                  <a:ext uri="{FF2B5EF4-FFF2-40B4-BE49-F238E27FC236}">
                    <a16:creationId xmlns:a16="http://schemas.microsoft.com/office/drawing/2014/main" id="{E93EE6AB-AE0E-482B-92B0-EBE0D3EEED04}"/>
                  </a:ext>
                </a:extLst>
              </p:cNvPr>
              <p:cNvSpPr>
                <a:spLocks noChangeShapeType="1"/>
              </p:cNvSpPr>
              <p:nvPr/>
            </p:nvSpPr>
            <p:spPr bwMode="auto">
              <a:xfrm>
                <a:off x="1643" y="2059"/>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2" name="Line 49">
                <a:extLst>
                  <a:ext uri="{FF2B5EF4-FFF2-40B4-BE49-F238E27FC236}">
                    <a16:creationId xmlns:a16="http://schemas.microsoft.com/office/drawing/2014/main" id="{4028A77F-27EE-446E-969E-96D69E349D20}"/>
                  </a:ext>
                </a:extLst>
              </p:cNvPr>
              <p:cNvSpPr>
                <a:spLocks noChangeShapeType="1"/>
              </p:cNvSpPr>
              <p:nvPr/>
            </p:nvSpPr>
            <p:spPr bwMode="auto">
              <a:xfrm>
                <a:off x="1476" y="2372"/>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3" name="Rectangle 50">
                <a:extLst>
                  <a:ext uri="{FF2B5EF4-FFF2-40B4-BE49-F238E27FC236}">
                    <a16:creationId xmlns:a16="http://schemas.microsoft.com/office/drawing/2014/main" id="{A4FF0910-EEEF-4BC6-93A5-02DCD566FE3C}"/>
                  </a:ext>
                </a:extLst>
              </p:cNvPr>
              <p:cNvSpPr>
                <a:spLocks noChangeArrowheads="1"/>
              </p:cNvSpPr>
              <p:nvPr/>
            </p:nvSpPr>
            <p:spPr bwMode="auto">
              <a:xfrm>
                <a:off x="1353" y="2478"/>
                <a:ext cx="393"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CP</a:t>
                </a:r>
              </a:p>
            </p:txBody>
          </p:sp>
          <p:sp>
            <p:nvSpPr>
              <p:cNvPr id="94" name="Line 51">
                <a:extLst>
                  <a:ext uri="{FF2B5EF4-FFF2-40B4-BE49-F238E27FC236}">
                    <a16:creationId xmlns:a16="http://schemas.microsoft.com/office/drawing/2014/main" id="{36BF1F64-9118-4E8F-982F-AE60F6AB277F}"/>
                  </a:ext>
                </a:extLst>
              </p:cNvPr>
              <p:cNvSpPr>
                <a:spLocks noChangeShapeType="1"/>
              </p:cNvSpPr>
              <p:nvPr/>
            </p:nvSpPr>
            <p:spPr bwMode="auto">
              <a:xfrm>
                <a:off x="923" y="1627"/>
                <a:ext cx="3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5" name="Line 52">
                <a:extLst>
                  <a:ext uri="{FF2B5EF4-FFF2-40B4-BE49-F238E27FC236}">
                    <a16:creationId xmlns:a16="http://schemas.microsoft.com/office/drawing/2014/main" id="{D450ADD6-BC81-4BC0-9C1A-D2787127950E}"/>
                  </a:ext>
                </a:extLst>
              </p:cNvPr>
              <p:cNvSpPr>
                <a:spLocks noChangeShapeType="1"/>
              </p:cNvSpPr>
              <p:nvPr/>
            </p:nvSpPr>
            <p:spPr bwMode="auto">
              <a:xfrm flipH="1">
                <a:off x="1451" y="2155"/>
                <a:ext cx="1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6" name="Line 53">
                <a:extLst>
                  <a:ext uri="{FF2B5EF4-FFF2-40B4-BE49-F238E27FC236}">
                    <a16:creationId xmlns:a16="http://schemas.microsoft.com/office/drawing/2014/main" id="{72BB1E6D-3C78-4564-9701-66658EBE4AF4}"/>
                  </a:ext>
                </a:extLst>
              </p:cNvPr>
              <p:cNvSpPr>
                <a:spLocks noChangeShapeType="1"/>
              </p:cNvSpPr>
              <p:nvPr/>
            </p:nvSpPr>
            <p:spPr bwMode="auto">
              <a:xfrm>
                <a:off x="1307" y="1627"/>
                <a:ext cx="144"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7" name="Rectangle 54">
                <a:extLst>
                  <a:ext uri="{FF2B5EF4-FFF2-40B4-BE49-F238E27FC236}">
                    <a16:creationId xmlns:a16="http://schemas.microsoft.com/office/drawing/2014/main" id="{3B0C29C2-281E-4B1F-A1F9-C3360B63B77D}"/>
                  </a:ext>
                </a:extLst>
              </p:cNvPr>
              <p:cNvSpPr>
                <a:spLocks noChangeArrowheads="1"/>
              </p:cNvSpPr>
              <p:nvPr/>
            </p:nvSpPr>
            <p:spPr bwMode="auto">
              <a:xfrm>
                <a:off x="678" y="2343"/>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98" name="Oval 55">
                <a:extLst>
                  <a:ext uri="{FF2B5EF4-FFF2-40B4-BE49-F238E27FC236}">
                    <a16:creationId xmlns:a16="http://schemas.microsoft.com/office/drawing/2014/main" id="{F6B567D8-0F32-468A-AC34-BB106787432E}"/>
                  </a:ext>
                </a:extLst>
              </p:cNvPr>
              <p:cNvSpPr>
                <a:spLocks noChangeArrowheads="1"/>
              </p:cNvSpPr>
              <p:nvPr/>
            </p:nvSpPr>
            <p:spPr bwMode="auto">
              <a:xfrm>
                <a:off x="890" y="1604"/>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9" name="Freeform 56">
                <a:extLst>
                  <a:ext uri="{FF2B5EF4-FFF2-40B4-BE49-F238E27FC236}">
                    <a16:creationId xmlns:a16="http://schemas.microsoft.com/office/drawing/2014/main" id="{7CBB2004-80A1-4661-A406-A968F6D07E96}"/>
                  </a:ext>
                </a:extLst>
              </p:cNvPr>
              <p:cNvSpPr>
                <a:spLocks/>
              </p:cNvSpPr>
              <p:nvPr/>
            </p:nvSpPr>
            <p:spPr bwMode="auto">
              <a:xfrm>
                <a:off x="1909" y="1391"/>
                <a:ext cx="326" cy="141"/>
              </a:xfrm>
              <a:custGeom>
                <a:avLst/>
                <a:gdLst>
                  <a:gd name="T0" fmla="*/ 0 w 326"/>
                  <a:gd name="T1" fmla="*/ 0 h 141"/>
                  <a:gd name="T2" fmla="*/ 0 w 326"/>
                  <a:gd name="T3" fmla="*/ 141 h 141"/>
                  <a:gd name="T4" fmla="*/ 326 w 326"/>
                  <a:gd name="T5" fmla="*/ 141 h 141"/>
                  <a:gd name="T6" fmla="*/ 0 60000 65536"/>
                  <a:gd name="T7" fmla="*/ 0 60000 65536"/>
                  <a:gd name="T8" fmla="*/ 0 60000 65536"/>
                </a:gdLst>
                <a:ahLst/>
                <a:cxnLst>
                  <a:cxn ang="T6">
                    <a:pos x="T0" y="T1"/>
                  </a:cxn>
                  <a:cxn ang="T7">
                    <a:pos x="T2" y="T3"/>
                  </a:cxn>
                  <a:cxn ang="T8">
                    <a:pos x="T4" y="T5"/>
                  </a:cxn>
                </a:cxnLst>
                <a:rect l="0" t="0" r="r" b="b"/>
                <a:pathLst>
                  <a:path w="326" h="141">
                    <a:moveTo>
                      <a:pt x="0" y="0"/>
                    </a:moveTo>
                    <a:lnTo>
                      <a:pt x="0" y="141"/>
                    </a:lnTo>
                    <a:lnTo>
                      <a:pt x="326" y="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0" name="Freeform 57">
                <a:extLst>
                  <a:ext uri="{FF2B5EF4-FFF2-40B4-BE49-F238E27FC236}">
                    <a16:creationId xmlns:a16="http://schemas.microsoft.com/office/drawing/2014/main" id="{93348295-F1A0-451A-AC50-E5C7AE124DB8}"/>
                  </a:ext>
                </a:extLst>
              </p:cNvPr>
              <p:cNvSpPr>
                <a:spLocks/>
              </p:cNvSpPr>
              <p:nvPr/>
            </p:nvSpPr>
            <p:spPr bwMode="auto">
              <a:xfrm>
                <a:off x="399" y="1391"/>
                <a:ext cx="369" cy="119"/>
              </a:xfrm>
              <a:custGeom>
                <a:avLst/>
                <a:gdLst>
                  <a:gd name="T0" fmla="*/ 369 w 369"/>
                  <a:gd name="T1" fmla="*/ 0 h 119"/>
                  <a:gd name="T2" fmla="*/ 369 w 369"/>
                  <a:gd name="T3" fmla="*/ 119 h 119"/>
                  <a:gd name="T4" fmla="*/ 0 w 369"/>
                  <a:gd name="T5" fmla="*/ 119 h 119"/>
                  <a:gd name="T6" fmla="*/ 0 60000 65536"/>
                  <a:gd name="T7" fmla="*/ 0 60000 65536"/>
                  <a:gd name="T8" fmla="*/ 0 60000 65536"/>
                </a:gdLst>
                <a:ahLst/>
                <a:cxnLst>
                  <a:cxn ang="T6">
                    <a:pos x="T0" y="T1"/>
                  </a:cxn>
                  <a:cxn ang="T7">
                    <a:pos x="T2" y="T3"/>
                  </a:cxn>
                  <a:cxn ang="T8">
                    <a:pos x="T4" y="T5"/>
                  </a:cxn>
                </a:cxnLst>
                <a:rect l="0" t="0" r="r" b="b"/>
                <a:pathLst>
                  <a:path w="369" h="119">
                    <a:moveTo>
                      <a:pt x="369" y="0"/>
                    </a:moveTo>
                    <a:lnTo>
                      <a:pt x="369" y="119"/>
                    </a:lnTo>
                    <a:lnTo>
                      <a:pt x="0" y="11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01" name="Group 65">
                <a:extLst>
                  <a:ext uri="{FF2B5EF4-FFF2-40B4-BE49-F238E27FC236}">
                    <a16:creationId xmlns:a16="http://schemas.microsoft.com/office/drawing/2014/main" id="{B5EBFFEE-B7B3-43CF-9E12-5874E00F523B}"/>
                  </a:ext>
                </a:extLst>
              </p:cNvPr>
              <p:cNvGrpSpPr>
                <a:grpSpLocks/>
              </p:cNvGrpSpPr>
              <p:nvPr/>
            </p:nvGrpSpPr>
            <p:grpSpPr bwMode="auto">
              <a:xfrm>
                <a:off x="2188" y="1385"/>
                <a:ext cx="388" cy="327"/>
                <a:chOff x="2964" y="1820"/>
                <a:chExt cx="388" cy="327"/>
              </a:xfrm>
            </p:grpSpPr>
            <p:sp>
              <p:nvSpPr>
                <p:cNvPr id="108" name="Rectangle 62">
                  <a:extLst>
                    <a:ext uri="{FF2B5EF4-FFF2-40B4-BE49-F238E27FC236}">
                      <a16:creationId xmlns:a16="http://schemas.microsoft.com/office/drawing/2014/main" id="{F7D835D1-73DD-4CEC-9B66-B05F08C7ECAC}"/>
                    </a:ext>
                  </a:extLst>
                </p:cNvPr>
                <p:cNvSpPr>
                  <a:spLocks noChangeArrowheads="1"/>
                </p:cNvSpPr>
                <p:nvPr/>
              </p:nvSpPr>
              <p:spPr bwMode="auto">
                <a:xfrm>
                  <a:off x="2964" y="1820"/>
                  <a:ext cx="38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109" name="Line 63">
                  <a:extLst>
                    <a:ext uri="{FF2B5EF4-FFF2-40B4-BE49-F238E27FC236}">
                      <a16:creationId xmlns:a16="http://schemas.microsoft.com/office/drawing/2014/main" id="{5774A839-E394-408B-B85D-6D2B12149818}"/>
                    </a:ext>
                  </a:extLst>
                </p:cNvPr>
                <p:cNvSpPr>
                  <a:spLocks noChangeShapeType="1"/>
                </p:cNvSpPr>
                <p:nvPr/>
              </p:nvSpPr>
              <p:spPr bwMode="auto">
                <a:xfrm>
                  <a:off x="3021" y="18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02" name="Rectangle 64">
                <a:extLst>
                  <a:ext uri="{FF2B5EF4-FFF2-40B4-BE49-F238E27FC236}">
                    <a16:creationId xmlns:a16="http://schemas.microsoft.com/office/drawing/2014/main" id="{E1F25738-FCD5-403E-BBDE-2F5A14CC76A1}"/>
                  </a:ext>
                </a:extLst>
              </p:cNvPr>
              <p:cNvSpPr>
                <a:spLocks noChangeArrowheads="1"/>
              </p:cNvSpPr>
              <p:nvPr/>
            </p:nvSpPr>
            <p:spPr bwMode="auto">
              <a:xfrm>
                <a:off x="92" y="1364"/>
                <a:ext cx="3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D</a:t>
                </a:r>
              </a:p>
            </p:txBody>
          </p:sp>
          <p:sp>
            <p:nvSpPr>
              <p:cNvPr id="103" name="Oval 66">
                <a:extLst>
                  <a:ext uri="{FF2B5EF4-FFF2-40B4-BE49-F238E27FC236}">
                    <a16:creationId xmlns:a16="http://schemas.microsoft.com/office/drawing/2014/main" id="{A6D3CCEE-9730-4807-912C-35654F5BB93B}"/>
                  </a:ext>
                </a:extLst>
              </p:cNvPr>
              <p:cNvSpPr>
                <a:spLocks noChangeArrowheads="1"/>
              </p:cNvSpPr>
              <p:nvPr/>
            </p:nvSpPr>
            <p:spPr bwMode="auto">
              <a:xfrm>
                <a:off x="1736" y="1674"/>
                <a:ext cx="86" cy="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4" name="Oval 67">
                <a:extLst>
                  <a:ext uri="{FF2B5EF4-FFF2-40B4-BE49-F238E27FC236}">
                    <a16:creationId xmlns:a16="http://schemas.microsoft.com/office/drawing/2014/main" id="{89B0E198-75AD-4425-BC7B-7AC949AF5E5D}"/>
                  </a:ext>
                </a:extLst>
              </p:cNvPr>
              <p:cNvSpPr>
                <a:spLocks noChangeArrowheads="1"/>
              </p:cNvSpPr>
              <p:nvPr/>
            </p:nvSpPr>
            <p:spPr bwMode="auto">
              <a:xfrm>
                <a:off x="867" y="1685"/>
                <a:ext cx="86" cy="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5" name="Oval 68">
                <a:extLst>
                  <a:ext uri="{FF2B5EF4-FFF2-40B4-BE49-F238E27FC236}">
                    <a16:creationId xmlns:a16="http://schemas.microsoft.com/office/drawing/2014/main" id="{C2491A6F-4421-4857-BFF4-D2DA7D31C14E}"/>
                  </a:ext>
                </a:extLst>
              </p:cNvPr>
              <p:cNvSpPr>
                <a:spLocks noChangeArrowheads="1"/>
              </p:cNvSpPr>
              <p:nvPr/>
            </p:nvSpPr>
            <p:spPr bwMode="auto">
              <a:xfrm>
                <a:off x="1736" y="1011"/>
                <a:ext cx="86" cy="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6" name="Oval 69">
                <a:extLst>
                  <a:ext uri="{FF2B5EF4-FFF2-40B4-BE49-F238E27FC236}">
                    <a16:creationId xmlns:a16="http://schemas.microsoft.com/office/drawing/2014/main" id="{02EEC0BF-3E40-4F1E-9D66-2839EC7AD45E}"/>
                  </a:ext>
                </a:extLst>
              </p:cNvPr>
              <p:cNvSpPr>
                <a:spLocks noChangeArrowheads="1"/>
              </p:cNvSpPr>
              <p:nvPr/>
            </p:nvSpPr>
            <p:spPr bwMode="auto">
              <a:xfrm>
                <a:off x="856" y="1011"/>
                <a:ext cx="86" cy="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7" name="Line 115">
                <a:extLst>
                  <a:ext uri="{FF2B5EF4-FFF2-40B4-BE49-F238E27FC236}">
                    <a16:creationId xmlns:a16="http://schemas.microsoft.com/office/drawing/2014/main" id="{4CF112C6-47F7-42B4-B3ED-970A2C79729D}"/>
                  </a:ext>
                </a:extLst>
              </p:cNvPr>
              <p:cNvSpPr>
                <a:spLocks noChangeShapeType="1"/>
              </p:cNvSpPr>
              <p:nvPr/>
            </p:nvSpPr>
            <p:spPr bwMode="auto">
              <a:xfrm>
                <a:off x="141" y="1413"/>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61" name="Text Box 146">
              <a:extLst>
                <a:ext uri="{FF2B5EF4-FFF2-40B4-BE49-F238E27FC236}">
                  <a16:creationId xmlns:a16="http://schemas.microsoft.com/office/drawing/2014/main" id="{A7BD4623-BB17-4F7C-A299-7CCAA57C6AE0}"/>
                </a:ext>
              </a:extLst>
            </p:cNvPr>
            <p:cNvSpPr txBox="1">
              <a:spLocks noChangeArrowheads="1"/>
            </p:cNvSpPr>
            <p:nvPr/>
          </p:nvSpPr>
          <p:spPr bwMode="auto">
            <a:xfrm>
              <a:off x="684" y="1054"/>
              <a:ext cx="337"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62" name="Text Box 147">
              <a:extLst>
                <a:ext uri="{FF2B5EF4-FFF2-40B4-BE49-F238E27FC236}">
                  <a16:creationId xmlns:a16="http://schemas.microsoft.com/office/drawing/2014/main" id="{B0BFA2BB-32D5-46DC-BD38-5F7FD0ADC66E}"/>
                </a:ext>
              </a:extLst>
            </p:cNvPr>
            <p:cNvSpPr txBox="1">
              <a:spLocks noChangeArrowheads="1"/>
            </p:cNvSpPr>
            <p:nvPr/>
          </p:nvSpPr>
          <p:spPr bwMode="auto">
            <a:xfrm>
              <a:off x="1543" y="1087"/>
              <a:ext cx="337"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63" name="Text Box 148">
              <a:extLst>
                <a:ext uri="{FF2B5EF4-FFF2-40B4-BE49-F238E27FC236}">
                  <a16:creationId xmlns:a16="http://schemas.microsoft.com/office/drawing/2014/main" id="{89799AC7-19BD-4D7F-AAC6-A3C659180670}"/>
                </a:ext>
              </a:extLst>
            </p:cNvPr>
            <p:cNvSpPr txBox="1">
              <a:spLocks noChangeArrowheads="1"/>
            </p:cNvSpPr>
            <p:nvPr/>
          </p:nvSpPr>
          <p:spPr bwMode="auto">
            <a:xfrm>
              <a:off x="1532" y="1728"/>
              <a:ext cx="337"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sp>
          <p:nvSpPr>
            <p:cNvPr id="64" name="Text Box 149">
              <a:extLst>
                <a:ext uri="{FF2B5EF4-FFF2-40B4-BE49-F238E27FC236}">
                  <a16:creationId xmlns:a16="http://schemas.microsoft.com/office/drawing/2014/main" id="{35D52EBC-6354-4976-9B1E-77885B6DC8DF}"/>
                </a:ext>
              </a:extLst>
            </p:cNvPr>
            <p:cNvSpPr txBox="1">
              <a:spLocks noChangeArrowheads="1"/>
            </p:cNvSpPr>
            <p:nvPr/>
          </p:nvSpPr>
          <p:spPr bwMode="auto">
            <a:xfrm>
              <a:off x="652" y="1750"/>
              <a:ext cx="337"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ysClr val="windowText" lastClr="000000"/>
                  </a:solidFill>
                  <a:effectLst/>
                  <a:uLnTx/>
                  <a:uFillTx/>
                  <a:latin typeface="Times New Roman" panose="02020603050405020304" pitchFamily="18" charset="0"/>
                  <a:ea typeface="宋体" panose="02010600030101010101" pitchFamily="2" charset="-122"/>
                  <a:cs typeface="+mn-cs"/>
                </a:rPr>
                <a:t>&amp;</a:t>
              </a:r>
            </a:p>
          </p:txBody>
        </p:sp>
      </p:grpSp>
      <p:sp>
        <p:nvSpPr>
          <p:cNvPr id="110" name="TextBox 109"/>
          <p:cNvSpPr txBox="1"/>
          <p:nvPr/>
        </p:nvSpPr>
        <p:spPr>
          <a:xfrm>
            <a:off x="579120" y="228600"/>
            <a:ext cx="3319210" cy="523220"/>
          </a:xfrm>
          <a:prstGeom prst="rect">
            <a:avLst/>
          </a:prstGeom>
          <a:noFill/>
        </p:spPr>
        <p:txBody>
          <a:bodyPr wrap="square" rtlCol="0">
            <a:spAutoFit/>
          </a:bodyPr>
          <a:lstStyle/>
          <a:p>
            <a:r>
              <a:rPr lang="zh-CN" altLang="en-US" dirty="0">
                <a:solidFill>
                  <a:schemeClr val="tx1"/>
                </a:solidFill>
                <a:latin typeface="+mn-lt"/>
                <a:ea typeface="黑体" pitchFamily="49" charset="-122"/>
              </a:rPr>
              <a:t>电位触发</a:t>
            </a:r>
            <a:r>
              <a:rPr lang="en-US" altLang="zh-CN" dirty="0">
                <a:solidFill>
                  <a:schemeClr val="tx1"/>
                </a:solidFill>
                <a:latin typeface="+mn-lt"/>
                <a:ea typeface="黑体" pitchFamily="49" charset="-122"/>
              </a:rPr>
              <a:t>D</a:t>
            </a:r>
            <a:r>
              <a:rPr lang="zh-CN" altLang="en-US" dirty="0">
                <a:solidFill>
                  <a:schemeClr val="tx1"/>
                </a:solidFill>
                <a:latin typeface="+mn-lt"/>
                <a:ea typeface="黑体" pitchFamily="49" charset="-122"/>
              </a:rPr>
              <a:t>触发器</a:t>
            </a:r>
            <a:endParaRPr lang="zh-CN" altLang="en-US" dirty="0">
              <a:latin typeface="+mn-lt"/>
            </a:endParaRPr>
          </a:p>
        </p:txBody>
      </p:sp>
      <p:sp>
        <p:nvSpPr>
          <p:cNvPr id="111" name="TextBox 110"/>
          <p:cNvSpPr txBox="1"/>
          <p:nvPr/>
        </p:nvSpPr>
        <p:spPr>
          <a:xfrm>
            <a:off x="4465320" y="441960"/>
            <a:ext cx="1889760" cy="523220"/>
          </a:xfrm>
          <a:prstGeom prst="rect">
            <a:avLst/>
          </a:prstGeom>
          <a:noFill/>
        </p:spPr>
        <p:txBody>
          <a:bodyPr wrap="square" rtlCol="0">
            <a:spAutoFit/>
          </a:bodyPr>
          <a:lstStyle/>
          <a:p>
            <a:r>
              <a:rPr lang="zh-CN" altLang="en-US" dirty="0">
                <a:solidFill>
                  <a:schemeClr val="tx1"/>
                </a:solidFill>
                <a:latin typeface="黑体" pitchFamily="49" charset="-122"/>
                <a:ea typeface="黑体" pitchFamily="49" charset="-122"/>
              </a:rPr>
              <a:t>逻辑符号</a:t>
            </a:r>
          </a:p>
        </p:txBody>
      </p:sp>
      <p:sp>
        <p:nvSpPr>
          <p:cNvPr id="112" name="TextBox 111"/>
          <p:cNvSpPr txBox="1"/>
          <p:nvPr/>
        </p:nvSpPr>
        <p:spPr>
          <a:xfrm>
            <a:off x="426720" y="4297680"/>
            <a:ext cx="2941320" cy="523220"/>
          </a:xfrm>
          <a:prstGeom prst="rect">
            <a:avLst/>
          </a:prstGeom>
          <a:noFill/>
        </p:spPr>
        <p:txBody>
          <a:bodyPr wrap="square" rtlCol="0">
            <a:spAutoFit/>
          </a:bodyPr>
          <a:lstStyle/>
          <a:p>
            <a:r>
              <a:rPr lang="zh-CN" altLang="en-US" dirty="0">
                <a:solidFill>
                  <a:schemeClr val="tx1"/>
                </a:solidFill>
                <a:latin typeface="+mn-lt"/>
                <a:ea typeface="黑体" pitchFamily="49" charset="-122"/>
              </a:rPr>
              <a:t>功能表（</a:t>
            </a:r>
            <a:r>
              <a:rPr lang="en-US" altLang="zh-CN" dirty="0">
                <a:solidFill>
                  <a:schemeClr val="tx1"/>
                </a:solidFill>
                <a:latin typeface="+mn-lt"/>
                <a:ea typeface="黑体" pitchFamily="49" charset="-122"/>
              </a:rPr>
              <a:t>CP=1</a:t>
            </a:r>
            <a:r>
              <a:rPr lang="zh-CN" altLang="en-US" dirty="0">
                <a:solidFill>
                  <a:schemeClr val="tx1"/>
                </a:solidFill>
                <a:latin typeface="+mn-lt"/>
                <a:ea typeface="黑体" pitchFamily="49" charset="-122"/>
              </a:rPr>
              <a:t>）</a:t>
            </a:r>
          </a:p>
        </p:txBody>
      </p:sp>
      <p:sp>
        <p:nvSpPr>
          <p:cNvPr id="113" name="TextBox 112"/>
          <p:cNvSpPr txBox="1"/>
          <p:nvPr/>
        </p:nvSpPr>
        <p:spPr>
          <a:xfrm>
            <a:off x="4556760" y="2697480"/>
            <a:ext cx="1889760" cy="523220"/>
          </a:xfrm>
          <a:prstGeom prst="rect">
            <a:avLst/>
          </a:prstGeom>
          <a:noFill/>
        </p:spPr>
        <p:txBody>
          <a:bodyPr wrap="square" rtlCol="0">
            <a:spAutoFit/>
          </a:bodyPr>
          <a:lstStyle/>
          <a:p>
            <a:r>
              <a:rPr lang="zh-CN" altLang="en-US" dirty="0">
                <a:solidFill>
                  <a:schemeClr val="tx1"/>
                </a:solidFill>
                <a:latin typeface="黑体" pitchFamily="49" charset="-122"/>
                <a:ea typeface="黑体" pitchFamily="49" charset="-122"/>
              </a:rPr>
              <a:t>特征方程</a:t>
            </a:r>
          </a:p>
        </p:txBody>
      </p:sp>
      <p:sp>
        <p:nvSpPr>
          <p:cNvPr id="114" name="TextBox 113"/>
          <p:cNvSpPr txBox="1"/>
          <p:nvPr/>
        </p:nvSpPr>
        <p:spPr>
          <a:xfrm>
            <a:off x="4526280" y="4114800"/>
            <a:ext cx="2362200" cy="523220"/>
          </a:xfrm>
          <a:prstGeom prst="rect">
            <a:avLst/>
          </a:prstGeom>
          <a:noFill/>
        </p:spPr>
        <p:txBody>
          <a:bodyPr wrap="square" rtlCol="0">
            <a:spAutoFit/>
          </a:bodyPr>
          <a:lstStyle/>
          <a:p>
            <a:r>
              <a:rPr lang="zh-CN" altLang="en-US" dirty="0">
                <a:solidFill>
                  <a:schemeClr val="tx1"/>
                </a:solidFill>
                <a:latin typeface="黑体" pitchFamily="49" charset="-122"/>
                <a:ea typeface="黑体" pitchFamily="49" charset="-122"/>
              </a:rPr>
              <a:t>状态转换图</a:t>
            </a:r>
          </a:p>
        </p:txBody>
      </p:sp>
      <p:sp>
        <p:nvSpPr>
          <p:cNvPr id="115" name="灯片编号占位符 112"/>
          <p:cNvSpPr txBox="1">
            <a:spLocks/>
          </p:cNvSpPr>
          <p:nvPr/>
        </p:nvSpPr>
        <p:spPr>
          <a:xfrm>
            <a:off x="6644640" y="6187440"/>
            <a:ext cx="1905000" cy="4572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7BF59E8-3B5B-4FD1-ABC6-5D0A35914F4F}" type="slidenum">
              <a:rPr kumimoji="1" lang="en-US" altLang="zh-CN" sz="2800" b="1" i="0" u="none" strike="noStrike" kern="1200" cap="none" spc="0" normalizeH="0" baseline="0" noProof="0" smtClean="0">
                <a:ln>
                  <a:noFill/>
                </a:ln>
                <a:solidFill>
                  <a:schemeClr val="bg1"/>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15</a:t>
            </a:fld>
            <a:endParaRPr kumimoji="1" lang="en-US" altLang="zh-CN" sz="2800" b="1" i="0" u="none" strike="noStrike" kern="1200" cap="none" spc="0" normalizeH="0" baseline="0" noProof="0">
              <a:ln>
                <a:noFill/>
              </a:ln>
              <a:solidFill>
                <a:schemeClr val="bg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up)">
                                      <p:cBhvr>
                                        <p:cTn id="11" dur="500"/>
                                        <p:tgtEl>
                                          <p:spTgt spid="5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ox(in)">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box(i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 calcmode="lin" valueType="num">
                                      <p:cBhvr additive="base">
                                        <p:cTn id="48" dur="500" fill="hold"/>
                                        <p:tgtEl>
                                          <p:spTgt spid="45"/>
                                        </p:tgtEl>
                                        <p:attrNameLst>
                                          <p:attrName>ppt_x</p:attrName>
                                        </p:attrNameLst>
                                      </p:cBhvr>
                                      <p:tavLst>
                                        <p:tav tm="0">
                                          <p:val>
                                            <p:strVal val="1+#ppt_w/2"/>
                                          </p:val>
                                        </p:tav>
                                        <p:tav tm="100000">
                                          <p:val>
                                            <p:strVal val="#ppt_x"/>
                                          </p:val>
                                        </p:tav>
                                      </p:tavLst>
                                    </p:anim>
                                    <p:anim calcmode="lin" valueType="num">
                                      <p:cBhvr additive="base">
                                        <p:cTn id="49"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wipe(left)">
                                      <p:cBhvr>
                                        <p:cTn id="5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2" grpId="0" autoUpdateAnimBg="0"/>
      <p:bldP spid="45" grpId="0" animBg="1" autoUpdateAnimBg="0"/>
      <p:bldP spid="110" grpId="0"/>
      <p:bldP spid="111" grpId="0"/>
      <p:bldP spid="112" grpId="0"/>
      <p:bldP spid="113" grpId="0"/>
      <p:bldP spid="1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7287719" cy="588136"/>
          </a:xfrm>
        </p:spPr>
        <p:txBody>
          <a:bodyPr/>
          <a:lstStyle/>
          <a:p>
            <a:r>
              <a:rPr lang="en-US" altLang="zh-CN" dirty="0">
                <a:latin typeface="黑体" pitchFamily="49" charset="-122"/>
                <a:ea typeface="黑体" panose="02010609060101010101" pitchFamily="49" charset="-122"/>
              </a:rPr>
              <a:t>§ 6.6 </a:t>
            </a:r>
            <a:r>
              <a:rPr lang="zh-CN" altLang="en-US" dirty="0">
                <a:latin typeface="黑体" pitchFamily="49" charset="-122"/>
                <a:ea typeface="黑体" panose="02010609060101010101" pitchFamily="49" charset="-122"/>
              </a:rPr>
              <a:t>同步</a:t>
            </a:r>
            <a:r>
              <a:rPr lang="en-US" altLang="zh-CN" dirty="0">
                <a:latin typeface="黑体" pitchFamily="49" charset="-122"/>
                <a:ea typeface="黑体" panose="02010609060101010101" pitchFamily="49" charset="-122"/>
              </a:rPr>
              <a:t>D</a:t>
            </a:r>
            <a:r>
              <a:rPr lang="zh-CN" altLang="en-US" dirty="0">
                <a:latin typeface="黑体" pitchFamily="49" charset="-122"/>
                <a:ea typeface="黑体" panose="02010609060101010101" pitchFamily="49" charset="-122"/>
              </a:rPr>
              <a:t>触发器（锁存器）</a:t>
            </a:r>
            <a:endParaRPr lang="zh-CN" altLang="en-US" dirty="0"/>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16</a:t>
            </a:fld>
            <a:endParaRPr lang="en-US" altLang="zh-CN" dirty="0"/>
          </a:p>
        </p:txBody>
      </p:sp>
      <p:sp>
        <p:nvSpPr>
          <p:cNvPr id="6" name="Text Box 11">
            <a:extLst>
              <a:ext uri="{FF2B5EF4-FFF2-40B4-BE49-F238E27FC236}">
                <a16:creationId xmlns:a16="http://schemas.microsoft.com/office/drawing/2014/main" id="{ED09E020-C702-40BF-870C-7D7C6DA1E86A}"/>
              </a:ext>
            </a:extLst>
          </p:cNvPr>
          <p:cNvSpPr txBox="1">
            <a:spLocks noChangeArrowheads="1"/>
          </p:cNvSpPr>
          <p:nvPr/>
        </p:nvSpPr>
        <p:spPr bwMode="auto">
          <a:xfrm>
            <a:off x="658813" y="4468813"/>
            <a:ext cx="8243887" cy="1801812"/>
          </a:xfrm>
          <a:prstGeom prst="rect">
            <a:avLst/>
          </a:prstGeom>
          <a:noFill/>
          <a:ln w="57150">
            <a:solidFill>
              <a:srgbClr val="00CC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当</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CP</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1</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时，</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Q</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D; </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也就是</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Q</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接收</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D</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的输入。</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因此</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 CP</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a:t>
            </a:r>
            <a:r>
              <a:rPr kumimoji="0" lang="en-US" altLang="zh-CN"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1“</a:t>
            </a: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电位”一到，触发器就接收数据，叫</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0" i="0" u="none" strike="noStrike" kern="1200" cap="none" spc="0" normalizeH="0" baseline="0" noProof="0" dirty="0">
                <a:ln>
                  <a:solidFill>
                    <a:schemeClr val="tx1"/>
                  </a:solidFill>
                </a:ln>
                <a:solidFill>
                  <a:sysClr val="windowText" lastClr="000000"/>
                </a:solidFill>
                <a:effectLst/>
                <a:uLnTx/>
                <a:uFillTx/>
                <a:ea typeface="黑体" pitchFamily="49" charset="-122"/>
                <a:cs typeface="Times New Roman" pitchFamily="18" charset="0"/>
              </a:rPr>
              <a:t>“电位触发器”，也叫“锁存器”。</a:t>
            </a:r>
          </a:p>
        </p:txBody>
      </p:sp>
      <p:grpSp>
        <p:nvGrpSpPr>
          <p:cNvPr id="7" name="Group 21">
            <a:extLst>
              <a:ext uri="{FF2B5EF4-FFF2-40B4-BE49-F238E27FC236}">
                <a16:creationId xmlns:a16="http://schemas.microsoft.com/office/drawing/2014/main" id="{469F58BD-5DC5-477C-A854-DBEFABD3FD99}"/>
              </a:ext>
            </a:extLst>
          </p:cNvPr>
          <p:cNvGrpSpPr>
            <a:grpSpLocks/>
          </p:cNvGrpSpPr>
          <p:nvPr/>
        </p:nvGrpSpPr>
        <p:grpSpPr bwMode="auto">
          <a:xfrm>
            <a:off x="1673225" y="1708150"/>
            <a:ext cx="5829300" cy="2160588"/>
            <a:chOff x="1054" y="1028"/>
            <a:chExt cx="3672" cy="1361"/>
          </a:xfrm>
        </p:grpSpPr>
        <p:graphicFrame>
          <p:nvGraphicFramePr>
            <p:cNvPr id="8" name="Object 4">
              <a:extLst>
                <a:ext uri="{FF2B5EF4-FFF2-40B4-BE49-F238E27FC236}">
                  <a16:creationId xmlns:a16="http://schemas.microsoft.com/office/drawing/2014/main" id="{AB77ACCD-7357-41D8-9B41-9F3BD8A3F232}"/>
                </a:ext>
              </a:extLst>
            </p:cNvPr>
            <p:cNvGraphicFramePr>
              <a:graphicFrameLocks noChangeAspect="1"/>
            </p:cNvGraphicFramePr>
            <p:nvPr/>
          </p:nvGraphicFramePr>
          <p:xfrm>
            <a:off x="1460" y="1028"/>
            <a:ext cx="3266" cy="1361"/>
          </p:xfrm>
          <a:graphic>
            <a:graphicData uri="http://schemas.openxmlformats.org/presentationml/2006/ole">
              <mc:AlternateContent xmlns:mc="http://schemas.openxmlformats.org/markup-compatibility/2006">
                <mc:Choice xmlns:v="urn:schemas-microsoft-com:vml" Requires="v">
                  <p:oleObj spid="_x0000_s237591" name="位图图像" r:id="rId3" imgW="2752381" imgH="838095" progId="PBrush">
                    <p:embed/>
                  </p:oleObj>
                </mc:Choice>
                <mc:Fallback>
                  <p:oleObj name="位图图像" r:id="rId3" imgW="2752381" imgH="838095" progId="PBrush">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 y="1028"/>
                          <a:ext cx="3266" cy="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5">
              <a:extLst>
                <a:ext uri="{FF2B5EF4-FFF2-40B4-BE49-F238E27FC236}">
                  <a16:creationId xmlns:a16="http://schemas.microsoft.com/office/drawing/2014/main" id="{FA54162F-52A8-4A57-8C8C-9ABBC911F895}"/>
                </a:ext>
              </a:extLst>
            </p:cNvPr>
            <p:cNvSpPr>
              <a:spLocks noChangeArrowheads="1"/>
            </p:cNvSpPr>
            <p:nvPr/>
          </p:nvSpPr>
          <p:spPr bwMode="auto">
            <a:xfrm>
              <a:off x="1054" y="1042"/>
              <a:ext cx="402" cy="1336"/>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Text Box 6">
              <a:extLst>
                <a:ext uri="{FF2B5EF4-FFF2-40B4-BE49-F238E27FC236}">
                  <a16:creationId xmlns:a16="http://schemas.microsoft.com/office/drawing/2014/main" id="{7FDB39D0-EFA5-45B8-98E2-921FF7F46A44}"/>
                </a:ext>
              </a:extLst>
            </p:cNvPr>
            <p:cNvSpPr txBox="1">
              <a:spLocks noChangeArrowheads="1"/>
            </p:cNvSpPr>
            <p:nvPr/>
          </p:nvSpPr>
          <p:spPr bwMode="auto">
            <a:xfrm>
              <a:off x="1087" y="1258"/>
              <a:ext cx="46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a:t>
              </a:r>
            </a:p>
          </p:txBody>
        </p:sp>
        <p:sp>
          <p:nvSpPr>
            <p:cNvPr id="11" name="Text Box 7">
              <a:extLst>
                <a:ext uri="{FF2B5EF4-FFF2-40B4-BE49-F238E27FC236}">
                  <a16:creationId xmlns:a16="http://schemas.microsoft.com/office/drawing/2014/main" id="{FB68534B-4E9B-455F-8C70-2C0A9E9D9E72}"/>
                </a:ext>
              </a:extLst>
            </p:cNvPr>
            <p:cNvSpPr txBox="1">
              <a:spLocks noChangeArrowheads="1"/>
            </p:cNvSpPr>
            <p:nvPr/>
          </p:nvSpPr>
          <p:spPr bwMode="auto">
            <a:xfrm>
              <a:off x="1105" y="1680"/>
              <a:ext cx="33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D</a:t>
              </a:r>
            </a:p>
          </p:txBody>
        </p:sp>
        <p:sp>
          <p:nvSpPr>
            <p:cNvPr id="12" name="Text Box 8">
              <a:extLst>
                <a:ext uri="{FF2B5EF4-FFF2-40B4-BE49-F238E27FC236}">
                  <a16:creationId xmlns:a16="http://schemas.microsoft.com/office/drawing/2014/main" id="{974CB585-F530-443A-AF1A-422C9B856C0F}"/>
                </a:ext>
              </a:extLst>
            </p:cNvPr>
            <p:cNvSpPr txBox="1">
              <a:spLocks noChangeArrowheads="1"/>
            </p:cNvSpPr>
            <p:nvPr/>
          </p:nvSpPr>
          <p:spPr bwMode="auto">
            <a:xfrm>
              <a:off x="1076" y="2029"/>
              <a:ext cx="58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p>
          </p:txBody>
        </p:sp>
        <p:sp>
          <p:nvSpPr>
            <p:cNvPr id="13" name="Rectangle 12">
              <a:extLst>
                <a:ext uri="{FF2B5EF4-FFF2-40B4-BE49-F238E27FC236}">
                  <a16:creationId xmlns:a16="http://schemas.microsoft.com/office/drawing/2014/main" id="{13761C55-7EAB-4249-8655-1B9702F62F2E}"/>
                </a:ext>
              </a:extLst>
            </p:cNvPr>
            <p:cNvSpPr>
              <a:spLocks noChangeArrowheads="1"/>
            </p:cNvSpPr>
            <p:nvPr/>
          </p:nvSpPr>
          <p:spPr bwMode="auto">
            <a:xfrm>
              <a:off x="1468" y="1457"/>
              <a:ext cx="3253"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Rectangle 13">
              <a:extLst>
                <a:ext uri="{FF2B5EF4-FFF2-40B4-BE49-F238E27FC236}">
                  <a16:creationId xmlns:a16="http://schemas.microsoft.com/office/drawing/2014/main" id="{7C63CC71-4A93-41E2-960C-F150A01BE9E9}"/>
                </a:ext>
              </a:extLst>
            </p:cNvPr>
            <p:cNvSpPr>
              <a:spLocks noChangeArrowheads="1"/>
            </p:cNvSpPr>
            <p:nvPr/>
          </p:nvSpPr>
          <p:spPr bwMode="auto">
            <a:xfrm>
              <a:off x="1468" y="1457"/>
              <a:ext cx="3253"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Rectangle 14">
              <a:extLst>
                <a:ext uri="{FF2B5EF4-FFF2-40B4-BE49-F238E27FC236}">
                  <a16:creationId xmlns:a16="http://schemas.microsoft.com/office/drawing/2014/main" id="{91E55C9F-38A4-4D66-B91F-EDF51584F155}"/>
                </a:ext>
              </a:extLst>
            </p:cNvPr>
            <p:cNvSpPr>
              <a:spLocks noChangeArrowheads="1"/>
            </p:cNvSpPr>
            <p:nvPr/>
          </p:nvSpPr>
          <p:spPr bwMode="auto">
            <a:xfrm>
              <a:off x="1467" y="1874"/>
              <a:ext cx="3253"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Rectangle 15">
              <a:extLst>
                <a:ext uri="{FF2B5EF4-FFF2-40B4-BE49-F238E27FC236}">
                  <a16:creationId xmlns:a16="http://schemas.microsoft.com/office/drawing/2014/main" id="{2FA35732-5053-48DC-8B04-2BD128EAA175}"/>
                </a:ext>
              </a:extLst>
            </p:cNvPr>
            <p:cNvSpPr>
              <a:spLocks noChangeArrowheads="1"/>
            </p:cNvSpPr>
            <p:nvPr/>
          </p:nvSpPr>
          <p:spPr bwMode="auto">
            <a:xfrm>
              <a:off x="1466" y="2270"/>
              <a:ext cx="3253" cy="56"/>
            </a:xfrm>
            <a:prstGeom prst="rect">
              <a:avLst/>
            </a:prstGeom>
            <a:solidFill>
              <a:schemeClr val="bg1"/>
            </a:solid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7" name="TextBox 16"/>
          <p:cNvSpPr txBox="1"/>
          <p:nvPr/>
        </p:nvSpPr>
        <p:spPr bwMode="auto">
          <a:xfrm>
            <a:off x="624840" y="1280160"/>
            <a:ext cx="14782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时序图</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7866839" cy="588136"/>
          </a:xfrm>
        </p:spPr>
        <p:txBody>
          <a:bodyPr/>
          <a:lstStyle/>
          <a:p>
            <a:r>
              <a:rPr lang="en-US" altLang="zh-CN" dirty="0">
                <a:latin typeface="黑体" pitchFamily="49" charset="-122"/>
                <a:ea typeface="黑体" panose="02010609060101010101" pitchFamily="49" charset="-122"/>
              </a:rPr>
              <a:t>§ 6.7 </a:t>
            </a:r>
            <a:r>
              <a:rPr lang="zh-CN" altLang="en-US" dirty="0">
                <a:latin typeface="黑体" pitchFamily="49" charset="-122"/>
                <a:ea typeface="黑体" panose="02010609060101010101" pitchFamily="49" charset="-122"/>
              </a:rPr>
              <a:t>不同形式的电位触发器</a:t>
            </a:r>
            <a:endParaRPr lang="zh-CN" altLang="en-US" dirty="0"/>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17</a:t>
            </a:fld>
            <a:endParaRPr lang="en-US" altLang="zh-CN" dirty="0"/>
          </a:p>
        </p:txBody>
      </p:sp>
      <p:sp>
        <p:nvSpPr>
          <p:cNvPr id="7" name="Text Box 53">
            <a:extLst>
              <a:ext uri="{FF2B5EF4-FFF2-40B4-BE49-F238E27FC236}">
                <a16:creationId xmlns:a16="http://schemas.microsoft.com/office/drawing/2014/main" id="{770B3684-593C-4A00-9503-2CA34DC2B994}"/>
              </a:ext>
            </a:extLst>
          </p:cNvPr>
          <p:cNvSpPr txBox="1">
            <a:spLocks noChangeArrowheads="1"/>
          </p:cNvSpPr>
          <p:nvPr/>
        </p:nvSpPr>
        <p:spPr bwMode="auto">
          <a:xfrm>
            <a:off x="482919" y="5794058"/>
            <a:ext cx="3967162"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effectLst/>
                <a:uLnTx/>
                <a:uFillTx/>
                <a:latin typeface="黑体" pitchFamily="49" charset="-122"/>
                <a:ea typeface="黑体" pitchFamily="49" charset="-122"/>
              </a:rPr>
              <a:t>与或非门构成的锁存器</a:t>
            </a:r>
          </a:p>
        </p:txBody>
      </p:sp>
      <p:sp>
        <p:nvSpPr>
          <p:cNvPr id="8" name="Text Box 105">
            <a:extLst>
              <a:ext uri="{FF2B5EF4-FFF2-40B4-BE49-F238E27FC236}">
                <a16:creationId xmlns:a16="http://schemas.microsoft.com/office/drawing/2014/main" id="{40DF810F-19D0-4577-B697-5D948CE20AED}"/>
              </a:ext>
            </a:extLst>
          </p:cNvPr>
          <p:cNvSpPr txBox="1">
            <a:spLocks noChangeArrowheads="1"/>
          </p:cNvSpPr>
          <p:nvPr/>
        </p:nvSpPr>
        <p:spPr bwMode="auto">
          <a:xfrm>
            <a:off x="5854700" y="5831205"/>
            <a:ext cx="2327275"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marR="0" lvl="0" indent="0" defTabSz="914400" eaLnBrk="1" latinLnBrk="0" hangingPunct="1">
              <a:lnSpc>
                <a:spcPct val="100000"/>
              </a:lnSpc>
              <a:buClrTx/>
              <a:buSzTx/>
              <a:buFontTx/>
              <a:buNone/>
              <a:tabLst/>
              <a:defRPr kumimoji="0" b="0" i="0" u="none" strike="noStrike" cap="none" spc="0" normalizeH="0" baseline="0">
                <a:solidFill>
                  <a:schemeClr val="tx1"/>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zh-CN" altLang="en-US" b="1" dirty="0">
                <a:latin typeface="黑体" pitchFamily="49" charset="-122"/>
                <a:ea typeface="黑体" pitchFamily="49" charset="-122"/>
              </a:rPr>
              <a:t>与非型锁存器</a:t>
            </a:r>
          </a:p>
        </p:txBody>
      </p:sp>
      <p:grpSp>
        <p:nvGrpSpPr>
          <p:cNvPr id="9" name="Group 120">
            <a:extLst>
              <a:ext uri="{FF2B5EF4-FFF2-40B4-BE49-F238E27FC236}">
                <a16:creationId xmlns:a16="http://schemas.microsoft.com/office/drawing/2014/main" id="{B1C29772-C855-4485-9EA4-EAD4EF3A7578}"/>
              </a:ext>
            </a:extLst>
          </p:cNvPr>
          <p:cNvGrpSpPr>
            <a:grpSpLocks/>
          </p:cNvGrpSpPr>
          <p:nvPr/>
        </p:nvGrpSpPr>
        <p:grpSpPr bwMode="auto">
          <a:xfrm>
            <a:off x="568325" y="1087438"/>
            <a:ext cx="3076575" cy="4594224"/>
            <a:chOff x="358" y="685"/>
            <a:chExt cx="1938" cy="2894"/>
          </a:xfrm>
        </p:grpSpPr>
        <p:grpSp>
          <p:nvGrpSpPr>
            <p:cNvPr id="10" name="Group 52">
              <a:extLst>
                <a:ext uri="{FF2B5EF4-FFF2-40B4-BE49-F238E27FC236}">
                  <a16:creationId xmlns:a16="http://schemas.microsoft.com/office/drawing/2014/main" id="{F40374A6-7D58-43F3-BA73-E12AE9336D25}"/>
                </a:ext>
              </a:extLst>
            </p:cNvPr>
            <p:cNvGrpSpPr>
              <a:grpSpLocks/>
            </p:cNvGrpSpPr>
            <p:nvPr/>
          </p:nvGrpSpPr>
          <p:grpSpPr bwMode="auto">
            <a:xfrm>
              <a:off x="371" y="685"/>
              <a:ext cx="1925" cy="2894"/>
              <a:chOff x="382" y="674"/>
              <a:chExt cx="1925" cy="2894"/>
            </a:xfrm>
          </p:grpSpPr>
          <p:sp>
            <p:nvSpPr>
              <p:cNvPr id="16" name="Text Box 41">
                <a:extLst>
                  <a:ext uri="{FF2B5EF4-FFF2-40B4-BE49-F238E27FC236}">
                    <a16:creationId xmlns:a16="http://schemas.microsoft.com/office/drawing/2014/main" id="{D956F5E8-6570-4EC5-A22C-F1FB4FC7E907}"/>
                  </a:ext>
                </a:extLst>
              </p:cNvPr>
              <p:cNvSpPr txBox="1">
                <a:spLocks noChangeArrowheads="1"/>
              </p:cNvSpPr>
              <p:nvPr/>
            </p:nvSpPr>
            <p:spPr bwMode="auto">
              <a:xfrm>
                <a:off x="1827" y="674"/>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7" name="Text Box 42">
                <a:extLst>
                  <a:ext uri="{FF2B5EF4-FFF2-40B4-BE49-F238E27FC236}">
                    <a16:creationId xmlns:a16="http://schemas.microsoft.com/office/drawing/2014/main" id="{79754A43-3ED0-43C8-960B-3D4583B48B72}"/>
                  </a:ext>
                </a:extLst>
              </p:cNvPr>
              <p:cNvSpPr txBox="1">
                <a:spLocks noChangeArrowheads="1"/>
              </p:cNvSpPr>
              <p:nvPr/>
            </p:nvSpPr>
            <p:spPr bwMode="auto">
              <a:xfrm>
                <a:off x="382" y="3226"/>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8" name="Text Box 43">
                <a:extLst>
                  <a:ext uri="{FF2B5EF4-FFF2-40B4-BE49-F238E27FC236}">
                    <a16:creationId xmlns:a16="http://schemas.microsoft.com/office/drawing/2014/main" id="{DDA5FBF7-DB9F-4685-B697-144C61C9AA02}"/>
                  </a:ext>
                </a:extLst>
              </p:cNvPr>
              <p:cNvSpPr txBox="1">
                <a:spLocks noChangeArrowheads="1"/>
              </p:cNvSpPr>
              <p:nvPr/>
            </p:nvSpPr>
            <p:spPr bwMode="auto">
              <a:xfrm>
                <a:off x="1196" y="3238"/>
                <a:ext cx="393"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grpSp>
            <p:nvGrpSpPr>
              <p:cNvPr id="19" name="Group 48">
                <a:extLst>
                  <a:ext uri="{FF2B5EF4-FFF2-40B4-BE49-F238E27FC236}">
                    <a16:creationId xmlns:a16="http://schemas.microsoft.com/office/drawing/2014/main" id="{F108D041-0A94-4A19-BA03-300B6931DD22}"/>
                  </a:ext>
                </a:extLst>
              </p:cNvPr>
              <p:cNvGrpSpPr>
                <a:grpSpLocks/>
              </p:cNvGrpSpPr>
              <p:nvPr/>
            </p:nvGrpSpPr>
            <p:grpSpPr bwMode="auto">
              <a:xfrm>
                <a:off x="490" y="685"/>
                <a:ext cx="290" cy="327"/>
                <a:chOff x="936" y="1218"/>
                <a:chExt cx="290" cy="327"/>
              </a:xfrm>
            </p:grpSpPr>
            <p:sp>
              <p:nvSpPr>
                <p:cNvPr id="56" name="Text Box 46">
                  <a:extLst>
                    <a:ext uri="{FF2B5EF4-FFF2-40B4-BE49-F238E27FC236}">
                      <a16:creationId xmlns:a16="http://schemas.microsoft.com/office/drawing/2014/main" id="{7AA63469-995A-4B34-AFEB-71F8E6B80C08}"/>
                    </a:ext>
                  </a:extLst>
                </p:cNvPr>
                <p:cNvSpPr txBox="1">
                  <a:spLocks noChangeArrowheads="1"/>
                </p:cNvSpPr>
                <p:nvPr/>
              </p:nvSpPr>
              <p:spPr bwMode="auto">
                <a:xfrm>
                  <a:off x="936" y="1218"/>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57" name="Line 47">
                  <a:extLst>
                    <a:ext uri="{FF2B5EF4-FFF2-40B4-BE49-F238E27FC236}">
                      <a16:creationId xmlns:a16="http://schemas.microsoft.com/office/drawing/2014/main" id="{F043C9BD-994B-4EFB-9CAC-799CED0E7D78}"/>
                    </a:ext>
                  </a:extLst>
                </p:cNvPr>
                <p:cNvSpPr>
                  <a:spLocks noChangeShapeType="1"/>
                </p:cNvSpPr>
                <p:nvPr/>
              </p:nvSpPr>
              <p:spPr bwMode="auto">
                <a:xfrm>
                  <a:off x="989" y="1261"/>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0" name="Group 51">
                <a:extLst>
                  <a:ext uri="{FF2B5EF4-FFF2-40B4-BE49-F238E27FC236}">
                    <a16:creationId xmlns:a16="http://schemas.microsoft.com/office/drawing/2014/main" id="{D92C5360-099C-4EAA-A019-541026C68716}"/>
                  </a:ext>
                </a:extLst>
              </p:cNvPr>
              <p:cNvGrpSpPr>
                <a:grpSpLocks/>
              </p:cNvGrpSpPr>
              <p:nvPr/>
            </p:nvGrpSpPr>
            <p:grpSpPr bwMode="auto">
              <a:xfrm>
                <a:off x="391" y="877"/>
                <a:ext cx="1916" cy="2404"/>
                <a:chOff x="793" y="1344"/>
                <a:chExt cx="2405" cy="2404"/>
              </a:xfrm>
            </p:grpSpPr>
            <p:sp>
              <p:nvSpPr>
                <p:cNvPr id="21" name="Rectangle 6">
                  <a:extLst>
                    <a:ext uri="{FF2B5EF4-FFF2-40B4-BE49-F238E27FC236}">
                      <a16:creationId xmlns:a16="http://schemas.microsoft.com/office/drawing/2014/main" id="{E24D4AA7-E2EB-4497-9FB9-779579D368B9}"/>
                    </a:ext>
                  </a:extLst>
                </p:cNvPr>
                <p:cNvSpPr>
                  <a:spLocks noChangeArrowheads="1"/>
                </p:cNvSpPr>
                <p:nvPr/>
              </p:nvSpPr>
              <p:spPr bwMode="auto">
                <a:xfrm>
                  <a:off x="2245" y="1979"/>
                  <a:ext cx="862" cy="54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Line 7">
                  <a:extLst>
                    <a:ext uri="{FF2B5EF4-FFF2-40B4-BE49-F238E27FC236}">
                      <a16:creationId xmlns:a16="http://schemas.microsoft.com/office/drawing/2014/main" id="{738BFC1C-69A9-486A-A95D-4D2E84F94C83}"/>
                    </a:ext>
                  </a:extLst>
                </p:cNvPr>
                <p:cNvSpPr>
                  <a:spLocks noChangeShapeType="1"/>
                </p:cNvSpPr>
                <p:nvPr/>
              </p:nvSpPr>
              <p:spPr bwMode="auto">
                <a:xfrm>
                  <a:off x="2245" y="2251"/>
                  <a:ext cx="8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8">
                  <a:extLst>
                    <a:ext uri="{FF2B5EF4-FFF2-40B4-BE49-F238E27FC236}">
                      <a16:creationId xmlns:a16="http://schemas.microsoft.com/office/drawing/2014/main" id="{A0BF671C-67B3-4B9F-ACAC-2C36DCBA0AC1}"/>
                    </a:ext>
                  </a:extLst>
                </p:cNvPr>
                <p:cNvSpPr>
                  <a:spLocks noChangeShapeType="1"/>
                </p:cNvSpPr>
                <p:nvPr/>
              </p:nvSpPr>
              <p:spPr bwMode="auto">
                <a:xfrm>
                  <a:off x="2653" y="2251"/>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Text Box 9">
                  <a:extLst>
                    <a:ext uri="{FF2B5EF4-FFF2-40B4-BE49-F238E27FC236}">
                      <a16:creationId xmlns:a16="http://schemas.microsoft.com/office/drawing/2014/main" id="{C70E3748-89E4-47B6-A1FD-570CC1DE94FD}"/>
                    </a:ext>
                  </a:extLst>
                </p:cNvPr>
                <p:cNvSpPr txBox="1">
                  <a:spLocks noChangeArrowheads="1"/>
                </p:cNvSpPr>
                <p:nvPr/>
              </p:nvSpPr>
              <p:spPr bwMode="auto">
                <a:xfrm>
                  <a:off x="2529" y="1933"/>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&gt;</a:t>
                  </a:r>
                  <a:r>
                    <a:rPr kumimoji="0"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25" name="Oval 10">
                  <a:extLst>
                    <a:ext uri="{FF2B5EF4-FFF2-40B4-BE49-F238E27FC236}">
                      <a16:creationId xmlns:a16="http://schemas.microsoft.com/office/drawing/2014/main" id="{0D3C0EB0-7653-4C6C-AABD-3F9D44011B89}"/>
                    </a:ext>
                  </a:extLst>
                </p:cNvPr>
                <p:cNvSpPr>
                  <a:spLocks noChangeArrowheads="1"/>
                </p:cNvSpPr>
                <p:nvPr/>
              </p:nvSpPr>
              <p:spPr bwMode="auto">
                <a:xfrm>
                  <a:off x="2608" y="1888"/>
                  <a:ext cx="91" cy="91"/>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Rectangle 12">
                  <a:extLst>
                    <a:ext uri="{FF2B5EF4-FFF2-40B4-BE49-F238E27FC236}">
                      <a16:creationId xmlns:a16="http://schemas.microsoft.com/office/drawing/2014/main" id="{D484F81D-E676-4D4E-9137-2D553C9CC50E}"/>
                    </a:ext>
                  </a:extLst>
                </p:cNvPr>
                <p:cNvSpPr>
                  <a:spLocks noChangeArrowheads="1"/>
                </p:cNvSpPr>
                <p:nvPr/>
              </p:nvSpPr>
              <p:spPr bwMode="auto">
                <a:xfrm>
                  <a:off x="793" y="1979"/>
                  <a:ext cx="862" cy="54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Line 13">
                  <a:extLst>
                    <a:ext uri="{FF2B5EF4-FFF2-40B4-BE49-F238E27FC236}">
                      <a16:creationId xmlns:a16="http://schemas.microsoft.com/office/drawing/2014/main" id="{754ACF0A-D87C-4179-B8B3-FE08C6DCF9B7}"/>
                    </a:ext>
                  </a:extLst>
                </p:cNvPr>
                <p:cNvSpPr>
                  <a:spLocks noChangeShapeType="1"/>
                </p:cNvSpPr>
                <p:nvPr/>
              </p:nvSpPr>
              <p:spPr bwMode="auto">
                <a:xfrm>
                  <a:off x="793" y="2251"/>
                  <a:ext cx="8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14">
                  <a:extLst>
                    <a:ext uri="{FF2B5EF4-FFF2-40B4-BE49-F238E27FC236}">
                      <a16:creationId xmlns:a16="http://schemas.microsoft.com/office/drawing/2014/main" id="{100C271F-9493-45A0-BCC9-0AC83D5093E0}"/>
                    </a:ext>
                  </a:extLst>
                </p:cNvPr>
                <p:cNvSpPr>
                  <a:spLocks noChangeShapeType="1"/>
                </p:cNvSpPr>
                <p:nvPr/>
              </p:nvSpPr>
              <p:spPr bwMode="auto">
                <a:xfrm>
                  <a:off x="1201" y="2251"/>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Text Box 15">
                  <a:extLst>
                    <a:ext uri="{FF2B5EF4-FFF2-40B4-BE49-F238E27FC236}">
                      <a16:creationId xmlns:a16="http://schemas.microsoft.com/office/drawing/2014/main" id="{4F4A480C-DE7D-4BA5-BC42-CB44931D648C}"/>
                    </a:ext>
                  </a:extLst>
                </p:cNvPr>
                <p:cNvSpPr txBox="1">
                  <a:spLocks noChangeArrowheads="1"/>
                </p:cNvSpPr>
                <p:nvPr/>
              </p:nvSpPr>
              <p:spPr bwMode="auto">
                <a:xfrm>
                  <a:off x="1078" y="1933"/>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&gt;</a:t>
                  </a:r>
                  <a:r>
                    <a:rPr kumimoji="0"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30" name="Oval 16">
                  <a:extLst>
                    <a:ext uri="{FF2B5EF4-FFF2-40B4-BE49-F238E27FC236}">
                      <a16:creationId xmlns:a16="http://schemas.microsoft.com/office/drawing/2014/main" id="{ED0E6299-3AEC-4FC2-B5DC-08A2A30FC98C}"/>
                    </a:ext>
                  </a:extLst>
                </p:cNvPr>
                <p:cNvSpPr>
                  <a:spLocks noChangeArrowheads="1"/>
                </p:cNvSpPr>
                <p:nvPr/>
              </p:nvSpPr>
              <p:spPr bwMode="auto">
                <a:xfrm>
                  <a:off x="1156" y="1888"/>
                  <a:ext cx="91" cy="91"/>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31" name="Group 17">
                  <a:extLst>
                    <a:ext uri="{FF2B5EF4-FFF2-40B4-BE49-F238E27FC236}">
                      <a16:creationId xmlns:a16="http://schemas.microsoft.com/office/drawing/2014/main" id="{3DD7B683-9044-4023-BA58-DD7CD16F6847}"/>
                    </a:ext>
                  </a:extLst>
                </p:cNvPr>
                <p:cNvGrpSpPr>
                  <a:grpSpLocks/>
                </p:cNvGrpSpPr>
                <p:nvPr/>
              </p:nvGrpSpPr>
              <p:grpSpPr bwMode="auto">
                <a:xfrm>
                  <a:off x="2745" y="2976"/>
                  <a:ext cx="453" cy="364"/>
                  <a:chOff x="2472" y="2840"/>
                  <a:chExt cx="453" cy="364"/>
                </a:xfrm>
              </p:grpSpPr>
              <p:sp>
                <p:nvSpPr>
                  <p:cNvPr id="54" name="Rectangle 18">
                    <a:extLst>
                      <a:ext uri="{FF2B5EF4-FFF2-40B4-BE49-F238E27FC236}">
                        <a16:creationId xmlns:a16="http://schemas.microsoft.com/office/drawing/2014/main" id="{6D02A4A9-3421-4A07-99CB-50CC49C79852}"/>
                      </a:ext>
                    </a:extLst>
                  </p:cNvPr>
                  <p:cNvSpPr>
                    <a:spLocks noChangeArrowheads="1"/>
                  </p:cNvSpPr>
                  <p:nvPr/>
                </p:nvSpPr>
                <p:spPr bwMode="auto">
                  <a:xfrm>
                    <a:off x="2472" y="2931"/>
                    <a:ext cx="453" cy="27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Oval 19">
                    <a:extLst>
                      <a:ext uri="{FF2B5EF4-FFF2-40B4-BE49-F238E27FC236}">
                        <a16:creationId xmlns:a16="http://schemas.microsoft.com/office/drawing/2014/main" id="{785F3BD6-313C-4850-B86F-526F3EB4F2C7}"/>
                      </a:ext>
                    </a:extLst>
                  </p:cNvPr>
                  <p:cNvSpPr>
                    <a:spLocks noChangeArrowheads="1"/>
                  </p:cNvSpPr>
                  <p:nvPr/>
                </p:nvSpPr>
                <p:spPr bwMode="auto">
                  <a:xfrm>
                    <a:off x="2653" y="2840"/>
                    <a:ext cx="91" cy="91"/>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32" name="Line 20">
                  <a:extLst>
                    <a:ext uri="{FF2B5EF4-FFF2-40B4-BE49-F238E27FC236}">
                      <a16:creationId xmlns:a16="http://schemas.microsoft.com/office/drawing/2014/main" id="{9496A4A5-5452-4826-976B-76E2ECA66EDF}"/>
                    </a:ext>
                  </a:extLst>
                </p:cNvPr>
                <p:cNvSpPr>
                  <a:spLocks noChangeShapeType="1"/>
                </p:cNvSpPr>
                <p:nvPr/>
              </p:nvSpPr>
              <p:spPr bwMode="auto">
                <a:xfrm flipV="1">
                  <a:off x="1201" y="1344"/>
                  <a:ext cx="0" cy="5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21">
                  <a:extLst>
                    <a:ext uri="{FF2B5EF4-FFF2-40B4-BE49-F238E27FC236}">
                      <a16:creationId xmlns:a16="http://schemas.microsoft.com/office/drawing/2014/main" id="{395B4877-6C9F-4CBD-9D42-B7552E740167}"/>
                    </a:ext>
                  </a:extLst>
                </p:cNvPr>
                <p:cNvSpPr>
                  <a:spLocks noChangeShapeType="1"/>
                </p:cNvSpPr>
                <p:nvPr/>
              </p:nvSpPr>
              <p:spPr bwMode="auto">
                <a:xfrm flipV="1">
                  <a:off x="2653" y="1344"/>
                  <a:ext cx="0" cy="5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22">
                  <a:extLst>
                    <a:ext uri="{FF2B5EF4-FFF2-40B4-BE49-F238E27FC236}">
                      <a16:creationId xmlns:a16="http://schemas.microsoft.com/office/drawing/2014/main" id="{34696937-43DA-4E79-86A0-3B47A51FEE1C}"/>
                    </a:ext>
                  </a:extLst>
                </p:cNvPr>
                <p:cNvSpPr>
                  <a:spLocks noChangeShapeType="1"/>
                </p:cNvSpPr>
                <p:nvPr/>
              </p:nvSpPr>
              <p:spPr bwMode="auto">
                <a:xfrm>
                  <a:off x="1202" y="1616"/>
                  <a:ext cx="4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23">
                  <a:extLst>
                    <a:ext uri="{FF2B5EF4-FFF2-40B4-BE49-F238E27FC236}">
                      <a16:creationId xmlns:a16="http://schemas.microsoft.com/office/drawing/2014/main" id="{15010EC9-02CA-4065-905C-E3BA4FE95799}"/>
                    </a:ext>
                  </a:extLst>
                </p:cNvPr>
                <p:cNvSpPr>
                  <a:spLocks noChangeShapeType="1"/>
                </p:cNvSpPr>
                <p:nvPr/>
              </p:nvSpPr>
              <p:spPr bwMode="auto">
                <a:xfrm>
                  <a:off x="1701" y="1616"/>
                  <a:ext cx="408" cy="104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24">
                  <a:extLst>
                    <a:ext uri="{FF2B5EF4-FFF2-40B4-BE49-F238E27FC236}">
                      <a16:creationId xmlns:a16="http://schemas.microsoft.com/office/drawing/2014/main" id="{A4941FA8-A07C-416D-AA6B-7B254AE656AA}"/>
                    </a:ext>
                  </a:extLst>
                </p:cNvPr>
                <p:cNvSpPr>
                  <a:spLocks noChangeShapeType="1"/>
                </p:cNvSpPr>
                <p:nvPr/>
              </p:nvSpPr>
              <p:spPr bwMode="auto">
                <a:xfrm>
                  <a:off x="2109" y="2659"/>
                  <a:ext cx="3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25">
                  <a:extLst>
                    <a:ext uri="{FF2B5EF4-FFF2-40B4-BE49-F238E27FC236}">
                      <a16:creationId xmlns:a16="http://schemas.microsoft.com/office/drawing/2014/main" id="{42883BFC-4858-43DC-ADD1-400D8CD84BAA}"/>
                    </a:ext>
                  </a:extLst>
                </p:cNvPr>
                <p:cNvSpPr>
                  <a:spLocks noChangeShapeType="1"/>
                </p:cNvSpPr>
                <p:nvPr/>
              </p:nvSpPr>
              <p:spPr bwMode="auto">
                <a:xfrm flipV="1">
                  <a:off x="2426" y="2523"/>
                  <a:ext cx="0"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26">
                  <a:extLst>
                    <a:ext uri="{FF2B5EF4-FFF2-40B4-BE49-F238E27FC236}">
                      <a16:creationId xmlns:a16="http://schemas.microsoft.com/office/drawing/2014/main" id="{89CF9A48-3FE6-4CF7-9590-E55A3F6758B9}"/>
                    </a:ext>
                  </a:extLst>
                </p:cNvPr>
                <p:cNvSpPr>
                  <a:spLocks noChangeShapeType="1"/>
                </p:cNvSpPr>
                <p:nvPr/>
              </p:nvSpPr>
              <p:spPr bwMode="auto">
                <a:xfrm flipH="1">
                  <a:off x="2200" y="1616"/>
                  <a:ext cx="4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27">
                  <a:extLst>
                    <a:ext uri="{FF2B5EF4-FFF2-40B4-BE49-F238E27FC236}">
                      <a16:creationId xmlns:a16="http://schemas.microsoft.com/office/drawing/2014/main" id="{C7179FDB-A104-43D0-BC35-0EAFF1BD2DD5}"/>
                    </a:ext>
                  </a:extLst>
                </p:cNvPr>
                <p:cNvSpPr>
                  <a:spLocks noChangeShapeType="1"/>
                </p:cNvSpPr>
                <p:nvPr/>
              </p:nvSpPr>
              <p:spPr bwMode="auto">
                <a:xfrm flipH="1">
                  <a:off x="1701" y="1616"/>
                  <a:ext cx="499" cy="104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28">
                  <a:extLst>
                    <a:ext uri="{FF2B5EF4-FFF2-40B4-BE49-F238E27FC236}">
                      <a16:creationId xmlns:a16="http://schemas.microsoft.com/office/drawing/2014/main" id="{FFEA0B63-91DC-407C-A6F9-5B3650690F88}"/>
                    </a:ext>
                  </a:extLst>
                </p:cNvPr>
                <p:cNvSpPr>
                  <a:spLocks noChangeShapeType="1"/>
                </p:cNvSpPr>
                <p:nvPr/>
              </p:nvSpPr>
              <p:spPr bwMode="auto">
                <a:xfrm flipH="1">
                  <a:off x="1429" y="2659"/>
                  <a:ext cx="2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Line 29">
                  <a:extLst>
                    <a:ext uri="{FF2B5EF4-FFF2-40B4-BE49-F238E27FC236}">
                      <a16:creationId xmlns:a16="http://schemas.microsoft.com/office/drawing/2014/main" id="{F26B13DD-7200-4812-BE74-47E46067C8BF}"/>
                    </a:ext>
                  </a:extLst>
                </p:cNvPr>
                <p:cNvSpPr>
                  <a:spLocks noChangeShapeType="1"/>
                </p:cNvSpPr>
                <p:nvPr/>
              </p:nvSpPr>
              <p:spPr bwMode="auto">
                <a:xfrm flipV="1">
                  <a:off x="1429" y="2523"/>
                  <a:ext cx="0"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30">
                  <a:extLst>
                    <a:ext uri="{FF2B5EF4-FFF2-40B4-BE49-F238E27FC236}">
                      <a16:creationId xmlns:a16="http://schemas.microsoft.com/office/drawing/2014/main" id="{34529A4F-0070-4715-8B19-319DA33C647B}"/>
                    </a:ext>
                  </a:extLst>
                </p:cNvPr>
                <p:cNvSpPr>
                  <a:spLocks noChangeShapeType="1"/>
                </p:cNvSpPr>
                <p:nvPr/>
              </p:nvSpPr>
              <p:spPr bwMode="auto">
                <a:xfrm>
                  <a:off x="2744" y="2523"/>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Line 31">
                  <a:extLst>
                    <a:ext uri="{FF2B5EF4-FFF2-40B4-BE49-F238E27FC236}">
                      <a16:creationId xmlns:a16="http://schemas.microsoft.com/office/drawing/2014/main" id="{5B430645-34A6-4D15-AD3B-4EFB2B82F14E}"/>
                    </a:ext>
                  </a:extLst>
                </p:cNvPr>
                <p:cNvSpPr>
                  <a:spLocks noChangeShapeType="1"/>
                </p:cNvSpPr>
                <p:nvPr/>
              </p:nvSpPr>
              <p:spPr bwMode="auto">
                <a:xfrm>
                  <a:off x="1111" y="2523"/>
                  <a:ext cx="0"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32">
                  <a:extLst>
                    <a:ext uri="{FF2B5EF4-FFF2-40B4-BE49-F238E27FC236}">
                      <a16:creationId xmlns:a16="http://schemas.microsoft.com/office/drawing/2014/main" id="{1D142C18-DC88-4254-B1FF-46C15DEAD313}"/>
                    </a:ext>
                  </a:extLst>
                </p:cNvPr>
                <p:cNvSpPr>
                  <a:spLocks noChangeShapeType="1"/>
                </p:cNvSpPr>
                <p:nvPr/>
              </p:nvSpPr>
              <p:spPr bwMode="auto">
                <a:xfrm>
                  <a:off x="1111" y="2795"/>
                  <a:ext cx="163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33">
                  <a:extLst>
                    <a:ext uri="{FF2B5EF4-FFF2-40B4-BE49-F238E27FC236}">
                      <a16:creationId xmlns:a16="http://schemas.microsoft.com/office/drawing/2014/main" id="{DEF2E0DC-7158-456D-A82A-02C401556D68}"/>
                    </a:ext>
                  </a:extLst>
                </p:cNvPr>
                <p:cNvSpPr>
                  <a:spLocks noChangeShapeType="1"/>
                </p:cNvSpPr>
                <p:nvPr/>
              </p:nvSpPr>
              <p:spPr bwMode="auto">
                <a:xfrm flipV="1">
                  <a:off x="2971" y="2523"/>
                  <a:ext cx="0" cy="45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34">
                  <a:extLst>
                    <a:ext uri="{FF2B5EF4-FFF2-40B4-BE49-F238E27FC236}">
                      <a16:creationId xmlns:a16="http://schemas.microsoft.com/office/drawing/2014/main" id="{ACEA19D4-7C18-493F-9297-0AABCCB93400}"/>
                    </a:ext>
                  </a:extLst>
                </p:cNvPr>
                <p:cNvSpPr>
                  <a:spLocks noChangeShapeType="1"/>
                </p:cNvSpPr>
                <p:nvPr/>
              </p:nvSpPr>
              <p:spPr bwMode="auto">
                <a:xfrm>
                  <a:off x="1927" y="2795"/>
                  <a:ext cx="0" cy="95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35">
                  <a:extLst>
                    <a:ext uri="{FF2B5EF4-FFF2-40B4-BE49-F238E27FC236}">
                      <a16:creationId xmlns:a16="http://schemas.microsoft.com/office/drawing/2014/main" id="{88942B83-0C83-4096-A769-38163B41B260}"/>
                    </a:ext>
                  </a:extLst>
                </p:cNvPr>
                <p:cNvSpPr>
                  <a:spLocks noChangeShapeType="1"/>
                </p:cNvSpPr>
                <p:nvPr/>
              </p:nvSpPr>
              <p:spPr bwMode="auto">
                <a:xfrm>
                  <a:off x="930" y="2523"/>
                  <a:ext cx="0" cy="12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36">
                  <a:extLst>
                    <a:ext uri="{FF2B5EF4-FFF2-40B4-BE49-F238E27FC236}">
                      <a16:creationId xmlns:a16="http://schemas.microsoft.com/office/drawing/2014/main" id="{19E16B6F-40B8-4F74-B811-10BB0B4747BA}"/>
                    </a:ext>
                  </a:extLst>
                </p:cNvPr>
                <p:cNvSpPr>
                  <a:spLocks noChangeShapeType="1"/>
                </p:cNvSpPr>
                <p:nvPr/>
              </p:nvSpPr>
              <p:spPr bwMode="auto">
                <a:xfrm>
                  <a:off x="2971" y="3339"/>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37">
                  <a:extLst>
                    <a:ext uri="{FF2B5EF4-FFF2-40B4-BE49-F238E27FC236}">
                      <a16:creationId xmlns:a16="http://schemas.microsoft.com/office/drawing/2014/main" id="{6ACF8F91-F676-41E6-9966-B04EE5951469}"/>
                    </a:ext>
                  </a:extLst>
                </p:cNvPr>
                <p:cNvSpPr>
                  <a:spLocks noChangeShapeType="1"/>
                </p:cNvSpPr>
                <p:nvPr/>
              </p:nvSpPr>
              <p:spPr bwMode="auto">
                <a:xfrm flipH="1">
                  <a:off x="930" y="3521"/>
                  <a:ext cx="20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Freeform 38">
                  <a:extLst>
                    <a:ext uri="{FF2B5EF4-FFF2-40B4-BE49-F238E27FC236}">
                      <a16:creationId xmlns:a16="http://schemas.microsoft.com/office/drawing/2014/main" id="{83CB824D-7D34-4E8F-BB90-04D20988AC3F}"/>
                    </a:ext>
                  </a:extLst>
                </p:cNvPr>
                <p:cNvSpPr>
                  <a:spLocks/>
                </p:cNvSpPr>
                <p:nvPr/>
              </p:nvSpPr>
              <p:spPr bwMode="auto">
                <a:xfrm>
                  <a:off x="896" y="3495"/>
                  <a:ext cx="76" cy="49"/>
                </a:xfrm>
                <a:custGeom>
                  <a:avLst/>
                  <a:gdLst>
                    <a:gd name="T0" fmla="*/ 31 w 76"/>
                    <a:gd name="T1" fmla="*/ 49 h 49"/>
                    <a:gd name="T2" fmla="*/ 61 w 76"/>
                    <a:gd name="T3" fmla="*/ 39 h 49"/>
                    <a:gd name="T4" fmla="*/ 22 w 76"/>
                    <a:gd name="T5" fmla="*/ 0 h 49"/>
                    <a:gd name="T6" fmla="*/ 2 w 76"/>
                    <a:gd name="T7" fmla="*/ 29 h 49"/>
                    <a:gd name="T8" fmla="*/ 31 w 76"/>
                    <a:gd name="T9" fmla="*/ 49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9">
                      <a:moveTo>
                        <a:pt x="31" y="49"/>
                      </a:moveTo>
                      <a:cubicBezTo>
                        <a:pt x="41" y="46"/>
                        <a:pt x="56" y="48"/>
                        <a:pt x="61" y="39"/>
                      </a:cubicBezTo>
                      <a:cubicBezTo>
                        <a:pt x="76" y="10"/>
                        <a:pt x="32" y="4"/>
                        <a:pt x="22" y="0"/>
                      </a:cubicBezTo>
                      <a:cubicBezTo>
                        <a:pt x="15" y="10"/>
                        <a:pt x="0" y="17"/>
                        <a:pt x="2" y="29"/>
                      </a:cubicBezTo>
                      <a:cubicBezTo>
                        <a:pt x="4" y="41"/>
                        <a:pt x="31" y="49"/>
                        <a:pt x="31" y="49"/>
                      </a:cubicBezTo>
                      <a:close/>
                    </a:path>
                  </a:pathLst>
                </a:custGeom>
                <a:solidFill>
                  <a:schemeClr val="bg1"/>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Freeform 39">
                  <a:extLst>
                    <a:ext uri="{FF2B5EF4-FFF2-40B4-BE49-F238E27FC236}">
                      <a16:creationId xmlns:a16="http://schemas.microsoft.com/office/drawing/2014/main" id="{22AE48CD-EB6D-471C-8791-5D03AFC92DD2}"/>
                    </a:ext>
                  </a:extLst>
                </p:cNvPr>
                <p:cNvSpPr>
                  <a:spLocks/>
                </p:cNvSpPr>
                <p:nvPr/>
              </p:nvSpPr>
              <p:spPr bwMode="auto">
                <a:xfrm>
                  <a:off x="1903" y="2750"/>
                  <a:ext cx="70" cy="70"/>
                </a:xfrm>
                <a:custGeom>
                  <a:avLst/>
                  <a:gdLst>
                    <a:gd name="T0" fmla="*/ 21 w 76"/>
                    <a:gd name="T1" fmla="*/ 291 h 49"/>
                    <a:gd name="T2" fmla="*/ 41 w 76"/>
                    <a:gd name="T3" fmla="*/ 233 h 49"/>
                    <a:gd name="T4" fmla="*/ 15 w 76"/>
                    <a:gd name="T5" fmla="*/ 0 h 49"/>
                    <a:gd name="T6" fmla="*/ 2 w 76"/>
                    <a:gd name="T7" fmla="*/ 171 h 49"/>
                    <a:gd name="T8" fmla="*/ 21 w 76"/>
                    <a:gd name="T9" fmla="*/ 291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9">
                      <a:moveTo>
                        <a:pt x="31" y="49"/>
                      </a:moveTo>
                      <a:cubicBezTo>
                        <a:pt x="41" y="46"/>
                        <a:pt x="56" y="48"/>
                        <a:pt x="61" y="39"/>
                      </a:cubicBezTo>
                      <a:cubicBezTo>
                        <a:pt x="76" y="10"/>
                        <a:pt x="32" y="4"/>
                        <a:pt x="22" y="0"/>
                      </a:cubicBezTo>
                      <a:cubicBezTo>
                        <a:pt x="15" y="10"/>
                        <a:pt x="0" y="17"/>
                        <a:pt x="2" y="29"/>
                      </a:cubicBezTo>
                      <a:cubicBezTo>
                        <a:pt x="4" y="41"/>
                        <a:pt x="31" y="49"/>
                        <a:pt x="31" y="49"/>
                      </a:cubicBezTo>
                      <a:close/>
                    </a:path>
                  </a:pathLst>
                </a:custGeom>
                <a:solidFill>
                  <a:schemeClr val="bg1"/>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Freeform 49">
                  <a:extLst>
                    <a:ext uri="{FF2B5EF4-FFF2-40B4-BE49-F238E27FC236}">
                      <a16:creationId xmlns:a16="http://schemas.microsoft.com/office/drawing/2014/main" id="{E607250F-820A-4078-8075-AA32ED5318CB}"/>
                    </a:ext>
                  </a:extLst>
                </p:cNvPr>
                <p:cNvSpPr>
                  <a:spLocks/>
                </p:cNvSpPr>
                <p:nvPr/>
              </p:nvSpPr>
              <p:spPr bwMode="auto">
                <a:xfrm>
                  <a:off x="2621" y="1587"/>
                  <a:ext cx="70" cy="70"/>
                </a:xfrm>
                <a:custGeom>
                  <a:avLst/>
                  <a:gdLst>
                    <a:gd name="T0" fmla="*/ 21 w 76"/>
                    <a:gd name="T1" fmla="*/ 291 h 49"/>
                    <a:gd name="T2" fmla="*/ 41 w 76"/>
                    <a:gd name="T3" fmla="*/ 233 h 49"/>
                    <a:gd name="T4" fmla="*/ 15 w 76"/>
                    <a:gd name="T5" fmla="*/ 0 h 49"/>
                    <a:gd name="T6" fmla="*/ 2 w 76"/>
                    <a:gd name="T7" fmla="*/ 171 h 49"/>
                    <a:gd name="T8" fmla="*/ 21 w 76"/>
                    <a:gd name="T9" fmla="*/ 291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9">
                      <a:moveTo>
                        <a:pt x="31" y="49"/>
                      </a:moveTo>
                      <a:cubicBezTo>
                        <a:pt x="41" y="46"/>
                        <a:pt x="56" y="48"/>
                        <a:pt x="61" y="39"/>
                      </a:cubicBezTo>
                      <a:cubicBezTo>
                        <a:pt x="76" y="10"/>
                        <a:pt x="32" y="4"/>
                        <a:pt x="22" y="0"/>
                      </a:cubicBezTo>
                      <a:cubicBezTo>
                        <a:pt x="15" y="10"/>
                        <a:pt x="0" y="17"/>
                        <a:pt x="2" y="29"/>
                      </a:cubicBezTo>
                      <a:cubicBezTo>
                        <a:pt x="4" y="41"/>
                        <a:pt x="31" y="49"/>
                        <a:pt x="31" y="49"/>
                      </a:cubicBezTo>
                      <a:close/>
                    </a:path>
                  </a:pathLst>
                </a:custGeom>
                <a:solidFill>
                  <a:schemeClr val="bg1"/>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Freeform 50">
                  <a:extLst>
                    <a:ext uri="{FF2B5EF4-FFF2-40B4-BE49-F238E27FC236}">
                      <a16:creationId xmlns:a16="http://schemas.microsoft.com/office/drawing/2014/main" id="{E7E989E4-9E4E-412E-B534-3AE86597F578}"/>
                    </a:ext>
                  </a:extLst>
                </p:cNvPr>
                <p:cNvSpPr>
                  <a:spLocks/>
                </p:cNvSpPr>
                <p:nvPr/>
              </p:nvSpPr>
              <p:spPr bwMode="auto">
                <a:xfrm>
                  <a:off x="1175" y="1587"/>
                  <a:ext cx="70" cy="70"/>
                </a:xfrm>
                <a:custGeom>
                  <a:avLst/>
                  <a:gdLst>
                    <a:gd name="T0" fmla="*/ 21 w 76"/>
                    <a:gd name="T1" fmla="*/ 291 h 49"/>
                    <a:gd name="T2" fmla="*/ 41 w 76"/>
                    <a:gd name="T3" fmla="*/ 233 h 49"/>
                    <a:gd name="T4" fmla="*/ 15 w 76"/>
                    <a:gd name="T5" fmla="*/ 0 h 49"/>
                    <a:gd name="T6" fmla="*/ 2 w 76"/>
                    <a:gd name="T7" fmla="*/ 171 h 49"/>
                    <a:gd name="T8" fmla="*/ 21 w 76"/>
                    <a:gd name="T9" fmla="*/ 291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49">
                      <a:moveTo>
                        <a:pt x="31" y="49"/>
                      </a:moveTo>
                      <a:cubicBezTo>
                        <a:pt x="41" y="46"/>
                        <a:pt x="56" y="48"/>
                        <a:pt x="61" y="39"/>
                      </a:cubicBezTo>
                      <a:cubicBezTo>
                        <a:pt x="76" y="10"/>
                        <a:pt x="32" y="4"/>
                        <a:pt x="22" y="0"/>
                      </a:cubicBezTo>
                      <a:cubicBezTo>
                        <a:pt x="15" y="10"/>
                        <a:pt x="0" y="17"/>
                        <a:pt x="2" y="29"/>
                      </a:cubicBezTo>
                      <a:cubicBezTo>
                        <a:pt x="4" y="41"/>
                        <a:pt x="31" y="49"/>
                        <a:pt x="31" y="49"/>
                      </a:cubicBezTo>
                      <a:close/>
                    </a:path>
                  </a:pathLst>
                </a:custGeom>
                <a:solidFill>
                  <a:schemeClr val="bg1"/>
                </a:solidFill>
                <a:ln w="3810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1" name="Line 111">
              <a:extLst>
                <a:ext uri="{FF2B5EF4-FFF2-40B4-BE49-F238E27FC236}">
                  <a16:creationId xmlns:a16="http://schemas.microsoft.com/office/drawing/2014/main" id="{DB8F1A6B-146D-4AA3-A2ED-29589C6349BF}"/>
                </a:ext>
              </a:extLst>
            </p:cNvPr>
            <p:cNvSpPr>
              <a:spLocks noChangeShapeType="1"/>
            </p:cNvSpPr>
            <p:nvPr/>
          </p:nvSpPr>
          <p:spPr bwMode="auto">
            <a:xfrm flipH="1">
              <a:off x="685" y="1674"/>
              <a:ext cx="108" cy="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12">
              <a:extLst>
                <a:ext uri="{FF2B5EF4-FFF2-40B4-BE49-F238E27FC236}">
                  <a16:creationId xmlns:a16="http://schemas.microsoft.com/office/drawing/2014/main" id="{5F409C17-8C2A-47A1-802C-A3C0C332FC46}"/>
                </a:ext>
              </a:extLst>
            </p:cNvPr>
            <p:cNvSpPr>
              <a:spLocks noChangeShapeType="1"/>
            </p:cNvSpPr>
            <p:nvPr/>
          </p:nvSpPr>
          <p:spPr bwMode="auto">
            <a:xfrm flipH="1">
              <a:off x="1815" y="1685"/>
              <a:ext cx="108" cy="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Text Box 113">
              <a:extLst>
                <a:ext uri="{FF2B5EF4-FFF2-40B4-BE49-F238E27FC236}">
                  <a16:creationId xmlns:a16="http://schemas.microsoft.com/office/drawing/2014/main" id="{96193D8E-37C2-43CC-B399-5333482BADC6}"/>
                </a:ext>
              </a:extLst>
            </p:cNvPr>
            <p:cNvSpPr txBox="1">
              <a:spLocks noChangeArrowheads="1"/>
            </p:cNvSpPr>
            <p:nvPr/>
          </p:nvSpPr>
          <p:spPr bwMode="auto">
            <a:xfrm>
              <a:off x="358" y="1761"/>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4" name="Text Box 114">
              <a:extLst>
                <a:ext uri="{FF2B5EF4-FFF2-40B4-BE49-F238E27FC236}">
                  <a16:creationId xmlns:a16="http://schemas.microsoft.com/office/drawing/2014/main" id="{4BAC4E3A-7391-460F-AB8D-5A4908E7085D}"/>
                </a:ext>
              </a:extLst>
            </p:cNvPr>
            <p:cNvSpPr txBox="1">
              <a:spLocks noChangeArrowheads="1"/>
            </p:cNvSpPr>
            <p:nvPr/>
          </p:nvSpPr>
          <p:spPr bwMode="auto">
            <a:xfrm>
              <a:off x="1499" y="1761"/>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5" name="Text Box 118">
              <a:extLst>
                <a:ext uri="{FF2B5EF4-FFF2-40B4-BE49-F238E27FC236}">
                  <a16:creationId xmlns:a16="http://schemas.microsoft.com/office/drawing/2014/main" id="{BDD287B6-E259-40A1-9621-8319B76A923A}"/>
                </a:ext>
              </a:extLst>
            </p:cNvPr>
            <p:cNvSpPr txBox="1">
              <a:spLocks noChangeArrowheads="1"/>
            </p:cNvSpPr>
            <p:nvPr/>
          </p:nvSpPr>
          <p:spPr bwMode="auto">
            <a:xfrm>
              <a:off x="1901" y="2587"/>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grpSp>
        <p:nvGrpSpPr>
          <p:cNvPr id="58" name="Group 121">
            <a:extLst>
              <a:ext uri="{FF2B5EF4-FFF2-40B4-BE49-F238E27FC236}">
                <a16:creationId xmlns:a16="http://schemas.microsoft.com/office/drawing/2014/main" id="{96230BFB-59F7-40B7-AB08-F83408ED3712}"/>
              </a:ext>
            </a:extLst>
          </p:cNvPr>
          <p:cNvGrpSpPr>
            <a:grpSpLocks/>
          </p:cNvGrpSpPr>
          <p:nvPr/>
        </p:nvGrpSpPr>
        <p:grpSpPr bwMode="auto">
          <a:xfrm>
            <a:off x="5451475" y="929323"/>
            <a:ext cx="2574925" cy="4811712"/>
            <a:chOff x="3434" y="307"/>
            <a:chExt cx="1622" cy="3031"/>
          </a:xfrm>
        </p:grpSpPr>
        <p:grpSp>
          <p:nvGrpSpPr>
            <p:cNvPr id="59" name="Group 108">
              <a:extLst>
                <a:ext uri="{FF2B5EF4-FFF2-40B4-BE49-F238E27FC236}">
                  <a16:creationId xmlns:a16="http://schemas.microsoft.com/office/drawing/2014/main" id="{7152CAC1-6EA1-4F12-AA38-D7A6DE6F745C}"/>
                </a:ext>
              </a:extLst>
            </p:cNvPr>
            <p:cNvGrpSpPr>
              <a:grpSpLocks/>
            </p:cNvGrpSpPr>
            <p:nvPr/>
          </p:nvGrpSpPr>
          <p:grpSpPr bwMode="auto">
            <a:xfrm>
              <a:off x="3434" y="307"/>
              <a:ext cx="1622" cy="3031"/>
              <a:chOff x="3434" y="307"/>
              <a:chExt cx="1622" cy="3031"/>
            </a:xfrm>
          </p:grpSpPr>
          <p:grpSp>
            <p:nvGrpSpPr>
              <p:cNvPr id="64" name="Group 107">
                <a:extLst>
                  <a:ext uri="{FF2B5EF4-FFF2-40B4-BE49-F238E27FC236}">
                    <a16:creationId xmlns:a16="http://schemas.microsoft.com/office/drawing/2014/main" id="{A25FB499-FF01-463D-8D2F-B134DE9CEF17}"/>
                  </a:ext>
                </a:extLst>
              </p:cNvPr>
              <p:cNvGrpSpPr>
                <a:grpSpLocks/>
              </p:cNvGrpSpPr>
              <p:nvPr/>
            </p:nvGrpSpPr>
            <p:grpSpPr bwMode="auto">
              <a:xfrm>
                <a:off x="3434" y="307"/>
                <a:ext cx="1622" cy="3031"/>
                <a:chOff x="3434" y="307"/>
                <a:chExt cx="1622" cy="3031"/>
              </a:xfrm>
            </p:grpSpPr>
            <p:sp>
              <p:nvSpPr>
                <p:cNvPr id="66" name="Line 55">
                  <a:extLst>
                    <a:ext uri="{FF2B5EF4-FFF2-40B4-BE49-F238E27FC236}">
                      <a16:creationId xmlns:a16="http://schemas.microsoft.com/office/drawing/2014/main" id="{1372D516-C78D-40CD-9CBC-B5A7867FC072}"/>
                    </a:ext>
                  </a:extLst>
                </p:cNvPr>
                <p:cNvSpPr>
                  <a:spLocks noChangeShapeType="1"/>
                </p:cNvSpPr>
                <p:nvPr/>
              </p:nvSpPr>
              <p:spPr bwMode="auto">
                <a:xfrm flipV="1">
                  <a:off x="3714" y="1516"/>
                  <a:ext cx="0" cy="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Line 56">
                  <a:extLst>
                    <a:ext uri="{FF2B5EF4-FFF2-40B4-BE49-F238E27FC236}">
                      <a16:creationId xmlns:a16="http://schemas.microsoft.com/office/drawing/2014/main" id="{EDF011BA-7AAC-4DD2-995C-601A5AF42605}"/>
                    </a:ext>
                  </a:extLst>
                </p:cNvPr>
                <p:cNvSpPr>
                  <a:spLocks noChangeShapeType="1"/>
                </p:cNvSpPr>
                <p:nvPr/>
              </p:nvSpPr>
              <p:spPr bwMode="auto">
                <a:xfrm>
                  <a:off x="3702" y="1516"/>
                  <a:ext cx="3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57">
                  <a:extLst>
                    <a:ext uri="{FF2B5EF4-FFF2-40B4-BE49-F238E27FC236}">
                      <a16:creationId xmlns:a16="http://schemas.microsoft.com/office/drawing/2014/main" id="{E1959ED9-F0E2-4E78-8393-A68A99F67B85}"/>
                    </a:ext>
                  </a:extLst>
                </p:cNvPr>
                <p:cNvSpPr>
                  <a:spLocks noChangeShapeType="1"/>
                </p:cNvSpPr>
                <p:nvPr/>
              </p:nvSpPr>
              <p:spPr bwMode="auto">
                <a:xfrm flipV="1">
                  <a:off x="4031" y="1204"/>
                  <a:ext cx="0" cy="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58">
                  <a:extLst>
                    <a:ext uri="{FF2B5EF4-FFF2-40B4-BE49-F238E27FC236}">
                      <a16:creationId xmlns:a16="http://schemas.microsoft.com/office/drawing/2014/main" id="{25B28B9C-2DA6-49B8-8540-384C29F3489E}"/>
                    </a:ext>
                  </a:extLst>
                </p:cNvPr>
                <p:cNvSpPr>
                  <a:spLocks noChangeShapeType="1"/>
                </p:cNvSpPr>
                <p:nvPr/>
              </p:nvSpPr>
              <p:spPr bwMode="auto">
                <a:xfrm flipV="1">
                  <a:off x="4576" y="1507"/>
                  <a:ext cx="0" cy="14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59">
                  <a:extLst>
                    <a:ext uri="{FF2B5EF4-FFF2-40B4-BE49-F238E27FC236}">
                      <a16:creationId xmlns:a16="http://schemas.microsoft.com/office/drawing/2014/main" id="{8CC98A4D-F1D1-4834-A039-061DBF1507CB}"/>
                    </a:ext>
                  </a:extLst>
                </p:cNvPr>
                <p:cNvSpPr>
                  <a:spLocks noChangeShapeType="1"/>
                </p:cNvSpPr>
                <p:nvPr/>
              </p:nvSpPr>
              <p:spPr bwMode="auto">
                <a:xfrm flipH="1">
                  <a:off x="4201" y="1516"/>
                  <a:ext cx="3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60">
                  <a:extLst>
                    <a:ext uri="{FF2B5EF4-FFF2-40B4-BE49-F238E27FC236}">
                      <a16:creationId xmlns:a16="http://schemas.microsoft.com/office/drawing/2014/main" id="{4443F0DB-A5C2-47E5-885E-FA9549FF78A6}"/>
                    </a:ext>
                  </a:extLst>
                </p:cNvPr>
                <p:cNvSpPr>
                  <a:spLocks noChangeShapeType="1"/>
                </p:cNvSpPr>
                <p:nvPr/>
              </p:nvSpPr>
              <p:spPr bwMode="auto">
                <a:xfrm flipV="1">
                  <a:off x="4213" y="1204"/>
                  <a:ext cx="0" cy="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61">
                  <a:extLst>
                    <a:ext uri="{FF2B5EF4-FFF2-40B4-BE49-F238E27FC236}">
                      <a16:creationId xmlns:a16="http://schemas.microsoft.com/office/drawing/2014/main" id="{8038A9D1-3482-4614-AA9B-46A09E0D628F}"/>
                    </a:ext>
                  </a:extLst>
                </p:cNvPr>
                <p:cNvSpPr>
                  <a:spLocks noChangeShapeType="1"/>
                </p:cNvSpPr>
                <p:nvPr/>
              </p:nvSpPr>
              <p:spPr bwMode="auto">
                <a:xfrm flipV="1">
                  <a:off x="4485" y="2007"/>
                  <a:ext cx="0" cy="3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62">
                  <a:extLst>
                    <a:ext uri="{FF2B5EF4-FFF2-40B4-BE49-F238E27FC236}">
                      <a16:creationId xmlns:a16="http://schemas.microsoft.com/office/drawing/2014/main" id="{A461A769-1FE5-4363-9503-FDE38EDDD734}"/>
                    </a:ext>
                  </a:extLst>
                </p:cNvPr>
                <p:cNvSpPr>
                  <a:spLocks noChangeShapeType="1"/>
                </p:cNvSpPr>
                <p:nvPr/>
              </p:nvSpPr>
              <p:spPr bwMode="auto">
                <a:xfrm>
                  <a:off x="4485" y="2709"/>
                  <a:ext cx="0" cy="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63">
                  <a:extLst>
                    <a:ext uri="{FF2B5EF4-FFF2-40B4-BE49-F238E27FC236}">
                      <a16:creationId xmlns:a16="http://schemas.microsoft.com/office/drawing/2014/main" id="{048763C9-A286-46BA-9A48-A991B7D8290C}"/>
                    </a:ext>
                  </a:extLst>
                </p:cNvPr>
                <p:cNvSpPr>
                  <a:spLocks noChangeShapeType="1"/>
                </p:cNvSpPr>
                <p:nvPr/>
              </p:nvSpPr>
              <p:spPr bwMode="auto">
                <a:xfrm>
                  <a:off x="3578" y="2016"/>
                  <a:ext cx="0" cy="106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64">
                  <a:extLst>
                    <a:ext uri="{FF2B5EF4-FFF2-40B4-BE49-F238E27FC236}">
                      <a16:creationId xmlns:a16="http://schemas.microsoft.com/office/drawing/2014/main" id="{ED4881A6-B5FB-4858-A96C-28116F30EF68}"/>
                    </a:ext>
                  </a:extLst>
                </p:cNvPr>
                <p:cNvSpPr>
                  <a:spLocks noChangeShapeType="1"/>
                </p:cNvSpPr>
                <p:nvPr/>
              </p:nvSpPr>
              <p:spPr bwMode="auto">
                <a:xfrm>
                  <a:off x="3743" y="2019"/>
                  <a:ext cx="5" cy="8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65">
                  <a:extLst>
                    <a:ext uri="{FF2B5EF4-FFF2-40B4-BE49-F238E27FC236}">
                      <a16:creationId xmlns:a16="http://schemas.microsoft.com/office/drawing/2014/main" id="{EE54B17D-F5CC-4171-832C-0F0A43D742C4}"/>
                    </a:ext>
                  </a:extLst>
                </p:cNvPr>
                <p:cNvSpPr>
                  <a:spLocks noChangeShapeType="1"/>
                </p:cNvSpPr>
                <p:nvPr/>
              </p:nvSpPr>
              <p:spPr bwMode="auto">
                <a:xfrm>
                  <a:off x="3751" y="2855"/>
                  <a:ext cx="72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Line 66">
                  <a:extLst>
                    <a:ext uri="{FF2B5EF4-FFF2-40B4-BE49-F238E27FC236}">
                      <a16:creationId xmlns:a16="http://schemas.microsoft.com/office/drawing/2014/main" id="{6FCCF48F-2EF6-4C15-B86F-92FCBAF54067}"/>
                    </a:ext>
                  </a:extLst>
                </p:cNvPr>
                <p:cNvSpPr>
                  <a:spLocks noChangeShapeType="1"/>
                </p:cNvSpPr>
                <p:nvPr/>
              </p:nvSpPr>
              <p:spPr bwMode="auto">
                <a:xfrm flipV="1">
                  <a:off x="4122" y="490"/>
                  <a:ext cx="0" cy="3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Line 67">
                  <a:extLst>
                    <a:ext uri="{FF2B5EF4-FFF2-40B4-BE49-F238E27FC236}">
                      <a16:creationId xmlns:a16="http://schemas.microsoft.com/office/drawing/2014/main" id="{4D290B7F-3EF5-42DD-86EC-206E554612C2}"/>
                    </a:ext>
                  </a:extLst>
                </p:cNvPr>
                <p:cNvSpPr>
                  <a:spLocks noChangeShapeType="1"/>
                </p:cNvSpPr>
                <p:nvPr/>
              </p:nvSpPr>
              <p:spPr bwMode="auto">
                <a:xfrm>
                  <a:off x="4660" y="2007"/>
                  <a:ext cx="0" cy="1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Line 68">
                  <a:extLst>
                    <a:ext uri="{FF2B5EF4-FFF2-40B4-BE49-F238E27FC236}">
                      <a16:creationId xmlns:a16="http://schemas.microsoft.com/office/drawing/2014/main" id="{AE2ACDC1-00B6-43F2-9BF0-1E22EFB06EDD}"/>
                    </a:ext>
                  </a:extLst>
                </p:cNvPr>
                <p:cNvSpPr>
                  <a:spLocks noChangeShapeType="1"/>
                </p:cNvSpPr>
                <p:nvPr/>
              </p:nvSpPr>
              <p:spPr bwMode="auto">
                <a:xfrm>
                  <a:off x="4647" y="2181"/>
                  <a:ext cx="4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Line 69">
                  <a:extLst>
                    <a:ext uri="{FF2B5EF4-FFF2-40B4-BE49-F238E27FC236}">
                      <a16:creationId xmlns:a16="http://schemas.microsoft.com/office/drawing/2014/main" id="{90AD58F5-54B7-4EB3-B01C-EFF26FAB673B}"/>
                    </a:ext>
                  </a:extLst>
                </p:cNvPr>
                <p:cNvSpPr>
                  <a:spLocks noChangeShapeType="1"/>
                </p:cNvSpPr>
                <p:nvPr/>
              </p:nvSpPr>
              <p:spPr bwMode="auto">
                <a:xfrm flipV="1">
                  <a:off x="5042" y="669"/>
                  <a:ext cx="0" cy="15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70">
                  <a:extLst>
                    <a:ext uri="{FF2B5EF4-FFF2-40B4-BE49-F238E27FC236}">
                      <a16:creationId xmlns:a16="http://schemas.microsoft.com/office/drawing/2014/main" id="{EC29FEAA-DAE5-4B79-8AF2-97BA3F9B408B}"/>
                    </a:ext>
                  </a:extLst>
                </p:cNvPr>
                <p:cNvSpPr>
                  <a:spLocks noChangeShapeType="1"/>
                </p:cNvSpPr>
                <p:nvPr/>
              </p:nvSpPr>
              <p:spPr bwMode="auto">
                <a:xfrm flipH="1">
                  <a:off x="4122" y="669"/>
                  <a:ext cx="92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Text Box 71">
                  <a:extLst>
                    <a:ext uri="{FF2B5EF4-FFF2-40B4-BE49-F238E27FC236}">
                      <a16:creationId xmlns:a16="http://schemas.microsoft.com/office/drawing/2014/main" id="{1898910C-42B8-4FE2-B408-9CFB60CAC061}"/>
                    </a:ext>
                  </a:extLst>
                </p:cNvPr>
                <p:cNvSpPr txBox="1">
                  <a:spLocks noChangeArrowheads="1"/>
                </p:cNvSpPr>
                <p:nvPr/>
              </p:nvSpPr>
              <p:spPr bwMode="auto">
                <a:xfrm>
                  <a:off x="3842" y="307"/>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83" name="Text Box 72">
                  <a:extLst>
                    <a:ext uri="{FF2B5EF4-FFF2-40B4-BE49-F238E27FC236}">
                      <a16:creationId xmlns:a16="http://schemas.microsoft.com/office/drawing/2014/main" id="{29B61FEA-7C07-4D4E-B4E3-E64DCEADD50A}"/>
                    </a:ext>
                  </a:extLst>
                </p:cNvPr>
                <p:cNvSpPr txBox="1">
                  <a:spLocks noChangeArrowheads="1"/>
                </p:cNvSpPr>
                <p:nvPr/>
              </p:nvSpPr>
              <p:spPr bwMode="auto">
                <a:xfrm>
                  <a:off x="4613" y="2817"/>
                  <a:ext cx="393" cy="33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84" name="Text Box 73">
                  <a:extLst>
                    <a:ext uri="{FF2B5EF4-FFF2-40B4-BE49-F238E27FC236}">
                      <a16:creationId xmlns:a16="http://schemas.microsoft.com/office/drawing/2014/main" id="{8FD1530C-F16C-4885-AF1A-5DEC57016AD5}"/>
                    </a:ext>
                  </a:extLst>
                </p:cNvPr>
                <p:cNvSpPr txBox="1">
                  <a:spLocks noChangeArrowheads="1"/>
                </p:cNvSpPr>
                <p:nvPr/>
              </p:nvSpPr>
              <p:spPr bwMode="auto">
                <a:xfrm>
                  <a:off x="3434" y="3011"/>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grpSp>
              <p:nvGrpSpPr>
                <p:cNvPr id="85" name="Group 101">
                  <a:extLst>
                    <a:ext uri="{FF2B5EF4-FFF2-40B4-BE49-F238E27FC236}">
                      <a16:creationId xmlns:a16="http://schemas.microsoft.com/office/drawing/2014/main" id="{F2AE83C5-718B-487C-80AD-B03123C08552}"/>
                    </a:ext>
                  </a:extLst>
                </p:cNvPr>
                <p:cNvGrpSpPr>
                  <a:grpSpLocks/>
                </p:cNvGrpSpPr>
                <p:nvPr/>
              </p:nvGrpSpPr>
              <p:grpSpPr bwMode="auto">
                <a:xfrm>
                  <a:off x="3892" y="846"/>
                  <a:ext cx="453" cy="357"/>
                  <a:chOff x="3870" y="1009"/>
                  <a:chExt cx="453" cy="357"/>
                </a:xfrm>
              </p:grpSpPr>
              <p:sp>
                <p:nvSpPr>
                  <p:cNvPr id="102" name="Rectangle 76">
                    <a:extLst>
                      <a:ext uri="{FF2B5EF4-FFF2-40B4-BE49-F238E27FC236}">
                        <a16:creationId xmlns:a16="http://schemas.microsoft.com/office/drawing/2014/main" id="{28989AAE-A373-4C62-89F3-11BBE385D472}"/>
                      </a:ext>
                    </a:extLst>
                  </p:cNvPr>
                  <p:cNvSpPr>
                    <a:spLocks noChangeArrowheads="1"/>
                  </p:cNvSpPr>
                  <p:nvPr/>
                </p:nvSpPr>
                <p:spPr bwMode="auto">
                  <a:xfrm>
                    <a:off x="3870" y="1098"/>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3" name="Oval 77">
                    <a:extLst>
                      <a:ext uri="{FF2B5EF4-FFF2-40B4-BE49-F238E27FC236}">
                        <a16:creationId xmlns:a16="http://schemas.microsoft.com/office/drawing/2014/main" id="{F2881529-3BFF-4B97-9038-2E53EC0A1DC2}"/>
                      </a:ext>
                    </a:extLst>
                  </p:cNvPr>
                  <p:cNvSpPr>
                    <a:spLocks noChangeArrowheads="1"/>
                  </p:cNvSpPr>
                  <p:nvPr/>
                </p:nvSpPr>
                <p:spPr bwMode="auto">
                  <a:xfrm>
                    <a:off x="4051" y="1009"/>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4" name="Rectangle 78">
                    <a:extLst>
                      <a:ext uri="{FF2B5EF4-FFF2-40B4-BE49-F238E27FC236}">
                        <a16:creationId xmlns:a16="http://schemas.microsoft.com/office/drawing/2014/main" id="{9A0FD55C-0776-4718-8EB2-F1DE3CFB4D26}"/>
                      </a:ext>
                    </a:extLst>
                  </p:cNvPr>
                  <p:cNvSpPr>
                    <a:spLocks noChangeArrowheads="1"/>
                  </p:cNvSpPr>
                  <p:nvPr/>
                </p:nvSpPr>
                <p:spPr bwMode="auto">
                  <a:xfrm>
                    <a:off x="3870" y="1098"/>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5" name="Oval 79">
                    <a:extLst>
                      <a:ext uri="{FF2B5EF4-FFF2-40B4-BE49-F238E27FC236}">
                        <a16:creationId xmlns:a16="http://schemas.microsoft.com/office/drawing/2014/main" id="{42F35371-1D5B-414A-9075-E590C7D9C630}"/>
                      </a:ext>
                    </a:extLst>
                  </p:cNvPr>
                  <p:cNvSpPr>
                    <a:spLocks noChangeArrowheads="1"/>
                  </p:cNvSpPr>
                  <p:nvPr/>
                </p:nvSpPr>
                <p:spPr bwMode="auto">
                  <a:xfrm>
                    <a:off x="4051" y="1009"/>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86" name="Group 103">
                  <a:extLst>
                    <a:ext uri="{FF2B5EF4-FFF2-40B4-BE49-F238E27FC236}">
                      <a16:creationId xmlns:a16="http://schemas.microsoft.com/office/drawing/2014/main" id="{E9191455-ACCC-4F7D-AC0C-6F452568913A}"/>
                    </a:ext>
                  </a:extLst>
                </p:cNvPr>
                <p:cNvGrpSpPr>
                  <a:grpSpLocks/>
                </p:cNvGrpSpPr>
                <p:nvPr/>
              </p:nvGrpSpPr>
              <p:grpSpPr bwMode="auto">
                <a:xfrm>
                  <a:off x="3476" y="1668"/>
                  <a:ext cx="453" cy="357"/>
                  <a:chOff x="3454" y="1831"/>
                  <a:chExt cx="453" cy="357"/>
                </a:xfrm>
              </p:grpSpPr>
              <p:sp>
                <p:nvSpPr>
                  <p:cNvPr id="98" name="Rectangle 82">
                    <a:extLst>
                      <a:ext uri="{FF2B5EF4-FFF2-40B4-BE49-F238E27FC236}">
                        <a16:creationId xmlns:a16="http://schemas.microsoft.com/office/drawing/2014/main" id="{A77739C1-E5B6-49E1-BCAD-8E9429E5C246}"/>
                      </a:ext>
                    </a:extLst>
                  </p:cNvPr>
                  <p:cNvSpPr>
                    <a:spLocks noChangeArrowheads="1"/>
                  </p:cNvSpPr>
                  <p:nvPr/>
                </p:nvSpPr>
                <p:spPr bwMode="auto">
                  <a:xfrm>
                    <a:off x="3454" y="1920"/>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Oval 83">
                    <a:extLst>
                      <a:ext uri="{FF2B5EF4-FFF2-40B4-BE49-F238E27FC236}">
                        <a16:creationId xmlns:a16="http://schemas.microsoft.com/office/drawing/2014/main" id="{248F4FB9-BF0C-425B-8EAE-4D0861B748CD}"/>
                      </a:ext>
                    </a:extLst>
                  </p:cNvPr>
                  <p:cNvSpPr>
                    <a:spLocks noChangeArrowheads="1"/>
                  </p:cNvSpPr>
                  <p:nvPr/>
                </p:nvSpPr>
                <p:spPr bwMode="auto">
                  <a:xfrm>
                    <a:off x="3635" y="1831"/>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Rectangle 84">
                    <a:extLst>
                      <a:ext uri="{FF2B5EF4-FFF2-40B4-BE49-F238E27FC236}">
                        <a16:creationId xmlns:a16="http://schemas.microsoft.com/office/drawing/2014/main" id="{DF9A88AF-A07B-4FA1-B935-84C9ED61E0A9}"/>
                      </a:ext>
                    </a:extLst>
                  </p:cNvPr>
                  <p:cNvSpPr>
                    <a:spLocks noChangeArrowheads="1"/>
                  </p:cNvSpPr>
                  <p:nvPr/>
                </p:nvSpPr>
                <p:spPr bwMode="auto">
                  <a:xfrm>
                    <a:off x="3454" y="1920"/>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1" name="Oval 85">
                    <a:extLst>
                      <a:ext uri="{FF2B5EF4-FFF2-40B4-BE49-F238E27FC236}">
                        <a16:creationId xmlns:a16="http://schemas.microsoft.com/office/drawing/2014/main" id="{3E26D92D-3EAA-4B4F-83D0-4690C33BED69}"/>
                      </a:ext>
                    </a:extLst>
                  </p:cNvPr>
                  <p:cNvSpPr>
                    <a:spLocks noChangeArrowheads="1"/>
                  </p:cNvSpPr>
                  <p:nvPr/>
                </p:nvSpPr>
                <p:spPr bwMode="auto">
                  <a:xfrm>
                    <a:off x="3635" y="1831"/>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87" name="Group 102">
                  <a:extLst>
                    <a:ext uri="{FF2B5EF4-FFF2-40B4-BE49-F238E27FC236}">
                      <a16:creationId xmlns:a16="http://schemas.microsoft.com/office/drawing/2014/main" id="{DD4CAA7E-9BB7-478C-BFBD-D71FB62D88A9}"/>
                    </a:ext>
                  </a:extLst>
                </p:cNvPr>
                <p:cNvGrpSpPr>
                  <a:grpSpLocks/>
                </p:cNvGrpSpPr>
                <p:nvPr/>
              </p:nvGrpSpPr>
              <p:grpSpPr bwMode="auto">
                <a:xfrm>
                  <a:off x="4337" y="1660"/>
                  <a:ext cx="453" cy="357"/>
                  <a:chOff x="4315" y="1823"/>
                  <a:chExt cx="453" cy="357"/>
                </a:xfrm>
              </p:grpSpPr>
              <p:sp>
                <p:nvSpPr>
                  <p:cNvPr id="94" name="Rectangle 88">
                    <a:extLst>
                      <a:ext uri="{FF2B5EF4-FFF2-40B4-BE49-F238E27FC236}">
                        <a16:creationId xmlns:a16="http://schemas.microsoft.com/office/drawing/2014/main" id="{84569A4D-1949-4812-B1B8-01CAFCC34636}"/>
                      </a:ext>
                    </a:extLst>
                  </p:cNvPr>
                  <p:cNvSpPr>
                    <a:spLocks noChangeArrowheads="1"/>
                  </p:cNvSpPr>
                  <p:nvPr/>
                </p:nvSpPr>
                <p:spPr bwMode="auto">
                  <a:xfrm>
                    <a:off x="4315" y="1912"/>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Oval 89">
                    <a:extLst>
                      <a:ext uri="{FF2B5EF4-FFF2-40B4-BE49-F238E27FC236}">
                        <a16:creationId xmlns:a16="http://schemas.microsoft.com/office/drawing/2014/main" id="{97BC8FBD-9DA2-4C6D-96C3-C9BF0DC914F9}"/>
                      </a:ext>
                    </a:extLst>
                  </p:cNvPr>
                  <p:cNvSpPr>
                    <a:spLocks noChangeArrowheads="1"/>
                  </p:cNvSpPr>
                  <p:nvPr/>
                </p:nvSpPr>
                <p:spPr bwMode="auto">
                  <a:xfrm>
                    <a:off x="4496" y="1823"/>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6" name="Rectangle 90">
                    <a:extLst>
                      <a:ext uri="{FF2B5EF4-FFF2-40B4-BE49-F238E27FC236}">
                        <a16:creationId xmlns:a16="http://schemas.microsoft.com/office/drawing/2014/main" id="{30E46753-8606-49E0-9546-EECA771E2047}"/>
                      </a:ext>
                    </a:extLst>
                  </p:cNvPr>
                  <p:cNvSpPr>
                    <a:spLocks noChangeArrowheads="1"/>
                  </p:cNvSpPr>
                  <p:nvPr/>
                </p:nvSpPr>
                <p:spPr bwMode="auto">
                  <a:xfrm>
                    <a:off x="4315" y="1912"/>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7" name="Oval 91">
                    <a:extLst>
                      <a:ext uri="{FF2B5EF4-FFF2-40B4-BE49-F238E27FC236}">
                        <a16:creationId xmlns:a16="http://schemas.microsoft.com/office/drawing/2014/main" id="{CDC0BC42-1700-4A91-A777-0C8A84B031AD}"/>
                      </a:ext>
                    </a:extLst>
                  </p:cNvPr>
                  <p:cNvSpPr>
                    <a:spLocks noChangeArrowheads="1"/>
                  </p:cNvSpPr>
                  <p:nvPr/>
                </p:nvSpPr>
                <p:spPr bwMode="auto">
                  <a:xfrm>
                    <a:off x="4496" y="1823"/>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88" name="Group 100">
                  <a:extLst>
                    <a:ext uri="{FF2B5EF4-FFF2-40B4-BE49-F238E27FC236}">
                      <a16:creationId xmlns:a16="http://schemas.microsoft.com/office/drawing/2014/main" id="{B0E71459-7001-49FE-AA95-B851818F8913}"/>
                    </a:ext>
                  </a:extLst>
                </p:cNvPr>
                <p:cNvGrpSpPr>
                  <a:grpSpLocks/>
                </p:cNvGrpSpPr>
                <p:nvPr/>
              </p:nvGrpSpPr>
              <p:grpSpPr bwMode="auto">
                <a:xfrm>
                  <a:off x="4247" y="2340"/>
                  <a:ext cx="453" cy="357"/>
                  <a:chOff x="4225" y="2503"/>
                  <a:chExt cx="453" cy="357"/>
                </a:xfrm>
              </p:grpSpPr>
              <p:sp>
                <p:nvSpPr>
                  <p:cNvPr id="90" name="Rectangle 94">
                    <a:extLst>
                      <a:ext uri="{FF2B5EF4-FFF2-40B4-BE49-F238E27FC236}">
                        <a16:creationId xmlns:a16="http://schemas.microsoft.com/office/drawing/2014/main" id="{A5EEC6F6-C5E6-4AA0-952F-52A62C021F01}"/>
                      </a:ext>
                    </a:extLst>
                  </p:cNvPr>
                  <p:cNvSpPr>
                    <a:spLocks noChangeArrowheads="1"/>
                  </p:cNvSpPr>
                  <p:nvPr/>
                </p:nvSpPr>
                <p:spPr bwMode="auto">
                  <a:xfrm>
                    <a:off x="4225" y="2592"/>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1" name="Oval 95">
                    <a:extLst>
                      <a:ext uri="{FF2B5EF4-FFF2-40B4-BE49-F238E27FC236}">
                        <a16:creationId xmlns:a16="http://schemas.microsoft.com/office/drawing/2014/main" id="{C7DDCF9D-182A-4A25-95ED-4BAB0A4BDE86}"/>
                      </a:ext>
                    </a:extLst>
                  </p:cNvPr>
                  <p:cNvSpPr>
                    <a:spLocks noChangeArrowheads="1"/>
                  </p:cNvSpPr>
                  <p:nvPr/>
                </p:nvSpPr>
                <p:spPr bwMode="auto">
                  <a:xfrm>
                    <a:off x="4406" y="2503"/>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Rectangle 96">
                    <a:extLst>
                      <a:ext uri="{FF2B5EF4-FFF2-40B4-BE49-F238E27FC236}">
                        <a16:creationId xmlns:a16="http://schemas.microsoft.com/office/drawing/2014/main" id="{9B88BC97-5E4E-426D-883D-D868079139A7}"/>
                      </a:ext>
                    </a:extLst>
                  </p:cNvPr>
                  <p:cNvSpPr>
                    <a:spLocks noChangeArrowheads="1"/>
                  </p:cNvSpPr>
                  <p:nvPr/>
                </p:nvSpPr>
                <p:spPr bwMode="auto">
                  <a:xfrm>
                    <a:off x="4225" y="2592"/>
                    <a:ext cx="453" cy="268"/>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3" name="Oval 97">
                    <a:extLst>
                      <a:ext uri="{FF2B5EF4-FFF2-40B4-BE49-F238E27FC236}">
                        <a16:creationId xmlns:a16="http://schemas.microsoft.com/office/drawing/2014/main" id="{D4E38ACC-6AC3-4FD7-841D-3A4FB52FAC70}"/>
                      </a:ext>
                    </a:extLst>
                  </p:cNvPr>
                  <p:cNvSpPr>
                    <a:spLocks noChangeArrowheads="1"/>
                  </p:cNvSpPr>
                  <p:nvPr/>
                </p:nvSpPr>
                <p:spPr bwMode="auto">
                  <a:xfrm>
                    <a:off x="4406" y="2503"/>
                    <a:ext cx="91" cy="89"/>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89" name="Oval 98">
                  <a:extLst>
                    <a:ext uri="{FF2B5EF4-FFF2-40B4-BE49-F238E27FC236}">
                      <a16:creationId xmlns:a16="http://schemas.microsoft.com/office/drawing/2014/main" id="{A294C09E-A7E6-433A-BFA3-BC6D707B04D3}"/>
                    </a:ext>
                  </a:extLst>
                </p:cNvPr>
                <p:cNvSpPr>
                  <a:spLocks noChangeAspect="1" noChangeArrowheads="1"/>
                </p:cNvSpPr>
                <p:nvPr/>
              </p:nvSpPr>
              <p:spPr bwMode="auto">
                <a:xfrm>
                  <a:off x="4090" y="626"/>
                  <a:ext cx="86" cy="90"/>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65" name="Oval 99">
                <a:extLst>
                  <a:ext uri="{FF2B5EF4-FFF2-40B4-BE49-F238E27FC236}">
                    <a16:creationId xmlns:a16="http://schemas.microsoft.com/office/drawing/2014/main" id="{7C330438-01FD-4DDB-BA92-32C716D2ADB2}"/>
                  </a:ext>
                </a:extLst>
              </p:cNvPr>
              <p:cNvSpPr>
                <a:spLocks noChangeAspect="1" noChangeArrowheads="1"/>
              </p:cNvSpPr>
              <p:nvPr/>
            </p:nvSpPr>
            <p:spPr bwMode="auto">
              <a:xfrm>
                <a:off x="4438" y="2798"/>
                <a:ext cx="86" cy="90"/>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60" name="Text Box 115">
              <a:extLst>
                <a:ext uri="{FF2B5EF4-FFF2-40B4-BE49-F238E27FC236}">
                  <a16:creationId xmlns:a16="http://schemas.microsoft.com/office/drawing/2014/main" id="{999639A1-BEE3-4931-99AF-8F55D5C6A506}"/>
                </a:ext>
              </a:extLst>
            </p:cNvPr>
            <p:cNvSpPr txBox="1">
              <a:spLocks noChangeArrowheads="1"/>
            </p:cNvSpPr>
            <p:nvPr/>
          </p:nvSpPr>
          <p:spPr bwMode="auto">
            <a:xfrm>
              <a:off x="3879" y="891"/>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61" name="Text Box 116">
              <a:extLst>
                <a:ext uri="{FF2B5EF4-FFF2-40B4-BE49-F238E27FC236}">
                  <a16:creationId xmlns:a16="http://schemas.microsoft.com/office/drawing/2014/main" id="{A7CC1BA3-4738-46B8-AF58-5D3206898E2A}"/>
                </a:ext>
              </a:extLst>
            </p:cNvPr>
            <p:cNvSpPr txBox="1">
              <a:spLocks noChangeArrowheads="1"/>
            </p:cNvSpPr>
            <p:nvPr/>
          </p:nvSpPr>
          <p:spPr bwMode="auto">
            <a:xfrm>
              <a:off x="3445" y="1728"/>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62" name="Text Box 117">
              <a:extLst>
                <a:ext uri="{FF2B5EF4-FFF2-40B4-BE49-F238E27FC236}">
                  <a16:creationId xmlns:a16="http://schemas.microsoft.com/office/drawing/2014/main" id="{47BAA198-927C-4119-8E1D-C2D304510AA3}"/>
                </a:ext>
              </a:extLst>
            </p:cNvPr>
            <p:cNvSpPr txBox="1">
              <a:spLocks noChangeArrowheads="1"/>
            </p:cNvSpPr>
            <p:nvPr/>
          </p:nvSpPr>
          <p:spPr bwMode="auto">
            <a:xfrm>
              <a:off x="4303" y="1706"/>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63" name="Text Box 119">
              <a:extLst>
                <a:ext uri="{FF2B5EF4-FFF2-40B4-BE49-F238E27FC236}">
                  <a16:creationId xmlns:a16="http://schemas.microsoft.com/office/drawing/2014/main" id="{F56E1DAE-A55A-4156-93BF-D6F66CFB0682}"/>
                </a:ext>
              </a:extLst>
            </p:cNvPr>
            <p:cNvSpPr txBox="1">
              <a:spLocks noChangeArrowheads="1"/>
            </p:cNvSpPr>
            <p:nvPr/>
          </p:nvSpPr>
          <p:spPr bwMode="auto">
            <a:xfrm>
              <a:off x="4237" y="2402"/>
              <a:ext cx="293"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Bottom)">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box(in)">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lide(fromBottom)">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18</a:t>
            </a:fld>
            <a:endParaRPr lang="en-US" altLang="zh-CN" dirty="0"/>
          </a:p>
        </p:txBody>
      </p:sp>
      <p:sp>
        <p:nvSpPr>
          <p:cNvPr id="6" name="TextBox 5"/>
          <p:cNvSpPr txBox="1"/>
          <p:nvPr/>
        </p:nvSpPr>
        <p:spPr bwMode="auto">
          <a:xfrm>
            <a:off x="1106610" y="1008328"/>
            <a:ext cx="670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电位触发方式触发器存在的问题</a:t>
            </a:r>
            <a:r>
              <a:rPr lang="en-US" altLang="zh-CN" sz="2800" dirty="0">
                <a:solidFill>
                  <a:schemeClr val="tx1"/>
                </a:solidFill>
                <a:latin typeface="黑体" pitchFamily="49" charset="-122"/>
                <a:ea typeface="黑体" pitchFamily="49" charset="-122"/>
              </a:rPr>
              <a:t>——</a:t>
            </a:r>
            <a:r>
              <a:rPr lang="zh-CN" altLang="en-US" sz="2800" dirty="0">
                <a:solidFill>
                  <a:schemeClr val="tx1"/>
                </a:solidFill>
                <a:latin typeface="黑体" pitchFamily="49" charset="-122"/>
                <a:ea typeface="黑体" pitchFamily="49" charset="-122"/>
              </a:rPr>
              <a:t>空翻</a:t>
            </a:r>
          </a:p>
        </p:txBody>
      </p:sp>
      <p:grpSp>
        <p:nvGrpSpPr>
          <p:cNvPr id="9" name="Group 72">
            <a:extLst>
              <a:ext uri="{FF2B5EF4-FFF2-40B4-BE49-F238E27FC236}">
                <a16:creationId xmlns:a16="http://schemas.microsoft.com/office/drawing/2014/main" id="{843B6D04-FFB8-4897-A983-521986DF6886}"/>
              </a:ext>
            </a:extLst>
          </p:cNvPr>
          <p:cNvGrpSpPr>
            <a:grpSpLocks/>
          </p:cNvGrpSpPr>
          <p:nvPr/>
        </p:nvGrpSpPr>
        <p:grpSpPr bwMode="auto">
          <a:xfrm>
            <a:off x="1936750" y="1812925"/>
            <a:ext cx="4065588" cy="1498600"/>
            <a:chOff x="1220" y="1142"/>
            <a:chExt cx="2561" cy="944"/>
          </a:xfrm>
        </p:grpSpPr>
        <p:sp>
          <p:nvSpPr>
            <p:cNvPr id="10" name="Line 6">
              <a:extLst>
                <a:ext uri="{FF2B5EF4-FFF2-40B4-BE49-F238E27FC236}">
                  <a16:creationId xmlns:a16="http://schemas.microsoft.com/office/drawing/2014/main" id="{5A9763A7-0C2C-4127-B361-2715AD6E6FF4}"/>
                </a:ext>
              </a:extLst>
            </p:cNvPr>
            <p:cNvSpPr>
              <a:spLocks noChangeShapeType="1"/>
            </p:cNvSpPr>
            <p:nvPr/>
          </p:nvSpPr>
          <p:spPr bwMode="auto">
            <a:xfrm flipV="1">
              <a:off x="1563" y="1732"/>
              <a:ext cx="467"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7">
              <a:extLst>
                <a:ext uri="{FF2B5EF4-FFF2-40B4-BE49-F238E27FC236}">
                  <a16:creationId xmlns:a16="http://schemas.microsoft.com/office/drawing/2014/main" id="{0C0954A4-FF9D-47BD-9F23-B3422BB89EDD}"/>
                </a:ext>
              </a:extLst>
            </p:cNvPr>
            <p:cNvSpPr>
              <a:spLocks noChangeShapeType="1"/>
            </p:cNvSpPr>
            <p:nvPr/>
          </p:nvSpPr>
          <p:spPr bwMode="auto">
            <a:xfrm flipV="1">
              <a:off x="2014" y="1496"/>
              <a:ext cx="1" cy="2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8">
              <a:extLst>
                <a:ext uri="{FF2B5EF4-FFF2-40B4-BE49-F238E27FC236}">
                  <a16:creationId xmlns:a16="http://schemas.microsoft.com/office/drawing/2014/main" id="{91CF042B-8742-48C3-B945-04093A68F905}"/>
                </a:ext>
              </a:extLst>
            </p:cNvPr>
            <p:cNvSpPr>
              <a:spLocks noChangeShapeType="1"/>
            </p:cNvSpPr>
            <p:nvPr/>
          </p:nvSpPr>
          <p:spPr bwMode="auto">
            <a:xfrm>
              <a:off x="2014" y="1496"/>
              <a:ext cx="353"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9">
              <a:extLst>
                <a:ext uri="{FF2B5EF4-FFF2-40B4-BE49-F238E27FC236}">
                  <a16:creationId xmlns:a16="http://schemas.microsoft.com/office/drawing/2014/main" id="{B305723A-2ADA-4A3B-B226-135DE9CE1602}"/>
                </a:ext>
              </a:extLst>
            </p:cNvPr>
            <p:cNvSpPr>
              <a:spLocks noChangeShapeType="1"/>
            </p:cNvSpPr>
            <p:nvPr/>
          </p:nvSpPr>
          <p:spPr bwMode="auto">
            <a:xfrm>
              <a:off x="2367" y="1496"/>
              <a:ext cx="1" cy="2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0">
              <a:extLst>
                <a:ext uri="{FF2B5EF4-FFF2-40B4-BE49-F238E27FC236}">
                  <a16:creationId xmlns:a16="http://schemas.microsoft.com/office/drawing/2014/main" id="{9528C643-7F05-4247-8A70-848A9D82D9EF}"/>
                </a:ext>
              </a:extLst>
            </p:cNvPr>
            <p:cNvSpPr>
              <a:spLocks noChangeShapeType="1"/>
            </p:cNvSpPr>
            <p:nvPr/>
          </p:nvSpPr>
          <p:spPr bwMode="auto">
            <a:xfrm>
              <a:off x="2367" y="1727"/>
              <a:ext cx="244"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1">
              <a:extLst>
                <a:ext uri="{FF2B5EF4-FFF2-40B4-BE49-F238E27FC236}">
                  <a16:creationId xmlns:a16="http://schemas.microsoft.com/office/drawing/2014/main" id="{C747B4DD-79B2-4493-8823-75CAD35F8B07}"/>
                </a:ext>
              </a:extLst>
            </p:cNvPr>
            <p:cNvSpPr>
              <a:spLocks noChangeShapeType="1"/>
            </p:cNvSpPr>
            <p:nvPr/>
          </p:nvSpPr>
          <p:spPr bwMode="auto">
            <a:xfrm flipV="1">
              <a:off x="2603" y="1496"/>
              <a:ext cx="1" cy="2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12">
              <a:extLst>
                <a:ext uri="{FF2B5EF4-FFF2-40B4-BE49-F238E27FC236}">
                  <a16:creationId xmlns:a16="http://schemas.microsoft.com/office/drawing/2014/main" id="{DD0814D8-26C2-4901-AFF6-2B1C4D31A2B7}"/>
                </a:ext>
              </a:extLst>
            </p:cNvPr>
            <p:cNvSpPr>
              <a:spLocks noChangeShapeType="1"/>
            </p:cNvSpPr>
            <p:nvPr/>
          </p:nvSpPr>
          <p:spPr bwMode="auto">
            <a:xfrm>
              <a:off x="2603" y="1496"/>
              <a:ext cx="236"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13">
              <a:extLst>
                <a:ext uri="{FF2B5EF4-FFF2-40B4-BE49-F238E27FC236}">
                  <a16:creationId xmlns:a16="http://schemas.microsoft.com/office/drawing/2014/main" id="{973421DE-B4B5-4313-8C8F-6867AB749696}"/>
                </a:ext>
              </a:extLst>
            </p:cNvPr>
            <p:cNvSpPr>
              <a:spLocks noChangeShapeType="1"/>
            </p:cNvSpPr>
            <p:nvPr/>
          </p:nvSpPr>
          <p:spPr bwMode="auto">
            <a:xfrm>
              <a:off x="2839" y="1496"/>
              <a:ext cx="1" cy="2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4">
              <a:extLst>
                <a:ext uri="{FF2B5EF4-FFF2-40B4-BE49-F238E27FC236}">
                  <a16:creationId xmlns:a16="http://schemas.microsoft.com/office/drawing/2014/main" id="{62AEE51B-5D81-4A7C-9930-3C4B843C05B8}"/>
                </a:ext>
              </a:extLst>
            </p:cNvPr>
            <p:cNvSpPr>
              <a:spLocks noChangeShapeType="1"/>
            </p:cNvSpPr>
            <p:nvPr/>
          </p:nvSpPr>
          <p:spPr bwMode="auto">
            <a:xfrm flipV="1">
              <a:off x="2839" y="1728"/>
              <a:ext cx="930"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15">
              <a:extLst>
                <a:ext uri="{FF2B5EF4-FFF2-40B4-BE49-F238E27FC236}">
                  <a16:creationId xmlns:a16="http://schemas.microsoft.com/office/drawing/2014/main" id="{01B3FFDA-155D-40F7-A9AC-B131C9B0F323}"/>
                </a:ext>
              </a:extLst>
            </p:cNvPr>
            <p:cNvSpPr>
              <a:spLocks noChangeShapeType="1"/>
            </p:cNvSpPr>
            <p:nvPr/>
          </p:nvSpPr>
          <p:spPr bwMode="auto">
            <a:xfrm>
              <a:off x="1543" y="1849"/>
              <a:ext cx="471"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Line 16">
              <a:extLst>
                <a:ext uri="{FF2B5EF4-FFF2-40B4-BE49-F238E27FC236}">
                  <a16:creationId xmlns:a16="http://schemas.microsoft.com/office/drawing/2014/main" id="{2B3B9321-EC0B-41CA-8D66-1558AF670AA3}"/>
                </a:ext>
              </a:extLst>
            </p:cNvPr>
            <p:cNvSpPr>
              <a:spLocks noChangeShapeType="1"/>
            </p:cNvSpPr>
            <p:nvPr/>
          </p:nvSpPr>
          <p:spPr bwMode="auto">
            <a:xfrm>
              <a:off x="2014" y="1849"/>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17">
              <a:extLst>
                <a:ext uri="{FF2B5EF4-FFF2-40B4-BE49-F238E27FC236}">
                  <a16:creationId xmlns:a16="http://schemas.microsoft.com/office/drawing/2014/main" id="{9162FC38-79C8-4CE9-9FA6-1111E2DE56EC}"/>
                </a:ext>
              </a:extLst>
            </p:cNvPr>
            <p:cNvSpPr>
              <a:spLocks noChangeShapeType="1"/>
            </p:cNvSpPr>
            <p:nvPr/>
          </p:nvSpPr>
          <p:spPr bwMode="auto">
            <a:xfrm>
              <a:off x="2014" y="2085"/>
              <a:ext cx="353"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18">
              <a:extLst>
                <a:ext uri="{FF2B5EF4-FFF2-40B4-BE49-F238E27FC236}">
                  <a16:creationId xmlns:a16="http://schemas.microsoft.com/office/drawing/2014/main" id="{BF1A78D5-9F95-4665-BDC9-7BB3C0946865}"/>
                </a:ext>
              </a:extLst>
            </p:cNvPr>
            <p:cNvSpPr>
              <a:spLocks noChangeShapeType="1"/>
            </p:cNvSpPr>
            <p:nvPr/>
          </p:nvSpPr>
          <p:spPr bwMode="auto">
            <a:xfrm flipV="1">
              <a:off x="2367" y="1849"/>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19">
              <a:extLst>
                <a:ext uri="{FF2B5EF4-FFF2-40B4-BE49-F238E27FC236}">
                  <a16:creationId xmlns:a16="http://schemas.microsoft.com/office/drawing/2014/main" id="{6F5A13DE-7632-47E9-980A-06759866FAD5}"/>
                </a:ext>
              </a:extLst>
            </p:cNvPr>
            <p:cNvSpPr>
              <a:spLocks noChangeShapeType="1"/>
            </p:cNvSpPr>
            <p:nvPr/>
          </p:nvSpPr>
          <p:spPr bwMode="auto">
            <a:xfrm>
              <a:off x="2367" y="1849"/>
              <a:ext cx="236"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20">
              <a:extLst>
                <a:ext uri="{FF2B5EF4-FFF2-40B4-BE49-F238E27FC236}">
                  <a16:creationId xmlns:a16="http://schemas.microsoft.com/office/drawing/2014/main" id="{BA70C9EF-18AE-4342-BD94-99E226F798E5}"/>
                </a:ext>
              </a:extLst>
            </p:cNvPr>
            <p:cNvSpPr>
              <a:spLocks noChangeShapeType="1"/>
            </p:cNvSpPr>
            <p:nvPr/>
          </p:nvSpPr>
          <p:spPr bwMode="auto">
            <a:xfrm>
              <a:off x="2603" y="1849"/>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1">
              <a:extLst>
                <a:ext uri="{FF2B5EF4-FFF2-40B4-BE49-F238E27FC236}">
                  <a16:creationId xmlns:a16="http://schemas.microsoft.com/office/drawing/2014/main" id="{CD2F0565-9134-4670-AA6D-3E528E0328C6}"/>
                </a:ext>
              </a:extLst>
            </p:cNvPr>
            <p:cNvSpPr>
              <a:spLocks noChangeShapeType="1"/>
            </p:cNvSpPr>
            <p:nvPr/>
          </p:nvSpPr>
          <p:spPr bwMode="auto">
            <a:xfrm>
              <a:off x="2603" y="2085"/>
              <a:ext cx="236"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22">
              <a:extLst>
                <a:ext uri="{FF2B5EF4-FFF2-40B4-BE49-F238E27FC236}">
                  <a16:creationId xmlns:a16="http://schemas.microsoft.com/office/drawing/2014/main" id="{9FB4FB5F-5214-421A-B01F-7C3B74AF2E98}"/>
                </a:ext>
              </a:extLst>
            </p:cNvPr>
            <p:cNvSpPr>
              <a:spLocks noChangeShapeType="1"/>
            </p:cNvSpPr>
            <p:nvPr/>
          </p:nvSpPr>
          <p:spPr bwMode="auto">
            <a:xfrm flipV="1">
              <a:off x="2839" y="1849"/>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23">
              <a:extLst>
                <a:ext uri="{FF2B5EF4-FFF2-40B4-BE49-F238E27FC236}">
                  <a16:creationId xmlns:a16="http://schemas.microsoft.com/office/drawing/2014/main" id="{07AA525D-9379-4F25-BBDE-76E94DAFC38E}"/>
                </a:ext>
              </a:extLst>
            </p:cNvPr>
            <p:cNvSpPr>
              <a:spLocks noChangeShapeType="1"/>
            </p:cNvSpPr>
            <p:nvPr/>
          </p:nvSpPr>
          <p:spPr bwMode="auto">
            <a:xfrm>
              <a:off x="2839" y="1849"/>
              <a:ext cx="942"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24">
              <a:extLst>
                <a:ext uri="{FF2B5EF4-FFF2-40B4-BE49-F238E27FC236}">
                  <a16:creationId xmlns:a16="http://schemas.microsoft.com/office/drawing/2014/main" id="{3F9A4548-AE60-4B65-9550-32BCEF588612}"/>
                </a:ext>
              </a:extLst>
            </p:cNvPr>
            <p:cNvSpPr>
              <a:spLocks noChangeShapeType="1"/>
            </p:cNvSpPr>
            <p:nvPr/>
          </p:nvSpPr>
          <p:spPr bwMode="auto">
            <a:xfrm flipV="1">
              <a:off x="3074" y="1375"/>
              <a:ext cx="703"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25">
              <a:extLst>
                <a:ext uri="{FF2B5EF4-FFF2-40B4-BE49-F238E27FC236}">
                  <a16:creationId xmlns:a16="http://schemas.microsoft.com/office/drawing/2014/main" id="{04FEBED4-710D-49E8-8352-9A68CB90EB39}"/>
                </a:ext>
              </a:extLst>
            </p:cNvPr>
            <p:cNvSpPr>
              <a:spLocks noChangeShapeType="1"/>
            </p:cNvSpPr>
            <p:nvPr/>
          </p:nvSpPr>
          <p:spPr bwMode="auto">
            <a:xfrm>
              <a:off x="2132" y="1142"/>
              <a:ext cx="942"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26">
              <a:extLst>
                <a:ext uri="{FF2B5EF4-FFF2-40B4-BE49-F238E27FC236}">
                  <a16:creationId xmlns:a16="http://schemas.microsoft.com/office/drawing/2014/main" id="{364EE886-CCBB-438D-86E2-9FD92EACFB6D}"/>
                </a:ext>
              </a:extLst>
            </p:cNvPr>
            <p:cNvSpPr>
              <a:spLocks noChangeShapeType="1"/>
            </p:cNvSpPr>
            <p:nvPr/>
          </p:nvSpPr>
          <p:spPr bwMode="auto">
            <a:xfrm>
              <a:off x="3074" y="1142"/>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27">
              <a:extLst>
                <a:ext uri="{FF2B5EF4-FFF2-40B4-BE49-F238E27FC236}">
                  <a16:creationId xmlns:a16="http://schemas.microsoft.com/office/drawing/2014/main" id="{D7061DDC-9081-4BA6-9C91-3EED38AFE93D}"/>
                </a:ext>
              </a:extLst>
            </p:cNvPr>
            <p:cNvSpPr>
              <a:spLocks noChangeShapeType="1"/>
            </p:cNvSpPr>
            <p:nvPr/>
          </p:nvSpPr>
          <p:spPr bwMode="auto">
            <a:xfrm flipV="1">
              <a:off x="1563" y="1379"/>
              <a:ext cx="581" cy="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28">
              <a:extLst>
                <a:ext uri="{FF2B5EF4-FFF2-40B4-BE49-F238E27FC236}">
                  <a16:creationId xmlns:a16="http://schemas.microsoft.com/office/drawing/2014/main" id="{15E3C35D-769C-41FF-B071-93641D2904EA}"/>
                </a:ext>
              </a:extLst>
            </p:cNvPr>
            <p:cNvSpPr>
              <a:spLocks noChangeShapeType="1"/>
            </p:cNvSpPr>
            <p:nvPr/>
          </p:nvSpPr>
          <p:spPr bwMode="auto">
            <a:xfrm flipV="1">
              <a:off x="2132" y="1142"/>
              <a:ext cx="1" cy="2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29">
              <a:extLst>
                <a:ext uri="{FF2B5EF4-FFF2-40B4-BE49-F238E27FC236}">
                  <a16:creationId xmlns:a16="http://schemas.microsoft.com/office/drawing/2014/main" id="{D8148410-134F-4ABE-8A94-F4AA8FBEC39F}"/>
                </a:ext>
              </a:extLst>
            </p:cNvPr>
            <p:cNvSpPr>
              <a:spLocks noChangeArrowheads="1"/>
            </p:cNvSpPr>
            <p:nvPr/>
          </p:nvSpPr>
          <p:spPr bwMode="auto">
            <a:xfrm>
              <a:off x="1220" y="1216"/>
              <a:ext cx="277" cy="2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34" name="Rectangle 30">
              <a:extLst>
                <a:ext uri="{FF2B5EF4-FFF2-40B4-BE49-F238E27FC236}">
                  <a16:creationId xmlns:a16="http://schemas.microsoft.com/office/drawing/2014/main" id="{672B180A-D678-490E-9A9E-54457CB931B9}"/>
                </a:ext>
              </a:extLst>
            </p:cNvPr>
            <p:cNvSpPr>
              <a:spLocks noChangeArrowheads="1"/>
            </p:cNvSpPr>
            <p:nvPr/>
          </p:nvSpPr>
          <p:spPr bwMode="auto">
            <a:xfrm>
              <a:off x="1378" y="1549"/>
              <a:ext cx="190" cy="2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35" name="Rectangle 31">
              <a:extLst>
                <a:ext uri="{FF2B5EF4-FFF2-40B4-BE49-F238E27FC236}">
                  <a16:creationId xmlns:a16="http://schemas.microsoft.com/office/drawing/2014/main" id="{48A00792-10D8-4E06-B34E-A25975F25354}"/>
                </a:ext>
              </a:extLst>
            </p:cNvPr>
            <p:cNvSpPr>
              <a:spLocks noChangeArrowheads="1"/>
            </p:cNvSpPr>
            <p:nvPr/>
          </p:nvSpPr>
          <p:spPr bwMode="auto">
            <a:xfrm>
              <a:off x="1378" y="1796"/>
              <a:ext cx="150" cy="2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grpSp>
        <p:nvGrpSpPr>
          <p:cNvPr id="36" name="Group 66">
            <a:extLst>
              <a:ext uri="{FF2B5EF4-FFF2-40B4-BE49-F238E27FC236}">
                <a16:creationId xmlns:a16="http://schemas.microsoft.com/office/drawing/2014/main" id="{6DC32118-943E-4391-9906-8DAD27723CE8}"/>
              </a:ext>
            </a:extLst>
          </p:cNvPr>
          <p:cNvGrpSpPr>
            <a:grpSpLocks/>
          </p:cNvGrpSpPr>
          <p:nvPr/>
        </p:nvGrpSpPr>
        <p:grpSpPr bwMode="auto">
          <a:xfrm>
            <a:off x="2894013" y="3740150"/>
            <a:ext cx="1935162" cy="573088"/>
            <a:chOff x="1823" y="2356"/>
            <a:chExt cx="1219" cy="361"/>
          </a:xfrm>
        </p:grpSpPr>
        <p:sp>
          <p:nvSpPr>
            <p:cNvPr id="37" name="Line 32">
              <a:extLst>
                <a:ext uri="{FF2B5EF4-FFF2-40B4-BE49-F238E27FC236}">
                  <a16:creationId xmlns:a16="http://schemas.microsoft.com/office/drawing/2014/main" id="{07E1C90C-DD69-46FB-8C74-6CD9E0488576}"/>
                </a:ext>
              </a:extLst>
            </p:cNvPr>
            <p:cNvSpPr>
              <a:spLocks noChangeShapeType="1"/>
            </p:cNvSpPr>
            <p:nvPr/>
          </p:nvSpPr>
          <p:spPr bwMode="auto">
            <a:xfrm flipV="1">
              <a:off x="1823" y="2384"/>
              <a:ext cx="305" cy="300"/>
            </a:xfrm>
            <a:prstGeom prst="line">
              <a:avLst/>
            </a:prstGeom>
            <a:noFill/>
            <a:ln w="3810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33">
              <a:extLst>
                <a:ext uri="{FF2B5EF4-FFF2-40B4-BE49-F238E27FC236}">
                  <a16:creationId xmlns:a16="http://schemas.microsoft.com/office/drawing/2014/main" id="{B402E437-67E2-4F4A-B95D-1E743DA388A6}"/>
                </a:ext>
              </a:extLst>
            </p:cNvPr>
            <p:cNvSpPr>
              <a:spLocks noChangeShapeType="1"/>
            </p:cNvSpPr>
            <p:nvPr/>
          </p:nvSpPr>
          <p:spPr bwMode="auto">
            <a:xfrm>
              <a:off x="2371" y="2356"/>
              <a:ext cx="220" cy="361"/>
            </a:xfrm>
            <a:prstGeom prst="line">
              <a:avLst/>
            </a:prstGeom>
            <a:noFill/>
            <a:ln w="38100">
              <a:solidFill>
                <a:schemeClr val="tx1"/>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34">
              <a:extLst>
                <a:ext uri="{FF2B5EF4-FFF2-40B4-BE49-F238E27FC236}">
                  <a16:creationId xmlns:a16="http://schemas.microsoft.com/office/drawing/2014/main" id="{3C52BF8B-AC72-43E6-94EC-F277641E40A1}"/>
                </a:ext>
              </a:extLst>
            </p:cNvPr>
            <p:cNvSpPr>
              <a:spLocks noChangeShapeType="1"/>
            </p:cNvSpPr>
            <p:nvPr/>
          </p:nvSpPr>
          <p:spPr bwMode="auto">
            <a:xfrm>
              <a:off x="2604" y="2367"/>
              <a:ext cx="183" cy="311"/>
            </a:xfrm>
            <a:prstGeom prst="line">
              <a:avLst/>
            </a:prstGeom>
            <a:noFill/>
            <a:ln w="38100">
              <a:solidFill>
                <a:schemeClr val="tx1"/>
              </a:solidFill>
              <a:round/>
              <a:headEnd type="stealth" w="sm"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41">
              <a:extLst>
                <a:ext uri="{FF2B5EF4-FFF2-40B4-BE49-F238E27FC236}">
                  <a16:creationId xmlns:a16="http://schemas.microsoft.com/office/drawing/2014/main" id="{C80FCB34-1944-423A-A8E9-AF6489E6F521}"/>
                </a:ext>
              </a:extLst>
            </p:cNvPr>
            <p:cNvSpPr>
              <a:spLocks noChangeShapeType="1"/>
            </p:cNvSpPr>
            <p:nvPr/>
          </p:nvSpPr>
          <p:spPr bwMode="auto">
            <a:xfrm>
              <a:off x="2859" y="2367"/>
              <a:ext cx="183" cy="311"/>
            </a:xfrm>
            <a:prstGeom prst="line">
              <a:avLst/>
            </a:prstGeom>
            <a:noFill/>
            <a:ln w="38100">
              <a:solidFill>
                <a:schemeClr val="tx1"/>
              </a:solidFill>
              <a:round/>
              <a:headEnd type="stealth" w="sm"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1" name="Group 65">
            <a:extLst>
              <a:ext uri="{FF2B5EF4-FFF2-40B4-BE49-F238E27FC236}">
                <a16:creationId xmlns:a16="http://schemas.microsoft.com/office/drawing/2014/main" id="{5D349D84-570B-4273-AEC1-E79934DEA71A}"/>
              </a:ext>
            </a:extLst>
          </p:cNvPr>
          <p:cNvGrpSpPr>
            <a:grpSpLocks/>
          </p:cNvGrpSpPr>
          <p:nvPr/>
        </p:nvGrpSpPr>
        <p:grpSpPr bwMode="auto">
          <a:xfrm>
            <a:off x="2154238" y="3570288"/>
            <a:ext cx="3933825" cy="519112"/>
            <a:chOff x="1357" y="2249"/>
            <a:chExt cx="2478" cy="327"/>
          </a:xfrm>
        </p:grpSpPr>
        <p:grpSp>
          <p:nvGrpSpPr>
            <p:cNvPr id="42" name="Group 64">
              <a:extLst>
                <a:ext uri="{FF2B5EF4-FFF2-40B4-BE49-F238E27FC236}">
                  <a16:creationId xmlns:a16="http://schemas.microsoft.com/office/drawing/2014/main" id="{9ECDD4CE-7591-466F-90BD-460D5038E5A9}"/>
                </a:ext>
              </a:extLst>
            </p:cNvPr>
            <p:cNvGrpSpPr>
              <a:grpSpLocks/>
            </p:cNvGrpSpPr>
            <p:nvPr/>
          </p:nvGrpSpPr>
          <p:grpSpPr bwMode="auto">
            <a:xfrm>
              <a:off x="1518" y="2249"/>
              <a:ext cx="2317" cy="250"/>
              <a:chOff x="1398" y="3705"/>
              <a:chExt cx="2317" cy="250"/>
            </a:xfrm>
          </p:grpSpPr>
          <p:sp>
            <p:nvSpPr>
              <p:cNvPr id="44" name="Line 44">
                <a:extLst>
                  <a:ext uri="{FF2B5EF4-FFF2-40B4-BE49-F238E27FC236}">
                    <a16:creationId xmlns:a16="http://schemas.microsoft.com/office/drawing/2014/main" id="{D8CB033B-CEC7-4BE3-8F5D-EE3E01BBC96D}"/>
                  </a:ext>
                </a:extLst>
              </p:cNvPr>
              <p:cNvSpPr>
                <a:spLocks noChangeShapeType="1"/>
              </p:cNvSpPr>
              <p:nvPr/>
            </p:nvSpPr>
            <p:spPr bwMode="auto">
              <a:xfrm>
                <a:off x="2739" y="3954"/>
                <a:ext cx="976"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45">
                <a:extLst>
                  <a:ext uri="{FF2B5EF4-FFF2-40B4-BE49-F238E27FC236}">
                    <a16:creationId xmlns:a16="http://schemas.microsoft.com/office/drawing/2014/main" id="{37745CAE-4401-4D8E-B97A-98CECFCAB919}"/>
                  </a:ext>
                </a:extLst>
              </p:cNvPr>
              <p:cNvSpPr>
                <a:spLocks noChangeShapeType="1"/>
              </p:cNvSpPr>
              <p:nvPr/>
            </p:nvSpPr>
            <p:spPr bwMode="auto">
              <a:xfrm>
                <a:off x="1398" y="3954"/>
                <a:ext cx="61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46">
                <a:extLst>
                  <a:ext uri="{FF2B5EF4-FFF2-40B4-BE49-F238E27FC236}">
                    <a16:creationId xmlns:a16="http://schemas.microsoft.com/office/drawing/2014/main" id="{A60D30D6-34A4-491E-98DF-F39434E6933D}"/>
                  </a:ext>
                </a:extLst>
              </p:cNvPr>
              <p:cNvSpPr>
                <a:spLocks noChangeShapeType="1"/>
              </p:cNvSpPr>
              <p:nvPr/>
            </p:nvSpPr>
            <p:spPr bwMode="auto">
              <a:xfrm>
                <a:off x="2495" y="3705"/>
                <a:ext cx="244"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47">
                <a:extLst>
                  <a:ext uri="{FF2B5EF4-FFF2-40B4-BE49-F238E27FC236}">
                    <a16:creationId xmlns:a16="http://schemas.microsoft.com/office/drawing/2014/main" id="{D726A857-5061-414E-B253-E566548085C9}"/>
                  </a:ext>
                </a:extLst>
              </p:cNvPr>
              <p:cNvSpPr>
                <a:spLocks noChangeShapeType="1"/>
              </p:cNvSpPr>
              <p:nvPr/>
            </p:nvSpPr>
            <p:spPr bwMode="auto">
              <a:xfrm>
                <a:off x="2251" y="3705"/>
                <a:ext cx="1" cy="2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48">
                <a:extLst>
                  <a:ext uri="{FF2B5EF4-FFF2-40B4-BE49-F238E27FC236}">
                    <a16:creationId xmlns:a16="http://schemas.microsoft.com/office/drawing/2014/main" id="{341EA272-2B29-4DF5-8942-AC304972368B}"/>
                  </a:ext>
                </a:extLst>
              </p:cNvPr>
              <p:cNvSpPr>
                <a:spLocks noChangeShapeType="1"/>
              </p:cNvSpPr>
              <p:nvPr/>
            </p:nvSpPr>
            <p:spPr bwMode="auto">
              <a:xfrm>
                <a:off x="2739" y="3705"/>
                <a:ext cx="1" cy="2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49">
                <a:extLst>
                  <a:ext uri="{FF2B5EF4-FFF2-40B4-BE49-F238E27FC236}">
                    <a16:creationId xmlns:a16="http://schemas.microsoft.com/office/drawing/2014/main" id="{0E8DE530-5A25-4442-AB71-88BCC53E488E}"/>
                  </a:ext>
                </a:extLst>
              </p:cNvPr>
              <p:cNvSpPr>
                <a:spLocks noChangeShapeType="1"/>
              </p:cNvSpPr>
              <p:nvPr/>
            </p:nvSpPr>
            <p:spPr bwMode="auto">
              <a:xfrm>
                <a:off x="2251" y="3954"/>
                <a:ext cx="244"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50">
                <a:extLst>
                  <a:ext uri="{FF2B5EF4-FFF2-40B4-BE49-F238E27FC236}">
                    <a16:creationId xmlns:a16="http://schemas.microsoft.com/office/drawing/2014/main" id="{7E4F7D82-D085-4B4D-8E81-8FC5E702C81F}"/>
                  </a:ext>
                </a:extLst>
              </p:cNvPr>
              <p:cNvSpPr>
                <a:spLocks noChangeShapeType="1"/>
              </p:cNvSpPr>
              <p:nvPr/>
            </p:nvSpPr>
            <p:spPr bwMode="auto">
              <a:xfrm>
                <a:off x="2008" y="3705"/>
                <a:ext cx="243"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51">
                <a:extLst>
                  <a:ext uri="{FF2B5EF4-FFF2-40B4-BE49-F238E27FC236}">
                    <a16:creationId xmlns:a16="http://schemas.microsoft.com/office/drawing/2014/main" id="{577930AF-F295-443C-92C7-ACF8C32D9CA5}"/>
                  </a:ext>
                </a:extLst>
              </p:cNvPr>
              <p:cNvSpPr>
                <a:spLocks noChangeShapeType="1"/>
              </p:cNvSpPr>
              <p:nvPr/>
            </p:nvSpPr>
            <p:spPr bwMode="auto">
              <a:xfrm flipV="1">
                <a:off x="2495" y="3705"/>
                <a:ext cx="1" cy="2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52">
                <a:extLst>
                  <a:ext uri="{FF2B5EF4-FFF2-40B4-BE49-F238E27FC236}">
                    <a16:creationId xmlns:a16="http://schemas.microsoft.com/office/drawing/2014/main" id="{2EABAA56-E9B5-4258-857D-DCE63CF9CB2E}"/>
                  </a:ext>
                </a:extLst>
              </p:cNvPr>
              <p:cNvSpPr>
                <a:spLocks noChangeShapeType="1"/>
              </p:cNvSpPr>
              <p:nvPr/>
            </p:nvSpPr>
            <p:spPr bwMode="auto">
              <a:xfrm flipV="1">
                <a:off x="2008" y="3705"/>
                <a:ext cx="1" cy="2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3" name="Rectangle 53">
              <a:extLst>
                <a:ext uri="{FF2B5EF4-FFF2-40B4-BE49-F238E27FC236}">
                  <a16:creationId xmlns:a16="http://schemas.microsoft.com/office/drawing/2014/main" id="{EAF960AF-4D19-4E69-B696-0C28A08BA3C0}"/>
                </a:ext>
              </a:extLst>
            </p:cNvPr>
            <p:cNvSpPr>
              <a:spLocks noChangeArrowheads="1"/>
            </p:cNvSpPr>
            <p:nvPr/>
          </p:nvSpPr>
          <p:spPr bwMode="auto">
            <a:xfrm>
              <a:off x="1357" y="2307"/>
              <a:ext cx="162" cy="269"/>
            </a:xfrm>
            <a:prstGeom prst="rect">
              <a:avLst/>
            </a:prstGeom>
            <a:noFill/>
            <a:ln w="38100">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1"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53" name="Rectangle 54">
            <a:extLst>
              <a:ext uri="{FF2B5EF4-FFF2-40B4-BE49-F238E27FC236}">
                <a16:creationId xmlns:a16="http://schemas.microsoft.com/office/drawing/2014/main" id="{91E0FBDC-3DAE-4919-A35F-07FC05E556E5}"/>
              </a:ext>
            </a:extLst>
          </p:cNvPr>
          <p:cNvSpPr>
            <a:spLocks noChangeArrowheads="1"/>
          </p:cNvSpPr>
          <p:nvPr/>
        </p:nvSpPr>
        <p:spPr bwMode="auto">
          <a:xfrm>
            <a:off x="2078038" y="4346575"/>
            <a:ext cx="1428750" cy="427038"/>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有效翻转</a:t>
            </a:r>
          </a:p>
        </p:txBody>
      </p:sp>
      <p:sp>
        <p:nvSpPr>
          <p:cNvPr id="54" name="Rectangle 55">
            <a:extLst>
              <a:ext uri="{FF2B5EF4-FFF2-40B4-BE49-F238E27FC236}">
                <a16:creationId xmlns:a16="http://schemas.microsoft.com/office/drawing/2014/main" id="{FD434EF1-8C2A-4D57-A308-DFB076A1B74B}"/>
              </a:ext>
            </a:extLst>
          </p:cNvPr>
          <p:cNvSpPr>
            <a:spLocks noChangeArrowheads="1"/>
          </p:cNvSpPr>
          <p:nvPr/>
        </p:nvSpPr>
        <p:spPr bwMode="auto">
          <a:xfrm>
            <a:off x="4105275" y="4568825"/>
            <a:ext cx="714375" cy="427038"/>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空翻</a:t>
            </a:r>
          </a:p>
        </p:txBody>
      </p:sp>
      <p:grpSp>
        <p:nvGrpSpPr>
          <p:cNvPr id="55" name="Group 63">
            <a:extLst>
              <a:ext uri="{FF2B5EF4-FFF2-40B4-BE49-F238E27FC236}">
                <a16:creationId xmlns:a16="http://schemas.microsoft.com/office/drawing/2014/main" id="{9CCC1346-831D-4BD3-9154-228682294A91}"/>
              </a:ext>
            </a:extLst>
          </p:cNvPr>
          <p:cNvGrpSpPr>
            <a:grpSpLocks/>
          </p:cNvGrpSpPr>
          <p:nvPr/>
        </p:nvGrpSpPr>
        <p:grpSpPr bwMode="auto">
          <a:xfrm>
            <a:off x="3381375" y="2155825"/>
            <a:ext cx="1484313" cy="2243138"/>
            <a:chOff x="2130" y="1358"/>
            <a:chExt cx="935" cy="1413"/>
          </a:xfrm>
        </p:grpSpPr>
        <p:sp>
          <p:nvSpPr>
            <p:cNvPr id="56" name="Line 58">
              <a:extLst>
                <a:ext uri="{FF2B5EF4-FFF2-40B4-BE49-F238E27FC236}">
                  <a16:creationId xmlns:a16="http://schemas.microsoft.com/office/drawing/2014/main" id="{50330713-C279-4930-A08A-701177DD4796}"/>
                </a:ext>
              </a:extLst>
            </p:cNvPr>
            <p:cNvSpPr>
              <a:spLocks noChangeShapeType="1"/>
            </p:cNvSpPr>
            <p:nvPr/>
          </p:nvSpPr>
          <p:spPr bwMode="auto">
            <a:xfrm>
              <a:off x="2130" y="1380"/>
              <a:ext cx="0" cy="1391"/>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59">
              <a:extLst>
                <a:ext uri="{FF2B5EF4-FFF2-40B4-BE49-F238E27FC236}">
                  <a16:creationId xmlns:a16="http://schemas.microsoft.com/office/drawing/2014/main" id="{F25B1640-C7C7-42E4-A912-A08AD55D1CE1}"/>
                </a:ext>
              </a:extLst>
            </p:cNvPr>
            <p:cNvSpPr>
              <a:spLocks noChangeShapeType="1"/>
            </p:cNvSpPr>
            <p:nvPr/>
          </p:nvSpPr>
          <p:spPr bwMode="auto">
            <a:xfrm>
              <a:off x="2358" y="1369"/>
              <a:ext cx="0" cy="1391"/>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60">
              <a:extLst>
                <a:ext uri="{FF2B5EF4-FFF2-40B4-BE49-F238E27FC236}">
                  <a16:creationId xmlns:a16="http://schemas.microsoft.com/office/drawing/2014/main" id="{24C2FC70-B160-43DF-A670-3A53A6310AB6}"/>
                </a:ext>
              </a:extLst>
            </p:cNvPr>
            <p:cNvSpPr>
              <a:spLocks noChangeShapeType="1"/>
            </p:cNvSpPr>
            <p:nvPr/>
          </p:nvSpPr>
          <p:spPr bwMode="auto">
            <a:xfrm>
              <a:off x="2597" y="1369"/>
              <a:ext cx="0" cy="1391"/>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61">
              <a:extLst>
                <a:ext uri="{FF2B5EF4-FFF2-40B4-BE49-F238E27FC236}">
                  <a16:creationId xmlns:a16="http://schemas.microsoft.com/office/drawing/2014/main" id="{0BDB9D93-FBB4-4C92-9F34-3465387A4D98}"/>
                </a:ext>
              </a:extLst>
            </p:cNvPr>
            <p:cNvSpPr>
              <a:spLocks noChangeShapeType="1"/>
            </p:cNvSpPr>
            <p:nvPr/>
          </p:nvSpPr>
          <p:spPr bwMode="auto">
            <a:xfrm>
              <a:off x="2836" y="1358"/>
              <a:ext cx="0" cy="1391"/>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62">
              <a:extLst>
                <a:ext uri="{FF2B5EF4-FFF2-40B4-BE49-F238E27FC236}">
                  <a16:creationId xmlns:a16="http://schemas.microsoft.com/office/drawing/2014/main" id="{D4DBDBA6-ECE2-4890-8102-045E2EF68202}"/>
                </a:ext>
              </a:extLst>
            </p:cNvPr>
            <p:cNvSpPr>
              <a:spLocks noChangeShapeType="1"/>
            </p:cNvSpPr>
            <p:nvPr/>
          </p:nvSpPr>
          <p:spPr bwMode="auto">
            <a:xfrm>
              <a:off x="3065" y="1358"/>
              <a:ext cx="0" cy="1391"/>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1" name="AutoShape 67">
            <a:extLst>
              <a:ext uri="{FF2B5EF4-FFF2-40B4-BE49-F238E27FC236}">
                <a16:creationId xmlns:a16="http://schemas.microsoft.com/office/drawing/2014/main" id="{16E39F55-6F0B-4BAA-962D-77353D102A69}"/>
              </a:ext>
            </a:extLst>
          </p:cNvPr>
          <p:cNvSpPr>
            <a:spLocks/>
          </p:cNvSpPr>
          <p:nvPr/>
        </p:nvSpPr>
        <p:spPr bwMode="auto">
          <a:xfrm rot="-5400000">
            <a:off x="4237038" y="3873500"/>
            <a:ext cx="344488" cy="1138237"/>
          </a:xfrm>
          <a:prstGeom prst="leftBrace">
            <a:avLst>
              <a:gd name="adj1" fmla="val 27535"/>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Text Box 68">
            <a:extLst>
              <a:ext uri="{FF2B5EF4-FFF2-40B4-BE49-F238E27FC236}">
                <a16:creationId xmlns:a16="http://schemas.microsoft.com/office/drawing/2014/main" id="{7854C049-24D0-4DE1-A456-C56630653439}"/>
              </a:ext>
            </a:extLst>
          </p:cNvPr>
          <p:cNvSpPr txBox="1">
            <a:spLocks noChangeArrowheads="1"/>
          </p:cNvSpPr>
          <p:nvPr/>
        </p:nvSpPr>
        <p:spPr bwMode="auto">
          <a:xfrm>
            <a:off x="793750" y="5451475"/>
            <a:ext cx="7762875"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在一个时钟脉冲周期中，触发器发生多次无效翻转的现象叫做空翻。</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up)">
                                      <p:cBhvr>
                                        <p:cTn id="16" dur="500"/>
                                        <p:tgtEl>
                                          <p:spTgt spid="5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left)">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slide(fromBottom)">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slide(fromBottom)">
                                      <p:cBhvr>
                                        <p:cTn id="31" dur="500"/>
                                        <p:tgtEl>
                                          <p:spTgt spid="5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wipe(left)">
                                      <p:cBhvr>
                                        <p:cTn id="36" dur="500"/>
                                        <p:tgtEl>
                                          <p:spTgt spid="61"/>
                                        </p:tgtEl>
                                      </p:cBhvr>
                                    </p:animEffect>
                                  </p:childTnLst>
                                </p:cTn>
                              </p:par>
                            </p:childTnLst>
                          </p:cTn>
                        </p:par>
                        <p:par>
                          <p:cTn id="37" fill="hold">
                            <p:stCondLst>
                              <p:cond delay="500"/>
                            </p:stCondLst>
                            <p:childTnLst>
                              <p:par>
                                <p:cTn id="38" presetID="12" presetClass="entr" presetSubtype="4" fill="hold" grpId="0" nodeType="afterEffect">
                                  <p:stCondLst>
                                    <p:cond delay="1000"/>
                                  </p:stCondLst>
                                  <p:childTnLst>
                                    <p:set>
                                      <p:cBhvr>
                                        <p:cTn id="39" dur="1" fill="hold">
                                          <p:stCondLst>
                                            <p:cond delay="0"/>
                                          </p:stCondLst>
                                        </p:cTn>
                                        <p:tgtEl>
                                          <p:spTgt spid="54"/>
                                        </p:tgtEl>
                                        <p:attrNameLst>
                                          <p:attrName>style.visibility</p:attrName>
                                        </p:attrNameLst>
                                      </p:cBhvr>
                                      <p:to>
                                        <p:strVal val="visible"/>
                                      </p:to>
                                    </p:set>
                                    <p:animEffect transition="in" filter="slide(fromBottom)">
                                      <p:cBhvr>
                                        <p:cTn id="40" dur="500"/>
                                        <p:tgtEl>
                                          <p:spTgt spid="5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wipe(left)">
                                      <p:cBhvr>
                                        <p:cTn id="4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3" grpId="0" animBg="1" autoUpdateAnimBg="0"/>
      <p:bldP spid="54" grpId="0" animBg="1" autoUpdateAnimBg="0"/>
      <p:bldP spid="61" grpId="0" animBg="1"/>
      <p:bldP spid="6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mtClean="0"/>
              <a:pPr>
                <a:defRPr/>
              </a:pPr>
              <a:t>19</a:t>
            </a:fld>
            <a:endParaRPr lang="en-US" altLang="zh-CN" dirty="0"/>
          </a:p>
        </p:txBody>
      </p:sp>
      <p:sp>
        <p:nvSpPr>
          <p:cNvPr id="5" name="标题 1"/>
          <p:cNvSpPr txBox="1">
            <a:spLocks/>
          </p:cNvSpPr>
          <p:nvPr/>
        </p:nvSpPr>
        <p:spPr>
          <a:xfrm>
            <a:off x="774241" y="15240"/>
            <a:ext cx="6954715" cy="5881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 6.8 </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主从触发器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19</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7" name="Group 3">
            <a:extLst>
              <a:ext uri="{FF2B5EF4-FFF2-40B4-BE49-F238E27FC236}">
                <a16:creationId xmlns:a16="http://schemas.microsoft.com/office/drawing/2014/main" id="{36D99CF7-0E1E-4A52-ACFF-02179DB4F756}"/>
              </a:ext>
            </a:extLst>
          </p:cNvPr>
          <p:cNvGrpSpPr>
            <a:grpSpLocks/>
          </p:cNvGrpSpPr>
          <p:nvPr/>
        </p:nvGrpSpPr>
        <p:grpSpPr bwMode="auto">
          <a:xfrm>
            <a:off x="304800" y="2473325"/>
            <a:ext cx="1225550" cy="2952750"/>
            <a:chOff x="191" y="1230"/>
            <a:chExt cx="772" cy="1860"/>
          </a:xfrm>
        </p:grpSpPr>
        <p:sp>
          <p:nvSpPr>
            <p:cNvPr id="8" name="AutoShape 4">
              <a:extLst>
                <a:ext uri="{FF2B5EF4-FFF2-40B4-BE49-F238E27FC236}">
                  <a16:creationId xmlns:a16="http://schemas.microsoft.com/office/drawing/2014/main" id="{A778B7A2-26D6-4779-BF7B-9BB84EBE66C8}"/>
                </a:ext>
              </a:extLst>
            </p:cNvPr>
            <p:cNvSpPr>
              <a:spLocks/>
            </p:cNvSpPr>
            <p:nvPr/>
          </p:nvSpPr>
          <p:spPr bwMode="auto">
            <a:xfrm>
              <a:off x="737" y="1230"/>
              <a:ext cx="226" cy="726"/>
            </a:xfrm>
            <a:prstGeom prst="leftBrace">
              <a:avLst>
                <a:gd name="adj1" fmla="val 2677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 name="AutoShape 5">
              <a:extLst>
                <a:ext uri="{FF2B5EF4-FFF2-40B4-BE49-F238E27FC236}">
                  <a16:creationId xmlns:a16="http://schemas.microsoft.com/office/drawing/2014/main" id="{7027DAA2-7338-4912-B481-A488994BFAE7}"/>
                </a:ext>
              </a:extLst>
            </p:cNvPr>
            <p:cNvSpPr>
              <a:spLocks/>
            </p:cNvSpPr>
            <p:nvPr/>
          </p:nvSpPr>
          <p:spPr bwMode="auto">
            <a:xfrm>
              <a:off x="737" y="2364"/>
              <a:ext cx="226" cy="726"/>
            </a:xfrm>
            <a:prstGeom prst="leftBrace">
              <a:avLst>
                <a:gd name="adj1" fmla="val 2677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 name="Text Box 6">
              <a:extLst>
                <a:ext uri="{FF2B5EF4-FFF2-40B4-BE49-F238E27FC236}">
                  <a16:creationId xmlns:a16="http://schemas.microsoft.com/office/drawing/2014/main" id="{A8BCDDF3-0AAC-4AB9-A213-8A32B28C1E54}"/>
                </a:ext>
              </a:extLst>
            </p:cNvPr>
            <p:cNvSpPr txBox="1">
              <a:spLocks noChangeArrowheads="1"/>
            </p:cNvSpPr>
            <p:nvPr/>
          </p:nvSpPr>
          <p:spPr bwMode="auto">
            <a:xfrm>
              <a:off x="191" y="1411"/>
              <a:ext cx="526"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solidFill>
                      <a:schemeClr val="tx1"/>
                    </a:solidFill>
                  </a:ln>
                  <a:effectLst/>
                  <a:uLnTx/>
                  <a:uFillTx/>
                  <a:ea typeface="黑体" pitchFamily="49" charset="-122"/>
                  <a:cs typeface="Times New Roman" pitchFamily="18" charset="0"/>
                </a:rPr>
                <a:t>从</a:t>
              </a:r>
              <a:r>
                <a:rPr kumimoji="0" lang="en-US" altLang="zh-CN" sz="2400" b="0" i="0" u="none" strike="noStrike" kern="1200" cap="none" spc="0" normalizeH="0" baseline="0" noProof="0" dirty="0">
                  <a:ln>
                    <a:solidFill>
                      <a:schemeClr val="tx1"/>
                    </a:solidFill>
                  </a:ln>
                  <a:effectLst/>
                  <a:uLnTx/>
                  <a:uFillTx/>
                  <a:ea typeface="黑体" pitchFamily="49" charset="-122"/>
                  <a:cs typeface="Times New Roman" pitchFamily="18" charset="0"/>
                </a:rPr>
                <a:t>FF</a:t>
              </a:r>
            </a:p>
          </p:txBody>
        </p:sp>
        <p:sp>
          <p:nvSpPr>
            <p:cNvPr id="11" name="Text Box 7">
              <a:extLst>
                <a:ext uri="{FF2B5EF4-FFF2-40B4-BE49-F238E27FC236}">
                  <a16:creationId xmlns:a16="http://schemas.microsoft.com/office/drawing/2014/main" id="{E26A77DD-811D-441A-81A6-F09631D9196C}"/>
                </a:ext>
              </a:extLst>
            </p:cNvPr>
            <p:cNvSpPr txBox="1">
              <a:spLocks noChangeArrowheads="1"/>
            </p:cNvSpPr>
            <p:nvPr/>
          </p:nvSpPr>
          <p:spPr bwMode="auto">
            <a:xfrm>
              <a:off x="191" y="2575"/>
              <a:ext cx="542"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主</a:t>
              </a: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FF</a:t>
              </a:r>
            </a:p>
          </p:txBody>
        </p:sp>
      </p:grpSp>
      <p:sp>
        <p:nvSpPr>
          <p:cNvPr id="12" name="Rectangle 44">
            <a:extLst>
              <a:ext uri="{FF2B5EF4-FFF2-40B4-BE49-F238E27FC236}">
                <a16:creationId xmlns:a16="http://schemas.microsoft.com/office/drawing/2014/main" id="{3AA26CC9-EF19-40AB-990E-F7F39DD458C2}"/>
              </a:ext>
            </a:extLst>
          </p:cNvPr>
          <p:cNvSpPr>
            <a:spLocks noChangeArrowheads="1"/>
          </p:cNvSpPr>
          <p:nvPr/>
        </p:nvSpPr>
        <p:spPr bwMode="auto">
          <a:xfrm>
            <a:off x="5643880" y="4236085"/>
            <a:ext cx="2659063" cy="5191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1</a:t>
            </a:r>
            <a:r>
              <a:rPr kumimoji="1" lang="zh-CN" altLang="en-US" sz="28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CP=0</a:t>
            </a:r>
            <a:r>
              <a:rPr kumimoji="1" lang="zh-CN" altLang="en-US" sz="2800" i="0" u="none" strike="noStrike" kern="1200" cap="none" spc="0" normalizeH="0" baseline="0" noProof="0" dirty="0">
                <a:solidFill>
                  <a:srgbClr val="FF0000"/>
                </a:solidFill>
                <a:effectLst/>
                <a:uLnTx/>
                <a:uFillTx/>
                <a:latin typeface="黑体" pitchFamily="49" charset="-122"/>
                <a:ea typeface="黑体" pitchFamily="49" charset="-122"/>
              </a:rPr>
              <a:t>时</a:t>
            </a:r>
            <a:r>
              <a:rPr kumimoji="1" lang="zh-CN" altLang="en-US" sz="28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endParaRPr kumimoji="1" lang="zh-CN" altLang="en-US" sz="2800" i="0" u="none" strike="noStrike" kern="1200" cap="none" spc="0" normalizeH="0" baseline="30000" noProof="0" dirty="0">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3" name="Text Box 46">
            <a:extLst>
              <a:ext uri="{FF2B5EF4-FFF2-40B4-BE49-F238E27FC236}">
                <a16:creationId xmlns:a16="http://schemas.microsoft.com/office/drawing/2014/main" id="{ECF7A6BC-C866-4301-84F9-F5947470D81B}"/>
              </a:ext>
            </a:extLst>
          </p:cNvPr>
          <p:cNvSpPr txBox="1">
            <a:spLocks noChangeArrowheads="1"/>
          </p:cNvSpPr>
          <p:nvPr/>
        </p:nvSpPr>
        <p:spPr bwMode="auto">
          <a:xfrm>
            <a:off x="5641975" y="4832033"/>
            <a:ext cx="2968626" cy="95410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主触发器不工作，   从触发器工作。</a:t>
            </a:r>
          </a:p>
        </p:txBody>
      </p:sp>
      <p:grpSp>
        <p:nvGrpSpPr>
          <p:cNvPr id="14" name="Group 176">
            <a:extLst>
              <a:ext uri="{FF2B5EF4-FFF2-40B4-BE49-F238E27FC236}">
                <a16:creationId xmlns:a16="http://schemas.microsoft.com/office/drawing/2014/main" id="{B857BD51-05B3-4F19-8D8E-69CB9C370293}"/>
              </a:ext>
            </a:extLst>
          </p:cNvPr>
          <p:cNvGrpSpPr>
            <a:grpSpLocks/>
          </p:cNvGrpSpPr>
          <p:nvPr/>
        </p:nvGrpSpPr>
        <p:grpSpPr bwMode="auto">
          <a:xfrm>
            <a:off x="1360488" y="1730375"/>
            <a:ext cx="3446462" cy="4503738"/>
            <a:chOff x="857" y="1090"/>
            <a:chExt cx="2171" cy="2837"/>
          </a:xfrm>
        </p:grpSpPr>
        <p:grpSp>
          <p:nvGrpSpPr>
            <p:cNvPr id="15" name="Group 49">
              <a:extLst>
                <a:ext uri="{FF2B5EF4-FFF2-40B4-BE49-F238E27FC236}">
                  <a16:creationId xmlns:a16="http://schemas.microsoft.com/office/drawing/2014/main" id="{6BA3795D-9BB5-44E5-B1B0-26615DD14019}"/>
                </a:ext>
              </a:extLst>
            </p:cNvPr>
            <p:cNvGrpSpPr>
              <a:grpSpLocks/>
            </p:cNvGrpSpPr>
            <p:nvPr/>
          </p:nvGrpSpPr>
          <p:grpSpPr bwMode="auto">
            <a:xfrm>
              <a:off x="857" y="1090"/>
              <a:ext cx="2126" cy="2837"/>
              <a:chOff x="857" y="1090"/>
              <a:chExt cx="2126" cy="2837"/>
            </a:xfrm>
          </p:grpSpPr>
          <p:sp>
            <p:nvSpPr>
              <p:cNvPr id="25" name="Line 50">
                <a:extLst>
                  <a:ext uri="{FF2B5EF4-FFF2-40B4-BE49-F238E27FC236}">
                    <a16:creationId xmlns:a16="http://schemas.microsoft.com/office/drawing/2014/main" id="{540D0AFF-A97C-4394-BEB6-8E46D9711C3F}"/>
                  </a:ext>
                </a:extLst>
              </p:cNvPr>
              <p:cNvSpPr>
                <a:spLocks noChangeShapeType="1"/>
              </p:cNvSpPr>
              <p:nvPr/>
            </p:nvSpPr>
            <p:spPr bwMode="auto">
              <a:xfrm>
                <a:off x="1656" y="3445"/>
                <a:ext cx="0" cy="4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Text Box 51">
                <a:extLst>
                  <a:ext uri="{FF2B5EF4-FFF2-40B4-BE49-F238E27FC236}">
                    <a16:creationId xmlns:a16="http://schemas.microsoft.com/office/drawing/2014/main" id="{B53B30FF-DD58-4182-829F-BEEF609E8A8E}"/>
                  </a:ext>
                </a:extLst>
              </p:cNvPr>
              <p:cNvSpPr txBox="1">
                <a:spLocks noChangeArrowheads="1"/>
              </p:cNvSpPr>
              <p:nvPr/>
            </p:nvSpPr>
            <p:spPr bwMode="auto">
              <a:xfrm>
                <a:off x="1725" y="3636"/>
                <a:ext cx="359"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CP</a:t>
                </a:r>
              </a:p>
            </p:txBody>
          </p:sp>
          <p:sp>
            <p:nvSpPr>
              <p:cNvPr id="27" name="Rectangle 52">
                <a:extLst>
                  <a:ext uri="{FF2B5EF4-FFF2-40B4-BE49-F238E27FC236}">
                    <a16:creationId xmlns:a16="http://schemas.microsoft.com/office/drawing/2014/main" id="{E9E2268F-CB5C-4632-8D14-E8925FC43382}"/>
                  </a:ext>
                </a:extLst>
              </p:cNvPr>
              <p:cNvSpPr>
                <a:spLocks noChangeArrowheads="1"/>
              </p:cNvSpPr>
              <p:nvPr/>
            </p:nvSpPr>
            <p:spPr bwMode="auto">
              <a:xfrm>
                <a:off x="1986" y="266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Oval 53">
                <a:extLst>
                  <a:ext uri="{FF2B5EF4-FFF2-40B4-BE49-F238E27FC236}">
                    <a16:creationId xmlns:a16="http://schemas.microsoft.com/office/drawing/2014/main" id="{9A293E3F-90C4-4120-BDE3-D2DFCEB0FF9D}"/>
                  </a:ext>
                </a:extLst>
              </p:cNvPr>
              <p:cNvSpPr>
                <a:spLocks noChangeArrowheads="1"/>
              </p:cNvSpPr>
              <p:nvPr/>
            </p:nvSpPr>
            <p:spPr bwMode="auto">
              <a:xfrm>
                <a:off x="2124" y="259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Rectangle 54">
                <a:extLst>
                  <a:ext uri="{FF2B5EF4-FFF2-40B4-BE49-F238E27FC236}">
                    <a16:creationId xmlns:a16="http://schemas.microsoft.com/office/drawing/2014/main" id="{C812DD40-B0AB-4AE0-A681-E2E913FCC0C0}"/>
                  </a:ext>
                </a:extLst>
              </p:cNvPr>
              <p:cNvSpPr>
                <a:spLocks noChangeArrowheads="1"/>
              </p:cNvSpPr>
              <p:nvPr/>
            </p:nvSpPr>
            <p:spPr bwMode="auto">
              <a:xfrm>
                <a:off x="1986" y="266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Oval 55">
                <a:extLst>
                  <a:ext uri="{FF2B5EF4-FFF2-40B4-BE49-F238E27FC236}">
                    <a16:creationId xmlns:a16="http://schemas.microsoft.com/office/drawing/2014/main" id="{9FE46489-2091-4929-B8DE-E075B11EAB93}"/>
                  </a:ext>
                </a:extLst>
              </p:cNvPr>
              <p:cNvSpPr>
                <a:spLocks noChangeArrowheads="1"/>
              </p:cNvSpPr>
              <p:nvPr/>
            </p:nvSpPr>
            <p:spPr bwMode="auto">
              <a:xfrm>
                <a:off x="2124" y="259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Rectangle 56">
                <a:extLst>
                  <a:ext uri="{FF2B5EF4-FFF2-40B4-BE49-F238E27FC236}">
                    <a16:creationId xmlns:a16="http://schemas.microsoft.com/office/drawing/2014/main" id="{45979DF6-6511-47E2-9679-409E533927A8}"/>
                  </a:ext>
                </a:extLst>
              </p:cNvPr>
              <p:cNvSpPr>
                <a:spLocks noChangeArrowheads="1"/>
              </p:cNvSpPr>
              <p:nvPr/>
            </p:nvSpPr>
            <p:spPr bwMode="auto">
              <a:xfrm>
                <a:off x="1986" y="266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2" name="Oval 57">
                <a:extLst>
                  <a:ext uri="{FF2B5EF4-FFF2-40B4-BE49-F238E27FC236}">
                    <a16:creationId xmlns:a16="http://schemas.microsoft.com/office/drawing/2014/main" id="{1E4E25B6-064F-4EB9-9C2D-A45161AF563F}"/>
                  </a:ext>
                </a:extLst>
              </p:cNvPr>
              <p:cNvSpPr>
                <a:spLocks noChangeArrowheads="1"/>
              </p:cNvSpPr>
              <p:nvPr/>
            </p:nvSpPr>
            <p:spPr bwMode="auto">
              <a:xfrm>
                <a:off x="2124" y="259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Rectangle 58">
                <a:extLst>
                  <a:ext uri="{FF2B5EF4-FFF2-40B4-BE49-F238E27FC236}">
                    <a16:creationId xmlns:a16="http://schemas.microsoft.com/office/drawing/2014/main" id="{B9F0611B-A494-438E-B024-03C220AEBFF8}"/>
                  </a:ext>
                </a:extLst>
              </p:cNvPr>
              <p:cNvSpPr>
                <a:spLocks noChangeArrowheads="1"/>
              </p:cNvSpPr>
              <p:nvPr/>
            </p:nvSpPr>
            <p:spPr bwMode="auto">
              <a:xfrm>
                <a:off x="1986" y="2663"/>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Oval 59">
                <a:extLst>
                  <a:ext uri="{FF2B5EF4-FFF2-40B4-BE49-F238E27FC236}">
                    <a16:creationId xmlns:a16="http://schemas.microsoft.com/office/drawing/2014/main" id="{75CD4462-63FA-4EC7-9606-D4EF4FEB0F8C}"/>
                  </a:ext>
                </a:extLst>
              </p:cNvPr>
              <p:cNvSpPr>
                <a:spLocks noChangeArrowheads="1"/>
              </p:cNvSpPr>
              <p:nvPr/>
            </p:nvSpPr>
            <p:spPr bwMode="auto">
              <a:xfrm>
                <a:off x="2124" y="2592"/>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Oval 60">
                <a:extLst>
                  <a:ext uri="{FF2B5EF4-FFF2-40B4-BE49-F238E27FC236}">
                    <a16:creationId xmlns:a16="http://schemas.microsoft.com/office/drawing/2014/main" id="{D4A1EB06-1128-4D12-BF47-3CDD1C8707B8}"/>
                  </a:ext>
                </a:extLst>
              </p:cNvPr>
              <p:cNvSpPr>
                <a:spLocks noChangeAspect="1" noChangeArrowheads="1"/>
              </p:cNvSpPr>
              <p:nvPr/>
            </p:nvSpPr>
            <p:spPr bwMode="auto">
              <a:xfrm>
                <a:off x="2104" y="3409"/>
                <a:ext cx="70" cy="73"/>
              </a:xfrm>
              <a:prstGeom prst="ellipse">
                <a:avLst/>
              </a:prstGeom>
              <a:solidFill>
                <a:schemeClr val="bg1"/>
              </a:solid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6" name="Oval 61">
                <a:extLst>
                  <a:ext uri="{FF2B5EF4-FFF2-40B4-BE49-F238E27FC236}">
                    <a16:creationId xmlns:a16="http://schemas.microsoft.com/office/drawing/2014/main" id="{B399D740-9829-4F45-BD40-8EF7E77DD98D}"/>
                  </a:ext>
                </a:extLst>
              </p:cNvPr>
              <p:cNvSpPr>
                <a:spLocks noChangeAspect="1" noChangeArrowheads="1"/>
              </p:cNvSpPr>
              <p:nvPr/>
            </p:nvSpPr>
            <p:spPr bwMode="auto">
              <a:xfrm>
                <a:off x="1621" y="3409"/>
                <a:ext cx="69" cy="73"/>
              </a:xfrm>
              <a:prstGeom prst="ellipse">
                <a:avLst/>
              </a:prstGeom>
              <a:solidFill>
                <a:schemeClr val="bg1"/>
              </a:solid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7" name="Rectangle 62">
                <a:extLst>
                  <a:ext uri="{FF2B5EF4-FFF2-40B4-BE49-F238E27FC236}">
                    <a16:creationId xmlns:a16="http://schemas.microsoft.com/office/drawing/2014/main" id="{63DF5AAB-CC35-4A5D-9ECC-1203375FE030}"/>
                  </a:ext>
                </a:extLst>
              </p:cNvPr>
              <p:cNvSpPr>
                <a:spLocks noChangeArrowheads="1"/>
              </p:cNvSpPr>
              <p:nvPr/>
            </p:nvSpPr>
            <p:spPr bwMode="auto">
              <a:xfrm>
                <a:off x="2638" y="2736"/>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Oval 63">
                <a:extLst>
                  <a:ext uri="{FF2B5EF4-FFF2-40B4-BE49-F238E27FC236}">
                    <a16:creationId xmlns:a16="http://schemas.microsoft.com/office/drawing/2014/main" id="{2D26CD86-BE30-4140-93A4-9CB3EFE0B601}"/>
                  </a:ext>
                </a:extLst>
              </p:cNvPr>
              <p:cNvSpPr>
                <a:spLocks noChangeArrowheads="1"/>
              </p:cNvSpPr>
              <p:nvPr/>
            </p:nvSpPr>
            <p:spPr bwMode="auto">
              <a:xfrm>
                <a:off x="2776" y="2665"/>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9" name="Rectangle 64">
                <a:extLst>
                  <a:ext uri="{FF2B5EF4-FFF2-40B4-BE49-F238E27FC236}">
                    <a16:creationId xmlns:a16="http://schemas.microsoft.com/office/drawing/2014/main" id="{DA76EA08-73CD-4DD0-A118-9EF84E427932}"/>
                  </a:ext>
                </a:extLst>
              </p:cNvPr>
              <p:cNvSpPr>
                <a:spLocks noChangeArrowheads="1"/>
              </p:cNvSpPr>
              <p:nvPr/>
            </p:nvSpPr>
            <p:spPr bwMode="auto">
              <a:xfrm>
                <a:off x="2638" y="2736"/>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0" name="Oval 65">
                <a:extLst>
                  <a:ext uri="{FF2B5EF4-FFF2-40B4-BE49-F238E27FC236}">
                    <a16:creationId xmlns:a16="http://schemas.microsoft.com/office/drawing/2014/main" id="{784C114B-7079-4628-93A6-835318A9313D}"/>
                  </a:ext>
                </a:extLst>
              </p:cNvPr>
              <p:cNvSpPr>
                <a:spLocks noChangeArrowheads="1"/>
              </p:cNvSpPr>
              <p:nvPr/>
            </p:nvSpPr>
            <p:spPr bwMode="auto">
              <a:xfrm>
                <a:off x="2776" y="2665"/>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1" name="Rectangle 66">
                <a:extLst>
                  <a:ext uri="{FF2B5EF4-FFF2-40B4-BE49-F238E27FC236}">
                    <a16:creationId xmlns:a16="http://schemas.microsoft.com/office/drawing/2014/main" id="{560AD6AB-5CC0-4796-9D11-DEF22D725528}"/>
                  </a:ext>
                </a:extLst>
              </p:cNvPr>
              <p:cNvSpPr>
                <a:spLocks noChangeArrowheads="1"/>
              </p:cNvSpPr>
              <p:nvPr/>
            </p:nvSpPr>
            <p:spPr bwMode="auto">
              <a:xfrm>
                <a:off x="2638" y="2736"/>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Oval 67">
                <a:extLst>
                  <a:ext uri="{FF2B5EF4-FFF2-40B4-BE49-F238E27FC236}">
                    <a16:creationId xmlns:a16="http://schemas.microsoft.com/office/drawing/2014/main" id="{EC42EDE7-1F73-4B63-8539-CB481F54E824}"/>
                  </a:ext>
                </a:extLst>
              </p:cNvPr>
              <p:cNvSpPr>
                <a:spLocks noChangeArrowheads="1"/>
              </p:cNvSpPr>
              <p:nvPr/>
            </p:nvSpPr>
            <p:spPr bwMode="auto">
              <a:xfrm>
                <a:off x="2776" y="2665"/>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Rectangle 68">
                <a:extLst>
                  <a:ext uri="{FF2B5EF4-FFF2-40B4-BE49-F238E27FC236}">
                    <a16:creationId xmlns:a16="http://schemas.microsoft.com/office/drawing/2014/main" id="{0D281E6D-1B40-494D-9C24-15D131447824}"/>
                  </a:ext>
                </a:extLst>
              </p:cNvPr>
              <p:cNvSpPr>
                <a:spLocks noChangeArrowheads="1"/>
              </p:cNvSpPr>
              <p:nvPr/>
            </p:nvSpPr>
            <p:spPr bwMode="auto">
              <a:xfrm>
                <a:off x="2638" y="2736"/>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Oval 69">
                <a:extLst>
                  <a:ext uri="{FF2B5EF4-FFF2-40B4-BE49-F238E27FC236}">
                    <a16:creationId xmlns:a16="http://schemas.microsoft.com/office/drawing/2014/main" id="{C9F79737-4B62-45B0-84A6-94148C632566}"/>
                  </a:ext>
                </a:extLst>
              </p:cNvPr>
              <p:cNvSpPr>
                <a:spLocks noChangeArrowheads="1"/>
              </p:cNvSpPr>
              <p:nvPr/>
            </p:nvSpPr>
            <p:spPr bwMode="auto">
              <a:xfrm>
                <a:off x="2776" y="2665"/>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Line 71">
                <a:extLst>
                  <a:ext uri="{FF2B5EF4-FFF2-40B4-BE49-F238E27FC236}">
                    <a16:creationId xmlns:a16="http://schemas.microsoft.com/office/drawing/2014/main" id="{9C2BFDB5-DA8F-4D80-953F-160D5D9A4877}"/>
                  </a:ext>
                </a:extLst>
              </p:cNvPr>
              <p:cNvSpPr>
                <a:spLocks noChangeShapeType="1"/>
              </p:cNvSpPr>
              <p:nvPr/>
            </p:nvSpPr>
            <p:spPr bwMode="auto">
              <a:xfrm flipV="1">
                <a:off x="1173" y="2870"/>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72">
                <a:extLst>
                  <a:ext uri="{FF2B5EF4-FFF2-40B4-BE49-F238E27FC236}">
                    <a16:creationId xmlns:a16="http://schemas.microsoft.com/office/drawing/2014/main" id="{3039285C-AEBA-40A6-A91A-0B7C1B5E7FB3}"/>
                  </a:ext>
                </a:extLst>
              </p:cNvPr>
              <p:cNvSpPr>
                <a:spLocks noChangeShapeType="1"/>
              </p:cNvSpPr>
              <p:nvPr/>
            </p:nvSpPr>
            <p:spPr bwMode="auto">
              <a:xfrm>
                <a:off x="2208" y="2870"/>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73">
                <a:extLst>
                  <a:ext uri="{FF2B5EF4-FFF2-40B4-BE49-F238E27FC236}">
                    <a16:creationId xmlns:a16="http://schemas.microsoft.com/office/drawing/2014/main" id="{FCC0877C-3C1C-413B-A2B9-4C8141BCE180}"/>
                  </a:ext>
                </a:extLst>
              </p:cNvPr>
              <p:cNvSpPr>
                <a:spLocks noChangeShapeType="1"/>
              </p:cNvSpPr>
              <p:nvPr/>
            </p:nvSpPr>
            <p:spPr bwMode="auto">
              <a:xfrm>
                <a:off x="1104" y="3263"/>
                <a:ext cx="0" cy="4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74">
                <a:extLst>
                  <a:ext uri="{FF2B5EF4-FFF2-40B4-BE49-F238E27FC236}">
                    <a16:creationId xmlns:a16="http://schemas.microsoft.com/office/drawing/2014/main" id="{93B9AC85-7814-46D8-AF44-8DB0D7740636}"/>
                  </a:ext>
                </a:extLst>
              </p:cNvPr>
              <p:cNvSpPr>
                <a:spLocks noChangeShapeType="1"/>
              </p:cNvSpPr>
              <p:nvPr/>
            </p:nvSpPr>
            <p:spPr bwMode="auto">
              <a:xfrm>
                <a:off x="2277" y="3263"/>
                <a:ext cx="0" cy="4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75">
                <a:extLst>
                  <a:ext uri="{FF2B5EF4-FFF2-40B4-BE49-F238E27FC236}">
                    <a16:creationId xmlns:a16="http://schemas.microsoft.com/office/drawing/2014/main" id="{B6060F3F-9809-4C31-B468-5DAA8F30F74A}"/>
                  </a:ext>
                </a:extLst>
              </p:cNvPr>
              <p:cNvSpPr>
                <a:spLocks noChangeShapeType="1"/>
              </p:cNvSpPr>
              <p:nvPr/>
            </p:nvSpPr>
            <p:spPr bwMode="auto">
              <a:xfrm>
                <a:off x="1207" y="3263"/>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76">
                <a:extLst>
                  <a:ext uri="{FF2B5EF4-FFF2-40B4-BE49-F238E27FC236}">
                    <a16:creationId xmlns:a16="http://schemas.microsoft.com/office/drawing/2014/main" id="{B3ACBB90-9FFA-4559-BED4-0886CB231422}"/>
                  </a:ext>
                </a:extLst>
              </p:cNvPr>
              <p:cNvSpPr>
                <a:spLocks noChangeShapeType="1"/>
              </p:cNvSpPr>
              <p:nvPr/>
            </p:nvSpPr>
            <p:spPr bwMode="auto">
              <a:xfrm flipV="1">
                <a:off x="1199" y="3433"/>
                <a:ext cx="1611" cy="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77">
                <a:extLst>
                  <a:ext uri="{FF2B5EF4-FFF2-40B4-BE49-F238E27FC236}">
                    <a16:creationId xmlns:a16="http://schemas.microsoft.com/office/drawing/2014/main" id="{7430734A-C6D9-4F0A-881F-6BF49288E44A}"/>
                  </a:ext>
                </a:extLst>
              </p:cNvPr>
              <p:cNvSpPr>
                <a:spLocks noChangeShapeType="1"/>
              </p:cNvSpPr>
              <p:nvPr/>
            </p:nvSpPr>
            <p:spPr bwMode="auto">
              <a:xfrm>
                <a:off x="2139" y="3263"/>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78">
                <a:extLst>
                  <a:ext uri="{FF2B5EF4-FFF2-40B4-BE49-F238E27FC236}">
                    <a16:creationId xmlns:a16="http://schemas.microsoft.com/office/drawing/2014/main" id="{DDDFEC0E-9844-4F40-B0C5-F1C477787555}"/>
                  </a:ext>
                </a:extLst>
              </p:cNvPr>
              <p:cNvSpPr>
                <a:spLocks noChangeShapeType="1"/>
              </p:cNvSpPr>
              <p:nvPr/>
            </p:nvSpPr>
            <p:spPr bwMode="auto">
              <a:xfrm>
                <a:off x="2810" y="2385"/>
                <a:ext cx="0"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79">
                <a:extLst>
                  <a:ext uri="{FF2B5EF4-FFF2-40B4-BE49-F238E27FC236}">
                    <a16:creationId xmlns:a16="http://schemas.microsoft.com/office/drawing/2014/main" id="{1852DE7B-667A-46F9-AB41-8E5ECB0E9C49}"/>
                  </a:ext>
                </a:extLst>
              </p:cNvPr>
              <p:cNvSpPr>
                <a:spLocks noChangeShapeType="1"/>
              </p:cNvSpPr>
              <p:nvPr/>
            </p:nvSpPr>
            <p:spPr bwMode="auto">
              <a:xfrm flipV="1">
                <a:off x="2810" y="2971"/>
                <a:ext cx="0" cy="47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Text Box 80">
                <a:extLst>
                  <a:ext uri="{FF2B5EF4-FFF2-40B4-BE49-F238E27FC236}">
                    <a16:creationId xmlns:a16="http://schemas.microsoft.com/office/drawing/2014/main" id="{00F4439B-04DA-45FF-AE7A-EA2CEC1353A9}"/>
                  </a:ext>
                </a:extLst>
              </p:cNvPr>
              <p:cNvSpPr txBox="1">
                <a:spLocks noChangeArrowheads="1"/>
              </p:cNvSpPr>
              <p:nvPr/>
            </p:nvSpPr>
            <p:spPr bwMode="auto">
              <a:xfrm>
                <a:off x="857" y="3588"/>
                <a:ext cx="253"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R</a:t>
                </a:r>
              </a:p>
            </p:txBody>
          </p:sp>
          <p:sp>
            <p:nvSpPr>
              <p:cNvPr id="56" name="Text Box 81">
                <a:extLst>
                  <a:ext uri="{FF2B5EF4-FFF2-40B4-BE49-F238E27FC236}">
                    <a16:creationId xmlns:a16="http://schemas.microsoft.com/office/drawing/2014/main" id="{735B1ABF-E06F-4299-A345-75528ADED198}"/>
                  </a:ext>
                </a:extLst>
              </p:cNvPr>
              <p:cNvSpPr txBox="1">
                <a:spLocks noChangeArrowheads="1"/>
              </p:cNvSpPr>
              <p:nvPr/>
            </p:nvSpPr>
            <p:spPr bwMode="auto">
              <a:xfrm>
                <a:off x="2279" y="3553"/>
                <a:ext cx="225"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S</a:t>
                </a:r>
              </a:p>
            </p:txBody>
          </p:sp>
          <p:sp>
            <p:nvSpPr>
              <p:cNvPr id="57" name="Rectangle 82">
                <a:extLst>
                  <a:ext uri="{FF2B5EF4-FFF2-40B4-BE49-F238E27FC236}">
                    <a16:creationId xmlns:a16="http://schemas.microsoft.com/office/drawing/2014/main" id="{07558323-2A21-4C75-BCF8-5325F9954B5D}"/>
                  </a:ext>
                </a:extLst>
              </p:cNvPr>
              <p:cNvSpPr>
                <a:spLocks noChangeArrowheads="1"/>
              </p:cNvSpPr>
              <p:nvPr/>
            </p:nvSpPr>
            <p:spPr bwMode="auto">
              <a:xfrm>
                <a:off x="1003" y="26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Oval 83">
                <a:extLst>
                  <a:ext uri="{FF2B5EF4-FFF2-40B4-BE49-F238E27FC236}">
                    <a16:creationId xmlns:a16="http://schemas.microsoft.com/office/drawing/2014/main" id="{F255EC97-ED2F-46D3-9791-3020C4E369F0}"/>
                  </a:ext>
                </a:extLst>
              </p:cNvPr>
              <p:cNvSpPr>
                <a:spLocks noChangeArrowheads="1"/>
              </p:cNvSpPr>
              <p:nvPr/>
            </p:nvSpPr>
            <p:spPr bwMode="auto">
              <a:xfrm>
                <a:off x="1141" y="25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Rectangle 84">
                <a:extLst>
                  <a:ext uri="{FF2B5EF4-FFF2-40B4-BE49-F238E27FC236}">
                    <a16:creationId xmlns:a16="http://schemas.microsoft.com/office/drawing/2014/main" id="{F4B145DB-A5BB-4B14-8D53-63B46D13C13F}"/>
                  </a:ext>
                </a:extLst>
              </p:cNvPr>
              <p:cNvSpPr>
                <a:spLocks noChangeArrowheads="1"/>
              </p:cNvSpPr>
              <p:nvPr/>
            </p:nvSpPr>
            <p:spPr bwMode="auto">
              <a:xfrm>
                <a:off x="1003" y="26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0" name="Oval 85">
                <a:extLst>
                  <a:ext uri="{FF2B5EF4-FFF2-40B4-BE49-F238E27FC236}">
                    <a16:creationId xmlns:a16="http://schemas.microsoft.com/office/drawing/2014/main" id="{EC8DE78E-8B68-4104-B019-8A3E21DCA2D1}"/>
                  </a:ext>
                </a:extLst>
              </p:cNvPr>
              <p:cNvSpPr>
                <a:spLocks noChangeArrowheads="1"/>
              </p:cNvSpPr>
              <p:nvPr/>
            </p:nvSpPr>
            <p:spPr bwMode="auto">
              <a:xfrm>
                <a:off x="1141" y="25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1" name="Rectangle 86">
                <a:extLst>
                  <a:ext uri="{FF2B5EF4-FFF2-40B4-BE49-F238E27FC236}">
                    <a16:creationId xmlns:a16="http://schemas.microsoft.com/office/drawing/2014/main" id="{6E494C86-EB2D-4E40-B81E-E2F90F96DD7F}"/>
                  </a:ext>
                </a:extLst>
              </p:cNvPr>
              <p:cNvSpPr>
                <a:spLocks noChangeArrowheads="1"/>
              </p:cNvSpPr>
              <p:nvPr/>
            </p:nvSpPr>
            <p:spPr bwMode="auto">
              <a:xfrm>
                <a:off x="1003" y="26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Oval 87">
                <a:extLst>
                  <a:ext uri="{FF2B5EF4-FFF2-40B4-BE49-F238E27FC236}">
                    <a16:creationId xmlns:a16="http://schemas.microsoft.com/office/drawing/2014/main" id="{8BBC0E71-1DC9-445E-AABD-A5D366943F60}"/>
                  </a:ext>
                </a:extLst>
              </p:cNvPr>
              <p:cNvSpPr>
                <a:spLocks noChangeArrowheads="1"/>
              </p:cNvSpPr>
              <p:nvPr/>
            </p:nvSpPr>
            <p:spPr bwMode="auto">
              <a:xfrm>
                <a:off x="1141" y="25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Rectangle 88">
                <a:extLst>
                  <a:ext uri="{FF2B5EF4-FFF2-40B4-BE49-F238E27FC236}">
                    <a16:creationId xmlns:a16="http://schemas.microsoft.com/office/drawing/2014/main" id="{8D0EDFBC-B32D-4031-A069-25720868247C}"/>
                  </a:ext>
                </a:extLst>
              </p:cNvPr>
              <p:cNvSpPr>
                <a:spLocks noChangeArrowheads="1"/>
              </p:cNvSpPr>
              <p:nvPr/>
            </p:nvSpPr>
            <p:spPr bwMode="auto">
              <a:xfrm>
                <a:off x="1003" y="2640"/>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Oval 89">
                <a:extLst>
                  <a:ext uri="{FF2B5EF4-FFF2-40B4-BE49-F238E27FC236}">
                    <a16:creationId xmlns:a16="http://schemas.microsoft.com/office/drawing/2014/main" id="{8A99D9AB-CE36-4A66-B284-E6908183293C}"/>
                  </a:ext>
                </a:extLst>
              </p:cNvPr>
              <p:cNvSpPr>
                <a:spLocks noChangeArrowheads="1"/>
              </p:cNvSpPr>
              <p:nvPr/>
            </p:nvSpPr>
            <p:spPr bwMode="auto">
              <a:xfrm>
                <a:off x="1141" y="2569"/>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5" name="Rectangle 90">
                <a:extLst>
                  <a:ext uri="{FF2B5EF4-FFF2-40B4-BE49-F238E27FC236}">
                    <a16:creationId xmlns:a16="http://schemas.microsoft.com/office/drawing/2014/main" id="{C845EDC0-A846-47BA-B665-948C6C58F1E2}"/>
                  </a:ext>
                </a:extLst>
              </p:cNvPr>
              <p:cNvSpPr>
                <a:spLocks noChangeArrowheads="1"/>
              </p:cNvSpPr>
              <p:nvPr/>
            </p:nvSpPr>
            <p:spPr bwMode="auto">
              <a:xfrm>
                <a:off x="1104" y="1633"/>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6" name="Oval 91">
                <a:extLst>
                  <a:ext uri="{FF2B5EF4-FFF2-40B4-BE49-F238E27FC236}">
                    <a16:creationId xmlns:a16="http://schemas.microsoft.com/office/drawing/2014/main" id="{011F68FB-BBAC-4F12-91CD-59958C24AD36}"/>
                  </a:ext>
                </a:extLst>
              </p:cNvPr>
              <p:cNvSpPr>
                <a:spLocks noChangeArrowheads="1"/>
              </p:cNvSpPr>
              <p:nvPr/>
            </p:nvSpPr>
            <p:spPr bwMode="auto">
              <a:xfrm>
                <a:off x="1242" y="15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7" name="Rectangle 92">
                <a:extLst>
                  <a:ext uri="{FF2B5EF4-FFF2-40B4-BE49-F238E27FC236}">
                    <a16:creationId xmlns:a16="http://schemas.microsoft.com/office/drawing/2014/main" id="{77DBECE4-7DFA-4942-93C6-FEA0324931E0}"/>
                  </a:ext>
                </a:extLst>
              </p:cNvPr>
              <p:cNvSpPr>
                <a:spLocks noChangeArrowheads="1"/>
              </p:cNvSpPr>
              <p:nvPr/>
            </p:nvSpPr>
            <p:spPr bwMode="auto">
              <a:xfrm>
                <a:off x="1104" y="1633"/>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8" name="Oval 93">
                <a:extLst>
                  <a:ext uri="{FF2B5EF4-FFF2-40B4-BE49-F238E27FC236}">
                    <a16:creationId xmlns:a16="http://schemas.microsoft.com/office/drawing/2014/main" id="{A0B21774-0EBD-47CA-9330-E723B8CEC6B1}"/>
                  </a:ext>
                </a:extLst>
              </p:cNvPr>
              <p:cNvSpPr>
                <a:spLocks noChangeArrowheads="1"/>
              </p:cNvSpPr>
              <p:nvPr/>
            </p:nvSpPr>
            <p:spPr bwMode="auto">
              <a:xfrm>
                <a:off x="1242" y="15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9" name="Rectangle 94">
                <a:extLst>
                  <a:ext uri="{FF2B5EF4-FFF2-40B4-BE49-F238E27FC236}">
                    <a16:creationId xmlns:a16="http://schemas.microsoft.com/office/drawing/2014/main" id="{8D69F6CC-27C8-4F39-9018-405EF51F0A10}"/>
                  </a:ext>
                </a:extLst>
              </p:cNvPr>
              <p:cNvSpPr>
                <a:spLocks noChangeArrowheads="1"/>
              </p:cNvSpPr>
              <p:nvPr/>
            </p:nvSpPr>
            <p:spPr bwMode="auto">
              <a:xfrm>
                <a:off x="1104" y="1633"/>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0" name="Oval 95">
                <a:extLst>
                  <a:ext uri="{FF2B5EF4-FFF2-40B4-BE49-F238E27FC236}">
                    <a16:creationId xmlns:a16="http://schemas.microsoft.com/office/drawing/2014/main" id="{9B98CB64-D608-4A55-8378-98EC8B2D2BB5}"/>
                  </a:ext>
                </a:extLst>
              </p:cNvPr>
              <p:cNvSpPr>
                <a:spLocks noChangeArrowheads="1"/>
              </p:cNvSpPr>
              <p:nvPr/>
            </p:nvSpPr>
            <p:spPr bwMode="auto">
              <a:xfrm>
                <a:off x="1242" y="15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1" name="Rectangle 96">
                <a:extLst>
                  <a:ext uri="{FF2B5EF4-FFF2-40B4-BE49-F238E27FC236}">
                    <a16:creationId xmlns:a16="http://schemas.microsoft.com/office/drawing/2014/main" id="{4773AF5F-97AE-4E85-8DE1-2C19B89B27B2}"/>
                  </a:ext>
                </a:extLst>
              </p:cNvPr>
              <p:cNvSpPr>
                <a:spLocks noChangeArrowheads="1"/>
              </p:cNvSpPr>
              <p:nvPr/>
            </p:nvSpPr>
            <p:spPr bwMode="auto">
              <a:xfrm>
                <a:off x="1104" y="1633"/>
                <a:ext cx="345" cy="216"/>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2" name="Oval 97">
                <a:extLst>
                  <a:ext uri="{FF2B5EF4-FFF2-40B4-BE49-F238E27FC236}">
                    <a16:creationId xmlns:a16="http://schemas.microsoft.com/office/drawing/2014/main" id="{1EDC5B4B-281C-4A28-B845-937B30A51478}"/>
                  </a:ext>
                </a:extLst>
              </p:cNvPr>
              <p:cNvSpPr>
                <a:spLocks noChangeArrowheads="1"/>
              </p:cNvSpPr>
              <p:nvPr/>
            </p:nvSpPr>
            <p:spPr bwMode="auto">
              <a:xfrm>
                <a:off x="1242" y="1562"/>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3" name="Line 98">
                <a:extLst>
                  <a:ext uri="{FF2B5EF4-FFF2-40B4-BE49-F238E27FC236}">
                    <a16:creationId xmlns:a16="http://schemas.microsoft.com/office/drawing/2014/main" id="{1B19F2E9-60EA-4A50-B089-1F7A0F7505E8}"/>
                  </a:ext>
                </a:extLst>
              </p:cNvPr>
              <p:cNvSpPr>
                <a:spLocks noChangeShapeType="1"/>
              </p:cNvSpPr>
              <p:nvPr/>
            </p:nvSpPr>
            <p:spPr bwMode="auto">
              <a:xfrm flipV="1">
                <a:off x="1277" y="1360"/>
                <a:ext cx="0" cy="2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99">
                <a:extLst>
                  <a:ext uri="{FF2B5EF4-FFF2-40B4-BE49-F238E27FC236}">
                    <a16:creationId xmlns:a16="http://schemas.microsoft.com/office/drawing/2014/main" id="{FC49EDBF-1C53-4915-AC43-BC728D366A52}"/>
                  </a:ext>
                </a:extLst>
              </p:cNvPr>
              <p:cNvSpPr>
                <a:spLocks noChangeShapeType="1"/>
              </p:cNvSpPr>
              <p:nvPr/>
            </p:nvSpPr>
            <p:spPr bwMode="auto">
              <a:xfrm flipV="1">
                <a:off x="2070" y="1360"/>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100">
                <a:extLst>
                  <a:ext uri="{FF2B5EF4-FFF2-40B4-BE49-F238E27FC236}">
                    <a16:creationId xmlns:a16="http://schemas.microsoft.com/office/drawing/2014/main" id="{11B3A9E8-7009-4724-8BCD-38EAF16E4C49}"/>
                  </a:ext>
                </a:extLst>
              </p:cNvPr>
              <p:cNvSpPr>
                <a:spLocks noChangeShapeType="1"/>
              </p:cNvSpPr>
              <p:nvPr/>
            </p:nvSpPr>
            <p:spPr bwMode="auto">
              <a:xfrm>
                <a:off x="1277" y="1469"/>
                <a:ext cx="2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101">
                <a:extLst>
                  <a:ext uri="{FF2B5EF4-FFF2-40B4-BE49-F238E27FC236}">
                    <a16:creationId xmlns:a16="http://schemas.microsoft.com/office/drawing/2014/main" id="{EDD9E5CD-4501-4941-84A5-7DBF7459EFF5}"/>
                  </a:ext>
                </a:extLst>
              </p:cNvPr>
              <p:cNvSpPr>
                <a:spLocks noChangeShapeType="1"/>
              </p:cNvSpPr>
              <p:nvPr/>
            </p:nvSpPr>
            <p:spPr bwMode="auto">
              <a:xfrm flipH="1">
                <a:off x="1828" y="1469"/>
                <a:ext cx="2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Line 102">
                <a:extLst>
                  <a:ext uri="{FF2B5EF4-FFF2-40B4-BE49-F238E27FC236}">
                    <a16:creationId xmlns:a16="http://schemas.microsoft.com/office/drawing/2014/main" id="{D66A35E2-5FCF-4B69-B718-32F55AE6E1AB}"/>
                  </a:ext>
                </a:extLst>
              </p:cNvPr>
              <p:cNvSpPr>
                <a:spLocks noChangeShapeType="1"/>
              </p:cNvSpPr>
              <p:nvPr/>
            </p:nvSpPr>
            <p:spPr bwMode="auto">
              <a:xfrm flipH="1">
                <a:off x="1553" y="1469"/>
                <a:ext cx="275" cy="4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Line 103">
                <a:extLst>
                  <a:ext uri="{FF2B5EF4-FFF2-40B4-BE49-F238E27FC236}">
                    <a16:creationId xmlns:a16="http://schemas.microsoft.com/office/drawing/2014/main" id="{7FA0C2D0-0D26-4121-9FE2-9CA62AAA8DC9}"/>
                  </a:ext>
                </a:extLst>
              </p:cNvPr>
              <p:cNvSpPr>
                <a:spLocks noChangeShapeType="1"/>
              </p:cNvSpPr>
              <p:nvPr/>
            </p:nvSpPr>
            <p:spPr bwMode="auto">
              <a:xfrm>
                <a:off x="1518" y="1469"/>
                <a:ext cx="310" cy="4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Line 104">
                <a:extLst>
                  <a:ext uri="{FF2B5EF4-FFF2-40B4-BE49-F238E27FC236}">
                    <a16:creationId xmlns:a16="http://schemas.microsoft.com/office/drawing/2014/main" id="{E11542F1-2828-4BD7-8243-CB349591DD31}"/>
                  </a:ext>
                </a:extLst>
              </p:cNvPr>
              <p:cNvSpPr>
                <a:spLocks noChangeShapeType="1"/>
              </p:cNvSpPr>
              <p:nvPr/>
            </p:nvSpPr>
            <p:spPr bwMode="auto">
              <a:xfrm>
                <a:off x="1828" y="1942"/>
                <a:ext cx="1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Line 105">
                <a:extLst>
                  <a:ext uri="{FF2B5EF4-FFF2-40B4-BE49-F238E27FC236}">
                    <a16:creationId xmlns:a16="http://schemas.microsoft.com/office/drawing/2014/main" id="{3FEAD380-BD54-4F1D-A3D6-9B4ADA9DBB85}"/>
                  </a:ext>
                </a:extLst>
              </p:cNvPr>
              <p:cNvSpPr>
                <a:spLocks noChangeShapeType="1"/>
              </p:cNvSpPr>
              <p:nvPr/>
            </p:nvSpPr>
            <p:spPr bwMode="auto">
              <a:xfrm flipH="1">
                <a:off x="1380" y="1942"/>
                <a:ext cx="1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106">
                <a:extLst>
                  <a:ext uri="{FF2B5EF4-FFF2-40B4-BE49-F238E27FC236}">
                    <a16:creationId xmlns:a16="http://schemas.microsoft.com/office/drawing/2014/main" id="{B42249AA-CA12-4A6E-94AF-C96C8F906011}"/>
                  </a:ext>
                </a:extLst>
              </p:cNvPr>
              <p:cNvSpPr>
                <a:spLocks noChangeShapeType="1"/>
              </p:cNvSpPr>
              <p:nvPr/>
            </p:nvSpPr>
            <p:spPr bwMode="auto">
              <a:xfrm flipV="1">
                <a:off x="1380" y="1844"/>
                <a:ext cx="0" cy="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Line 107">
                <a:extLst>
                  <a:ext uri="{FF2B5EF4-FFF2-40B4-BE49-F238E27FC236}">
                    <a16:creationId xmlns:a16="http://schemas.microsoft.com/office/drawing/2014/main" id="{360548EC-1D7D-4BF8-8272-5AC258E4E37C}"/>
                  </a:ext>
                </a:extLst>
              </p:cNvPr>
              <p:cNvSpPr>
                <a:spLocks noChangeShapeType="1"/>
              </p:cNvSpPr>
              <p:nvPr/>
            </p:nvSpPr>
            <p:spPr bwMode="auto">
              <a:xfrm flipV="1">
                <a:off x="2001" y="1833"/>
                <a:ext cx="0" cy="1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 name="Line 108">
                <a:extLst>
                  <a:ext uri="{FF2B5EF4-FFF2-40B4-BE49-F238E27FC236}">
                    <a16:creationId xmlns:a16="http://schemas.microsoft.com/office/drawing/2014/main" id="{19082B14-48EB-410E-8619-4E312F0ACC98}"/>
                  </a:ext>
                </a:extLst>
              </p:cNvPr>
              <p:cNvSpPr>
                <a:spLocks noChangeShapeType="1"/>
              </p:cNvSpPr>
              <p:nvPr/>
            </p:nvSpPr>
            <p:spPr bwMode="auto">
              <a:xfrm>
                <a:off x="1311" y="2270"/>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Line 109">
                <a:extLst>
                  <a:ext uri="{FF2B5EF4-FFF2-40B4-BE49-F238E27FC236}">
                    <a16:creationId xmlns:a16="http://schemas.microsoft.com/office/drawing/2014/main" id="{83CDC143-659E-42F3-9BB6-C01856BD04C1}"/>
                  </a:ext>
                </a:extLst>
              </p:cNvPr>
              <p:cNvSpPr>
                <a:spLocks noChangeShapeType="1"/>
              </p:cNvSpPr>
              <p:nvPr/>
            </p:nvSpPr>
            <p:spPr bwMode="auto">
              <a:xfrm>
                <a:off x="1311" y="2380"/>
                <a:ext cx="14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5" name="Line 110">
                <a:extLst>
                  <a:ext uri="{FF2B5EF4-FFF2-40B4-BE49-F238E27FC236}">
                    <a16:creationId xmlns:a16="http://schemas.microsoft.com/office/drawing/2014/main" id="{95DEDF75-9D3D-4713-A370-D8860DAB4087}"/>
                  </a:ext>
                </a:extLst>
              </p:cNvPr>
              <p:cNvSpPr>
                <a:spLocks noChangeShapeType="1"/>
              </p:cNvSpPr>
              <p:nvPr/>
            </p:nvSpPr>
            <p:spPr bwMode="auto">
              <a:xfrm>
                <a:off x="2036" y="2270"/>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Line 111">
                <a:extLst>
                  <a:ext uri="{FF2B5EF4-FFF2-40B4-BE49-F238E27FC236}">
                    <a16:creationId xmlns:a16="http://schemas.microsoft.com/office/drawing/2014/main" id="{9F9684B6-2C5F-4460-A7B0-8AD5BF43564A}"/>
                  </a:ext>
                </a:extLst>
              </p:cNvPr>
              <p:cNvSpPr>
                <a:spLocks noChangeShapeType="1"/>
              </p:cNvSpPr>
              <p:nvPr/>
            </p:nvSpPr>
            <p:spPr bwMode="auto">
              <a:xfrm flipV="1">
                <a:off x="1173" y="2270"/>
                <a:ext cx="0" cy="2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 name="Line 112">
                <a:extLst>
                  <a:ext uri="{FF2B5EF4-FFF2-40B4-BE49-F238E27FC236}">
                    <a16:creationId xmlns:a16="http://schemas.microsoft.com/office/drawing/2014/main" id="{2508279D-2AD7-484A-8ECC-109DBAA90B69}"/>
                  </a:ext>
                </a:extLst>
              </p:cNvPr>
              <p:cNvSpPr>
                <a:spLocks noChangeShapeType="1"/>
              </p:cNvSpPr>
              <p:nvPr/>
            </p:nvSpPr>
            <p:spPr bwMode="auto">
              <a:xfrm flipV="1">
                <a:off x="2162" y="2270"/>
                <a:ext cx="0" cy="32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8" name="Line 113">
                <a:extLst>
                  <a:ext uri="{FF2B5EF4-FFF2-40B4-BE49-F238E27FC236}">
                    <a16:creationId xmlns:a16="http://schemas.microsoft.com/office/drawing/2014/main" id="{E677F1FD-5C5F-4B61-84EE-073D7B03A9B3}"/>
                  </a:ext>
                </a:extLst>
              </p:cNvPr>
              <p:cNvSpPr>
                <a:spLocks noChangeShapeType="1"/>
              </p:cNvSpPr>
              <p:nvPr/>
            </p:nvSpPr>
            <p:spPr bwMode="auto">
              <a:xfrm flipV="1">
                <a:off x="2104" y="1834"/>
                <a:ext cx="0" cy="1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9" name="Line 114">
                <a:extLst>
                  <a:ext uri="{FF2B5EF4-FFF2-40B4-BE49-F238E27FC236}">
                    <a16:creationId xmlns:a16="http://schemas.microsoft.com/office/drawing/2014/main" id="{1C75423E-2FF8-43D8-8463-7019302F2EDE}"/>
                  </a:ext>
                </a:extLst>
              </p:cNvPr>
              <p:cNvSpPr>
                <a:spLocks noChangeShapeType="1"/>
              </p:cNvSpPr>
              <p:nvPr/>
            </p:nvSpPr>
            <p:spPr bwMode="auto">
              <a:xfrm flipV="1">
                <a:off x="1207" y="1853"/>
                <a:ext cx="1" cy="1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 name="Oval 115">
                <a:extLst>
                  <a:ext uri="{FF2B5EF4-FFF2-40B4-BE49-F238E27FC236}">
                    <a16:creationId xmlns:a16="http://schemas.microsoft.com/office/drawing/2014/main" id="{3B185227-6A88-4291-97D2-C9111ED6E1BE}"/>
                  </a:ext>
                </a:extLst>
              </p:cNvPr>
              <p:cNvSpPr>
                <a:spLocks noChangeAspect="1" noChangeArrowheads="1"/>
              </p:cNvSpPr>
              <p:nvPr/>
            </p:nvSpPr>
            <p:spPr bwMode="auto">
              <a:xfrm>
                <a:off x="2001" y="2343"/>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1" name="Text Box 116">
                <a:extLst>
                  <a:ext uri="{FF2B5EF4-FFF2-40B4-BE49-F238E27FC236}">
                    <a16:creationId xmlns:a16="http://schemas.microsoft.com/office/drawing/2014/main" id="{FF68045F-4AD6-4F86-8450-1A42A84E7CCE}"/>
                  </a:ext>
                </a:extLst>
              </p:cNvPr>
              <p:cNvSpPr txBox="1">
                <a:spLocks noChangeArrowheads="1"/>
              </p:cNvSpPr>
              <p:nvPr/>
            </p:nvSpPr>
            <p:spPr bwMode="auto">
              <a:xfrm>
                <a:off x="981" y="1090"/>
                <a:ext cx="261" cy="52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_</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Q</a:t>
                </a:r>
              </a:p>
            </p:txBody>
          </p:sp>
          <p:sp>
            <p:nvSpPr>
              <p:cNvPr id="92" name="Text Box 117">
                <a:extLst>
                  <a:ext uri="{FF2B5EF4-FFF2-40B4-BE49-F238E27FC236}">
                    <a16:creationId xmlns:a16="http://schemas.microsoft.com/office/drawing/2014/main" id="{68FF6E4F-8D86-44D6-A01C-3587BBC03075}"/>
                  </a:ext>
                </a:extLst>
              </p:cNvPr>
              <p:cNvSpPr txBox="1">
                <a:spLocks noChangeArrowheads="1"/>
              </p:cNvSpPr>
              <p:nvPr/>
            </p:nvSpPr>
            <p:spPr bwMode="auto">
              <a:xfrm>
                <a:off x="2120" y="1251"/>
                <a:ext cx="261"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Q</a:t>
                </a:r>
              </a:p>
            </p:txBody>
          </p:sp>
          <p:sp>
            <p:nvSpPr>
              <p:cNvPr id="93" name="Rectangle 118">
                <a:extLst>
                  <a:ext uri="{FF2B5EF4-FFF2-40B4-BE49-F238E27FC236}">
                    <a16:creationId xmlns:a16="http://schemas.microsoft.com/office/drawing/2014/main" id="{E24034D7-BB7E-4F8C-931D-952409FBC9F0}"/>
                  </a:ext>
                </a:extLst>
              </p:cNvPr>
              <p:cNvSpPr>
                <a:spLocks noChangeArrowheads="1"/>
              </p:cNvSpPr>
              <p:nvPr/>
            </p:nvSpPr>
            <p:spPr bwMode="auto">
              <a:xfrm>
                <a:off x="1896" y="160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4" name="Oval 119">
                <a:extLst>
                  <a:ext uri="{FF2B5EF4-FFF2-40B4-BE49-F238E27FC236}">
                    <a16:creationId xmlns:a16="http://schemas.microsoft.com/office/drawing/2014/main" id="{B04BF4C6-F68B-4C2E-AD24-28DF04334723}"/>
                  </a:ext>
                </a:extLst>
              </p:cNvPr>
              <p:cNvSpPr>
                <a:spLocks noChangeArrowheads="1"/>
              </p:cNvSpPr>
              <p:nvPr/>
            </p:nvSpPr>
            <p:spPr bwMode="auto">
              <a:xfrm>
                <a:off x="2034" y="152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Rectangle 120">
                <a:extLst>
                  <a:ext uri="{FF2B5EF4-FFF2-40B4-BE49-F238E27FC236}">
                    <a16:creationId xmlns:a16="http://schemas.microsoft.com/office/drawing/2014/main" id="{2F375111-1F4B-4568-9649-815B88DBED6C}"/>
                  </a:ext>
                </a:extLst>
              </p:cNvPr>
              <p:cNvSpPr>
                <a:spLocks noChangeArrowheads="1"/>
              </p:cNvSpPr>
              <p:nvPr/>
            </p:nvSpPr>
            <p:spPr bwMode="auto">
              <a:xfrm>
                <a:off x="1896" y="160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6" name="Oval 121">
                <a:extLst>
                  <a:ext uri="{FF2B5EF4-FFF2-40B4-BE49-F238E27FC236}">
                    <a16:creationId xmlns:a16="http://schemas.microsoft.com/office/drawing/2014/main" id="{85BFB498-C781-47EC-BB8B-EDF3AF584701}"/>
                  </a:ext>
                </a:extLst>
              </p:cNvPr>
              <p:cNvSpPr>
                <a:spLocks noChangeArrowheads="1"/>
              </p:cNvSpPr>
              <p:nvPr/>
            </p:nvSpPr>
            <p:spPr bwMode="auto">
              <a:xfrm>
                <a:off x="2034" y="152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7" name="Rectangle 122">
                <a:extLst>
                  <a:ext uri="{FF2B5EF4-FFF2-40B4-BE49-F238E27FC236}">
                    <a16:creationId xmlns:a16="http://schemas.microsoft.com/office/drawing/2014/main" id="{734A1A2E-A4CB-42E9-847D-84B2ACED7B7A}"/>
                  </a:ext>
                </a:extLst>
              </p:cNvPr>
              <p:cNvSpPr>
                <a:spLocks noChangeArrowheads="1"/>
              </p:cNvSpPr>
              <p:nvPr/>
            </p:nvSpPr>
            <p:spPr bwMode="auto">
              <a:xfrm>
                <a:off x="1896" y="160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8" name="Oval 123">
                <a:extLst>
                  <a:ext uri="{FF2B5EF4-FFF2-40B4-BE49-F238E27FC236}">
                    <a16:creationId xmlns:a16="http://schemas.microsoft.com/office/drawing/2014/main" id="{2A26E9A2-3307-45A1-88A8-D3294FB6F4A3}"/>
                  </a:ext>
                </a:extLst>
              </p:cNvPr>
              <p:cNvSpPr>
                <a:spLocks noChangeArrowheads="1"/>
              </p:cNvSpPr>
              <p:nvPr/>
            </p:nvSpPr>
            <p:spPr bwMode="auto">
              <a:xfrm>
                <a:off x="2034" y="152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Rectangle 124">
                <a:extLst>
                  <a:ext uri="{FF2B5EF4-FFF2-40B4-BE49-F238E27FC236}">
                    <a16:creationId xmlns:a16="http://schemas.microsoft.com/office/drawing/2014/main" id="{C796056F-4210-46DD-9F08-4A0E4F9CCA00}"/>
                  </a:ext>
                </a:extLst>
              </p:cNvPr>
              <p:cNvSpPr>
                <a:spLocks noChangeArrowheads="1"/>
              </p:cNvSpPr>
              <p:nvPr/>
            </p:nvSpPr>
            <p:spPr bwMode="auto">
              <a:xfrm>
                <a:off x="1896" y="1600"/>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Oval 125">
                <a:extLst>
                  <a:ext uri="{FF2B5EF4-FFF2-40B4-BE49-F238E27FC236}">
                    <a16:creationId xmlns:a16="http://schemas.microsoft.com/office/drawing/2014/main" id="{84C57E3E-A49A-496C-8D61-8ADC272AD4B6}"/>
                  </a:ext>
                </a:extLst>
              </p:cNvPr>
              <p:cNvSpPr>
                <a:spLocks noChangeArrowheads="1"/>
              </p:cNvSpPr>
              <p:nvPr/>
            </p:nvSpPr>
            <p:spPr bwMode="auto">
              <a:xfrm>
                <a:off x="2034" y="1529"/>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1" name="Rectangle 126">
                <a:extLst>
                  <a:ext uri="{FF2B5EF4-FFF2-40B4-BE49-F238E27FC236}">
                    <a16:creationId xmlns:a16="http://schemas.microsoft.com/office/drawing/2014/main" id="{A52BCF58-BDF8-4C8D-919C-629F79BB33E7}"/>
                  </a:ext>
                </a:extLst>
              </p:cNvPr>
              <p:cNvSpPr>
                <a:spLocks noChangeArrowheads="1"/>
              </p:cNvSpPr>
              <p:nvPr/>
            </p:nvSpPr>
            <p:spPr bwMode="auto">
              <a:xfrm>
                <a:off x="1037" y="20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2" name="Oval 127">
                <a:extLst>
                  <a:ext uri="{FF2B5EF4-FFF2-40B4-BE49-F238E27FC236}">
                    <a16:creationId xmlns:a16="http://schemas.microsoft.com/office/drawing/2014/main" id="{2EA76797-1761-478E-9960-433BE5917D17}"/>
                  </a:ext>
                </a:extLst>
              </p:cNvPr>
              <p:cNvSpPr>
                <a:spLocks noChangeArrowheads="1"/>
              </p:cNvSpPr>
              <p:nvPr/>
            </p:nvSpPr>
            <p:spPr bwMode="auto">
              <a:xfrm>
                <a:off x="1175" y="19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3" name="Rectangle 128">
                <a:extLst>
                  <a:ext uri="{FF2B5EF4-FFF2-40B4-BE49-F238E27FC236}">
                    <a16:creationId xmlns:a16="http://schemas.microsoft.com/office/drawing/2014/main" id="{DBA6A866-1DA8-42C8-8C1D-B79581CC00AB}"/>
                  </a:ext>
                </a:extLst>
              </p:cNvPr>
              <p:cNvSpPr>
                <a:spLocks noChangeArrowheads="1"/>
              </p:cNvSpPr>
              <p:nvPr/>
            </p:nvSpPr>
            <p:spPr bwMode="auto">
              <a:xfrm>
                <a:off x="1037" y="20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4" name="Oval 129">
                <a:extLst>
                  <a:ext uri="{FF2B5EF4-FFF2-40B4-BE49-F238E27FC236}">
                    <a16:creationId xmlns:a16="http://schemas.microsoft.com/office/drawing/2014/main" id="{DC9E62B1-9B2E-448C-BD93-BABB2C2A9946}"/>
                  </a:ext>
                </a:extLst>
              </p:cNvPr>
              <p:cNvSpPr>
                <a:spLocks noChangeArrowheads="1"/>
              </p:cNvSpPr>
              <p:nvPr/>
            </p:nvSpPr>
            <p:spPr bwMode="auto">
              <a:xfrm>
                <a:off x="1175" y="19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5" name="Rectangle 130">
                <a:extLst>
                  <a:ext uri="{FF2B5EF4-FFF2-40B4-BE49-F238E27FC236}">
                    <a16:creationId xmlns:a16="http://schemas.microsoft.com/office/drawing/2014/main" id="{730E3209-F178-45B3-B254-D96C714D274A}"/>
                  </a:ext>
                </a:extLst>
              </p:cNvPr>
              <p:cNvSpPr>
                <a:spLocks noChangeArrowheads="1"/>
              </p:cNvSpPr>
              <p:nvPr/>
            </p:nvSpPr>
            <p:spPr bwMode="auto">
              <a:xfrm>
                <a:off x="1037" y="2040"/>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6" name="Oval 131">
                <a:extLst>
                  <a:ext uri="{FF2B5EF4-FFF2-40B4-BE49-F238E27FC236}">
                    <a16:creationId xmlns:a16="http://schemas.microsoft.com/office/drawing/2014/main" id="{F0BAB6A1-2109-48CB-820B-974CA09D88E1}"/>
                  </a:ext>
                </a:extLst>
              </p:cNvPr>
              <p:cNvSpPr>
                <a:spLocks noChangeArrowheads="1"/>
              </p:cNvSpPr>
              <p:nvPr/>
            </p:nvSpPr>
            <p:spPr bwMode="auto">
              <a:xfrm>
                <a:off x="1175" y="1969"/>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7" name="Rectangle 132">
                <a:extLst>
                  <a:ext uri="{FF2B5EF4-FFF2-40B4-BE49-F238E27FC236}">
                    <a16:creationId xmlns:a16="http://schemas.microsoft.com/office/drawing/2014/main" id="{776FCC1C-F718-4E42-BD23-42430F9F2972}"/>
                  </a:ext>
                </a:extLst>
              </p:cNvPr>
              <p:cNvSpPr>
                <a:spLocks noChangeArrowheads="1"/>
              </p:cNvSpPr>
              <p:nvPr/>
            </p:nvSpPr>
            <p:spPr bwMode="auto">
              <a:xfrm>
                <a:off x="1037" y="2040"/>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8" name="Oval 133">
                <a:extLst>
                  <a:ext uri="{FF2B5EF4-FFF2-40B4-BE49-F238E27FC236}">
                    <a16:creationId xmlns:a16="http://schemas.microsoft.com/office/drawing/2014/main" id="{9BC2604B-6FED-4613-A49C-4FEFB54246CF}"/>
                  </a:ext>
                </a:extLst>
              </p:cNvPr>
              <p:cNvSpPr>
                <a:spLocks noChangeArrowheads="1"/>
              </p:cNvSpPr>
              <p:nvPr/>
            </p:nvSpPr>
            <p:spPr bwMode="auto">
              <a:xfrm>
                <a:off x="1175" y="1969"/>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9" name="Rectangle 134">
                <a:extLst>
                  <a:ext uri="{FF2B5EF4-FFF2-40B4-BE49-F238E27FC236}">
                    <a16:creationId xmlns:a16="http://schemas.microsoft.com/office/drawing/2014/main" id="{8ACD9282-18CA-4A23-9958-03ECB8FDC3B0}"/>
                  </a:ext>
                </a:extLst>
              </p:cNvPr>
              <p:cNvSpPr>
                <a:spLocks noChangeArrowheads="1"/>
              </p:cNvSpPr>
              <p:nvPr/>
            </p:nvSpPr>
            <p:spPr bwMode="auto">
              <a:xfrm>
                <a:off x="1929" y="204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0" name="Oval 135">
                <a:extLst>
                  <a:ext uri="{FF2B5EF4-FFF2-40B4-BE49-F238E27FC236}">
                    <a16:creationId xmlns:a16="http://schemas.microsoft.com/office/drawing/2014/main" id="{2E925B90-D2A1-4F72-8D76-A10A70EB860C}"/>
                  </a:ext>
                </a:extLst>
              </p:cNvPr>
              <p:cNvSpPr>
                <a:spLocks noChangeArrowheads="1"/>
              </p:cNvSpPr>
              <p:nvPr/>
            </p:nvSpPr>
            <p:spPr bwMode="auto">
              <a:xfrm>
                <a:off x="2067" y="197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1" name="Rectangle 136">
                <a:extLst>
                  <a:ext uri="{FF2B5EF4-FFF2-40B4-BE49-F238E27FC236}">
                    <a16:creationId xmlns:a16="http://schemas.microsoft.com/office/drawing/2014/main" id="{890E29A3-C252-45E8-9FFA-B1D88F60C981}"/>
                  </a:ext>
                </a:extLst>
              </p:cNvPr>
              <p:cNvSpPr>
                <a:spLocks noChangeArrowheads="1"/>
              </p:cNvSpPr>
              <p:nvPr/>
            </p:nvSpPr>
            <p:spPr bwMode="auto">
              <a:xfrm>
                <a:off x="1929" y="204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2" name="Oval 137">
                <a:extLst>
                  <a:ext uri="{FF2B5EF4-FFF2-40B4-BE49-F238E27FC236}">
                    <a16:creationId xmlns:a16="http://schemas.microsoft.com/office/drawing/2014/main" id="{BB5ECFEC-8869-4E6B-AA37-864271F6B81E}"/>
                  </a:ext>
                </a:extLst>
              </p:cNvPr>
              <p:cNvSpPr>
                <a:spLocks noChangeArrowheads="1"/>
              </p:cNvSpPr>
              <p:nvPr/>
            </p:nvSpPr>
            <p:spPr bwMode="auto">
              <a:xfrm>
                <a:off x="2067" y="197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3" name="Rectangle 138">
                <a:extLst>
                  <a:ext uri="{FF2B5EF4-FFF2-40B4-BE49-F238E27FC236}">
                    <a16:creationId xmlns:a16="http://schemas.microsoft.com/office/drawing/2014/main" id="{1205C245-EE45-48B6-AECB-FB3ADE5FF668}"/>
                  </a:ext>
                </a:extLst>
              </p:cNvPr>
              <p:cNvSpPr>
                <a:spLocks noChangeArrowheads="1"/>
              </p:cNvSpPr>
              <p:nvPr/>
            </p:nvSpPr>
            <p:spPr bwMode="auto">
              <a:xfrm>
                <a:off x="1929" y="204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4" name="Oval 139">
                <a:extLst>
                  <a:ext uri="{FF2B5EF4-FFF2-40B4-BE49-F238E27FC236}">
                    <a16:creationId xmlns:a16="http://schemas.microsoft.com/office/drawing/2014/main" id="{298031E6-8173-491B-AFAC-D7AFA371E772}"/>
                  </a:ext>
                </a:extLst>
              </p:cNvPr>
              <p:cNvSpPr>
                <a:spLocks noChangeArrowheads="1"/>
              </p:cNvSpPr>
              <p:nvPr/>
            </p:nvSpPr>
            <p:spPr bwMode="auto">
              <a:xfrm>
                <a:off x="2067" y="197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5" name="Rectangle 140">
                <a:extLst>
                  <a:ext uri="{FF2B5EF4-FFF2-40B4-BE49-F238E27FC236}">
                    <a16:creationId xmlns:a16="http://schemas.microsoft.com/office/drawing/2014/main" id="{0E7B5586-30ED-4EDD-8C08-09E8275A86B1}"/>
                  </a:ext>
                </a:extLst>
              </p:cNvPr>
              <p:cNvSpPr>
                <a:spLocks noChangeArrowheads="1"/>
              </p:cNvSpPr>
              <p:nvPr/>
            </p:nvSpPr>
            <p:spPr bwMode="auto">
              <a:xfrm>
                <a:off x="1929" y="2041"/>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6" name="Oval 141">
                <a:extLst>
                  <a:ext uri="{FF2B5EF4-FFF2-40B4-BE49-F238E27FC236}">
                    <a16:creationId xmlns:a16="http://schemas.microsoft.com/office/drawing/2014/main" id="{70385985-1922-4972-8D7E-F4AFDF87C441}"/>
                  </a:ext>
                </a:extLst>
              </p:cNvPr>
              <p:cNvSpPr>
                <a:spLocks noChangeArrowheads="1"/>
              </p:cNvSpPr>
              <p:nvPr/>
            </p:nvSpPr>
            <p:spPr bwMode="auto">
              <a:xfrm>
                <a:off x="2067" y="1970"/>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7" name="Rectangle 142">
                <a:extLst>
                  <a:ext uri="{FF2B5EF4-FFF2-40B4-BE49-F238E27FC236}">
                    <a16:creationId xmlns:a16="http://schemas.microsoft.com/office/drawing/2014/main" id="{401C7D95-2DB8-4D51-AFDA-F11D0790206A}"/>
                  </a:ext>
                </a:extLst>
              </p:cNvPr>
              <p:cNvSpPr>
                <a:spLocks noChangeArrowheads="1"/>
              </p:cNvSpPr>
              <p:nvPr/>
            </p:nvSpPr>
            <p:spPr bwMode="auto">
              <a:xfrm>
                <a:off x="2031" y="3035"/>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8" name="Oval 143">
                <a:extLst>
                  <a:ext uri="{FF2B5EF4-FFF2-40B4-BE49-F238E27FC236}">
                    <a16:creationId xmlns:a16="http://schemas.microsoft.com/office/drawing/2014/main" id="{16D3106A-61B8-4B64-B95F-DE2C1DE7FB31}"/>
                  </a:ext>
                </a:extLst>
              </p:cNvPr>
              <p:cNvSpPr>
                <a:spLocks noChangeArrowheads="1"/>
              </p:cNvSpPr>
              <p:nvPr/>
            </p:nvSpPr>
            <p:spPr bwMode="auto">
              <a:xfrm>
                <a:off x="2169" y="2964"/>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9" name="Rectangle 144">
                <a:extLst>
                  <a:ext uri="{FF2B5EF4-FFF2-40B4-BE49-F238E27FC236}">
                    <a16:creationId xmlns:a16="http://schemas.microsoft.com/office/drawing/2014/main" id="{06154B1F-79FB-4AC9-A9D2-A899BDB3E531}"/>
                  </a:ext>
                </a:extLst>
              </p:cNvPr>
              <p:cNvSpPr>
                <a:spLocks noChangeArrowheads="1"/>
              </p:cNvSpPr>
              <p:nvPr/>
            </p:nvSpPr>
            <p:spPr bwMode="auto">
              <a:xfrm>
                <a:off x="2031" y="3035"/>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0" name="Oval 145">
                <a:extLst>
                  <a:ext uri="{FF2B5EF4-FFF2-40B4-BE49-F238E27FC236}">
                    <a16:creationId xmlns:a16="http://schemas.microsoft.com/office/drawing/2014/main" id="{B958B7AE-3499-4CCC-9A77-CB5CFD55D001}"/>
                  </a:ext>
                </a:extLst>
              </p:cNvPr>
              <p:cNvSpPr>
                <a:spLocks noChangeArrowheads="1"/>
              </p:cNvSpPr>
              <p:nvPr/>
            </p:nvSpPr>
            <p:spPr bwMode="auto">
              <a:xfrm>
                <a:off x="2169" y="2964"/>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1" name="Rectangle 146">
                <a:extLst>
                  <a:ext uri="{FF2B5EF4-FFF2-40B4-BE49-F238E27FC236}">
                    <a16:creationId xmlns:a16="http://schemas.microsoft.com/office/drawing/2014/main" id="{0700EF56-A328-401A-9B60-3FA7E57B3BCE}"/>
                  </a:ext>
                </a:extLst>
              </p:cNvPr>
              <p:cNvSpPr>
                <a:spLocks noChangeArrowheads="1"/>
              </p:cNvSpPr>
              <p:nvPr/>
            </p:nvSpPr>
            <p:spPr bwMode="auto">
              <a:xfrm>
                <a:off x="2031" y="3035"/>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2" name="Oval 147">
                <a:extLst>
                  <a:ext uri="{FF2B5EF4-FFF2-40B4-BE49-F238E27FC236}">
                    <a16:creationId xmlns:a16="http://schemas.microsoft.com/office/drawing/2014/main" id="{AEFACC53-F633-4F6E-B2A2-0A93DCF3A734}"/>
                  </a:ext>
                </a:extLst>
              </p:cNvPr>
              <p:cNvSpPr>
                <a:spLocks noChangeArrowheads="1"/>
              </p:cNvSpPr>
              <p:nvPr/>
            </p:nvSpPr>
            <p:spPr bwMode="auto">
              <a:xfrm>
                <a:off x="2169" y="2964"/>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3" name="Rectangle 148">
                <a:extLst>
                  <a:ext uri="{FF2B5EF4-FFF2-40B4-BE49-F238E27FC236}">
                    <a16:creationId xmlns:a16="http://schemas.microsoft.com/office/drawing/2014/main" id="{D59932F7-20D5-4671-AE66-EB33C2396ED4}"/>
                  </a:ext>
                </a:extLst>
              </p:cNvPr>
              <p:cNvSpPr>
                <a:spLocks noChangeArrowheads="1"/>
              </p:cNvSpPr>
              <p:nvPr/>
            </p:nvSpPr>
            <p:spPr bwMode="auto">
              <a:xfrm>
                <a:off x="2031" y="3035"/>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4" name="Oval 149">
                <a:extLst>
                  <a:ext uri="{FF2B5EF4-FFF2-40B4-BE49-F238E27FC236}">
                    <a16:creationId xmlns:a16="http://schemas.microsoft.com/office/drawing/2014/main" id="{83C2835F-04CE-4455-B2F5-64F8C01E8612}"/>
                  </a:ext>
                </a:extLst>
              </p:cNvPr>
              <p:cNvSpPr>
                <a:spLocks noChangeArrowheads="1"/>
              </p:cNvSpPr>
              <p:nvPr/>
            </p:nvSpPr>
            <p:spPr bwMode="auto">
              <a:xfrm>
                <a:off x="2169" y="2964"/>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5" name="Rectangle 150">
                <a:extLst>
                  <a:ext uri="{FF2B5EF4-FFF2-40B4-BE49-F238E27FC236}">
                    <a16:creationId xmlns:a16="http://schemas.microsoft.com/office/drawing/2014/main" id="{2E9F1252-3105-4918-812A-F41C04A709CE}"/>
                  </a:ext>
                </a:extLst>
              </p:cNvPr>
              <p:cNvSpPr>
                <a:spLocks noChangeArrowheads="1"/>
              </p:cNvSpPr>
              <p:nvPr/>
            </p:nvSpPr>
            <p:spPr bwMode="auto">
              <a:xfrm>
                <a:off x="1003" y="3034"/>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6" name="Oval 151">
                <a:extLst>
                  <a:ext uri="{FF2B5EF4-FFF2-40B4-BE49-F238E27FC236}">
                    <a16:creationId xmlns:a16="http://schemas.microsoft.com/office/drawing/2014/main" id="{34B00AD9-1342-4D19-A81F-1B594859A7FF}"/>
                  </a:ext>
                </a:extLst>
              </p:cNvPr>
              <p:cNvSpPr>
                <a:spLocks noChangeArrowheads="1"/>
              </p:cNvSpPr>
              <p:nvPr/>
            </p:nvSpPr>
            <p:spPr bwMode="auto">
              <a:xfrm>
                <a:off x="1141" y="2963"/>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7" name="Rectangle 152">
                <a:extLst>
                  <a:ext uri="{FF2B5EF4-FFF2-40B4-BE49-F238E27FC236}">
                    <a16:creationId xmlns:a16="http://schemas.microsoft.com/office/drawing/2014/main" id="{3FC2C3FD-9B47-42E4-B1E6-7F2021685B74}"/>
                  </a:ext>
                </a:extLst>
              </p:cNvPr>
              <p:cNvSpPr>
                <a:spLocks noChangeArrowheads="1"/>
              </p:cNvSpPr>
              <p:nvPr/>
            </p:nvSpPr>
            <p:spPr bwMode="auto">
              <a:xfrm>
                <a:off x="1003" y="3034"/>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8" name="Oval 153">
                <a:extLst>
                  <a:ext uri="{FF2B5EF4-FFF2-40B4-BE49-F238E27FC236}">
                    <a16:creationId xmlns:a16="http://schemas.microsoft.com/office/drawing/2014/main" id="{3E51A6DE-9018-414A-85FA-60BF00C67DBE}"/>
                  </a:ext>
                </a:extLst>
              </p:cNvPr>
              <p:cNvSpPr>
                <a:spLocks noChangeArrowheads="1"/>
              </p:cNvSpPr>
              <p:nvPr/>
            </p:nvSpPr>
            <p:spPr bwMode="auto">
              <a:xfrm>
                <a:off x="1141" y="2963"/>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9" name="Rectangle 154">
                <a:extLst>
                  <a:ext uri="{FF2B5EF4-FFF2-40B4-BE49-F238E27FC236}">
                    <a16:creationId xmlns:a16="http://schemas.microsoft.com/office/drawing/2014/main" id="{C5A50C59-6EC5-4109-88D9-E06031222BB8}"/>
                  </a:ext>
                </a:extLst>
              </p:cNvPr>
              <p:cNvSpPr>
                <a:spLocks noChangeArrowheads="1"/>
              </p:cNvSpPr>
              <p:nvPr/>
            </p:nvSpPr>
            <p:spPr bwMode="auto">
              <a:xfrm>
                <a:off x="1003" y="3034"/>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0" name="Oval 155">
                <a:extLst>
                  <a:ext uri="{FF2B5EF4-FFF2-40B4-BE49-F238E27FC236}">
                    <a16:creationId xmlns:a16="http://schemas.microsoft.com/office/drawing/2014/main" id="{6E89D6D6-A8E9-4302-A2AF-3F62F136B982}"/>
                  </a:ext>
                </a:extLst>
              </p:cNvPr>
              <p:cNvSpPr>
                <a:spLocks noChangeArrowheads="1"/>
              </p:cNvSpPr>
              <p:nvPr/>
            </p:nvSpPr>
            <p:spPr bwMode="auto">
              <a:xfrm>
                <a:off x="1141" y="2963"/>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1" name="Rectangle 156">
                <a:extLst>
                  <a:ext uri="{FF2B5EF4-FFF2-40B4-BE49-F238E27FC236}">
                    <a16:creationId xmlns:a16="http://schemas.microsoft.com/office/drawing/2014/main" id="{DAFB4864-BD3E-4762-BF2C-247BABE270D1}"/>
                  </a:ext>
                </a:extLst>
              </p:cNvPr>
              <p:cNvSpPr>
                <a:spLocks noChangeArrowheads="1"/>
              </p:cNvSpPr>
              <p:nvPr/>
            </p:nvSpPr>
            <p:spPr bwMode="auto">
              <a:xfrm>
                <a:off x="1003" y="3034"/>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2" name="Oval 157">
                <a:extLst>
                  <a:ext uri="{FF2B5EF4-FFF2-40B4-BE49-F238E27FC236}">
                    <a16:creationId xmlns:a16="http://schemas.microsoft.com/office/drawing/2014/main" id="{7F2C90F3-A814-48C6-BCF3-13AF3DF57A42}"/>
                  </a:ext>
                </a:extLst>
              </p:cNvPr>
              <p:cNvSpPr>
                <a:spLocks noChangeArrowheads="1"/>
              </p:cNvSpPr>
              <p:nvPr/>
            </p:nvSpPr>
            <p:spPr bwMode="auto">
              <a:xfrm>
                <a:off x="1141" y="2963"/>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3" name="Oval 158">
                <a:extLst>
                  <a:ext uri="{FF2B5EF4-FFF2-40B4-BE49-F238E27FC236}">
                    <a16:creationId xmlns:a16="http://schemas.microsoft.com/office/drawing/2014/main" id="{3004336B-401F-4ECC-ABC9-1FAE07BDC257}"/>
                  </a:ext>
                </a:extLst>
              </p:cNvPr>
              <p:cNvSpPr>
                <a:spLocks noChangeAspect="1" noChangeArrowheads="1"/>
              </p:cNvSpPr>
              <p:nvPr/>
            </p:nvSpPr>
            <p:spPr bwMode="auto">
              <a:xfrm>
                <a:off x="1143" y="2433"/>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4" name="Oval 159">
                <a:extLst>
                  <a:ext uri="{FF2B5EF4-FFF2-40B4-BE49-F238E27FC236}">
                    <a16:creationId xmlns:a16="http://schemas.microsoft.com/office/drawing/2014/main" id="{A10EB8D5-FA8C-4345-B894-103F504422AD}"/>
                  </a:ext>
                </a:extLst>
              </p:cNvPr>
              <p:cNvSpPr>
                <a:spLocks noChangeAspect="1" noChangeArrowheads="1"/>
              </p:cNvSpPr>
              <p:nvPr/>
            </p:nvSpPr>
            <p:spPr bwMode="auto">
              <a:xfrm>
                <a:off x="2125" y="2433"/>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5" name="Oval 160">
                <a:extLst>
                  <a:ext uri="{FF2B5EF4-FFF2-40B4-BE49-F238E27FC236}">
                    <a16:creationId xmlns:a16="http://schemas.microsoft.com/office/drawing/2014/main" id="{BC3F72C2-AB6E-4816-9BB3-6F37E604529C}"/>
                  </a:ext>
                </a:extLst>
              </p:cNvPr>
              <p:cNvSpPr>
                <a:spLocks noChangeAspect="1" noChangeArrowheads="1"/>
              </p:cNvSpPr>
              <p:nvPr/>
            </p:nvSpPr>
            <p:spPr bwMode="auto">
              <a:xfrm>
                <a:off x="2035" y="1428"/>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6" name="Oval 161">
                <a:extLst>
                  <a:ext uri="{FF2B5EF4-FFF2-40B4-BE49-F238E27FC236}">
                    <a16:creationId xmlns:a16="http://schemas.microsoft.com/office/drawing/2014/main" id="{94EC2B41-2F42-41A6-A096-C0B770F3A0DC}"/>
                  </a:ext>
                </a:extLst>
              </p:cNvPr>
              <p:cNvSpPr>
                <a:spLocks noChangeAspect="1" noChangeArrowheads="1"/>
              </p:cNvSpPr>
              <p:nvPr/>
            </p:nvSpPr>
            <p:spPr bwMode="auto">
              <a:xfrm>
                <a:off x="1244" y="1428"/>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7" name="Freeform 162">
                <a:extLst>
                  <a:ext uri="{FF2B5EF4-FFF2-40B4-BE49-F238E27FC236}">
                    <a16:creationId xmlns:a16="http://schemas.microsoft.com/office/drawing/2014/main" id="{A9827C5D-C54D-4995-8189-BDA6C6E2739B}"/>
                  </a:ext>
                </a:extLst>
              </p:cNvPr>
              <p:cNvSpPr>
                <a:spLocks/>
              </p:cNvSpPr>
              <p:nvPr/>
            </p:nvSpPr>
            <p:spPr bwMode="auto">
              <a:xfrm>
                <a:off x="1280" y="2460"/>
                <a:ext cx="884" cy="508"/>
              </a:xfrm>
              <a:custGeom>
                <a:avLst/>
                <a:gdLst>
                  <a:gd name="T0" fmla="*/ 884 w 884"/>
                  <a:gd name="T1" fmla="*/ 0 h 508"/>
                  <a:gd name="T2" fmla="*/ 544 w 884"/>
                  <a:gd name="T3" fmla="*/ 0 h 508"/>
                  <a:gd name="T4" fmla="*/ 288 w 884"/>
                  <a:gd name="T5" fmla="*/ 508 h 508"/>
                  <a:gd name="T6" fmla="*/ 0 w 884"/>
                  <a:gd name="T7" fmla="*/ 508 h 508"/>
                  <a:gd name="T8" fmla="*/ 0 w 884"/>
                  <a:gd name="T9" fmla="*/ 392 h 5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4" h="508">
                    <a:moveTo>
                      <a:pt x="884" y="0"/>
                    </a:moveTo>
                    <a:lnTo>
                      <a:pt x="544" y="0"/>
                    </a:lnTo>
                    <a:lnTo>
                      <a:pt x="288" y="508"/>
                    </a:lnTo>
                    <a:lnTo>
                      <a:pt x="0" y="508"/>
                    </a:lnTo>
                    <a:lnTo>
                      <a:pt x="0" y="39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8" name="Freeform 163">
                <a:extLst>
                  <a:ext uri="{FF2B5EF4-FFF2-40B4-BE49-F238E27FC236}">
                    <a16:creationId xmlns:a16="http://schemas.microsoft.com/office/drawing/2014/main" id="{8C383163-8939-4091-9AEF-7489C1A968DE}"/>
                  </a:ext>
                </a:extLst>
              </p:cNvPr>
              <p:cNvSpPr>
                <a:spLocks/>
              </p:cNvSpPr>
              <p:nvPr/>
            </p:nvSpPr>
            <p:spPr bwMode="auto">
              <a:xfrm flipH="1">
                <a:off x="1188" y="2480"/>
                <a:ext cx="884" cy="508"/>
              </a:xfrm>
              <a:custGeom>
                <a:avLst/>
                <a:gdLst>
                  <a:gd name="T0" fmla="*/ 884 w 884"/>
                  <a:gd name="T1" fmla="*/ 0 h 508"/>
                  <a:gd name="T2" fmla="*/ 544 w 884"/>
                  <a:gd name="T3" fmla="*/ 0 h 508"/>
                  <a:gd name="T4" fmla="*/ 288 w 884"/>
                  <a:gd name="T5" fmla="*/ 508 h 508"/>
                  <a:gd name="T6" fmla="*/ 0 w 884"/>
                  <a:gd name="T7" fmla="*/ 508 h 508"/>
                  <a:gd name="T8" fmla="*/ 0 w 884"/>
                  <a:gd name="T9" fmla="*/ 392 h 5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4" h="508">
                    <a:moveTo>
                      <a:pt x="884" y="0"/>
                    </a:moveTo>
                    <a:lnTo>
                      <a:pt x="544" y="0"/>
                    </a:lnTo>
                    <a:lnTo>
                      <a:pt x="288" y="508"/>
                    </a:lnTo>
                    <a:lnTo>
                      <a:pt x="0" y="508"/>
                    </a:lnTo>
                    <a:lnTo>
                      <a:pt x="0" y="39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6" name="Text Box 166">
              <a:extLst>
                <a:ext uri="{FF2B5EF4-FFF2-40B4-BE49-F238E27FC236}">
                  <a16:creationId xmlns:a16="http://schemas.microsoft.com/office/drawing/2014/main" id="{5201B33E-0D5F-4C2D-A014-2983188F9065}"/>
                </a:ext>
              </a:extLst>
            </p:cNvPr>
            <p:cNvSpPr txBox="1">
              <a:spLocks noChangeArrowheads="1"/>
            </p:cNvSpPr>
            <p:nvPr/>
          </p:nvSpPr>
          <p:spPr bwMode="auto">
            <a:xfrm>
              <a:off x="1087" y="1587"/>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7" name="Text Box 167">
              <a:extLst>
                <a:ext uri="{FF2B5EF4-FFF2-40B4-BE49-F238E27FC236}">
                  <a16:creationId xmlns:a16="http://schemas.microsoft.com/office/drawing/2014/main" id="{162A85FA-4EFA-4213-B7C9-6008FFEC2166}"/>
                </a:ext>
              </a:extLst>
            </p:cNvPr>
            <p:cNvSpPr txBox="1">
              <a:spLocks noChangeArrowheads="1"/>
            </p:cNvSpPr>
            <p:nvPr/>
          </p:nvSpPr>
          <p:spPr bwMode="auto">
            <a:xfrm>
              <a:off x="1859" y="1555"/>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8" name="Text Box 168">
              <a:extLst>
                <a:ext uri="{FF2B5EF4-FFF2-40B4-BE49-F238E27FC236}">
                  <a16:creationId xmlns:a16="http://schemas.microsoft.com/office/drawing/2014/main" id="{F6AAACF9-C5D8-45F8-8672-850CA187256B}"/>
                </a:ext>
              </a:extLst>
            </p:cNvPr>
            <p:cNvSpPr txBox="1">
              <a:spLocks noChangeArrowheads="1"/>
            </p:cNvSpPr>
            <p:nvPr/>
          </p:nvSpPr>
          <p:spPr bwMode="auto">
            <a:xfrm>
              <a:off x="1892" y="2000"/>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9" name="Text Box 169">
              <a:extLst>
                <a:ext uri="{FF2B5EF4-FFF2-40B4-BE49-F238E27FC236}">
                  <a16:creationId xmlns:a16="http://schemas.microsoft.com/office/drawing/2014/main" id="{8AEC52D5-4931-4179-93B7-97FE35E2ACCA}"/>
                </a:ext>
              </a:extLst>
            </p:cNvPr>
            <p:cNvSpPr txBox="1">
              <a:spLocks noChangeArrowheads="1"/>
            </p:cNvSpPr>
            <p:nvPr/>
          </p:nvSpPr>
          <p:spPr bwMode="auto">
            <a:xfrm>
              <a:off x="1000" y="1989"/>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20" name="Text Box 170">
              <a:extLst>
                <a:ext uri="{FF2B5EF4-FFF2-40B4-BE49-F238E27FC236}">
                  <a16:creationId xmlns:a16="http://schemas.microsoft.com/office/drawing/2014/main" id="{128DC040-E2AE-4E99-AF5F-959C62E6C534}"/>
                </a:ext>
              </a:extLst>
            </p:cNvPr>
            <p:cNvSpPr txBox="1">
              <a:spLocks noChangeArrowheads="1"/>
            </p:cNvSpPr>
            <p:nvPr/>
          </p:nvSpPr>
          <p:spPr bwMode="auto">
            <a:xfrm>
              <a:off x="979" y="2598"/>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21" name="Text Box 171">
              <a:extLst>
                <a:ext uri="{FF2B5EF4-FFF2-40B4-BE49-F238E27FC236}">
                  <a16:creationId xmlns:a16="http://schemas.microsoft.com/office/drawing/2014/main" id="{18999CEE-801E-4A41-BABB-0AD7274DAA16}"/>
                </a:ext>
              </a:extLst>
            </p:cNvPr>
            <p:cNvSpPr txBox="1">
              <a:spLocks noChangeArrowheads="1"/>
            </p:cNvSpPr>
            <p:nvPr/>
          </p:nvSpPr>
          <p:spPr bwMode="auto">
            <a:xfrm>
              <a:off x="968" y="2979"/>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22" name="Text Box 172">
              <a:extLst>
                <a:ext uri="{FF2B5EF4-FFF2-40B4-BE49-F238E27FC236}">
                  <a16:creationId xmlns:a16="http://schemas.microsoft.com/office/drawing/2014/main" id="{343B96FC-24B0-4831-9BA5-65A49C729881}"/>
                </a:ext>
              </a:extLst>
            </p:cNvPr>
            <p:cNvSpPr txBox="1">
              <a:spLocks noChangeArrowheads="1"/>
            </p:cNvSpPr>
            <p:nvPr/>
          </p:nvSpPr>
          <p:spPr bwMode="auto">
            <a:xfrm>
              <a:off x="1957" y="2620"/>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23" name="Text Box 173">
              <a:extLst>
                <a:ext uri="{FF2B5EF4-FFF2-40B4-BE49-F238E27FC236}">
                  <a16:creationId xmlns:a16="http://schemas.microsoft.com/office/drawing/2014/main" id="{15EEFC79-C0BD-423D-B7E4-2A89EEE18D73}"/>
                </a:ext>
              </a:extLst>
            </p:cNvPr>
            <p:cNvSpPr txBox="1">
              <a:spLocks noChangeArrowheads="1"/>
            </p:cNvSpPr>
            <p:nvPr/>
          </p:nvSpPr>
          <p:spPr bwMode="auto">
            <a:xfrm>
              <a:off x="1989" y="3000"/>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24" name="Text Box 174">
              <a:extLst>
                <a:ext uri="{FF2B5EF4-FFF2-40B4-BE49-F238E27FC236}">
                  <a16:creationId xmlns:a16="http://schemas.microsoft.com/office/drawing/2014/main" id="{90CD62A5-053B-4F1E-B010-D3FA5D7A7195}"/>
                </a:ext>
              </a:extLst>
            </p:cNvPr>
            <p:cNvSpPr txBox="1">
              <a:spLocks noChangeArrowheads="1"/>
            </p:cNvSpPr>
            <p:nvPr/>
          </p:nvSpPr>
          <p:spPr bwMode="auto">
            <a:xfrm>
              <a:off x="2702" y="2729"/>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grpSp>
        <p:nvGrpSpPr>
          <p:cNvPr id="139" name="Group 177">
            <a:extLst>
              <a:ext uri="{FF2B5EF4-FFF2-40B4-BE49-F238E27FC236}">
                <a16:creationId xmlns:a16="http://schemas.microsoft.com/office/drawing/2014/main" id="{CB9F47BA-5A40-499C-9401-4192B7FD6F58}"/>
              </a:ext>
            </a:extLst>
          </p:cNvPr>
          <p:cNvGrpSpPr>
            <a:grpSpLocks/>
          </p:cNvGrpSpPr>
          <p:nvPr/>
        </p:nvGrpSpPr>
        <p:grpSpPr bwMode="auto">
          <a:xfrm>
            <a:off x="6045835" y="715053"/>
            <a:ext cx="2362200" cy="3509963"/>
            <a:chOff x="3578" y="184"/>
            <a:chExt cx="1488" cy="2211"/>
          </a:xfrm>
        </p:grpSpPr>
        <p:grpSp>
          <p:nvGrpSpPr>
            <p:cNvPr id="140" name="Group 9">
              <a:extLst>
                <a:ext uri="{FF2B5EF4-FFF2-40B4-BE49-F238E27FC236}">
                  <a16:creationId xmlns:a16="http://schemas.microsoft.com/office/drawing/2014/main" id="{D7B47462-F8FC-41EE-959E-C7EFA7F4D534}"/>
                </a:ext>
              </a:extLst>
            </p:cNvPr>
            <p:cNvGrpSpPr>
              <a:grpSpLocks/>
            </p:cNvGrpSpPr>
            <p:nvPr/>
          </p:nvGrpSpPr>
          <p:grpSpPr bwMode="auto">
            <a:xfrm>
              <a:off x="3578" y="184"/>
              <a:ext cx="1488" cy="2211"/>
              <a:chOff x="3578" y="184"/>
              <a:chExt cx="1488" cy="2211"/>
            </a:xfrm>
          </p:grpSpPr>
          <p:sp>
            <p:nvSpPr>
              <p:cNvPr id="142" name="Rectangle 10">
                <a:extLst>
                  <a:ext uri="{FF2B5EF4-FFF2-40B4-BE49-F238E27FC236}">
                    <a16:creationId xmlns:a16="http://schemas.microsoft.com/office/drawing/2014/main" id="{1A107447-DF8B-4537-8B57-9D11BAE4CE46}"/>
                  </a:ext>
                </a:extLst>
              </p:cNvPr>
              <p:cNvSpPr>
                <a:spLocks noChangeArrowheads="1"/>
              </p:cNvSpPr>
              <p:nvPr/>
            </p:nvSpPr>
            <p:spPr bwMode="auto">
              <a:xfrm>
                <a:off x="3722" y="616"/>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3" name="Line 11">
                <a:extLst>
                  <a:ext uri="{FF2B5EF4-FFF2-40B4-BE49-F238E27FC236}">
                    <a16:creationId xmlns:a16="http://schemas.microsoft.com/office/drawing/2014/main" id="{0FB1DAA4-E497-48F2-BF0A-7D4D7CEF5B43}"/>
                  </a:ext>
                </a:extLst>
              </p:cNvPr>
              <p:cNvSpPr>
                <a:spLocks noChangeShapeType="1"/>
              </p:cNvSpPr>
              <p:nvPr/>
            </p:nvSpPr>
            <p:spPr bwMode="auto">
              <a:xfrm flipH="1">
                <a:off x="4106" y="1960"/>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4" name="Oval 12">
                <a:extLst>
                  <a:ext uri="{FF2B5EF4-FFF2-40B4-BE49-F238E27FC236}">
                    <a16:creationId xmlns:a16="http://schemas.microsoft.com/office/drawing/2014/main" id="{039575C6-234A-4E90-AFC5-1201A38E2905}"/>
                  </a:ext>
                </a:extLst>
              </p:cNvPr>
              <p:cNvSpPr>
                <a:spLocks noChangeArrowheads="1"/>
              </p:cNvSpPr>
              <p:nvPr/>
            </p:nvSpPr>
            <p:spPr bwMode="auto">
              <a:xfrm>
                <a:off x="4298" y="55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5" name="Line 13">
                <a:extLst>
                  <a:ext uri="{FF2B5EF4-FFF2-40B4-BE49-F238E27FC236}">
                    <a16:creationId xmlns:a16="http://schemas.microsoft.com/office/drawing/2014/main" id="{FAE34FD4-81F4-4E5D-A967-A203004D8187}"/>
                  </a:ext>
                </a:extLst>
              </p:cNvPr>
              <p:cNvSpPr>
                <a:spLocks noChangeShapeType="1"/>
              </p:cNvSpPr>
              <p:nvPr/>
            </p:nvSpPr>
            <p:spPr bwMode="auto">
              <a:xfrm>
                <a:off x="3866" y="37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6" name="Line 14">
                <a:extLst>
                  <a:ext uri="{FF2B5EF4-FFF2-40B4-BE49-F238E27FC236}">
                    <a16:creationId xmlns:a16="http://schemas.microsoft.com/office/drawing/2014/main" id="{8842D267-AC38-4BC9-9777-96A5223FA46D}"/>
                  </a:ext>
                </a:extLst>
              </p:cNvPr>
              <p:cNvSpPr>
                <a:spLocks noChangeShapeType="1"/>
              </p:cNvSpPr>
              <p:nvPr/>
            </p:nvSpPr>
            <p:spPr bwMode="auto">
              <a:xfrm>
                <a:off x="4326" y="366"/>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7" name="Rectangle 15">
                <a:extLst>
                  <a:ext uri="{FF2B5EF4-FFF2-40B4-BE49-F238E27FC236}">
                    <a16:creationId xmlns:a16="http://schemas.microsoft.com/office/drawing/2014/main" id="{AF23A907-6BEA-4954-986F-7C0759C7E23B}"/>
                  </a:ext>
                </a:extLst>
              </p:cNvPr>
              <p:cNvSpPr>
                <a:spLocks noChangeArrowheads="1"/>
              </p:cNvSpPr>
              <p:nvPr/>
            </p:nvSpPr>
            <p:spPr bwMode="auto">
              <a:xfrm>
                <a:off x="3626"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48" name="Rectangle 16">
                <a:extLst>
                  <a:ext uri="{FF2B5EF4-FFF2-40B4-BE49-F238E27FC236}">
                    <a16:creationId xmlns:a16="http://schemas.microsoft.com/office/drawing/2014/main" id="{68AE2ECF-1EA6-4C71-9F3C-A6B4D532BE1F}"/>
                  </a:ext>
                </a:extLst>
              </p:cNvPr>
              <p:cNvSpPr>
                <a:spLocks noChangeArrowheads="1"/>
              </p:cNvSpPr>
              <p:nvPr/>
            </p:nvSpPr>
            <p:spPr bwMode="auto">
              <a:xfrm>
                <a:off x="4298"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49" name="Line 17">
                <a:extLst>
                  <a:ext uri="{FF2B5EF4-FFF2-40B4-BE49-F238E27FC236}">
                    <a16:creationId xmlns:a16="http://schemas.microsoft.com/office/drawing/2014/main" id="{673FBD49-CE13-40EE-8575-D873BFBBEB5A}"/>
                  </a:ext>
                </a:extLst>
              </p:cNvPr>
              <p:cNvSpPr>
                <a:spLocks noChangeShapeType="1"/>
              </p:cNvSpPr>
              <p:nvPr/>
            </p:nvSpPr>
            <p:spPr bwMode="auto">
              <a:xfrm>
                <a:off x="4379" y="23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0" name="Rectangle 18">
                <a:extLst>
                  <a:ext uri="{FF2B5EF4-FFF2-40B4-BE49-F238E27FC236}">
                    <a16:creationId xmlns:a16="http://schemas.microsoft.com/office/drawing/2014/main" id="{C4001FE6-4508-4BDB-86F2-6F667C89279D}"/>
                  </a:ext>
                </a:extLst>
              </p:cNvPr>
              <p:cNvSpPr>
                <a:spLocks noChangeArrowheads="1"/>
              </p:cNvSpPr>
              <p:nvPr/>
            </p:nvSpPr>
            <p:spPr bwMode="auto">
              <a:xfrm>
                <a:off x="3722" y="808"/>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51" name="Rectangle 19">
                <a:extLst>
                  <a:ext uri="{FF2B5EF4-FFF2-40B4-BE49-F238E27FC236}">
                    <a16:creationId xmlns:a16="http://schemas.microsoft.com/office/drawing/2014/main" id="{397DD779-7AA6-4655-A836-D6D2DA72B1E3}"/>
                  </a:ext>
                </a:extLst>
              </p:cNvPr>
              <p:cNvSpPr>
                <a:spLocks noChangeArrowheads="1"/>
              </p:cNvSpPr>
              <p:nvPr/>
            </p:nvSpPr>
            <p:spPr bwMode="auto">
              <a:xfrm>
                <a:off x="4250" y="808"/>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52" name="Line 20">
                <a:extLst>
                  <a:ext uri="{FF2B5EF4-FFF2-40B4-BE49-F238E27FC236}">
                    <a16:creationId xmlns:a16="http://schemas.microsoft.com/office/drawing/2014/main" id="{9CB9F26F-D220-4891-8340-1181A95DA401}"/>
                  </a:ext>
                </a:extLst>
              </p:cNvPr>
              <p:cNvSpPr>
                <a:spLocks noChangeShapeType="1"/>
              </p:cNvSpPr>
              <p:nvPr/>
            </p:nvSpPr>
            <p:spPr bwMode="auto">
              <a:xfrm>
                <a:off x="4106" y="104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 name="Rectangle 21">
                <a:extLst>
                  <a:ext uri="{FF2B5EF4-FFF2-40B4-BE49-F238E27FC236}">
                    <a16:creationId xmlns:a16="http://schemas.microsoft.com/office/drawing/2014/main" id="{30679103-B47E-44E2-A456-B28DF9CAC385}"/>
                  </a:ext>
                </a:extLst>
              </p:cNvPr>
              <p:cNvSpPr>
                <a:spLocks noChangeArrowheads="1"/>
              </p:cNvSpPr>
              <p:nvPr/>
            </p:nvSpPr>
            <p:spPr bwMode="auto">
              <a:xfrm>
                <a:off x="3892" y="808"/>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4" name="Rectangle 22">
                <a:extLst>
                  <a:ext uri="{FF2B5EF4-FFF2-40B4-BE49-F238E27FC236}">
                    <a16:creationId xmlns:a16="http://schemas.microsoft.com/office/drawing/2014/main" id="{9D64FEDD-EBF6-4E67-8ED9-6F0A10494E2D}"/>
                  </a:ext>
                </a:extLst>
              </p:cNvPr>
              <p:cNvSpPr>
                <a:spLocks noChangeArrowheads="1"/>
              </p:cNvSpPr>
              <p:nvPr/>
            </p:nvSpPr>
            <p:spPr bwMode="auto">
              <a:xfrm>
                <a:off x="3722" y="1409"/>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155" name="Line 23">
                <a:extLst>
                  <a:ext uri="{FF2B5EF4-FFF2-40B4-BE49-F238E27FC236}">
                    <a16:creationId xmlns:a16="http://schemas.microsoft.com/office/drawing/2014/main" id="{55BE3B69-48FD-4BBD-9EF4-AC7A1C468B28}"/>
                  </a:ext>
                </a:extLst>
              </p:cNvPr>
              <p:cNvSpPr>
                <a:spLocks noChangeShapeType="1"/>
              </p:cNvSpPr>
              <p:nvPr/>
            </p:nvSpPr>
            <p:spPr bwMode="auto">
              <a:xfrm>
                <a:off x="3818"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6" name="Line 24">
                <a:extLst>
                  <a:ext uri="{FF2B5EF4-FFF2-40B4-BE49-F238E27FC236}">
                    <a16:creationId xmlns:a16="http://schemas.microsoft.com/office/drawing/2014/main" id="{55BE7BA2-AD39-4152-B394-5B5F8ACBB117}"/>
                  </a:ext>
                </a:extLst>
              </p:cNvPr>
              <p:cNvSpPr>
                <a:spLocks noChangeShapeType="1"/>
              </p:cNvSpPr>
              <p:nvPr/>
            </p:nvSpPr>
            <p:spPr bwMode="auto">
              <a:xfrm>
                <a:off x="4394"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57" name="Group 25">
                <a:extLst>
                  <a:ext uri="{FF2B5EF4-FFF2-40B4-BE49-F238E27FC236}">
                    <a16:creationId xmlns:a16="http://schemas.microsoft.com/office/drawing/2014/main" id="{E0267FC3-F663-4BA5-94C7-9D77F1D5601C}"/>
                  </a:ext>
                </a:extLst>
              </p:cNvPr>
              <p:cNvGrpSpPr>
                <a:grpSpLocks/>
              </p:cNvGrpSpPr>
              <p:nvPr/>
            </p:nvGrpSpPr>
            <p:grpSpPr bwMode="auto">
              <a:xfrm>
                <a:off x="4346" y="1048"/>
                <a:ext cx="48" cy="344"/>
                <a:chOff x="1248" y="2233"/>
                <a:chExt cx="48" cy="344"/>
              </a:xfrm>
            </p:grpSpPr>
            <p:sp>
              <p:nvSpPr>
                <p:cNvPr id="174" name="Line 26">
                  <a:extLst>
                    <a:ext uri="{FF2B5EF4-FFF2-40B4-BE49-F238E27FC236}">
                      <a16:creationId xmlns:a16="http://schemas.microsoft.com/office/drawing/2014/main" id="{ADC052F6-0A2B-4450-8607-565749534EA2}"/>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5" name="Oval 27">
                  <a:extLst>
                    <a:ext uri="{FF2B5EF4-FFF2-40B4-BE49-F238E27FC236}">
                      <a16:creationId xmlns:a16="http://schemas.microsoft.com/office/drawing/2014/main" id="{404E8E0A-037C-44AF-A1E8-97EBBB978C4A}"/>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158" name="Line 28">
                <a:extLst>
                  <a:ext uri="{FF2B5EF4-FFF2-40B4-BE49-F238E27FC236}">
                    <a16:creationId xmlns:a16="http://schemas.microsoft.com/office/drawing/2014/main" id="{F8A00573-971B-40F0-A4DC-65BF5C12AFF7}"/>
                  </a:ext>
                </a:extLst>
              </p:cNvPr>
              <p:cNvSpPr>
                <a:spLocks noChangeShapeType="1"/>
              </p:cNvSpPr>
              <p:nvPr/>
            </p:nvSpPr>
            <p:spPr bwMode="auto">
              <a:xfrm>
                <a:off x="3866" y="105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9" name="Rectangle 29">
                <a:extLst>
                  <a:ext uri="{FF2B5EF4-FFF2-40B4-BE49-F238E27FC236}">
                    <a16:creationId xmlns:a16="http://schemas.microsoft.com/office/drawing/2014/main" id="{96FFC80F-8027-44DB-BF26-99E4878CFF2B}"/>
                  </a:ext>
                </a:extLst>
              </p:cNvPr>
              <p:cNvSpPr>
                <a:spLocks noChangeArrowheads="1"/>
              </p:cNvSpPr>
              <p:nvPr/>
            </p:nvSpPr>
            <p:spPr bwMode="auto">
              <a:xfrm>
                <a:off x="3578" y="2056"/>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60" name="Rectangle 30">
                <a:extLst>
                  <a:ext uri="{FF2B5EF4-FFF2-40B4-BE49-F238E27FC236}">
                    <a16:creationId xmlns:a16="http://schemas.microsoft.com/office/drawing/2014/main" id="{3787C4AB-FE88-4FF5-9E06-239902D84CCE}"/>
                  </a:ext>
                </a:extLst>
              </p:cNvPr>
              <p:cNvSpPr>
                <a:spLocks noChangeArrowheads="1"/>
              </p:cNvSpPr>
              <p:nvPr/>
            </p:nvSpPr>
            <p:spPr bwMode="auto">
              <a:xfrm>
                <a:off x="4394" y="2056"/>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61" name="Line 31">
                <a:extLst>
                  <a:ext uri="{FF2B5EF4-FFF2-40B4-BE49-F238E27FC236}">
                    <a16:creationId xmlns:a16="http://schemas.microsoft.com/office/drawing/2014/main" id="{A1847282-1E5E-4E88-93E7-3F7B7CEA1786}"/>
                  </a:ext>
                </a:extLst>
              </p:cNvPr>
              <p:cNvSpPr>
                <a:spLocks noChangeShapeType="1"/>
              </p:cNvSpPr>
              <p:nvPr/>
            </p:nvSpPr>
            <p:spPr bwMode="auto">
              <a:xfrm>
                <a:off x="4874" y="1672"/>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2" name="Line 32">
                <a:extLst>
                  <a:ext uri="{FF2B5EF4-FFF2-40B4-BE49-F238E27FC236}">
                    <a16:creationId xmlns:a16="http://schemas.microsoft.com/office/drawing/2014/main" id="{28F9D66E-314F-4C44-B7D1-DF25C69D3D59}"/>
                  </a:ext>
                </a:extLst>
              </p:cNvPr>
              <p:cNvSpPr>
                <a:spLocks noChangeShapeType="1"/>
              </p:cNvSpPr>
              <p:nvPr/>
            </p:nvSpPr>
            <p:spPr bwMode="auto">
              <a:xfrm>
                <a:off x="4106"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 name="Rectangle 33">
                <a:extLst>
                  <a:ext uri="{FF2B5EF4-FFF2-40B4-BE49-F238E27FC236}">
                    <a16:creationId xmlns:a16="http://schemas.microsoft.com/office/drawing/2014/main" id="{3633AF9F-1A84-4949-926C-43C635EC58C1}"/>
                  </a:ext>
                </a:extLst>
              </p:cNvPr>
              <p:cNvSpPr>
                <a:spLocks noChangeArrowheads="1"/>
              </p:cNvSpPr>
              <p:nvPr/>
            </p:nvSpPr>
            <p:spPr bwMode="auto">
              <a:xfrm>
                <a:off x="3962" y="2104"/>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64" name="Rectangle 34">
                <a:extLst>
                  <a:ext uri="{FF2B5EF4-FFF2-40B4-BE49-F238E27FC236}">
                    <a16:creationId xmlns:a16="http://schemas.microsoft.com/office/drawing/2014/main" id="{73FF9899-BC0C-4E03-A705-437223F47273}"/>
                  </a:ext>
                </a:extLst>
              </p:cNvPr>
              <p:cNvSpPr>
                <a:spLocks noChangeArrowheads="1"/>
              </p:cNvSpPr>
              <p:nvPr/>
            </p:nvSpPr>
            <p:spPr bwMode="auto">
              <a:xfrm>
                <a:off x="4682" y="1432"/>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5" name="Oval 35">
                <a:extLst>
                  <a:ext uri="{FF2B5EF4-FFF2-40B4-BE49-F238E27FC236}">
                    <a16:creationId xmlns:a16="http://schemas.microsoft.com/office/drawing/2014/main" id="{FE7AEEAE-D538-4E48-A578-0438FC685A61}"/>
                  </a:ext>
                </a:extLst>
              </p:cNvPr>
              <p:cNvSpPr>
                <a:spLocks noChangeArrowheads="1"/>
              </p:cNvSpPr>
              <p:nvPr/>
            </p:nvSpPr>
            <p:spPr bwMode="auto">
              <a:xfrm>
                <a:off x="4851" y="138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6" name="Line 36">
                <a:extLst>
                  <a:ext uri="{FF2B5EF4-FFF2-40B4-BE49-F238E27FC236}">
                    <a16:creationId xmlns:a16="http://schemas.microsoft.com/office/drawing/2014/main" id="{2DE158DE-4D91-4602-94D1-618EF1153079}"/>
                  </a:ext>
                </a:extLst>
              </p:cNvPr>
              <p:cNvSpPr>
                <a:spLocks noChangeShapeType="1"/>
              </p:cNvSpPr>
              <p:nvPr/>
            </p:nvSpPr>
            <p:spPr bwMode="auto">
              <a:xfrm>
                <a:off x="4874" y="11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7" name="Line 37">
                <a:extLst>
                  <a:ext uri="{FF2B5EF4-FFF2-40B4-BE49-F238E27FC236}">
                    <a16:creationId xmlns:a16="http://schemas.microsoft.com/office/drawing/2014/main" id="{CBC6D7B2-4030-4FB8-BD0D-A27057A71B82}"/>
                  </a:ext>
                </a:extLst>
              </p:cNvPr>
              <p:cNvSpPr>
                <a:spLocks noChangeShapeType="1"/>
              </p:cNvSpPr>
              <p:nvPr/>
            </p:nvSpPr>
            <p:spPr bwMode="auto">
              <a:xfrm>
                <a:off x="4106" y="1144"/>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8" name="Rectangle 38">
                <a:extLst>
                  <a:ext uri="{FF2B5EF4-FFF2-40B4-BE49-F238E27FC236}">
                    <a16:creationId xmlns:a16="http://schemas.microsoft.com/office/drawing/2014/main" id="{EA7EEC02-517C-4A40-9492-8526020BBB13}"/>
                  </a:ext>
                </a:extLst>
              </p:cNvPr>
              <p:cNvSpPr>
                <a:spLocks noChangeArrowheads="1"/>
              </p:cNvSpPr>
              <p:nvPr/>
            </p:nvSpPr>
            <p:spPr bwMode="auto">
              <a:xfrm>
                <a:off x="3914" y="568"/>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169" name="Oval 39">
                <a:extLst>
                  <a:ext uri="{FF2B5EF4-FFF2-40B4-BE49-F238E27FC236}">
                    <a16:creationId xmlns:a16="http://schemas.microsoft.com/office/drawing/2014/main" id="{326A19E6-7298-4769-9BD3-5F108CC86575}"/>
                  </a:ext>
                </a:extLst>
              </p:cNvPr>
              <p:cNvSpPr>
                <a:spLocks noChangeArrowheads="1"/>
              </p:cNvSpPr>
              <p:nvPr/>
            </p:nvSpPr>
            <p:spPr bwMode="auto">
              <a:xfrm>
                <a:off x="4078" y="1932"/>
                <a:ext cx="48" cy="4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0" name="Rectangle 40">
                <a:extLst>
                  <a:ext uri="{FF2B5EF4-FFF2-40B4-BE49-F238E27FC236}">
                    <a16:creationId xmlns:a16="http://schemas.microsoft.com/office/drawing/2014/main" id="{833FB753-6939-4A2C-B15D-3BA201C9BEEB}"/>
                  </a:ext>
                </a:extLst>
              </p:cNvPr>
              <p:cNvSpPr>
                <a:spLocks noChangeArrowheads="1"/>
              </p:cNvSpPr>
              <p:nvPr/>
            </p:nvSpPr>
            <p:spPr bwMode="auto">
              <a:xfrm>
                <a:off x="3578" y="1096"/>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171" name="Group 41">
                <a:extLst>
                  <a:ext uri="{FF2B5EF4-FFF2-40B4-BE49-F238E27FC236}">
                    <a16:creationId xmlns:a16="http://schemas.microsoft.com/office/drawing/2014/main" id="{69699E74-6C34-4B40-8E3D-CC0D1DA3F0C6}"/>
                  </a:ext>
                </a:extLst>
              </p:cNvPr>
              <p:cNvGrpSpPr>
                <a:grpSpLocks/>
              </p:cNvGrpSpPr>
              <p:nvPr/>
            </p:nvGrpSpPr>
            <p:grpSpPr bwMode="auto">
              <a:xfrm>
                <a:off x="4394" y="1144"/>
                <a:ext cx="313" cy="288"/>
                <a:chOff x="4574" y="1234"/>
                <a:chExt cx="313" cy="288"/>
              </a:xfrm>
            </p:grpSpPr>
            <p:sp>
              <p:nvSpPr>
                <p:cNvPr id="172" name="Rectangle 42">
                  <a:extLst>
                    <a:ext uri="{FF2B5EF4-FFF2-40B4-BE49-F238E27FC236}">
                      <a16:creationId xmlns:a16="http://schemas.microsoft.com/office/drawing/2014/main" id="{B2DC7C2B-11F4-4E57-8CBE-E15D649473E3}"/>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173" name="Line 43">
                  <a:extLst>
                    <a:ext uri="{FF2B5EF4-FFF2-40B4-BE49-F238E27FC236}">
                      <a16:creationId xmlns:a16="http://schemas.microsoft.com/office/drawing/2014/main" id="{E94414DA-A6DF-4703-8669-807CC47E374F}"/>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41" name="Text Box 175">
              <a:extLst>
                <a:ext uri="{FF2B5EF4-FFF2-40B4-BE49-F238E27FC236}">
                  <a16:creationId xmlns:a16="http://schemas.microsoft.com/office/drawing/2014/main" id="{9BF6C0E0-3C58-41E0-AB46-163A1FE80AED}"/>
                </a:ext>
              </a:extLst>
            </p:cNvPr>
            <p:cNvSpPr txBox="1">
              <a:spLocks noChangeArrowheads="1"/>
            </p:cNvSpPr>
            <p:nvPr/>
          </p:nvSpPr>
          <p:spPr bwMode="auto">
            <a:xfrm>
              <a:off x="4685" y="1403"/>
              <a:ext cx="32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176" name="TextBox 175"/>
          <p:cNvSpPr txBox="1"/>
          <p:nvPr/>
        </p:nvSpPr>
        <p:spPr bwMode="auto">
          <a:xfrm>
            <a:off x="520360" y="1412607"/>
            <a:ext cx="38536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dirty="0">
                <a:solidFill>
                  <a:schemeClr val="tx1"/>
                </a:solidFill>
                <a:latin typeface="黑体" pitchFamily="49" charset="-122"/>
                <a:ea typeface="黑体" pitchFamily="49" charset="-122"/>
              </a:rPr>
              <a:t>一</a:t>
            </a:r>
            <a:r>
              <a:rPr lang="zh-CN" altLang="en-US" sz="2800" dirty="0">
                <a:solidFill>
                  <a:schemeClr val="tx1"/>
                </a:solidFill>
                <a:latin typeface="黑体" pitchFamily="49" charset="-122"/>
                <a:ea typeface="黑体" pitchFamily="49" charset="-122"/>
              </a:rPr>
              <a:t>、结构及工作过程</a:t>
            </a:r>
          </a:p>
        </p:txBody>
      </p:sp>
      <p:grpSp>
        <p:nvGrpSpPr>
          <p:cNvPr id="177" name="组合 176"/>
          <p:cNvGrpSpPr/>
          <p:nvPr/>
        </p:nvGrpSpPr>
        <p:grpSpPr>
          <a:xfrm>
            <a:off x="6269355" y="5892165"/>
            <a:ext cx="1720850" cy="520700"/>
            <a:chOff x="6269355" y="5892165"/>
            <a:chExt cx="1720850" cy="520700"/>
          </a:xfrm>
        </p:grpSpPr>
        <p:sp>
          <p:nvSpPr>
            <p:cNvPr id="178" name="Text Box 47">
              <a:extLst>
                <a:ext uri="{FF2B5EF4-FFF2-40B4-BE49-F238E27FC236}">
                  <a16:creationId xmlns:a16="http://schemas.microsoft.com/office/drawing/2014/main" id="{7C5453D3-5826-4980-B1C4-ABBFD9765955}"/>
                </a:ext>
              </a:extLst>
            </p:cNvPr>
            <p:cNvSpPr txBox="1">
              <a:spLocks noChangeArrowheads="1"/>
            </p:cNvSpPr>
            <p:nvPr/>
          </p:nvSpPr>
          <p:spPr bwMode="auto">
            <a:xfrm>
              <a:off x="6269355" y="5892165"/>
              <a:ext cx="1720850" cy="52070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cxnSp>
          <p:nvCxnSpPr>
            <p:cNvPr id="179" name="直接连接符 178"/>
            <p:cNvCxnSpPr/>
            <p:nvPr/>
          </p:nvCxnSpPr>
          <p:spPr bwMode="auto">
            <a:xfrm>
              <a:off x="7223760" y="5989320"/>
              <a:ext cx="243840" cy="0"/>
            </a:xfrm>
            <a:prstGeom prst="lin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0" name="TextBox 179"/>
          <p:cNvSpPr txBox="1"/>
          <p:nvPr/>
        </p:nvSpPr>
        <p:spPr bwMode="auto">
          <a:xfrm>
            <a:off x="349420" y="754144"/>
            <a:ext cx="4298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dirty="0">
                <a:solidFill>
                  <a:schemeClr val="tx1"/>
                </a:solidFill>
                <a:latin typeface="黑体" pitchFamily="49" charset="-122"/>
                <a:ea typeface="黑体" panose="02010609060101010101" pitchFamily="49" charset="-122"/>
              </a:rPr>
              <a:t>§</a:t>
            </a:r>
            <a:r>
              <a:rPr lang="en-US" altLang="zh-CN" dirty="0">
                <a:latin typeface="黑体" pitchFamily="49" charset="-122"/>
                <a:ea typeface="黑体" panose="02010609060101010101" pitchFamily="49" charset="-122"/>
              </a:rPr>
              <a:t> </a:t>
            </a:r>
            <a:r>
              <a:rPr lang="en-US" altLang="zh-CN" sz="2800" dirty="0">
                <a:solidFill>
                  <a:schemeClr val="tx1"/>
                </a:solidFill>
                <a:latin typeface="Times New Roman" panose="02020603050405020304" pitchFamily="18" charset="0"/>
              </a:rPr>
              <a:t>6.8.1</a:t>
            </a:r>
            <a:r>
              <a:rPr lang="zh-CN" altLang="en-US" dirty="0">
                <a:solidFill>
                  <a:schemeClr val="tx1"/>
                </a:solidFill>
                <a:latin typeface="黑体" pitchFamily="49" charset="-122"/>
                <a:ea typeface="黑体" pitchFamily="49" charset="-122"/>
              </a:rPr>
              <a:t>主从</a:t>
            </a:r>
            <a:r>
              <a:rPr lang="en-US" altLang="zh-CN" dirty="0">
                <a:solidFill>
                  <a:schemeClr val="tx1"/>
                </a:solidFill>
                <a:latin typeface="黑体" pitchFamily="49" charset="-122"/>
                <a:ea typeface="黑体" pitchFamily="49" charset="-122"/>
              </a:rPr>
              <a:t>R-S</a:t>
            </a:r>
            <a:r>
              <a:rPr lang="zh-CN" altLang="en-US" dirty="0">
                <a:solidFill>
                  <a:schemeClr val="tx1"/>
                </a:solidFill>
                <a:latin typeface="黑体" pitchFamily="49" charset="-122"/>
                <a:ea typeface="黑体" pitchFamily="49" charset="-122"/>
              </a:rPr>
              <a:t>触发器</a:t>
            </a:r>
            <a:endParaRPr lang="zh-CN" altLang="en-US" sz="2800" dirty="0">
              <a:solidFill>
                <a:schemeClr val="tx1"/>
              </a:solidFill>
              <a:latin typeface="Times New Roman" panose="02020603050405020304" pitchFamily="18" charset="0"/>
            </a:endParaRPr>
          </a:p>
        </p:txBody>
      </p:sp>
      <p:sp>
        <p:nvSpPr>
          <p:cNvPr id="181" name="Oval 159">
            <a:extLst>
              <a:ext uri="{FF2B5EF4-FFF2-40B4-BE49-F238E27FC236}">
                <a16:creationId xmlns:a16="http://schemas.microsoft.com/office/drawing/2014/main" id="{A10EB8D5-FA8C-4345-B894-103F504422AD}"/>
              </a:ext>
            </a:extLst>
          </p:cNvPr>
          <p:cNvSpPr>
            <a:spLocks noChangeAspect="1" noChangeArrowheads="1"/>
          </p:cNvSpPr>
          <p:nvPr/>
        </p:nvSpPr>
        <p:spPr bwMode="auto">
          <a:xfrm>
            <a:off x="2584189" y="5422902"/>
            <a:ext cx="109538" cy="11747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blinds(horizontal)">
                                      <p:cBhvr>
                                        <p:cTn id="7" dur="500"/>
                                        <p:tgtEl>
                                          <p:spTgt spid="18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1"/>
                                        </p:tgtEl>
                                        <p:attrNameLst>
                                          <p:attrName>style.visibility</p:attrName>
                                        </p:attrNameLst>
                                      </p:cBhvr>
                                      <p:to>
                                        <p:strVal val="visible"/>
                                      </p:to>
                                    </p:set>
                                    <p:animEffect transition="in" filter="fade">
                                      <p:cBhvr>
                                        <p:cTn id="19" dur="500"/>
                                        <p:tgtEl>
                                          <p:spTgt spid="18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39"/>
                                        </p:tgtEl>
                                        <p:attrNameLst>
                                          <p:attrName>style.visibility</p:attrName>
                                        </p:attrNameLst>
                                      </p:cBhvr>
                                      <p:to>
                                        <p:strVal val="visible"/>
                                      </p:to>
                                    </p:set>
                                    <p:animEffect transition="in" filter="box(in)">
                                      <p:cBhvr>
                                        <p:cTn id="29" dur="500"/>
                                        <p:tgtEl>
                                          <p:spTgt spid="13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nimBg="1" autoUpdateAnimBg="0"/>
      <p:bldP spid="176" grpId="0"/>
      <p:bldP spid="180" grpId="0"/>
      <p:bldP spid="18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itchFamily="49" charset="-122"/>
                <a:ea typeface="黑体" panose="02010609060101010101" pitchFamily="49" charset="-122"/>
              </a:rPr>
              <a:t>§ 6.8 </a:t>
            </a:r>
            <a:r>
              <a:rPr lang="zh-CN" altLang="en-US" dirty="0">
                <a:latin typeface="黑体" pitchFamily="49" charset="-122"/>
                <a:ea typeface="黑体" panose="02010609060101010101" pitchFamily="49" charset="-122"/>
              </a:rPr>
              <a:t>主从触发器</a:t>
            </a:r>
            <a:endParaRPr lang="zh-CN" altLang="en-US" dirty="0"/>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20</a:t>
            </a:fld>
            <a:endParaRPr lang="en-US" altLang="zh-CN" dirty="0"/>
          </a:p>
        </p:txBody>
      </p:sp>
      <p:sp>
        <p:nvSpPr>
          <p:cNvPr id="5" name="Rectangle 2">
            <a:extLst>
              <a:ext uri="{FF2B5EF4-FFF2-40B4-BE49-F238E27FC236}">
                <a16:creationId xmlns:a16="http://schemas.microsoft.com/office/drawing/2014/main" id="{B2233024-11E4-4B9B-AAC5-969295770017}"/>
              </a:ext>
            </a:extLst>
          </p:cNvPr>
          <p:cNvSpPr txBox="1">
            <a:spLocks noChangeArrowheads="1"/>
          </p:cNvSpPr>
          <p:nvPr/>
        </p:nvSpPr>
        <p:spPr bwMode="auto">
          <a:xfrm>
            <a:off x="466408" y="1093322"/>
            <a:ext cx="2643187" cy="52322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CP=1</a:t>
            </a:r>
            <a:r>
              <a:rPr kumimoji="1" lang="zh-CN" altLang="en-US" sz="2800" b="1" i="0" u="none" strike="noStrike" kern="1200" cap="none" spc="0" normalizeH="0" baseline="0" noProof="0" dirty="0">
                <a:solidFill>
                  <a:srgbClr val="FF0000"/>
                </a:solidFill>
                <a:effectLst/>
                <a:uLnTx/>
                <a:uFillTx/>
                <a:latin typeface="黑体" pitchFamily="49" charset="-122"/>
                <a:ea typeface="黑体" pitchFamily="49" charset="-122"/>
              </a:rPr>
              <a:t>时</a:t>
            </a:r>
            <a:r>
              <a:rPr kumimoji="1" lang="zh-CN" altLang="en-US" sz="2800" b="1"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a:t>
            </a:r>
          </a:p>
        </p:txBody>
      </p:sp>
      <p:sp>
        <p:nvSpPr>
          <p:cNvPr id="6" name="Rectangle 38">
            <a:extLst>
              <a:ext uri="{FF2B5EF4-FFF2-40B4-BE49-F238E27FC236}">
                <a16:creationId xmlns:a16="http://schemas.microsoft.com/office/drawing/2014/main" id="{A3AE7403-0417-441A-A7CC-4E8C22584D33}"/>
              </a:ext>
            </a:extLst>
          </p:cNvPr>
          <p:cNvSpPr>
            <a:spLocks noChangeArrowheads="1"/>
          </p:cNvSpPr>
          <p:nvPr/>
        </p:nvSpPr>
        <p:spPr bwMode="auto">
          <a:xfrm>
            <a:off x="708979" y="1672273"/>
            <a:ext cx="2857181" cy="9541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主触发器工作，</a:t>
            </a:r>
            <a:endPar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从触发器不工作。</a:t>
            </a:r>
          </a:p>
        </p:txBody>
      </p:sp>
      <p:grpSp>
        <p:nvGrpSpPr>
          <p:cNvPr id="7" name="Group 108">
            <a:extLst>
              <a:ext uri="{FF2B5EF4-FFF2-40B4-BE49-F238E27FC236}">
                <a16:creationId xmlns:a16="http://schemas.microsoft.com/office/drawing/2014/main" id="{DA6C841D-0544-4D68-946B-E7A0A0B6C7AB}"/>
              </a:ext>
            </a:extLst>
          </p:cNvPr>
          <p:cNvGrpSpPr>
            <a:grpSpLocks/>
          </p:cNvGrpSpPr>
          <p:nvPr/>
        </p:nvGrpSpPr>
        <p:grpSpPr bwMode="auto">
          <a:xfrm>
            <a:off x="797560" y="2834640"/>
            <a:ext cx="2362200" cy="3509963"/>
            <a:chOff x="608" y="624"/>
            <a:chExt cx="1488" cy="2211"/>
          </a:xfrm>
        </p:grpSpPr>
        <p:grpSp>
          <p:nvGrpSpPr>
            <p:cNvPr id="8" name="Group 3">
              <a:extLst>
                <a:ext uri="{FF2B5EF4-FFF2-40B4-BE49-F238E27FC236}">
                  <a16:creationId xmlns:a16="http://schemas.microsoft.com/office/drawing/2014/main" id="{02188172-F49A-488B-9D1E-0F4ABAEBA913}"/>
                </a:ext>
              </a:extLst>
            </p:cNvPr>
            <p:cNvGrpSpPr>
              <a:grpSpLocks/>
            </p:cNvGrpSpPr>
            <p:nvPr/>
          </p:nvGrpSpPr>
          <p:grpSpPr bwMode="auto">
            <a:xfrm>
              <a:off x="608" y="624"/>
              <a:ext cx="1488" cy="2211"/>
              <a:chOff x="3578" y="184"/>
              <a:chExt cx="1488" cy="2211"/>
            </a:xfrm>
          </p:grpSpPr>
          <p:sp>
            <p:nvSpPr>
              <p:cNvPr id="10" name="Rectangle 4">
                <a:extLst>
                  <a:ext uri="{FF2B5EF4-FFF2-40B4-BE49-F238E27FC236}">
                    <a16:creationId xmlns:a16="http://schemas.microsoft.com/office/drawing/2014/main" id="{FEEAED5F-F626-451A-B0AD-99F7AAE2DAD9}"/>
                  </a:ext>
                </a:extLst>
              </p:cNvPr>
              <p:cNvSpPr>
                <a:spLocks noChangeArrowheads="1"/>
              </p:cNvSpPr>
              <p:nvPr/>
            </p:nvSpPr>
            <p:spPr bwMode="auto">
              <a:xfrm>
                <a:off x="3722" y="616"/>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 name="Line 5">
                <a:extLst>
                  <a:ext uri="{FF2B5EF4-FFF2-40B4-BE49-F238E27FC236}">
                    <a16:creationId xmlns:a16="http://schemas.microsoft.com/office/drawing/2014/main" id="{50B5556E-A84C-4E16-87F0-CDB8BEBA018C}"/>
                  </a:ext>
                </a:extLst>
              </p:cNvPr>
              <p:cNvSpPr>
                <a:spLocks noChangeShapeType="1"/>
              </p:cNvSpPr>
              <p:nvPr/>
            </p:nvSpPr>
            <p:spPr bwMode="auto">
              <a:xfrm flipH="1">
                <a:off x="4106" y="1960"/>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Oval 6">
                <a:extLst>
                  <a:ext uri="{FF2B5EF4-FFF2-40B4-BE49-F238E27FC236}">
                    <a16:creationId xmlns:a16="http://schemas.microsoft.com/office/drawing/2014/main" id="{DEF9152A-5374-41E5-9FE0-6816F1D3196A}"/>
                  </a:ext>
                </a:extLst>
              </p:cNvPr>
              <p:cNvSpPr>
                <a:spLocks noChangeArrowheads="1"/>
              </p:cNvSpPr>
              <p:nvPr/>
            </p:nvSpPr>
            <p:spPr bwMode="auto">
              <a:xfrm>
                <a:off x="4298" y="55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 name="Line 7">
                <a:extLst>
                  <a:ext uri="{FF2B5EF4-FFF2-40B4-BE49-F238E27FC236}">
                    <a16:creationId xmlns:a16="http://schemas.microsoft.com/office/drawing/2014/main" id="{EE4FD645-AE0C-4FCA-AAB3-43B5C470BD23}"/>
                  </a:ext>
                </a:extLst>
              </p:cNvPr>
              <p:cNvSpPr>
                <a:spLocks noChangeShapeType="1"/>
              </p:cNvSpPr>
              <p:nvPr/>
            </p:nvSpPr>
            <p:spPr bwMode="auto">
              <a:xfrm>
                <a:off x="3866" y="37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8">
                <a:extLst>
                  <a:ext uri="{FF2B5EF4-FFF2-40B4-BE49-F238E27FC236}">
                    <a16:creationId xmlns:a16="http://schemas.microsoft.com/office/drawing/2014/main" id="{C5AF0CA5-A884-4862-9995-98061B98EF7D}"/>
                  </a:ext>
                </a:extLst>
              </p:cNvPr>
              <p:cNvSpPr>
                <a:spLocks noChangeShapeType="1"/>
              </p:cNvSpPr>
              <p:nvPr/>
            </p:nvSpPr>
            <p:spPr bwMode="auto">
              <a:xfrm>
                <a:off x="4326" y="366"/>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9">
                <a:extLst>
                  <a:ext uri="{FF2B5EF4-FFF2-40B4-BE49-F238E27FC236}">
                    <a16:creationId xmlns:a16="http://schemas.microsoft.com/office/drawing/2014/main" id="{6200FC3C-CC76-444C-8274-51BF27ADE93B}"/>
                  </a:ext>
                </a:extLst>
              </p:cNvPr>
              <p:cNvSpPr>
                <a:spLocks noChangeArrowheads="1"/>
              </p:cNvSpPr>
              <p:nvPr/>
            </p:nvSpPr>
            <p:spPr bwMode="auto">
              <a:xfrm>
                <a:off x="3626"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6" name="Rectangle 10">
                <a:extLst>
                  <a:ext uri="{FF2B5EF4-FFF2-40B4-BE49-F238E27FC236}">
                    <a16:creationId xmlns:a16="http://schemas.microsoft.com/office/drawing/2014/main" id="{2BF176A6-0385-4556-8D20-4443AAF3378B}"/>
                  </a:ext>
                </a:extLst>
              </p:cNvPr>
              <p:cNvSpPr>
                <a:spLocks noChangeArrowheads="1"/>
              </p:cNvSpPr>
              <p:nvPr/>
            </p:nvSpPr>
            <p:spPr bwMode="auto">
              <a:xfrm>
                <a:off x="4298"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7" name="Line 11">
                <a:extLst>
                  <a:ext uri="{FF2B5EF4-FFF2-40B4-BE49-F238E27FC236}">
                    <a16:creationId xmlns:a16="http://schemas.microsoft.com/office/drawing/2014/main" id="{A10A2252-70F0-4289-A4CA-5580E28C0FCC}"/>
                  </a:ext>
                </a:extLst>
              </p:cNvPr>
              <p:cNvSpPr>
                <a:spLocks noChangeShapeType="1"/>
              </p:cNvSpPr>
              <p:nvPr/>
            </p:nvSpPr>
            <p:spPr bwMode="auto">
              <a:xfrm>
                <a:off x="4379" y="23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12">
                <a:extLst>
                  <a:ext uri="{FF2B5EF4-FFF2-40B4-BE49-F238E27FC236}">
                    <a16:creationId xmlns:a16="http://schemas.microsoft.com/office/drawing/2014/main" id="{859823AC-B3B0-41D8-A6B2-E383C1323C2B}"/>
                  </a:ext>
                </a:extLst>
              </p:cNvPr>
              <p:cNvSpPr>
                <a:spLocks noChangeArrowheads="1"/>
              </p:cNvSpPr>
              <p:nvPr/>
            </p:nvSpPr>
            <p:spPr bwMode="auto">
              <a:xfrm>
                <a:off x="3722" y="808"/>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9" name="Rectangle 13">
                <a:extLst>
                  <a:ext uri="{FF2B5EF4-FFF2-40B4-BE49-F238E27FC236}">
                    <a16:creationId xmlns:a16="http://schemas.microsoft.com/office/drawing/2014/main" id="{BBF64EB1-B018-4524-9330-8716EFEED354}"/>
                  </a:ext>
                </a:extLst>
              </p:cNvPr>
              <p:cNvSpPr>
                <a:spLocks noChangeArrowheads="1"/>
              </p:cNvSpPr>
              <p:nvPr/>
            </p:nvSpPr>
            <p:spPr bwMode="auto">
              <a:xfrm>
                <a:off x="4250" y="808"/>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20" name="Line 14">
                <a:extLst>
                  <a:ext uri="{FF2B5EF4-FFF2-40B4-BE49-F238E27FC236}">
                    <a16:creationId xmlns:a16="http://schemas.microsoft.com/office/drawing/2014/main" id="{41AFE040-9693-423F-95C7-EBB8D0960B03}"/>
                  </a:ext>
                </a:extLst>
              </p:cNvPr>
              <p:cNvSpPr>
                <a:spLocks noChangeShapeType="1"/>
              </p:cNvSpPr>
              <p:nvPr/>
            </p:nvSpPr>
            <p:spPr bwMode="auto">
              <a:xfrm>
                <a:off x="4106" y="104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15">
                <a:extLst>
                  <a:ext uri="{FF2B5EF4-FFF2-40B4-BE49-F238E27FC236}">
                    <a16:creationId xmlns:a16="http://schemas.microsoft.com/office/drawing/2014/main" id="{6F286183-6F06-4EBE-BA42-B3C8352C2C36}"/>
                  </a:ext>
                </a:extLst>
              </p:cNvPr>
              <p:cNvSpPr>
                <a:spLocks noChangeArrowheads="1"/>
              </p:cNvSpPr>
              <p:nvPr/>
            </p:nvSpPr>
            <p:spPr bwMode="auto">
              <a:xfrm>
                <a:off x="3892" y="808"/>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Rectangle 16">
                <a:extLst>
                  <a:ext uri="{FF2B5EF4-FFF2-40B4-BE49-F238E27FC236}">
                    <a16:creationId xmlns:a16="http://schemas.microsoft.com/office/drawing/2014/main" id="{7A0B184D-9A48-4260-AA08-641368450898}"/>
                  </a:ext>
                </a:extLst>
              </p:cNvPr>
              <p:cNvSpPr>
                <a:spLocks noChangeArrowheads="1"/>
              </p:cNvSpPr>
              <p:nvPr/>
            </p:nvSpPr>
            <p:spPr bwMode="auto">
              <a:xfrm>
                <a:off x="3722" y="1409"/>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23" name="Line 17">
                <a:extLst>
                  <a:ext uri="{FF2B5EF4-FFF2-40B4-BE49-F238E27FC236}">
                    <a16:creationId xmlns:a16="http://schemas.microsoft.com/office/drawing/2014/main" id="{0F184D2A-D712-4FBE-AC01-22BFBB7DB2EB}"/>
                  </a:ext>
                </a:extLst>
              </p:cNvPr>
              <p:cNvSpPr>
                <a:spLocks noChangeShapeType="1"/>
              </p:cNvSpPr>
              <p:nvPr/>
            </p:nvSpPr>
            <p:spPr bwMode="auto">
              <a:xfrm>
                <a:off x="3818"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18">
                <a:extLst>
                  <a:ext uri="{FF2B5EF4-FFF2-40B4-BE49-F238E27FC236}">
                    <a16:creationId xmlns:a16="http://schemas.microsoft.com/office/drawing/2014/main" id="{33BD4E0E-4010-4CEA-8344-F95348ED909F}"/>
                  </a:ext>
                </a:extLst>
              </p:cNvPr>
              <p:cNvSpPr>
                <a:spLocks noChangeShapeType="1"/>
              </p:cNvSpPr>
              <p:nvPr/>
            </p:nvSpPr>
            <p:spPr bwMode="auto">
              <a:xfrm>
                <a:off x="4394"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5" name="Group 19">
                <a:extLst>
                  <a:ext uri="{FF2B5EF4-FFF2-40B4-BE49-F238E27FC236}">
                    <a16:creationId xmlns:a16="http://schemas.microsoft.com/office/drawing/2014/main" id="{A80BBF80-CCC8-486F-B02A-E0BB73DCB029}"/>
                  </a:ext>
                </a:extLst>
              </p:cNvPr>
              <p:cNvGrpSpPr>
                <a:grpSpLocks/>
              </p:cNvGrpSpPr>
              <p:nvPr/>
            </p:nvGrpSpPr>
            <p:grpSpPr bwMode="auto">
              <a:xfrm>
                <a:off x="4346" y="1048"/>
                <a:ext cx="48" cy="344"/>
                <a:chOff x="1248" y="2233"/>
                <a:chExt cx="48" cy="344"/>
              </a:xfrm>
            </p:grpSpPr>
            <p:sp>
              <p:nvSpPr>
                <p:cNvPr id="42" name="Line 20">
                  <a:extLst>
                    <a:ext uri="{FF2B5EF4-FFF2-40B4-BE49-F238E27FC236}">
                      <a16:creationId xmlns:a16="http://schemas.microsoft.com/office/drawing/2014/main" id="{EFEE860C-7A37-4B72-94E1-973E428842D2}"/>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Oval 21">
                  <a:extLst>
                    <a:ext uri="{FF2B5EF4-FFF2-40B4-BE49-F238E27FC236}">
                      <a16:creationId xmlns:a16="http://schemas.microsoft.com/office/drawing/2014/main" id="{B25A12E3-96D1-47E5-9340-FBE79B763092}"/>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26" name="Line 22">
                <a:extLst>
                  <a:ext uri="{FF2B5EF4-FFF2-40B4-BE49-F238E27FC236}">
                    <a16:creationId xmlns:a16="http://schemas.microsoft.com/office/drawing/2014/main" id="{08434F66-C673-4E23-94D0-A3A7D87CFBB3}"/>
                  </a:ext>
                </a:extLst>
              </p:cNvPr>
              <p:cNvSpPr>
                <a:spLocks noChangeShapeType="1"/>
              </p:cNvSpPr>
              <p:nvPr/>
            </p:nvSpPr>
            <p:spPr bwMode="auto">
              <a:xfrm>
                <a:off x="3866" y="105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23">
                <a:extLst>
                  <a:ext uri="{FF2B5EF4-FFF2-40B4-BE49-F238E27FC236}">
                    <a16:creationId xmlns:a16="http://schemas.microsoft.com/office/drawing/2014/main" id="{99AEA19C-DAD9-4925-BAA8-2BB1C32A5ABA}"/>
                  </a:ext>
                </a:extLst>
              </p:cNvPr>
              <p:cNvSpPr>
                <a:spLocks noChangeArrowheads="1"/>
              </p:cNvSpPr>
              <p:nvPr/>
            </p:nvSpPr>
            <p:spPr bwMode="auto">
              <a:xfrm>
                <a:off x="3578" y="2056"/>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28" name="Rectangle 24">
                <a:extLst>
                  <a:ext uri="{FF2B5EF4-FFF2-40B4-BE49-F238E27FC236}">
                    <a16:creationId xmlns:a16="http://schemas.microsoft.com/office/drawing/2014/main" id="{2E174F71-891A-4E66-9059-D7035B712530}"/>
                  </a:ext>
                </a:extLst>
              </p:cNvPr>
              <p:cNvSpPr>
                <a:spLocks noChangeArrowheads="1"/>
              </p:cNvSpPr>
              <p:nvPr/>
            </p:nvSpPr>
            <p:spPr bwMode="auto">
              <a:xfrm>
                <a:off x="4394" y="2056"/>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29" name="Line 25">
                <a:extLst>
                  <a:ext uri="{FF2B5EF4-FFF2-40B4-BE49-F238E27FC236}">
                    <a16:creationId xmlns:a16="http://schemas.microsoft.com/office/drawing/2014/main" id="{6A22417D-329D-47A5-9F7B-19350BA801FC}"/>
                  </a:ext>
                </a:extLst>
              </p:cNvPr>
              <p:cNvSpPr>
                <a:spLocks noChangeShapeType="1"/>
              </p:cNvSpPr>
              <p:nvPr/>
            </p:nvSpPr>
            <p:spPr bwMode="auto">
              <a:xfrm>
                <a:off x="4874" y="1672"/>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26">
                <a:extLst>
                  <a:ext uri="{FF2B5EF4-FFF2-40B4-BE49-F238E27FC236}">
                    <a16:creationId xmlns:a16="http://schemas.microsoft.com/office/drawing/2014/main" id="{335A0881-CC48-47AC-8BFA-EF462F2148A1}"/>
                  </a:ext>
                </a:extLst>
              </p:cNvPr>
              <p:cNvSpPr>
                <a:spLocks noChangeShapeType="1"/>
              </p:cNvSpPr>
              <p:nvPr/>
            </p:nvSpPr>
            <p:spPr bwMode="auto">
              <a:xfrm>
                <a:off x="4106"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27">
                <a:extLst>
                  <a:ext uri="{FF2B5EF4-FFF2-40B4-BE49-F238E27FC236}">
                    <a16:creationId xmlns:a16="http://schemas.microsoft.com/office/drawing/2014/main" id="{7F496905-D054-4184-A80E-A1208AAC2DFF}"/>
                  </a:ext>
                </a:extLst>
              </p:cNvPr>
              <p:cNvSpPr>
                <a:spLocks noChangeArrowheads="1"/>
              </p:cNvSpPr>
              <p:nvPr/>
            </p:nvSpPr>
            <p:spPr bwMode="auto">
              <a:xfrm>
                <a:off x="3962" y="2104"/>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32" name="Rectangle 28">
                <a:extLst>
                  <a:ext uri="{FF2B5EF4-FFF2-40B4-BE49-F238E27FC236}">
                    <a16:creationId xmlns:a16="http://schemas.microsoft.com/office/drawing/2014/main" id="{A4B9339E-2855-4A2B-8FDB-BE95AD4693C0}"/>
                  </a:ext>
                </a:extLst>
              </p:cNvPr>
              <p:cNvSpPr>
                <a:spLocks noChangeArrowheads="1"/>
              </p:cNvSpPr>
              <p:nvPr/>
            </p:nvSpPr>
            <p:spPr bwMode="auto">
              <a:xfrm>
                <a:off x="4682" y="1432"/>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Oval 29">
                <a:extLst>
                  <a:ext uri="{FF2B5EF4-FFF2-40B4-BE49-F238E27FC236}">
                    <a16:creationId xmlns:a16="http://schemas.microsoft.com/office/drawing/2014/main" id="{9E29281E-AC8B-48B4-BA7E-A4BBA36EB735}"/>
                  </a:ext>
                </a:extLst>
              </p:cNvPr>
              <p:cNvSpPr>
                <a:spLocks noChangeArrowheads="1"/>
              </p:cNvSpPr>
              <p:nvPr/>
            </p:nvSpPr>
            <p:spPr bwMode="auto">
              <a:xfrm>
                <a:off x="4851" y="138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Line 30">
                <a:extLst>
                  <a:ext uri="{FF2B5EF4-FFF2-40B4-BE49-F238E27FC236}">
                    <a16:creationId xmlns:a16="http://schemas.microsoft.com/office/drawing/2014/main" id="{F3D55BAA-4A97-46B7-B0AC-F977EDD5D583}"/>
                  </a:ext>
                </a:extLst>
              </p:cNvPr>
              <p:cNvSpPr>
                <a:spLocks noChangeShapeType="1"/>
              </p:cNvSpPr>
              <p:nvPr/>
            </p:nvSpPr>
            <p:spPr bwMode="auto">
              <a:xfrm>
                <a:off x="4874" y="11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31">
                <a:extLst>
                  <a:ext uri="{FF2B5EF4-FFF2-40B4-BE49-F238E27FC236}">
                    <a16:creationId xmlns:a16="http://schemas.microsoft.com/office/drawing/2014/main" id="{02D9C797-A5D0-4E3D-B870-E9D873B43A43}"/>
                  </a:ext>
                </a:extLst>
              </p:cNvPr>
              <p:cNvSpPr>
                <a:spLocks noChangeShapeType="1"/>
              </p:cNvSpPr>
              <p:nvPr/>
            </p:nvSpPr>
            <p:spPr bwMode="auto">
              <a:xfrm>
                <a:off x="4106" y="1144"/>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Rectangle 32">
                <a:extLst>
                  <a:ext uri="{FF2B5EF4-FFF2-40B4-BE49-F238E27FC236}">
                    <a16:creationId xmlns:a16="http://schemas.microsoft.com/office/drawing/2014/main" id="{756EEC67-5AEE-4F1C-A878-846FFFB466CD}"/>
                  </a:ext>
                </a:extLst>
              </p:cNvPr>
              <p:cNvSpPr>
                <a:spLocks noChangeArrowheads="1"/>
              </p:cNvSpPr>
              <p:nvPr/>
            </p:nvSpPr>
            <p:spPr bwMode="auto">
              <a:xfrm>
                <a:off x="3914" y="568"/>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37" name="Oval 33">
                <a:extLst>
                  <a:ext uri="{FF2B5EF4-FFF2-40B4-BE49-F238E27FC236}">
                    <a16:creationId xmlns:a16="http://schemas.microsoft.com/office/drawing/2014/main" id="{D6060C94-3E6B-48A5-B036-A533BCDE6561}"/>
                  </a:ext>
                </a:extLst>
              </p:cNvPr>
              <p:cNvSpPr>
                <a:spLocks noChangeArrowheads="1"/>
              </p:cNvSpPr>
              <p:nvPr/>
            </p:nvSpPr>
            <p:spPr bwMode="auto">
              <a:xfrm>
                <a:off x="4078" y="1932"/>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Rectangle 34">
                <a:extLst>
                  <a:ext uri="{FF2B5EF4-FFF2-40B4-BE49-F238E27FC236}">
                    <a16:creationId xmlns:a16="http://schemas.microsoft.com/office/drawing/2014/main" id="{5173CE00-0325-4325-AB08-E6D82275EEED}"/>
                  </a:ext>
                </a:extLst>
              </p:cNvPr>
              <p:cNvSpPr>
                <a:spLocks noChangeArrowheads="1"/>
              </p:cNvSpPr>
              <p:nvPr/>
            </p:nvSpPr>
            <p:spPr bwMode="auto">
              <a:xfrm>
                <a:off x="3578" y="1096"/>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39" name="Group 35">
                <a:extLst>
                  <a:ext uri="{FF2B5EF4-FFF2-40B4-BE49-F238E27FC236}">
                    <a16:creationId xmlns:a16="http://schemas.microsoft.com/office/drawing/2014/main" id="{67D762F6-03B4-4D2D-A44B-C08AAF758530}"/>
                  </a:ext>
                </a:extLst>
              </p:cNvPr>
              <p:cNvGrpSpPr>
                <a:grpSpLocks/>
              </p:cNvGrpSpPr>
              <p:nvPr/>
            </p:nvGrpSpPr>
            <p:grpSpPr bwMode="auto">
              <a:xfrm>
                <a:off x="4394" y="1144"/>
                <a:ext cx="313" cy="288"/>
                <a:chOff x="4574" y="1234"/>
                <a:chExt cx="313" cy="288"/>
              </a:xfrm>
            </p:grpSpPr>
            <p:sp>
              <p:nvSpPr>
                <p:cNvPr id="40" name="Rectangle 36">
                  <a:extLst>
                    <a:ext uri="{FF2B5EF4-FFF2-40B4-BE49-F238E27FC236}">
                      <a16:creationId xmlns:a16="http://schemas.microsoft.com/office/drawing/2014/main" id="{52D8B3E2-C9C4-4BEA-9048-BD431ACAB2AC}"/>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41" name="Line 37">
                  <a:extLst>
                    <a:ext uri="{FF2B5EF4-FFF2-40B4-BE49-F238E27FC236}">
                      <a16:creationId xmlns:a16="http://schemas.microsoft.com/office/drawing/2014/main" id="{9395B19A-220C-45DD-9C17-501619159D94}"/>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9" name="Text Box 107">
              <a:extLst>
                <a:ext uri="{FF2B5EF4-FFF2-40B4-BE49-F238E27FC236}">
                  <a16:creationId xmlns:a16="http://schemas.microsoft.com/office/drawing/2014/main" id="{45B5C561-D2F2-4C14-90C9-941A5F96C3FD}"/>
                </a:ext>
              </a:extLst>
            </p:cNvPr>
            <p:cNvSpPr txBox="1">
              <a:spLocks noChangeArrowheads="1"/>
            </p:cNvSpPr>
            <p:nvPr/>
          </p:nvSpPr>
          <p:spPr bwMode="auto">
            <a:xfrm>
              <a:off x="1706" y="1836"/>
              <a:ext cx="348" cy="2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grpSp>
        <p:nvGrpSpPr>
          <p:cNvPr id="44" name="Group 39">
            <a:extLst>
              <a:ext uri="{FF2B5EF4-FFF2-40B4-BE49-F238E27FC236}">
                <a16:creationId xmlns:a16="http://schemas.microsoft.com/office/drawing/2014/main" id="{F0E12832-11C2-43DD-BEA6-9ED00F1CEE02}"/>
              </a:ext>
            </a:extLst>
          </p:cNvPr>
          <p:cNvGrpSpPr>
            <a:grpSpLocks/>
          </p:cNvGrpSpPr>
          <p:nvPr/>
        </p:nvGrpSpPr>
        <p:grpSpPr bwMode="auto">
          <a:xfrm>
            <a:off x="4554538" y="1081723"/>
            <a:ext cx="3067050" cy="3138487"/>
            <a:chOff x="2789" y="756"/>
            <a:chExt cx="1932" cy="1977"/>
          </a:xfrm>
        </p:grpSpPr>
        <p:sp>
          <p:nvSpPr>
            <p:cNvPr id="45" name="Rectangle 40">
              <a:extLst>
                <a:ext uri="{FF2B5EF4-FFF2-40B4-BE49-F238E27FC236}">
                  <a16:creationId xmlns:a16="http://schemas.microsoft.com/office/drawing/2014/main" id="{E9CACDCA-0767-4624-8E95-9044FC9D15E6}"/>
                </a:ext>
              </a:extLst>
            </p:cNvPr>
            <p:cNvSpPr>
              <a:spLocks noChangeArrowheads="1"/>
            </p:cNvSpPr>
            <p:nvPr/>
          </p:nvSpPr>
          <p:spPr bwMode="auto">
            <a:xfrm>
              <a:off x="4041" y="2386"/>
              <a:ext cx="680" cy="34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Rectangle 41">
              <a:extLst>
                <a:ext uri="{FF2B5EF4-FFF2-40B4-BE49-F238E27FC236}">
                  <a16:creationId xmlns:a16="http://schemas.microsoft.com/office/drawing/2014/main" id="{D1A4891F-0CCD-4E59-BC9C-381B8E93895E}"/>
                </a:ext>
              </a:extLst>
            </p:cNvPr>
            <p:cNvSpPr>
              <a:spLocks noChangeArrowheads="1"/>
            </p:cNvSpPr>
            <p:nvPr/>
          </p:nvSpPr>
          <p:spPr bwMode="auto">
            <a:xfrm>
              <a:off x="3373" y="2386"/>
              <a:ext cx="668" cy="34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Rectangle 42">
              <a:extLst>
                <a:ext uri="{FF2B5EF4-FFF2-40B4-BE49-F238E27FC236}">
                  <a16:creationId xmlns:a16="http://schemas.microsoft.com/office/drawing/2014/main" id="{731D3559-0BD9-4496-968A-F3F61C4154BF}"/>
                </a:ext>
              </a:extLst>
            </p:cNvPr>
            <p:cNvSpPr>
              <a:spLocks noChangeArrowheads="1"/>
            </p:cNvSpPr>
            <p:nvPr/>
          </p:nvSpPr>
          <p:spPr bwMode="auto">
            <a:xfrm>
              <a:off x="2789" y="2386"/>
              <a:ext cx="584" cy="34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Rectangle 43">
              <a:extLst>
                <a:ext uri="{FF2B5EF4-FFF2-40B4-BE49-F238E27FC236}">
                  <a16:creationId xmlns:a16="http://schemas.microsoft.com/office/drawing/2014/main" id="{A73BA78B-D231-4E72-A926-96D50FA176B3}"/>
                </a:ext>
              </a:extLst>
            </p:cNvPr>
            <p:cNvSpPr>
              <a:spLocks noChangeArrowheads="1"/>
            </p:cNvSpPr>
            <p:nvPr/>
          </p:nvSpPr>
          <p:spPr bwMode="auto">
            <a:xfrm>
              <a:off x="4041" y="2060"/>
              <a:ext cx="680"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Rectangle 44">
              <a:extLst>
                <a:ext uri="{FF2B5EF4-FFF2-40B4-BE49-F238E27FC236}">
                  <a16:creationId xmlns:a16="http://schemas.microsoft.com/office/drawing/2014/main" id="{EC41F0F4-74B8-4584-A980-FA0CC8F92206}"/>
                </a:ext>
              </a:extLst>
            </p:cNvPr>
            <p:cNvSpPr>
              <a:spLocks noChangeArrowheads="1"/>
            </p:cNvSpPr>
            <p:nvPr/>
          </p:nvSpPr>
          <p:spPr bwMode="auto">
            <a:xfrm>
              <a:off x="3373" y="2060"/>
              <a:ext cx="668"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0" name="Rectangle 45">
              <a:extLst>
                <a:ext uri="{FF2B5EF4-FFF2-40B4-BE49-F238E27FC236}">
                  <a16:creationId xmlns:a16="http://schemas.microsoft.com/office/drawing/2014/main" id="{BE6F50FA-E9F4-4F66-994A-86816903030E}"/>
                </a:ext>
              </a:extLst>
            </p:cNvPr>
            <p:cNvSpPr>
              <a:spLocks noChangeArrowheads="1"/>
            </p:cNvSpPr>
            <p:nvPr/>
          </p:nvSpPr>
          <p:spPr bwMode="auto">
            <a:xfrm>
              <a:off x="2789" y="2060"/>
              <a:ext cx="584"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1" name="Rectangle 46">
              <a:extLst>
                <a:ext uri="{FF2B5EF4-FFF2-40B4-BE49-F238E27FC236}">
                  <a16:creationId xmlns:a16="http://schemas.microsoft.com/office/drawing/2014/main" id="{531D80D0-32E5-41FE-B1B2-35DC469F688A}"/>
                </a:ext>
              </a:extLst>
            </p:cNvPr>
            <p:cNvSpPr>
              <a:spLocks noChangeArrowheads="1"/>
            </p:cNvSpPr>
            <p:nvPr/>
          </p:nvSpPr>
          <p:spPr bwMode="auto">
            <a:xfrm>
              <a:off x="4041" y="1734"/>
              <a:ext cx="680"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Rectangle 47">
              <a:extLst>
                <a:ext uri="{FF2B5EF4-FFF2-40B4-BE49-F238E27FC236}">
                  <a16:creationId xmlns:a16="http://schemas.microsoft.com/office/drawing/2014/main" id="{6C899EF6-088C-46BD-A886-0BFD0A96BED2}"/>
                </a:ext>
              </a:extLst>
            </p:cNvPr>
            <p:cNvSpPr>
              <a:spLocks noChangeArrowheads="1"/>
            </p:cNvSpPr>
            <p:nvPr/>
          </p:nvSpPr>
          <p:spPr bwMode="auto">
            <a:xfrm>
              <a:off x="3373" y="1734"/>
              <a:ext cx="668"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Rectangle 48">
              <a:extLst>
                <a:ext uri="{FF2B5EF4-FFF2-40B4-BE49-F238E27FC236}">
                  <a16:creationId xmlns:a16="http://schemas.microsoft.com/office/drawing/2014/main" id="{25F0567E-9A45-4A9E-9F20-E2800EB83F2A}"/>
                </a:ext>
              </a:extLst>
            </p:cNvPr>
            <p:cNvSpPr>
              <a:spLocks noChangeArrowheads="1"/>
            </p:cNvSpPr>
            <p:nvPr/>
          </p:nvSpPr>
          <p:spPr bwMode="auto">
            <a:xfrm>
              <a:off x="2789" y="1734"/>
              <a:ext cx="584"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Rectangle 49">
              <a:extLst>
                <a:ext uri="{FF2B5EF4-FFF2-40B4-BE49-F238E27FC236}">
                  <a16:creationId xmlns:a16="http://schemas.microsoft.com/office/drawing/2014/main" id="{CF6BF7BA-F21E-4EFE-B28B-E1D95474E405}"/>
                </a:ext>
              </a:extLst>
            </p:cNvPr>
            <p:cNvSpPr>
              <a:spLocks noChangeArrowheads="1"/>
            </p:cNvSpPr>
            <p:nvPr/>
          </p:nvSpPr>
          <p:spPr bwMode="auto">
            <a:xfrm>
              <a:off x="4041" y="1408"/>
              <a:ext cx="680"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Rectangle 50">
              <a:extLst>
                <a:ext uri="{FF2B5EF4-FFF2-40B4-BE49-F238E27FC236}">
                  <a16:creationId xmlns:a16="http://schemas.microsoft.com/office/drawing/2014/main" id="{783B71B1-8CEB-411C-A4A6-10A18D63A590}"/>
                </a:ext>
              </a:extLst>
            </p:cNvPr>
            <p:cNvSpPr>
              <a:spLocks noChangeArrowheads="1"/>
            </p:cNvSpPr>
            <p:nvPr/>
          </p:nvSpPr>
          <p:spPr bwMode="auto">
            <a:xfrm>
              <a:off x="3373" y="1408"/>
              <a:ext cx="668"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56" name="Rectangle 51">
              <a:extLst>
                <a:ext uri="{FF2B5EF4-FFF2-40B4-BE49-F238E27FC236}">
                  <a16:creationId xmlns:a16="http://schemas.microsoft.com/office/drawing/2014/main" id="{1898D4C7-C4FB-4613-BD74-C706496A9DE8}"/>
                </a:ext>
              </a:extLst>
            </p:cNvPr>
            <p:cNvSpPr>
              <a:spLocks noChangeArrowheads="1"/>
            </p:cNvSpPr>
            <p:nvPr/>
          </p:nvSpPr>
          <p:spPr bwMode="auto">
            <a:xfrm>
              <a:off x="2789" y="1408"/>
              <a:ext cx="584"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Rectangle 52">
              <a:extLst>
                <a:ext uri="{FF2B5EF4-FFF2-40B4-BE49-F238E27FC236}">
                  <a16:creationId xmlns:a16="http://schemas.microsoft.com/office/drawing/2014/main" id="{0DF29DDB-1445-430E-AE77-273D1B8A26F9}"/>
                </a:ext>
              </a:extLst>
            </p:cNvPr>
            <p:cNvSpPr>
              <a:spLocks noChangeArrowheads="1"/>
            </p:cNvSpPr>
            <p:nvPr/>
          </p:nvSpPr>
          <p:spPr bwMode="auto">
            <a:xfrm>
              <a:off x="4041" y="1082"/>
              <a:ext cx="680" cy="32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Rectangle 53">
              <a:extLst>
                <a:ext uri="{FF2B5EF4-FFF2-40B4-BE49-F238E27FC236}">
                  <a16:creationId xmlns:a16="http://schemas.microsoft.com/office/drawing/2014/main" id="{9D94AFEB-97E7-4C2D-B1CA-7A42D1CE11A5}"/>
                </a:ext>
              </a:extLst>
            </p:cNvPr>
            <p:cNvSpPr>
              <a:spLocks noChangeArrowheads="1"/>
            </p:cNvSpPr>
            <p:nvPr/>
          </p:nvSpPr>
          <p:spPr bwMode="auto">
            <a:xfrm>
              <a:off x="3373" y="1082"/>
              <a:ext cx="668" cy="32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Rectangle 54">
              <a:extLst>
                <a:ext uri="{FF2B5EF4-FFF2-40B4-BE49-F238E27FC236}">
                  <a16:creationId xmlns:a16="http://schemas.microsoft.com/office/drawing/2014/main" id="{3BDE00A5-6CCD-4634-A983-E78DC1563306}"/>
                </a:ext>
              </a:extLst>
            </p:cNvPr>
            <p:cNvSpPr>
              <a:spLocks noChangeArrowheads="1"/>
            </p:cNvSpPr>
            <p:nvPr/>
          </p:nvSpPr>
          <p:spPr bwMode="auto">
            <a:xfrm>
              <a:off x="2789" y="1082"/>
              <a:ext cx="584" cy="32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  R</a:t>
              </a:r>
            </a:p>
          </p:txBody>
        </p:sp>
        <p:sp>
          <p:nvSpPr>
            <p:cNvPr id="60" name="Rectangle 55">
              <a:extLst>
                <a:ext uri="{FF2B5EF4-FFF2-40B4-BE49-F238E27FC236}">
                  <a16:creationId xmlns:a16="http://schemas.microsoft.com/office/drawing/2014/main" id="{1ABF43B1-0040-44DE-AFCD-E418EAF55DC1}"/>
                </a:ext>
              </a:extLst>
            </p:cNvPr>
            <p:cNvSpPr>
              <a:spLocks noChangeArrowheads="1"/>
            </p:cNvSpPr>
            <p:nvPr/>
          </p:nvSpPr>
          <p:spPr bwMode="auto">
            <a:xfrm>
              <a:off x="4041" y="756"/>
              <a:ext cx="680" cy="32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61" name="Rectangle 56">
              <a:extLst>
                <a:ext uri="{FF2B5EF4-FFF2-40B4-BE49-F238E27FC236}">
                  <a16:creationId xmlns:a16="http://schemas.microsoft.com/office/drawing/2014/main" id="{0CD1875E-B179-493C-A775-424AFCF3696D}"/>
                </a:ext>
              </a:extLst>
            </p:cNvPr>
            <p:cNvSpPr>
              <a:spLocks noChangeArrowheads="1"/>
            </p:cNvSpPr>
            <p:nvPr/>
          </p:nvSpPr>
          <p:spPr bwMode="auto">
            <a:xfrm>
              <a:off x="3373" y="756"/>
              <a:ext cx="668" cy="326"/>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CP=1</a:t>
              </a:r>
            </a:p>
          </p:txBody>
        </p:sp>
        <p:sp>
          <p:nvSpPr>
            <p:cNvPr id="62" name="Rectangle 57">
              <a:extLst>
                <a:ext uri="{FF2B5EF4-FFF2-40B4-BE49-F238E27FC236}">
                  <a16:creationId xmlns:a16="http://schemas.microsoft.com/office/drawing/2014/main" id="{64420A41-27BF-4EB7-B35A-53F922DC62CF}"/>
                </a:ext>
              </a:extLst>
            </p:cNvPr>
            <p:cNvSpPr>
              <a:spLocks noChangeArrowheads="1"/>
            </p:cNvSpPr>
            <p:nvPr/>
          </p:nvSpPr>
          <p:spPr bwMode="auto">
            <a:xfrm>
              <a:off x="2789" y="756"/>
              <a:ext cx="584" cy="326"/>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Line 58">
              <a:extLst>
                <a:ext uri="{FF2B5EF4-FFF2-40B4-BE49-F238E27FC236}">
                  <a16:creationId xmlns:a16="http://schemas.microsoft.com/office/drawing/2014/main" id="{6C063609-4B11-433B-B378-DF7481C404EC}"/>
                </a:ext>
              </a:extLst>
            </p:cNvPr>
            <p:cNvSpPr>
              <a:spLocks noChangeShapeType="1"/>
            </p:cNvSpPr>
            <p:nvPr/>
          </p:nvSpPr>
          <p:spPr bwMode="auto">
            <a:xfrm>
              <a:off x="2789" y="1082"/>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Line 59">
              <a:extLst>
                <a:ext uri="{FF2B5EF4-FFF2-40B4-BE49-F238E27FC236}">
                  <a16:creationId xmlns:a16="http://schemas.microsoft.com/office/drawing/2014/main" id="{91C8D686-73F5-4BBD-9711-EC0400686A39}"/>
                </a:ext>
              </a:extLst>
            </p:cNvPr>
            <p:cNvSpPr>
              <a:spLocks noChangeShapeType="1"/>
            </p:cNvSpPr>
            <p:nvPr/>
          </p:nvSpPr>
          <p:spPr bwMode="auto">
            <a:xfrm>
              <a:off x="2789" y="1408"/>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Line 60">
              <a:extLst>
                <a:ext uri="{FF2B5EF4-FFF2-40B4-BE49-F238E27FC236}">
                  <a16:creationId xmlns:a16="http://schemas.microsoft.com/office/drawing/2014/main" id="{2C8EF368-7E56-4C13-860D-66579AD2CECF}"/>
                </a:ext>
              </a:extLst>
            </p:cNvPr>
            <p:cNvSpPr>
              <a:spLocks noChangeShapeType="1"/>
            </p:cNvSpPr>
            <p:nvPr/>
          </p:nvSpPr>
          <p:spPr bwMode="auto">
            <a:xfrm>
              <a:off x="2789" y="1734"/>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Line 61">
              <a:extLst>
                <a:ext uri="{FF2B5EF4-FFF2-40B4-BE49-F238E27FC236}">
                  <a16:creationId xmlns:a16="http://schemas.microsoft.com/office/drawing/2014/main" id="{D1BBCBD1-8399-432A-B6C4-021C5A28CABE}"/>
                </a:ext>
              </a:extLst>
            </p:cNvPr>
            <p:cNvSpPr>
              <a:spLocks noChangeShapeType="1"/>
            </p:cNvSpPr>
            <p:nvPr/>
          </p:nvSpPr>
          <p:spPr bwMode="auto">
            <a:xfrm>
              <a:off x="2789" y="2060"/>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Line 62">
              <a:extLst>
                <a:ext uri="{FF2B5EF4-FFF2-40B4-BE49-F238E27FC236}">
                  <a16:creationId xmlns:a16="http://schemas.microsoft.com/office/drawing/2014/main" id="{FF407B29-AC03-4353-9800-52567AB0E2E5}"/>
                </a:ext>
              </a:extLst>
            </p:cNvPr>
            <p:cNvSpPr>
              <a:spLocks noChangeShapeType="1"/>
            </p:cNvSpPr>
            <p:nvPr/>
          </p:nvSpPr>
          <p:spPr bwMode="auto">
            <a:xfrm>
              <a:off x="2789" y="2386"/>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63">
              <a:extLst>
                <a:ext uri="{FF2B5EF4-FFF2-40B4-BE49-F238E27FC236}">
                  <a16:creationId xmlns:a16="http://schemas.microsoft.com/office/drawing/2014/main" id="{A340E429-AC2A-4D41-8ED4-CA805F94BAD4}"/>
                </a:ext>
              </a:extLst>
            </p:cNvPr>
            <p:cNvSpPr>
              <a:spLocks noChangeShapeType="1"/>
            </p:cNvSpPr>
            <p:nvPr/>
          </p:nvSpPr>
          <p:spPr bwMode="auto">
            <a:xfrm>
              <a:off x="3373" y="756"/>
              <a:ext cx="0" cy="19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64">
              <a:extLst>
                <a:ext uri="{FF2B5EF4-FFF2-40B4-BE49-F238E27FC236}">
                  <a16:creationId xmlns:a16="http://schemas.microsoft.com/office/drawing/2014/main" id="{F1421C7A-F43A-4CE3-86B6-E9A41A69B579}"/>
                </a:ext>
              </a:extLst>
            </p:cNvPr>
            <p:cNvSpPr>
              <a:spLocks noChangeShapeType="1"/>
            </p:cNvSpPr>
            <p:nvPr/>
          </p:nvSpPr>
          <p:spPr bwMode="auto">
            <a:xfrm>
              <a:off x="4041" y="756"/>
              <a:ext cx="0" cy="1977"/>
            </a:xfrm>
            <a:prstGeom prst="line">
              <a:avLst/>
            </a:prstGeom>
            <a:noFill/>
            <a:ln w="1905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65">
              <a:extLst>
                <a:ext uri="{FF2B5EF4-FFF2-40B4-BE49-F238E27FC236}">
                  <a16:creationId xmlns:a16="http://schemas.microsoft.com/office/drawing/2014/main" id="{6F3145AF-E29C-4D04-A21A-0C5CF1403502}"/>
                </a:ext>
              </a:extLst>
            </p:cNvPr>
            <p:cNvSpPr>
              <a:spLocks noChangeShapeType="1"/>
            </p:cNvSpPr>
            <p:nvPr/>
          </p:nvSpPr>
          <p:spPr bwMode="auto">
            <a:xfrm>
              <a:off x="2789" y="756"/>
              <a:ext cx="1932"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66">
              <a:extLst>
                <a:ext uri="{FF2B5EF4-FFF2-40B4-BE49-F238E27FC236}">
                  <a16:creationId xmlns:a16="http://schemas.microsoft.com/office/drawing/2014/main" id="{884CD428-040A-49B5-8302-EB827995ED42}"/>
                </a:ext>
              </a:extLst>
            </p:cNvPr>
            <p:cNvSpPr>
              <a:spLocks noChangeShapeType="1"/>
            </p:cNvSpPr>
            <p:nvPr/>
          </p:nvSpPr>
          <p:spPr bwMode="auto">
            <a:xfrm>
              <a:off x="2789" y="756"/>
              <a:ext cx="0" cy="197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67">
              <a:extLst>
                <a:ext uri="{FF2B5EF4-FFF2-40B4-BE49-F238E27FC236}">
                  <a16:creationId xmlns:a16="http://schemas.microsoft.com/office/drawing/2014/main" id="{3226488A-FE63-4B04-AE60-3541FD848C66}"/>
                </a:ext>
              </a:extLst>
            </p:cNvPr>
            <p:cNvSpPr>
              <a:spLocks noChangeShapeType="1"/>
            </p:cNvSpPr>
            <p:nvPr/>
          </p:nvSpPr>
          <p:spPr bwMode="auto">
            <a:xfrm>
              <a:off x="4721" y="756"/>
              <a:ext cx="0" cy="197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68">
              <a:extLst>
                <a:ext uri="{FF2B5EF4-FFF2-40B4-BE49-F238E27FC236}">
                  <a16:creationId xmlns:a16="http://schemas.microsoft.com/office/drawing/2014/main" id="{E1060B62-FB81-4671-9C58-600BD6FE0F7A}"/>
                </a:ext>
              </a:extLst>
            </p:cNvPr>
            <p:cNvSpPr>
              <a:spLocks noChangeShapeType="1"/>
            </p:cNvSpPr>
            <p:nvPr/>
          </p:nvSpPr>
          <p:spPr bwMode="auto">
            <a:xfrm>
              <a:off x="2789" y="2733"/>
              <a:ext cx="1932"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74" name="Group 69">
              <a:extLst>
                <a:ext uri="{FF2B5EF4-FFF2-40B4-BE49-F238E27FC236}">
                  <a16:creationId xmlns:a16="http://schemas.microsoft.com/office/drawing/2014/main" id="{9502C7EB-959D-4CCE-B7EE-FDE6A1734969}"/>
                </a:ext>
              </a:extLst>
            </p:cNvPr>
            <p:cNvGrpSpPr>
              <a:grpSpLocks/>
            </p:cNvGrpSpPr>
            <p:nvPr/>
          </p:nvGrpSpPr>
          <p:grpSpPr bwMode="auto">
            <a:xfrm>
              <a:off x="4416" y="802"/>
              <a:ext cx="248" cy="248"/>
              <a:chOff x="4416" y="802"/>
              <a:chExt cx="248" cy="248"/>
            </a:xfrm>
          </p:grpSpPr>
          <p:sp>
            <p:nvSpPr>
              <p:cNvPr id="75" name="Freeform 70">
                <a:extLst>
                  <a:ext uri="{FF2B5EF4-FFF2-40B4-BE49-F238E27FC236}">
                    <a16:creationId xmlns:a16="http://schemas.microsoft.com/office/drawing/2014/main" id="{0C749B2D-40A1-48F1-9F57-3B5DAB86E525}"/>
                  </a:ext>
                </a:extLst>
              </p:cNvPr>
              <p:cNvSpPr>
                <a:spLocks/>
              </p:cNvSpPr>
              <p:nvPr/>
            </p:nvSpPr>
            <p:spPr bwMode="auto">
              <a:xfrm>
                <a:off x="4416" y="802"/>
                <a:ext cx="248" cy="248"/>
              </a:xfrm>
              <a:custGeom>
                <a:avLst/>
                <a:gdLst>
                  <a:gd name="T0" fmla="*/ 0 w 248"/>
                  <a:gd name="T1" fmla="*/ 0 h 248"/>
                  <a:gd name="T2" fmla="*/ 147 w 248"/>
                  <a:gd name="T3" fmla="*/ 0 h 248"/>
                  <a:gd name="T4" fmla="*/ 147 w 248"/>
                  <a:gd name="T5" fmla="*/ 248 h 248"/>
                  <a:gd name="T6" fmla="*/ 248 w 248"/>
                  <a:gd name="T7" fmla="*/ 248 h 2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8" h="248">
                    <a:moveTo>
                      <a:pt x="0" y="0"/>
                    </a:moveTo>
                    <a:lnTo>
                      <a:pt x="147" y="0"/>
                    </a:lnTo>
                    <a:lnTo>
                      <a:pt x="147" y="248"/>
                    </a:lnTo>
                    <a:lnTo>
                      <a:pt x="248" y="24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71">
                <a:extLst>
                  <a:ext uri="{FF2B5EF4-FFF2-40B4-BE49-F238E27FC236}">
                    <a16:creationId xmlns:a16="http://schemas.microsoft.com/office/drawing/2014/main" id="{9495CB60-C49F-49B5-A96D-E6DC2C83663A}"/>
                  </a:ext>
                </a:extLst>
              </p:cNvPr>
              <p:cNvSpPr>
                <a:spLocks noChangeShapeType="1"/>
              </p:cNvSpPr>
              <p:nvPr/>
            </p:nvSpPr>
            <p:spPr bwMode="auto">
              <a:xfrm>
                <a:off x="4563" y="824"/>
                <a:ext cx="0" cy="17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7" name="Text Box 72">
            <a:extLst>
              <a:ext uri="{FF2B5EF4-FFF2-40B4-BE49-F238E27FC236}">
                <a16:creationId xmlns:a16="http://schemas.microsoft.com/office/drawing/2014/main" id="{5E0DB16B-6E48-42BE-A5D8-B5D426684747}"/>
              </a:ext>
            </a:extLst>
          </p:cNvPr>
          <p:cNvSpPr txBox="1">
            <a:spLocks noChangeArrowheads="1"/>
          </p:cNvSpPr>
          <p:nvPr/>
        </p:nvSpPr>
        <p:spPr bwMode="auto">
          <a:xfrm>
            <a:off x="4608513" y="2119948"/>
            <a:ext cx="895350"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0   0</a:t>
            </a:r>
          </a:p>
        </p:txBody>
      </p:sp>
      <p:sp>
        <p:nvSpPr>
          <p:cNvPr id="78" name="Text Box 73">
            <a:extLst>
              <a:ext uri="{FF2B5EF4-FFF2-40B4-BE49-F238E27FC236}">
                <a16:creationId xmlns:a16="http://schemas.microsoft.com/office/drawing/2014/main" id="{2DE3D7C4-1A4E-460B-84FE-D5B802C91C5C}"/>
              </a:ext>
            </a:extLst>
          </p:cNvPr>
          <p:cNvSpPr txBox="1">
            <a:spLocks noChangeArrowheads="1"/>
          </p:cNvSpPr>
          <p:nvPr/>
        </p:nvSpPr>
        <p:spPr bwMode="auto">
          <a:xfrm>
            <a:off x="5737225" y="2100898"/>
            <a:ext cx="696913"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79" name="Text Box 74">
            <a:extLst>
              <a:ext uri="{FF2B5EF4-FFF2-40B4-BE49-F238E27FC236}">
                <a16:creationId xmlns:a16="http://schemas.microsoft.com/office/drawing/2014/main" id="{30A2BD61-0693-4825-8FDF-413B9168DB37}"/>
              </a:ext>
            </a:extLst>
          </p:cNvPr>
          <p:cNvSpPr txBox="1">
            <a:spLocks noChangeArrowheads="1"/>
          </p:cNvSpPr>
          <p:nvPr/>
        </p:nvSpPr>
        <p:spPr bwMode="auto">
          <a:xfrm>
            <a:off x="4608513" y="2639060"/>
            <a:ext cx="89535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0   1</a:t>
            </a:r>
          </a:p>
        </p:txBody>
      </p:sp>
      <p:sp>
        <p:nvSpPr>
          <p:cNvPr id="80" name="Text Box 75">
            <a:extLst>
              <a:ext uri="{FF2B5EF4-FFF2-40B4-BE49-F238E27FC236}">
                <a16:creationId xmlns:a16="http://schemas.microsoft.com/office/drawing/2014/main" id="{67E51EBC-9B26-44AF-9F33-9D28D0835551}"/>
              </a:ext>
            </a:extLst>
          </p:cNvPr>
          <p:cNvSpPr txBox="1">
            <a:spLocks noChangeArrowheads="1"/>
          </p:cNvSpPr>
          <p:nvPr/>
        </p:nvSpPr>
        <p:spPr bwMode="auto">
          <a:xfrm>
            <a:off x="5791200" y="2639060"/>
            <a:ext cx="627063"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a:t>
            </a:r>
          </a:p>
        </p:txBody>
      </p:sp>
      <p:sp>
        <p:nvSpPr>
          <p:cNvPr id="81" name="Text Box 76">
            <a:extLst>
              <a:ext uri="{FF2B5EF4-FFF2-40B4-BE49-F238E27FC236}">
                <a16:creationId xmlns:a16="http://schemas.microsoft.com/office/drawing/2014/main" id="{9CB1D1A2-C867-4F1B-875E-BDA3AA3AA44F}"/>
              </a:ext>
            </a:extLst>
          </p:cNvPr>
          <p:cNvSpPr txBox="1">
            <a:spLocks noChangeArrowheads="1"/>
          </p:cNvSpPr>
          <p:nvPr/>
        </p:nvSpPr>
        <p:spPr bwMode="auto">
          <a:xfrm>
            <a:off x="4625975" y="3124835"/>
            <a:ext cx="89535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1   0</a:t>
            </a:r>
          </a:p>
        </p:txBody>
      </p:sp>
      <p:sp>
        <p:nvSpPr>
          <p:cNvPr id="82" name="Text Box 77">
            <a:extLst>
              <a:ext uri="{FF2B5EF4-FFF2-40B4-BE49-F238E27FC236}">
                <a16:creationId xmlns:a16="http://schemas.microsoft.com/office/drawing/2014/main" id="{C8D00B86-DD1B-4BB1-BA01-B5DEE93BF405}"/>
              </a:ext>
            </a:extLst>
          </p:cNvPr>
          <p:cNvSpPr txBox="1">
            <a:spLocks noChangeArrowheads="1"/>
          </p:cNvSpPr>
          <p:nvPr/>
        </p:nvSpPr>
        <p:spPr bwMode="auto">
          <a:xfrm>
            <a:off x="5789613" y="3123248"/>
            <a:ext cx="627062"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a:t>
            </a:r>
          </a:p>
        </p:txBody>
      </p:sp>
      <p:sp>
        <p:nvSpPr>
          <p:cNvPr id="83" name="Text Box 78">
            <a:extLst>
              <a:ext uri="{FF2B5EF4-FFF2-40B4-BE49-F238E27FC236}">
                <a16:creationId xmlns:a16="http://schemas.microsoft.com/office/drawing/2014/main" id="{2D0CA2CB-9C29-473D-9A1C-37D1B6B29A65}"/>
              </a:ext>
            </a:extLst>
          </p:cNvPr>
          <p:cNvSpPr txBox="1">
            <a:spLocks noChangeArrowheads="1"/>
          </p:cNvSpPr>
          <p:nvPr/>
        </p:nvSpPr>
        <p:spPr bwMode="auto">
          <a:xfrm>
            <a:off x="4625975" y="3680460"/>
            <a:ext cx="89535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1   1</a:t>
            </a:r>
          </a:p>
        </p:txBody>
      </p:sp>
      <p:sp>
        <p:nvSpPr>
          <p:cNvPr id="84" name="Text Box 79">
            <a:extLst>
              <a:ext uri="{FF2B5EF4-FFF2-40B4-BE49-F238E27FC236}">
                <a16:creationId xmlns:a16="http://schemas.microsoft.com/office/drawing/2014/main" id="{D3DDE9E1-C294-4F9A-BC2E-4562B673BE31}"/>
              </a:ext>
            </a:extLst>
          </p:cNvPr>
          <p:cNvSpPr txBox="1">
            <a:spLocks noChangeArrowheads="1"/>
          </p:cNvSpPr>
          <p:nvPr/>
        </p:nvSpPr>
        <p:spPr bwMode="auto">
          <a:xfrm>
            <a:off x="5613400" y="3702685"/>
            <a:ext cx="111125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不用</a:t>
            </a:r>
          </a:p>
        </p:txBody>
      </p:sp>
      <p:grpSp>
        <p:nvGrpSpPr>
          <p:cNvPr id="85" name="Group 80">
            <a:extLst>
              <a:ext uri="{FF2B5EF4-FFF2-40B4-BE49-F238E27FC236}">
                <a16:creationId xmlns:a16="http://schemas.microsoft.com/office/drawing/2014/main" id="{D7D6F9F1-9A97-4E8C-B3DB-2A448EE0DE1D}"/>
              </a:ext>
            </a:extLst>
          </p:cNvPr>
          <p:cNvGrpSpPr>
            <a:grpSpLocks/>
          </p:cNvGrpSpPr>
          <p:nvPr/>
        </p:nvGrpSpPr>
        <p:grpSpPr bwMode="auto">
          <a:xfrm>
            <a:off x="6599238" y="2118360"/>
            <a:ext cx="1111250" cy="2079625"/>
            <a:chOff x="4077" y="1409"/>
            <a:chExt cx="700" cy="1310"/>
          </a:xfrm>
        </p:grpSpPr>
        <p:sp>
          <p:nvSpPr>
            <p:cNvPr id="86" name="Text Box 81">
              <a:extLst>
                <a:ext uri="{FF2B5EF4-FFF2-40B4-BE49-F238E27FC236}">
                  <a16:creationId xmlns:a16="http://schemas.microsoft.com/office/drawing/2014/main" id="{D9EBE555-4045-4EBF-AFCF-EC01B9CC43EB}"/>
                </a:ext>
              </a:extLst>
            </p:cNvPr>
            <p:cNvSpPr txBox="1">
              <a:spLocks noChangeArrowheads="1"/>
            </p:cNvSpPr>
            <p:nvPr/>
          </p:nvSpPr>
          <p:spPr bwMode="auto">
            <a:xfrm>
              <a:off x="4166" y="1409"/>
              <a:ext cx="43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87" name="Text Box 82">
              <a:extLst>
                <a:ext uri="{FF2B5EF4-FFF2-40B4-BE49-F238E27FC236}">
                  <a16:creationId xmlns:a16="http://schemas.microsoft.com/office/drawing/2014/main" id="{B4B1DF99-8863-4E47-8E8A-0955AC1784EE}"/>
                </a:ext>
              </a:extLst>
            </p:cNvPr>
            <p:cNvSpPr txBox="1">
              <a:spLocks noChangeArrowheads="1"/>
            </p:cNvSpPr>
            <p:nvPr/>
          </p:nvSpPr>
          <p:spPr bwMode="auto">
            <a:xfrm>
              <a:off x="4200" y="1737"/>
              <a:ext cx="39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a:t>
              </a:r>
            </a:p>
          </p:txBody>
        </p:sp>
        <p:sp>
          <p:nvSpPr>
            <p:cNvPr id="88" name="Text Box 83">
              <a:extLst>
                <a:ext uri="{FF2B5EF4-FFF2-40B4-BE49-F238E27FC236}">
                  <a16:creationId xmlns:a16="http://schemas.microsoft.com/office/drawing/2014/main" id="{A12D0825-F593-4C44-BD0B-3455FC502408}"/>
                </a:ext>
              </a:extLst>
            </p:cNvPr>
            <p:cNvSpPr txBox="1">
              <a:spLocks noChangeArrowheads="1"/>
            </p:cNvSpPr>
            <p:nvPr/>
          </p:nvSpPr>
          <p:spPr bwMode="auto">
            <a:xfrm>
              <a:off x="4223" y="2066"/>
              <a:ext cx="39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a:t>
              </a:r>
            </a:p>
          </p:txBody>
        </p:sp>
        <p:sp>
          <p:nvSpPr>
            <p:cNvPr id="89" name="Text Box 84">
              <a:extLst>
                <a:ext uri="{FF2B5EF4-FFF2-40B4-BE49-F238E27FC236}">
                  <a16:creationId xmlns:a16="http://schemas.microsoft.com/office/drawing/2014/main" id="{B488070F-09D7-4EA4-88EA-F8DC0114AEA4}"/>
                </a:ext>
              </a:extLst>
            </p:cNvPr>
            <p:cNvSpPr txBox="1">
              <a:spLocks noChangeArrowheads="1"/>
            </p:cNvSpPr>
            <p:nvPr/>
          </p:nvSpPr>
          <p:spPr bwMode="auto">
            <a:xfrm>
              <a:off x="4077" y="2392"/>
              <a:ext cx="70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不用</a:t>
              </a:r>
            </a:p>
          </p:txBody>
        </p:sp>
      </p:grpSp>
      <p:grpSp>
        <p:nvGrpSpPr>
          <p:cNvPr id="90" name="Group 106">
            <a:extLst>
              <a:ext uri="{FF2B5EF4-FFF2-40B4-BE49-F238E27FC236}">
                <a16:creationId xmlns:a16="http://schemas.microsoft.com/office/drawing/2014/main" id="{0680162D-3599-4361-B6A0-822DA32730F3}"/>
              </a:ext>
            </a:extLst>
          </p:cNvPr>
          <p:cNvGrpSpPr>
            <a:grpSpLocks/>
          </p:cNvGrpSpPr>
          <p:nvPr/>
        </p:nvGrpSpPr>
        <p:grpSpPr bwMode="auto">
          <a:xfrm>
            <a:off x="5506403" y="4350067"/>
            <a:ext cx="1524000" cy="2462213"/>
            <a:chOff x="2691" y="2615"/>
            <a:chExt cx="960" cy="1551"/>
          </a:xfrm>
        </p:grpSpPr>
        <p:sp>
          <p:nvSpPr>
            <p:cNvPr id="91" name="Rectangle 86">
              <a:extLst>
                <a:ext uri="{FF2B5EF4-FFF2-40B4-BE49-F238E27FC236}">
                  <a16:creationId xmlns:a16="http://schemas.microsoft.com/office/drawing/2014/main" id="{41D5A0A0-2D8F-4AB1-9F6D-55AA5EB47EF1}"/>
                </a:ext>
              </a:extLst>
            </p:cNvPr>
            <p:cNvSpPr>
              <a:spLocks noChangeArrowheads="1"/>
            </p:cNvSpPr>
            <p:nvPr/>
          </p:nvSpPr>
          <p:spPr bwMode="auto">
            <a:xfrm>
              <a:off x="2691" y="3027"/>
              <a:ext cx="960" cy="64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Line 87">
              <a:extLst>
                <a:ext uri="{FF2B5EF4-FFF2-40B4-BE49-F238E27FC236}">
                  <a16:creationId xmlns:a16="http://schemas.microsoft.com/office/drawing/2014/main" id="{AF8461F1-5749-422B-9D74-040EA803773F}"/>
                </a:ext>
              </a:extLst>
            </p:cNvPr>
            <p:cNvSpPr>
              <a:spLocks noChangeShapeType="1"/>
            </p:cNvSpPr>
            <p:nvPr/>
          </p:nvSpPr>
          <p:spPr bwMode="auto">
            <a:xfrm>
              <a:off x="3410" y="3667"/>
              <a:ext cx="1" cy="2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 name="Line 88">
              <a:extLst>
                <a:ext uri="{FF2B5EF4-FFF2-40B4-BE49-F238E27FC236}">
                  <a16:creationId xmlns:a16="http://schemas.microsoft.com/office/drawing/2014/main" id="{43025A07-B67E-4AEC-B44D-F1E157C5C899}"/>
                </a:ext>
              </a:extLst>
            </p:cNvPr>
            <p:cNvSpPr>
              <a:spLocks noChangeShapeType="1"/>
            </p:cNvSpPr>
            <p:nvPr/>
          </p:nvSpPr>
          <p:spPr bwMode="auto">
            <a:xfrm flipH="1">
              <a:off x="2841" y="3671"/>
              <a:ext cx="3" cy="25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4" name="Line 89">
              <a:extLst>
                <a:ext uri="{FF2B5EF4-FFF2-40B4-BE49-F238E27FC236}">
                  <a16:creationId xmlns:a16="http://schemas.microsoft.com/office/drawing/2014/main" id="{A83CDDF4-4FA8-4419-9CB0-57907DC63A21}"/>
                </a:ext>
              </a:extLst>
            </p:cNvPr>
            <p:cNvSpPr>
              <a:spLocks noChangeShapeType="1"/>
            </p:cNvSpPr>
            <p:nvPr/>
          </p:nvSpPr>
          <p:spPr bwMode="auto">
            <a:xfrm flipV="1">
              <a:off x="2808" y="2648"/>
              <a:ext cx="1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Line 90">
              <a:extLst>
                <a:ext uri="{FF2B5EF4-FFF2-40B4-BE49-F238E27FC236}">
                  <a16:creationId xmlns:a16="http://schemas.microsoft.com/office/drawing/2014/main" id="{6657CF48-0B7C-4BDA-B4F0-FE33B5AC6E6C}"/>
                </a:ext>
              </a:extLst>
            </p:cNvPr>
            <p:cNvSpPr>
              <a:spLocks noChangeShapeType="1"/>
            </p:cNvSpPr>
            <p:nvPr/>
          </p:nvSpPr>
          <p:spPr bwMode="auto">
            <a:xfrm>
              <a:off x="3115" y="3765"/>
              <a:ext cx="1" cy="17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6" name="Line 91">
              <a:extLst>
                <a:ext uri="{FF2B5EF4-FFF2-40B4-BE49-F238E27FC236}">
                  <a16:creationId xmlns:a16="http://schemas.microsoft.com/office/drawing/2014/main" id="{6B6A876B-3CC7-4A26-9614-30BC2AAD0FBF}"/>
                </a:ext>
              </a:extLst>
            </p:cNvPr>
            <p:cNvSpPr>
              <a:spLocks noChangeShapeType="1"/>
            </p:cNvSpPr>
            <p:nvPr/>
          </p:nvSpPr>
          <p:spPr bwMode="auto">
            <a:xfrm>
              <a:off x="2868" y="2839"/>
              <a:ext cx="1" cy="8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7" name="Line 92">
              <a:extLst>
                <a:ext uri="{FF2B5EF4-FFF2-40B4-BE49-F238E27FC236}">
                  <a16:creationId xmlns:a16="http://schemas.microsoft.com/office/drawing/2014/main" id="{EFF56720-2F1C-4560-B2C3-9A8F9264D42F}"/>
                </a:ext>
              </a:extLst>
            </p:cNvPr>
            <p:cNvSpPr>
              <a:spLocks noChangeShapeType="1"/>
            </p:cNvSpPr>
            <p:nvPr/>
          </p:nvSpPr>
          <p:spPr bwMode="auto">
            <a:xfrm>
              <a:off x="3362" y="2839"/>
              <a:ext cx="1" cy="1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8" name="Oval 93">
              <a:extLst>
                <a:ext uri="{FF2B5EF4-FFF2-40B4-BE49-F238E27FC236}">
                  <a16:creationId xmlns:a16="http://schemas.microsoft.com/office/drawing/2014/main" id="{898521A1-63A4-4699-A3D5-D30DE30AD721}"/>
                </a:ext>
              </a:extLst>
            </p:cNvPr>
            <p:cNvSpPr>
              <a:spLocks noChangeArrowheads="1"/>
            </p:cNvSpPr>
            <p:nvPr/>
          </p:nvSpPr>
          <p:spPr bwMode="auto">
            <a:xfrm>
              <a:off x="2809" y="2922"/>
              <a:ext cx="107" cy="106"/>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Oval 94">
              <a:extLst>
                <a:ext uri="{FF2B5EF4-FFF2-40B4-BE49-F238E27FC236}">
                  <a16:creationId xmlns:a16="http://schemas.microsoft.com/office/drawing/2014/main" id="{B1B55347-439D-4964-9E6A-074EE950DC93}"/>
                </a:ext>
              </a:extLst>
            </p:cNvPr>
            <p:cNvSpPr>
              <a:spLocks noChangeArrowheads="1"/>
            </p:cNvSpPr>
            <p:nvPr/>
          </p:nvSpPr>
          <p:spPr bwMode="auto">
            <a:xfrm>
              <a:off x="3068" y="3671"/>
              <a:ext cx="106" cy="106"/>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Rectangle 95">
              <a:extLst>
                <a:ext uri="{FF2B5EF4-FFF2-40B4-BE49-F238E27FC236}">
                  <a16:creationId xmlns:a16="http://schemas.microsoft.com/office/drawing/2014/main" id="{9B65078A-B1CF-4686-851C-2C63EA35D3A2}"/>
                </a:ext>
              </a:extLst>
            </p:cNvPr>
            <p:cNvSpPr>
              <a:spLocks noChangeArrowheads="1"/>
            </p:cNvSpPr>
            <p:nvPr/>
          </p:nvSpPr>
          <p:spPr bwMode="auto">
            <a:xfrm>
              <a:off x="3303" y="2615"/>
              <a:ext cx="140"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01" name="Rectangle 96">
              <a:extLst>
                <a:ext uri="{FF2B5EF4-FFF2-40B4-BE49-F238E27FC236}">
                  <a16:creationId xmlns:a16="http://schemas.microsoft.com/office/drawing/2014/main" id="{10662E71-7064-4FCF-8AE7-D9DC88D1E3DF}"/>
                </a:ext>
              </a:extLst>
            </p:cNvPr>
            <p:cNvSpPr>
              <a:spLocks noChangeArrowheads="1"/>
            </p:cNvSpPr>
            <p:nvPr/>
          </p:nvSpPr>
          <p:spPr bwMode="auto">
            <a:xfrm>
              <a:off x="2795" y="2619"/>
              <a:ext cx="140"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02" name="Rectangle 97">
              <a:extLst>
                <a:ext uri="{FF2B5EF4-FFF2-40B4-BE49-F238E27FC236}">
                  <a16:creationId xmlns:a16="http://schemas.microsoft.com/office/drawing/2014/main" id="{6DB65531-E14B-4CE1-A8AB-EE9F660B246A}"/>
                </a:ext>
              </a:extLst>
            </p:cNvPr>
            <p:cNvSpPr>
              <a:spLocks noChangeArrowheads="1"/>
            </p:cNvSpPr>
            <p:nvPr/>
          </p:nvSpPr>
          <p:spPr bwMode="auto">
            <a:xfrm>
              <a:off x="3339" y="3427"/>
              <a:ext cx="108"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03" name="Rectangle 98">
              <a:extLst>
                <a:ext uri="{FF2B5EF4-FFF2-40B4-BE49-F238E27FC236}">
                  <a16:creationId xmlns:a16="http://schemas.microsoft.com/office/drawing/2014/main" id="{18D76CC7-77D6-4589-84DD-09AAB647570D}"/>
                </a:ext>
              </a:extLst>
            </p:cNvPr>
            <p:cNvSpPr>
              <a:spLocks noChangeArrowheads="1"/>
            </p:cNvSpPr>
            <p:nvPr/>
          </p:nvSpPr>
          <p:spPr bwMode="auto">
            <a:xfrm>
              <a:off x="2797" y="3416"/>
              <a:ext cx="129"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04" name="Rectangle 99">
              <a:extLst>
                <a:ext uri="{FF2B5EF4-FFF2-40B4-BE49-F238E27FC236}">
                  <a16:creationId xmlns:a16="http://schemas.microsoft.com/office/drawing/2014/main" id="{CF03A561-277F-490E-9299-DD76713537FC}"/>
                </a:ext>
              </a:extLst>
            </p:cNvPr>
            <p:cNvSpPr>
              <a:spLocks noChangeArrowheads="1"/>
            </p:cNvSpPr>
            <p:nvPr/>
          </p:nvSpPr>
          <p:spPr bwMode="auto">
            <a:xfrm>
              <a:off x="3056" y="3427"/>
              <a:ext cx="129"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sp>
          <p:nvSpPr>
            <p:cNvPr id="105" name="Rectangle 100">
              <a:extLst>
                <a:ext uri="{FF2B5EF4-FFF2-40B4-BE49-F238E27FC236}">
                  <a16:creationId xmlns:a16="http://schemas.microsoft.com/office/drawing/2014/main" id="{E32846BB-B3AC-406E-9402-EAEBE19EF252}"/>
                </a:ext>
              </a:extLst>
            </p:cNvPr>
            <p:cNvSpPr>
              <a:spLocks noChangeArrowheads="1"/>
            </p:cNvSpPr>
            <p:nvPr/>
          </p:nvSpPr>
          <p:spPr bwMode="auto">
            <a:xfrm>
              <a:off x="2999" y="3933"/>
              <a:ext cx="237"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06" name="Rectangle 101">
              <a:extLst>
                <a:ext uri="{FF2B5EF4-FFF2-40B4-BE49-F238E27FC236}">
                  <a16:creationId xmlns:a16="http://schemas.microsoft.com/office/drawing/2014/main" id="{D3119AAA-6425-40B8-A530-E99B7C673035}"/>
                </a:ext>
              </a:extLst>
            </p:cNvPr>
            <p:cNvSpPr>
              <a:spLocks noChangeArrowheads="1"/>
            </p:cNvSpPr>
            <p:nvPr/>
          </p:nvSpPr>
          <p:spPr bwMode="auto">
            <a:xfrm rot="5400000">
              <a:off x="2792" y="3015"/>
              <a:ext cx="260"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宋体" panose="02010600030101010101" pitchFamily="2" charset="-122"/>
                  <a:ea typeface="宋体" panose="02010600030101010101" pitchFamily="2" charset="-122"/>
                  <a:cs typeface="+mn-cs"/>
                </a:rPr>
                <a:t>┌</a:t>
              </a:r>
              <a:endParaRPr kumimoji="1" lang="en-US" altLang="zh-CN" sz="2400" b="0" i="0" u="none" strike="noStrike" kern="1200" cap="none" spc="0" normalizeH="0" baseline="0" noProof="0">
                <a:ln>
                  <a:solidFill>
                    <a:schemeClr val="tx1"/>
                  </a:solidFill>
                </a:ln>
                <a:effectLst/>
                <a:uLnTx/>
                <a:uFillTx/>
                <a:ea typeface="宋体" panose="02010600030101010101" pitchFamily="2" charset="-122"/>
                <a:cs typeface="+mn-cs"/>
              </a:endParaRPr>
            </a:p>
          </p:txBody>
        </p:sp>
        <p:sp>
          <p:nvSpPr>
            <p:cNvPr id="107" name="Rectangle 102">
              <a:extLst>
                <a:ext uri="{FF2B5EF4-FFF2-40B4-BE49-F238E27FC236}">
                  <a16:creationId xmlns:a16="http://schemas.microsoft.com/office/drawing/2014/main" id="{14B187D1-5A52-46B1-81E9-86A0C4462AAD}"/>
                </a:ext>
              </a:extLst>
            </p:cNvPr>
            <p:cNvSpPr>
              <a:spLocks noChangeArrowheads="1"/>
            </p:cNvSpPr>
            <p:nvPr/>
          </p:nvSpPr>
          <p:spPr bwMode="auto">
            <a:xfrm rot="5400000">
              <a:off x="3287" y="2970"/>
              <a:ext cx="195"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宋体" panose="02010600030101010101" pitchFamily="2" charset="-122"/>
                  <a:ea typeface="宋体" panose="02010600030101010101" pitchFamily="2" charset="-122"/>
                  <a:cs typeface="+mn-cs"/>
                </a:rPr>
                <a:t>┌</a:t>
              </a:r>
              <a:endParaRPr kumimoji="1" lang="en-US" altLang="zh-CN" sz="2400" b="0" i="0" u="none" strike="noStrike" kern="1200" cap="none" spc="0" normalizeH="0" baseline="0" noProof="0">
                <a:ln>
                  <a:solidFill>
                    <a:schemeClr val="tx1"/>
                  </a:solidFill>
                </a:ln>
                <a:effectLst/>
                <a:uLnTx/>
                <a:uFillTx/>
                <a:ea typeface="宋体" panose="02010600030101010101" pitchFamily="2" charset="-122"/>
                <a:cs typeface="+mn-cs"/>
              </a:endParaRPr>
            </a:p>
          </p:txBody>
        </p:sp>
      </p:grpSp>
      <p:sp>
        <p:nvSpPr>
          <p:cNvPr id="108" name="Text Box 103">
            <a:extLst>
              <a:ext uri="{FF2B5EF4-FFF2-40B4-BE49-F238E27FC236}">
                <a16:creationId xmlns:a16="http://schemas.microsoft.com/office/drawing/2014/main" id="{39E19F49-FD11-4D67-8EEB-2D15A9E78179}"/>
              </a:ext>
            </a:extLst>
          </p:cNvPr>
          <p:cNvSpPr txBox="1">
            <a:spLocks noChangeArrowheads="1"/>
          </p:cNvSpPr>
          <p:nvPr/>
        </p:nvSpPr>
        <p:spPr bwMode="auto">
          <a:xfrm>
            <a:off x="3467735" y="5277485"/>
            <a:ext cx="1795463"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逻辑符号</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ox(in)">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dissolve">
                                      <p:cBhvr>
                                        <p:cTn id="23" dur="500"/>
                                        <p:tgtEl>
                                          <p:spTgt spid="4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7"/>
                                        </p:tgtEl>
                                        <p:attrNameLst>
                                          <p:attrName>style.visibility</p:attrName>
                                        </p:attrNameLst>
                                      </p:cBhvr>
                                      <p:to>
                                        <p:strVal val="visible"/>
                                      </p:to>
                                    </p:set>
                                    <p:animEffect transition="in" filter="wipe(left)">
                                      <p:cBhvr>
                                        <p:cTn id="28" dur="500"/>
                                        <p:tgtEl>
                                          <p:spTgt spid="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8"/>
                                        </p:tgtEl>
                                        <p:attrNameLst>
                                          <p:attrName>style.visibility</p:attrName>
                                        </p:attrNameLst>
                                      </p:cBhvr>
                                      <p:to>
                                        <p:strVal val="visible"/>
                                      </p:to>
                                    </p:set>
                                    <p:animEffect transition="in" filter="wipe(left)">
                                      <p:cBhvr>
                                        <p:cTn id="33" dur="500"/>
                                        <p:tgtEl>
                                          <p:spTgt spid="7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wipe(left)">
                                      <p:cBhvr>
                                        <p:cTn id="38" dur="500"/>
                                        <p:tgtEl>
                                          <p:spTgt spid="7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wipe(left)">
                                      <p:cBhvr>
                                        <p:cTn id="43" dur="500"/>
                                        <p:tgtEl>
                                          <p:spTgt spid="8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wipe(left)">
                                      <p:cBhvr>
                                        <p:cTn id="48" dur="500"/>
                                        <p:tgtEl>
                                          <p:spTgt spid="8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2"/>
                                        </p:tgtEl>
                                        <p:attrNameLst>
                                          <p:attrName>style.visibility</p:attrName>
                                        </p:attrNameLst>
                                      </p:cBhvr>
                                      <p:to>
                                        <p:strVal val="visible"/>
                                      </p:to>
                                    </p:set>
                                    <p:animEffect transition="in" filter="wipe(left)">
                                      <p:cBhvr>
                                        <p:cTn id="53" dur="500"/>
                                        <p:tgtEl>
                                          <p:spTgt spid="8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3"/>
                                        </p:tgtEl>
                                        <p:attrNameLst>
                                          <p:attrName>style.visibility</p:attrName>
                                        </p:attrNameLst>
                                      </p:cBhvr>
                                      <p:to>
                                        <p:strVal val="visible"/>
                                      </p:to>
                                    </p:set>
                                    <p:animEffect transition="in" filter="wipe(left)">
                                      <p:cBhvr>
                                        <p:cTn id="58" dur="500"/>
                                        <p:tgtEl>
                                          <p:spTgt spid="8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4"/>
                                        </p:tgtEl>
                                        <p:attrNameLst>
                                          <p:attrName>style.visibility</p:attrName>
                                        </p:attrNameLst>
                                      </p:cBhvr>
                                      <p:to>
                                        <p:strVal val="visible"/>
                                      </p:to>
                                    </p:set>
                                    <p:animEffect transition="in" filter="wipe(left)">
                                      <p:cBhvr>
                                        <p:cTn id="63" dur="500"/>
                                        <p:tgtEl>
                                          <p:spTgt spid="8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85"/>
                                        </p:tgtEl>
                                        <p:attrNameLst>
                                          <p:attrName>style.visibility</p:attrName>
                                        </p:attrNameLst>
                                      </p:cBhvr>
                                      <p:to>
                                        <p:strVal val="visible"/>
                                      </p:to>
                                    </p:set>
                                    <p:animEffect transition="in" filter="wipe(up)">
                                      <p:cBhvr>
                                        <p:cTn id="68" dur="500"/>
                                        <p:tgtEl>
                                          <p:spTgt spid="8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8"/>
                                        </p:tgtEl>
                                        <p:attrNameLst>
                                          <p:attrName>style.visibility</p:attrName>
                                        </p:attrNameLst>
                                      </p:cBhvr>
                                      <p:to>
                                        <p:strVal val="visible"/>
                                      </p:to>
                                    </p:set>
                                    <p:anim calcmode="lin" valueType="num">
                                      <p:cBhvr additive="base">
                                        <p:cTn id="73" dur="500" fill="hold"/>
                                        <p:tgtEl>
                                          <p:spTgt spid="108"/>
                                        </p:tgtEl>
                                        <p:attrNameLst>
                                          <p:attrName>ppt_x</p:attrName>
                                        </p:attrNameLst>
                                      </p:cBhvr>
                                      <p:tavLst>
                                        <p:tav tm="0">
                                          <p:val>
                                            <p:strVal val="0-#ppt_w/2"/>
                                          </p:val>
                                        </p:tav>
                                        <p:tav tm="100000">
                                          <p:val>
                                            <p:strVal val="#ppt_x"/>
                                          </p:val>
                                        </p:tav>
                                      </p:tavLst>
                                    </p:anim>
                                    <p:anim calcmode="lin" valueType="num">
                                      <p:cBhvr additive="base">
                                        <p:cTn id="74" dur="500" fill="hold"/>
                                        <p:tgtEl>
                                          <p:spTgt spid="108"/>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90"/>
                                        </p:tgtEl>
                                        <p:attrNameLst>
                                          <p:attrName>style.visibility</p:attrName>
                                        </p:attrNameLst>
                                      </p:cBhvr>
                                      <p:to>
                                        <p:strVal val="visible"/>
                                      </p:to>
                                    </p:set>
                                    <p:animEffect transition="in" filter="box(out)">
                                      <p:cBhvr>
                                        <p:cTn id="79"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utoUpdateAnimBg="0"/>
      <p:bldP spid="77" grpId="0" autoUpdateAnimBg="0"/>
      <p:bldP spid="78" grpId="0" autoUpdateAnimBg="0"/>
      <p:bldP spid="79" grpId="0" autoUpdateAnimBg="0"/>
      <p:bldP spid="80" grpId="0" autoUpdateAnimBg="0"/>
      <p:bldP spid="81" grpId="0" autoUpdateAnimBg="0"/>
      <p:bldP spid="82" grpId="0" autoUpdateAnimBg="0"/>
      <p:bldP spid="83" grpId="0" autoUpdateAnimBg="0"/>
      <p:bldP spid="84" grpId="0" autoUpdateAnimBg="0"/>
      <p:bldP spid="108"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itchFamily="49" charset="-122"/>
                <a:ea typeface="黑体" panose="02010609060101010101" pitchFamily="49" charset="-122"/>
              </a:rPr>
              <a:t>§ 6.8 </a:t>
            </a:r>
            <a:r>
              <a:rPr lang="zh-CN" altLang="en-US" dirty="0">
                <a:latin typeface="黑体" pitchFamily="49" charset="-122"/>
                <a:ea typeface="黑体" panose="02010609060101010101" pitchFamily="49" charset="-122"/>
              </a:rPr>
              <a:t>主从触发器</a:t>
            </a:r>
            <a:endParaRPr lang="zh-CN" altLang="en-US" dirty="0"/>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21</a:t>
            </a:fld>
            <a:endParaRPr lang="en-US" altLang="zh-CN" dirty="0"/>
          </a:p>
        </p:txBody>
      </p:sp>
      <p:sp>
        <p:nvSpPr>
          <p:cNvPr id="6" name="TextBox 5"/>
          <p:cNvSpPr txBox="1"/>
          <p:nvPr/>
        </p:nvSpPr>
        <p:spPr bwMode="auto">
          <a:xfrm>
            <a:off x="1112520" y="990600"/>
            <a:ext cx="23317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dirty="0">
                <a:solidFill>
                  <a:schemeClr val="tx1"/>
                </a:solidFill>
                <a:latin typeface="黑体" pitchFamily="49" charset="-122"/>
                <a:ea typeface="黑体" pitchFamily="49" charset="-122"/>
              </a:rPr>
              <a:t>二、</a:t>
            </a:r>
            <a:r>
              <a:rPr lang="zh-CN" altLang="en-US" sz="2800" dirty="0">
                <a:solidFill>
                  <a:schemeClr val="tx1"/>
                </a:solidFill>
                <a:latin typeface="黑体" pitchFamily="49" charset="-122"/>
                <a:ea typeface="黑体" pitchFamily="49" charset="-122"/>
              </a:rPr>
              <a:t>工作特点：</a:t>
            </a:r>
            <a:r>
              <a:rPr lang="en-US" altLang="zh-CN" sz="2800" dirty="0">
                <a:solidFill>
                  <a:schemeClr val="tx1"/>
                </a:solidFill>
                <a:latin typeface="黑体" pitchFamily="49" charset="-122"/>
                <a:ea typeface="黑体" pitchFamily="49" charset="-122"/>
              </a:rPr>
              <a:t> </a:t>
            </a:r>
            <a:endParaRPr lang="zh-CN" altLang="en-US" sz="2800" dirty="0">
              <a:solidFill>
                <a:schemeClr val="tx1"/>
              </a:solidFill>
              <a:latin typeface="黑体" pitchFamily="49" charset="-122"/>
              <a:ea typeface="黑体" pitchFamily="49" charset="-122"/>
            </a:endParaRPr>
          </a:p>
        </p:txBody>
      </p:sp>
      <p:sp>
        <p:nvSpPr>
          <p:cNvPr id="7" name="Text Box 3">
            <a:extLst>
              <a:ext uri="{FF2B5EF4-FFF2-40B4-BE49-F238E27FC236}">
                <a16:creationId xmlns:a16="http://schemas.microsoft.com/office/drawing/2014/main" id="{252999DC-4269-4FA2-96C8-78D23A88A949}"/>
              </a:ext>
            </a:extLst>
          </p:cNvPr>
          <p:cNvSpPr txBox="1">
            <a:spLocks noChangeArrowheads="1"/>
          </p:cNvSpPr>
          <p:nvPr/>
        </p:nvSpPr>
        <p:spPr bwMode="auto">
          <a:xfrm>
            <a:off x="1337628" y="1635443"/>
            <a:ext cx="6742112" cy="5922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30000"/>
              </a:lnSpc>
              <a:spcBef>
                <a:spcPct val="2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主从触发器的触发翻转分为两个节拍：</a:t>
            </a:r>
          </a:p>
        </p:txBody>
      </p:sp>
      <p:sp>
        <p:nvSpPr>
          <p:cNvPr id="8" name="Text Box 4">
            <a:extLst>
              <a:ext uri="{FF2B5EF4-FFF2-40B4-BE49-F238E27FC236}">
                <a16:creationId xmlns:a16="http://schemas.microsoft.com/office/drawing/2014/main" id="{28C12086-0C7F-46D1-841C-45672AB99C53}"/>
              </a:ext>
            </a:extLst>
          </p:cNvPr>
          <p:cNvSpPr txBox="1">
            <a:spLocks noChangeArrowheads="1"/>
          </p:cNvSpPr>
          <p:nvPr/>
        </p:nvSpPr>
        <p:spPr bwMode="auto">
          <a:xfrm>
            <a:off x="527685" y="2293303"/>
            <a:ext cx="7907338" cy="17589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3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宋体" panose="02010600030101010101" pitchFamily="2" charset="-122"/>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）当</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时，</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，从触发器被封锁，保持原状态不变：主触发器工作，接收</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R</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和</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S</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端的输入信号。</a:t>
            </a:r>
          </a:p>
        </p:txBody>
      </p:sp>
      <p:sp>
        <p:nvSpPr>
          <p:cNvPr id="9" name="Text Box 5">
            <a:extLst>
              <a:ext uri="{FF2B5EF4-FFF2-40B4-BE49-F238E27FC236}">
                <a16:creationId xmlns:a16="http://schemas.microsoft.com/office/drawing/2014/main" id="{7C534183-BED2-41E8-B6EC-FE577853ADFF}"/>
              </a:ext>
            </a:extLst>
          </p:cNvPr>
          <p:cNvSpPr txBox="1">
            <a:spLocks noChangeArrowheads="1"/>
          </p:cNvSpPr>
          <p:nvPr/>
        </p:nvSpPr>
        <p:spPr bwMode="auto">
          <a:xfrm>
            <a:off x="470852" y="3982085"/>
            <a:ext cx="8109267" cy="231457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3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宋体" panose="02010600030101010101" pitchFamily="2" charset="-122"/>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2</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）当</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由</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跃变到</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时，即</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CP=0</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。主触发器被封锁，输入信号</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R</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S</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不再影响主触发器的状态；从触发器工作，接收主触发器输出端的状态。</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7" grpId="0" animBg="1" autoUpdateAnimBg="0"/>
      <p:bldP spid="8" grpId="0" animBg="1" autoUpdateAnimBg="0"/>
      <p:bldP spid="9"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0" y="6519593"/>
            <a:ext cx="902677" cy="338407"/>
          </a:xfrm>
        </p:spPr>
        <p:txBody>
          <a:bodyPr/>
          <a:lstStyle/>
          <a:p>
            <a:pPr>
              <a:defRPr/>
            </a:pPr>
            <a:fld id="{315B291C-51FB-4C18-A138-CCB3C24CD792}" type="slidenum">
              <a:rPr lang="en-US" altLang="zh-CN" smtClean="0"/>
              <a:pPr>
                <a:defRPr/>
              </a:pPr>
              <a:t>22</a:t>
            </a:fld>
            <a:endParaRPr lang="en-US" altLang="zh-CN" dirty="0"/>
          </a:p>
        </p:txBody>
      </p:sp>
      <p:sp>
        <p:nvSpPr>
          <p:cNvPr id="5" name="标题 1"/>
          <p:cNvSpPr>
            <a:spLocks noGrp="1"/>
          </p:cNvSpPr>
          <p:nvPr>
            <p:ph type="title"/>
          </p:nvPr>
        </p:nvSpPr>
        <p:spPr/>
        <p:txBody>
          <a:bodyPr/>
          <a:lstStyle/>
          <a:p>
            <a:r>
              <a:rPr lang="en-US" altLang="zh-CN" dirty="0">
                <a:latin typeface="黑体" pitchFamily="49" charset="-122"/>
                <a:ea typeface="黑体" panose="02010609060101010101" pitchFamily="49" charset="-122"/>
              </a:rPr>
              <a:t>§ 6.8 </a:t>
            </a:r>
            <a:r>
              <a:rPr lang="zh-CN" altLang="en-US" dirty="0">
                <a:latin typeface="黑体" pitchFamily="49" charset="-122"/>
                <a:ea typeface="黑体" panose="02010609060101010101" pitchFamily="49" charset="-122"/>
              </a:rPr>
              <a:t>主从触发器</a:t>
            </a:r>
            <a:endParaRPr lang="zh-CN" altLang="en-US" dirty="0"/>
          </a:p>
        </p:txBody>
      </p:sp>
      <p:sp>
        <p:nvSpPr>
          <p:cNvPr id="6" name="TextBox 5"/>
          <p:cNvSpPr txBox="1"/>
          <p:nvPr/>
        </p:nvSpPr>
        <p:spPr bwMode="auto">
          <a:xfrm>
            <a:off x="1150229" y="934043"/>
            <a:ext cx="23317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dirty="0">
                <a:solidFill>
                  <a:schemeClr val="tx1"/>
                </a:solidFill>
                <a:latin typeface="黑体" pitchFamily="49" charset="-122"/>
                <a:ea typeface="黑体" pitchFamily="49" charset="-122"/>
              </a:rPr>
              <a:t>三、波形分析</a:t>
            </a:r>
            <a:r>
              <a:rPr lang="en-US" altLang="zh-CN" sz="2800" dirty="0">
                <a:solidFill>
                  <a:schemeClr val="tx1"/>
                </a:solidFill>
                <a:latin typeface="黑体" pitchFamily="49" charset="-122"/>
                <a:ea typeface="黑体" pitchFamily="49" charset="-122"/>
              </a:rPr>
              <a:t> </a:t>
            </a:r>
            <a:endParaRPr lang="zh-CN" altLang="en-US" sz="2800" dirty="0">
              <a:solidFill>
                <a:schemeClr val="tx1"/>
              </a:solidFill>
              <a:latin typeface="黑体" pitchFamily="49" charset="-122"/>
              <a:ea typeface="黑体" pitchFamily="49" charset="-122"/>
            </a:endParaRPr>
          </a:p>
        </p:txBody>
      </p:sp>
      <p:grpSp>
        <p:nvGrpSpPr>
          <p:cNvPr id="9" name="Group 39">
            <a:extLst>
              <a:ext uri="{FF2B5EF4-FFF2-40B4-BE49-F238E27FC236}">
                <a16:creationId xmlns:a16="http://schemas.microsoft.com/office/drawing/2014/main" id="{4825552C-161D-45B4-B367-B7CC22A61CE4}"/>
              </a:ext>
            </a:extLst>
          </p:cNvPr>
          <p:cNvGrpSpPr>
            <a:grpSpLocks/>
          </p:cNvGrpSpPr>
          <p:nvPr/>
        </p:nvGrpSpPr>
        <p:grpSpPr bwMode="auto">
          <a:xfrm>
            <a:off x="4895850" y="1944511"/>
            <a:ext cx="2725738" cy="3121025"/>
            <a:chOff x="2903" y="1502"/>
            <a:chExt cx="1717" cy="2181"/>
          </a:xfrm>
        </p:grpSpPr>
        <p:sp>
          <p:nvSpPr>
            <p:cNvPr id="10" name="Line 40">
              <a:extLst>
                <a:ext uri="{FF2B5EF4-FFF2-40B4-BE49-F238E27FC236}">
                  <a16:creationId xmlns:a16="http://schemas.microsoft.com/office/drawing/2014/main" id="{859F281C-E465-4EF3-9B25-933C4B5C7D71}"/>
                </a:ext>
              </a:extLst>
            </p:cNvPr>
            <p:cNvSpPr>
              <a:spLocks noChangeShapeType="1"/>
            </p:cNvSpPr>
            <p:nvPr/>
          </p:nvSpPr>
          <p:spPr bwMode="auto">
            <a:xfrm>
              <a:off x="2903" y="1502"/>
              <a:ext cx="0" cy="2169"/>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41">
              <a:extLst>
                <a:ext uri="{FF2B5EF4-FFF2-40B4-BE49-F238E27FC236}">
                  <a16:creationId xmlns:a16="http://schemas.microsoft.com/office/drawing/2014/main" id="{95FDC58D-EF44-4FF3-AA34-464A70CA85DC}"/>
                </a:ext>
              </a:extLst>
            </p:cNvPr>
            <p:cNvSpPr>
              <a:spLocks noChangeShapeType="1"/>
            </p:cNvSpPr>
            <p:nvPr/>
          </p:nvSpPr>
          <p:spPr bwMode="auto">
            <a:xfrm>
              <a:off x="3479" y="1514"/>
              <a:ext cx="0" cy="2169"/>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42">
              <a:extLst>
                <a:ext uri="{FF2B5EF4-FFF2-40B4-BE49-F238E27FC236}">
                  <a16:creationId xmlns:a16="http://schemas.microsoft.com/office/drawing/2014/main" id="{0BA21978-4C1A-446A-A7BA-868739A4E071}"/>
                </a:ext>
              </a:extLst>
            </p:cNvPr>
            <p:cNvSpPr>
              <a:spLocks noChangeShapeType="1"/>
            </p:cNvSpPr>
            <p:nvPr/>
          </p:nvSpPr>
          <p:spPr bwMode="auto">
            <a:xfrm>
              <a:off x="4067" y="1514"/>
              <a:ext cx="0" cy="2169"/>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43">
              <a:extLst>
                <a:ext uri="{FF2B5EF4-FFF2-40B4-BE49-F238E27FC236}">
                  <a16:creationId xmlns:a16="http://schemas.microsoft.com/office/drawing/2014/main" id="{881E8D6F-2946-4312-A101-1DCFE35EBA65}"/>
                </a:ext>
              </a:extLst>
            </p:cNvPr>
            <p:cNvSpPr>
              <a:spLocks noChangeShapeType="1"/>
            </p:cNvSpPr>
            <p:nvPr/>
          </p:nvSpPr>
          <p:spPr bwMode="auto">
            <a:xfrm>
              <a:off x="4620" y="1502"/>
              <a:ext cx="0" cy="2169"/>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44">
              <a:extLst>
                <a:ext uri="{FF2B5EF4-FFF2-40B4-BE49-F238E27FC236}">
                  <a16:creationId xmlns:a16="http://schemas.microsoft.com/office/drawing/2014/main" id="{9AD3577E-7EC0-47B9-9263-4A45E86C426D}"/>
                </a:ext>
              </a:extLst>
            </p:cNvPr>
            <p:cNvSpPr>
              <a:spLocks noChangeShapeType="1"/>
            </p:cNvSpPr>
            <p:nvPr/>
          </p:nvSpPr>
          <p:spPr bwMode="auto">
            <a:xfrm>
              <a:off x="3004" y="1965"/>
              <a:ext cx="0" cy="169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45">
              <a:extLst>
                <a:ext uri="{FF2B5EF4-FFF2-40B4-BE49-F238E27FC236}">
                  <a16:creationId xmlns:a16="http://schemas.microsoft.com/office/drawing/2014/main" id="{6FB36230-0A5B-48C7-AA9F-30E711FDC737}"/>
                </a:ext>
              </a:extLst>
            </p:cNvPr>
            <p:cNvSpPr>
              <a:spLocks noChangeShapeType="1"/>
            </p:cNvSpPr>
            <p:nvPr/>
          </p:nvSpPr>
          <p:spPr bwMode="auto">
            <a:xfrm>
              <a:off x="3208" y="1976"/>
              <a:ext cx="0" cy="169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46">
              <a:extLst>
                <a:ext uri="{FF2B5EF4-FFF2-40B4-BE49-F238E27FC236}">
                  <a16:creationId xmlns:a16="http://schemas.microsoft.com/office/drawing/2014/main" id="{F4BC4331-E295-4C81-AC2C-6742C8BC9BCE}"/>
                </a:ext>
              </a:extLst>
            </p:cNvPr>
            <p:cNvSpPr>
              <a:spLocks noChangeShapeType="1"/>
            </p:cNvSpPr>
            <p:nvPr/>
          </p:nvSpPr>
          <p:spPr bwMode="auto">
            <a:xfrm>
              <a:off x="4235" y="1976"/>
              <a:ext cx="0" cy="169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47">
              <a:extLst>
                <a:ext uri="{FF2B5EF4-FFF2-40B4-BE49-F238E27FC236}">
                  <a16:creationId xmlns:a16="http://schemas.microsoft.com/office/drawing/2014/main" id="{83B3E2E2-FC53-4CBE-BE26-C6DE13BDB83D}"/>
                </a:ext>
              </a:extLst>
            </p:cNvPr>
            <p:cNvSpPr>
              <a:spLocks noChangeShapeType="1"/>
            </p:cNvSpPr>
            <p:nvPr/>
          </p:nvSpPr>
          <p:spPr bwMode="auto">
            <a:xfrm>
              <a:off x="4427" y="1965"/>
              <a:ext cx="0" cy="169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8" name="Group 48">
            <a:extLst>
              <a:ext uri="{FF2B5EF4-FFF2-40B4-BE49-F238E27FC236}">
                <a16:creationId xmlns:a16="http://schemas.microsoft.com/office/drawing/2014/main" id="{92B757C6-7EFA-4A57-9379-04E35CF01E1D}"/>
              </a:ext>
            </a:extLst>
          </p:cNvPr>
          <p:cNvGrpSpPr>
            <a:grpSpLocks/>
          </p:cNvGrpSpPr>
          <p:nvPr/>
        </p:nvGrpSpPr>
        <p:grpSpPr bwMode="auto">
          <a:xfrm>
            <a:off x="3586163" y="1460324"/>
            <a:ext cx="4859337" cy="2168525"/>
            <a:chOff x="2078" y="1197"/>
            <a:chExt cx="3061" cy="1366"/>
          </a:xfrm>
        </p:grpSpPr>
        <p:sp>
          <p:nvSpPr>
            <p:cNvPr id="19" name="Freeform 49">
              <a:extLst>
                <a:ext uri="{FF2B5EF4-FFF2-40B4-BE49-F238E27FC236}">
                  <a16:creationId xmlns:a16="http://schemas.microsoft.com/office/drawing/2014/main" id="{2DA93D22-7246-4A30-8D77-30F90D87BA99}"/>
                </a:ext>
              </a:extLst>
            </p:cNvPr>
            <p:cNvSpPr>
              <a:spLocks/>
            </p:cNvSpPr>
            <p:nvPr/>
          </p:nvSpPr>
          <p:spPr bwMode="auto">
            <a:xfrm>
              <a:off x="2462" y="1197"/>
              <a:ext cx="2677" cy="305"/>
            </a:xfrm>
            <a:custGeom>
              <a:avLst/>
              <a:gdLst>
                <a:gd name="T0" fmla="*/ 0 w 2677"/>
                <a:gd name="T1" fmla="*/ 305 h 305"/>
                <a:gd name="T2" fmla="*/ 452 w 2677"/>
                <a:gd name="T3" fmla="*/ 305 h 305"/>
                <a:gd name="T4" fmla="*/ 452 w 2677"/>
                <a:gd name="T5" fmla="*/ 0 h 305"/>
                <a:gd name="T6" fmla="*/ 1017 w 2677"/>
                <a:gd name="T7" fmla="*/ 0 h 305"/>
                <a:gd name="T8" fmla="*/ 1017 w 2677"/>
                <a:gd name="T9" fmla="*/ 305 h 305"/>
                <a:gd name="T10" fmla="*/ 1615 w 2677"/>
                <a:gd name="T11" fmla="*/ 305 h 305"/>
                <a:gd name="T12" fmla="*/ 1615 w 2677"/>
                <a:gd name="T13" fmla="*/ 0 h 305"/>
                <a:gd name="T14" fmla="*/ 2157 w 2677"/>
                <a:gd name="T15" fmla="*/ 0 h 305"/>
                <a:gd name="T16" fmla="*/ 2157 w 2677"/>
                <a:gd name="T17" fmla="*/ 305 h 305"/>
                <a:gd name="T18" fmla="*/ 2677 w 2677"/>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77" h="305">
                  <a:moveTo>
                    <a:pt x="0" y="305"/>
                  </a:moveTo>
                  <a:lnTo>
                    <a:pt x="452" y="305"/>
                  </a:lnTo>
                  <a:lnTo>
                    <a:pt x="452" y="0"/>
                  </a:lnTo>
                  <a:lnTo>
                    <a:pt x="1017" y="0"/>
                  </a:lnTo>
                  <a:lnTo>
                    <a:pt x="1017" y="305"/>
                  </a:lnTo>
                  <a:lnTo>
                    <a:pt x="1615" y="305"/>
                  </a:lnTo>
                  <a:lnTo>
                    <a:pt x="1615" y="0"/>
                  </a:lnTo>
                  <a:lnTo>
                    <a:pt x="2157" y="0"/>
                  </a:lnTo>
                  <a:lnTo>
                    <a:pt x="2157" y="305"/>
                  </a:lnTo>
                  <a:lnTo>
                    <a:pt x="267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Freeform 50">
              <a:extLst>
                <a:ext uri="{FF2B5EF4-FFF2-40B4-BE49-F238E27FC236}">
                  <a16:creationId xmlns:a16="http://schemas.microsoft.com/office/drawing/2014/main" id="{F987F57F-21A7-49F7-81D6-E557589D6C1D}"/>
                </a:ext>
              </a:extLst>
            </p:cNvPr>
            <p:cNvSpPr>
              <a:spLocks/>
            </p:cNvSpPr>
            <p:nvPr/>
          </p:nvSpPr>
          <p:spPr bwMode="auto">
            <a:xfrm>
              <a:off x="2462" y="1672"/>
              <a:ext cx="2677" cy="304"/>
            </a:xfrm>
            <a:custGeom>
              <a:avLst/>
              <a:gdLst>
                <a:gd name="T0" fmla="*/ 0 w 2677"/>
                <a:gd name="T1" fmla="*/ 304 h 304"/>
                <a:gd name="T2" fmla="*/ 215 w 2677"/>
                <a:gd name="T3" fmla="*/ 304 h 304"/>
                <a:gd name="T4" fmla="*/ 215 w 2677"/>
                <a:gd name="T5" fmla="*/ 0 h 304"/>
                <a:gd name="T6" fmla="*/ 554 w 2677"/>
                <a:gd name="T7" fmla="*/ 0 h 304"/>
                <a:gd name="T8" fmla="*/ 554 w 2677"/>
                <a:gd name="T9" fmla="*/ 304 h 304"/>
                <a:gd name="T10" fmla="*/ 757 w 2677"/>
                <a:gd name="T11" fmla="*/ 304 h 304"/>
                <a:gd name="T12" fmla="*/ 757 w 2677"/>
                <a:gd name="T13" fmla="*/ 0 h 304"/>
                <a:gd name="T14" fmla="*/ 1254 w 2677"/>
                <a:gd name="T15" fmla="*/ 0 h 304"/>
                <a:gd name="T16" fmla="*/ 1254 w 2677"/>
                <a:gd name="T17" fmla="*/ 304 h 304"/>
                <a:gd name="T18" fmla="*/ 1773 w 2677"/>
                <a:gd name="T19" fmla="*/ 304 h 304"/>
                <a:gd name="T20" fmla="*/ 1773 w 2677"/>
                <a:gd name="T21" fmla="*/ 0 h 304"/>
                <a:gd name="T22" fmla="*/ 1977 w 2677"/>
                <a:gd name="T23" fmla="*/ 0 h 304"/>
                <a:gd name="T24" fmla="*/ 1977 w 2677"/>
                <a:gd name="T25" fmla="*/ 304 h 304"/>
                <a:gd name="T26" fmla="*/ 2677 w 2677"/>
                <a:gd name="T27" fmla="*/ 304 h 3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77" h="304">
                  <a:moveTo>
                    <a:pt x="0" y="304"/>
                  </a:moveTo>
                  <a:lnTo>
                    <a:pt x="215" y="304"/>
                  </a:lnTo>
                  <a:lnTo>
                    <a:pt x="215" y="0"/>
                  </a:lnTo>
                  <a:lnTo>
                    <a:pt x="554" y="0"/>
                  </a:lnTo>
                  <a:lnTo>
                    <a:pt x="554" y="304"/>
                  </a:lnTo>
                  <a:lnTo>
                    <a:pt x="757" y="304"/>
                  </a:lnTo>
                  <a:lnTo>
                    <a:pt x="757" y="0"/>
                  </a:lnTo>
                  <a:lnTo>
                    <a:pt x="1254" y="0"/>
                  </a:lnTo>
                  <a:lnTo>
                    <a:pt x="1254" y="304"/>
                  </a:lnTo>
                  <a:lnTo>
                    <a:pt x="1773" y="304"/>
                  </a:lnTo>
                  <a:lnTo>
                    <a:pt x="1773" y="0"/>
                  </a:lnTo>
                  <a:lnTo>
                    <a:pt x="1977" y="0"/>
                  </a:lnTo>
                  <a:lnTo>
                    <a:pt x="1977" y="304"/>
                  </a:lnTo>
                  <a:lnTo>
                    <a:pt x="2677" y="30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Freeform 51">
              <a:extLst>
                <a:ext uri="{FF2B5EF4-FFF2-40B4-BE49-F238E27FC236}">
                  <a16:creationId xmlns:a16="http://schemas.microsoft.com/office/drawing/2014/main" id="{99DAB1D6-E180-420F-B21A-C5C177858317}"/>
                </a:ext>
              </a:extLst>
            </p:cNvPr>
            <p:cNvSpPr>
              <a:spLocks/>
            </p:cNvSpPr>
            <p:nvPr/>
          </p:nvSpPr>
          <p:spPr bwMode="auto">
            <a:xfrm>
              <a:off x="2462" y="2123"/>
              <a:ext cx="2677" cy="305"/>
            </a:xfrm>
            <a:custGeom>
              <a:avLst/>
              <a:gdLst>
                <a:gd name="T0" fmla="*/ 0 w 2677"/>
                <a:gd name="T1" fmla="*/ 305 h 305"/>
                <a:gd name="T2" fmla="*/ 542 w 2677"/>
                <a:gd name="T3" fmla="*/ 305 h 305"/>
                <a:gd name="T4" fmla="*/ 542 w 2677"/>
                <a:gd name="T5" fmla="*/ 0 h 305"/>
                <a:gd name="T6" fmla="*/ 746 w 2677"/>
                <a:gd name="T7" fmla="*/ 0 h 305"/>
                <a:gd name="T8" fmla="*/ 746 w 2677"/>
                <a:gd name="T9" fmla="*/ 305 h 305"/>
                <a:gd name="T10" fmla="*/ 1434 w 2677"/>
                <a:gd name="T11" fmla="*/ 305 h 305"/>
                <a:gd name="T12" fmla="*/ 1434 w 2677"/>
                <a:gd name="T13" fmla="*/ 0 h 305"/>
                <a:gd name="T14" fmla="*/ 1773 w 2677"/>
                <a:gd name="T15" fmla="*/ 0 h 305"/>
                <a:gd name="T16" fmla="*/ 1773 w 2677"/>
                <a:gd name="T17" fmla="*/ 305 h 305"/>
                <a:gd name="T18" fmla="*/ 1965 w 2677"/>
                <a:gd name="T19" fmla="*/ 305 h 305"/>
                <a:gd name="T20" fmla="*/ 1965 w 2677"/>
                <a:gd name="T21" fmla="*/ 0 h 305"/>
                <a:gd name="T22" fmla="*/ 2417 w 2677"/>
                <a:gd name="T23" fmla="*/ 0 h 305"/>
                <a:gd name="T24" fmla="*/ 2417 w 2677"/>
                <a:gd name="T25" fmla="*/ 305 h 305"/>
                <a:gd name="T26" fmla="*/ 2677 w 2677"/>
                <a:gd name="T27" fmla="*/ 305 h 3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77" h="305">
                  <a:moveTo>
                    <a:pt x="0" y="305"/>
                  </a:moveTo>
                  <a:lnTo>
                    <a:pt x="542" y="305"/>
                  </a:lnTo>
                  <a:lnTo>
                    <a:pt x="542" y="0"/>
                  </a:lnTo>
                  <a:lnTo>
                    <a:pt x="746" y="0"/>
                  </a:lnTo>
                  <a:lnTo>
                    <a:pt x="746" y="305"/>
                  </a:lnTo>
                  <a:lnTo>
                    <a:pt x="1434" y="305"/>
                  </a:lnTo>
                  <a:lnTo>
                    <a:pt x="1434" y="0"/>
                  </a:lnTo>
                  <a:lnTo>
                    <a:pt x="1773" y="0"/>
                  </a:lnTo>
                  <a:lnTo>
                    <a:pt x="1773" y="305"/>
                  </a:lnTo>
                  <a:lnTo>
                    <a:pt x="1965" y="305"/>
                  </a:lnTo>
                  <a:lnTo>
                    <a:pt x="1965" y="0"/>
                  </a:lnTo>
                  <a:lnTo>
                    <a:pt x="2417" y="0"/>
                  </a:lnTo>
                  <a:lnTo>
                    <a:pt x="2417" y="305"/>
                  </a:lnTo>
                  <a:lnTo>
                    <a:pt x="267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Text Box 52">
              <a:extLst>
                <a:ext uri="{FF2B5EF4-FFF2-40B4-BE49-F238E27FC236}">
                  <a16:creationId xmlns:a16="http://schemas.microsoft.com/office/drawing/2014/main" id="{179041D8-0DA1-43FA-A0A7-F8BF4DDB1C70}"/>
                </a:ext>
              </a:extLst>
            </p:cNvPr>
            <p:cNvSpPr txBox="1">
              <a:spLocks noChangeArrowheads="1"/>
            </p:cNvSpPr>
            <p:nvPr/>
          </p:nvSpPr>
          <p:spPr bwMode="auto">
            <a:xfrm>
              <a:off x="2078" y="1287"/>
              <a:ext cx="46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23" name="Text Box 53">
              <a:extLst>
                <a:ext uri="{FF2B5EF4-FFF2-40B4-BE49-F238E27FC236}">
                  <a16:creationId xmlns:a16="http://schemas.microsoft.com/office/drawing/2014/main" id="{3B3D1932-358D-45AB-878B-7F629723F14B}"/>
                </a:ext>
              </a:extLst>
            </p:cNvPr>
            <p:cNvSpPr txBox="1">
              <a:spLocks noChangeArrowheads="1"/>
            </p:cNvSpPr>
            <p:nvPr/>
          </p:nvSpPr>
          <p:spPr bwMode="auto">
            <a:xfrm>
              <a:off x="2202" y="1795"/>
              <a:ext cx="29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24" name="Text Box 54">
              <a:extLst>
                <a:ext uri="{FF2B5EF4-FFF2-40B4-BE49-F238E27FC236}">
                  <a16:creationId xmlns:a16="http://schemas.microsoft.com/office/drawing/2014/main" id="{355F9B07-5D07-49EA-8E11-FCFCCE143682}"/>
                </a:ext>
              </a:extLst>
            </p:cNvPr>
            <p:cNvSpPr txBox="1">
              <a:spLocks noChangeArrowheads="1"/>
            </p:cNvSpPr>
            <p:nvPr/>
          </p:nvSpPr>
          <p:spPr bwMode="auto">
            <a:xfrm>
              <a:off x="2191" y="2236"/>
              <a:ext cx="29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grpSp>
        <p:nvGrpSpPr>
          <p:cNvPr id="25" name="Group 55">
            <a:extLst>
              <a:ext uri="{FF2B5EF4-FFF2-40B4-BE49-F238E27FC236}">
                <a16:creationId xmlns:a16="http://schemas.microsoft.com/office/drawing/2014/main" id="{E9F3DC20-B4B5-4FA1-ADD8-A4BC7A09AA0F}"/>
              </a:ext>
            </a:extLst>
          </p:cNvPr>
          <p:cNvGrpSpPr>
            <a:grpSpLocks/>
          </p:cNvGrpSpPr>
          <p:nvPr/>
        </p:nvGrpSpPr>
        <p:grpSpPr bwMode="auto">
          <a:xfrm>
            <a:off x="3354388" y="3665361"/>
            <a:ext cx="5091112" cy="555625"/>
            <a:chOff x="1932" y="2586"/>
            <a:chExt cx="3207" cy="350"/>
          </a:xfrm>
        </p:grpSpPr>
        <p:sp>
          <p:nvSpPr>
            <p:cNvPr id="26" name="Freeform 56">
              <a:extLst>
                <a:ext uri="{FF2B5EF4-FFF2-40B4-BE49-F238E27FC236}">
                  <a16:creationId xmlns:a16="http://schemas.microsoft.com/office/drawing/2014/main" id="{839011CC-C291-4DCB-BD9A-4849D751C4CE}"/>
                </a:ext>
              </a:extLst>
            </p:cNvPr>
            <p:cNvSpPr>
              <a:spLocks/>
            </p:cNvSpPr>
            <p:nvPr/>
          </p:nvSpPr>
          <p:spPr bwMode="auto">
            <a:xfrm>
              <a:off x="2462" y="2586"/>
              <a:ext cx="2677" cy="305"/>
            </a:xfrm>
            <a:custGeom>
              <a:avLst/>
              <a:gdLst>
                <a:gd name="T0" fmla="*/ 0 w 2677"/>
                <a:gd name="T1" fmla="*/ 305 h 305"/>
                <a:gd name="T2" fmla="*/ 441 w 2677"/>
                <a:gd name="T3" fmla="*/ 305 h 305"/>
                <a:gd name="T4" fmla="*/ 441 w 2677"/>
                <a:gd name="T5" fmla="*/ 0 h 305"/>
                <a:gd name="T6" fmla="*/ 542 w 2677"/>
                <a:gd name="T7" fmla="*/ 0 h 305"/>
                <a:gd name="T8" fmla="*/ 542 w 2677"/>
                <a:gd name="T9" fmla="*/ 305 h 305"/>
                <a:gd name="T10" fmla="*/ 746 w 2677"/>
                <a:gd name="T11" fmla="*/ 305 h 305"/>
                <a:gd name="T12" fmla="*/ 746 w 2677"/>
                <a:gd name="T13" fmla="*/ 0 h 305"/>
                <a:gd name="T14" fmla="*/ 1604 w 2677"/>
                <a:gd name="T15" fmla="*/ 0 h 305"/>
                <a:gd name="T16" fmla="*/ 1604 w 2677"/>
                <a:gd name="T17" fmla="*/ 305 h 305"/>
                <a:gd name="T18" fmla="*/ 1773 w 2677"/>
                <a:gd name="T19" fmla="*/ 305 h 305"/>
                <a:gd name="T20" fmla="*/ 1773 w 2677"/>
                <a:gd name="T21" fmla="*/ 0 h 305"/>
                <a:gd name="T22" fmla="*/ 1965 w 2677"/>
                <a:gd name="T23" fmla="*/ 0 h 305"/>
                <a:gd name="T24" fmla="*/ 1965 w 2677"/>
                <a:gd name="T25" fmla="*/ 305 h 305"/>
                <a:gd name="T26" fmla="*/ 2677 w 2677"/>
                <a:gd name="T27" fmla="*/ 305 h 3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77" h="305">
                  <a:moveTo>
                    <a:pt x="0" y="305"/>
                  </a:moveTo>
                  <a:lnTo>
                    <a:pt x="441" y="305"/>
                  </a:lnTo>
                  <a:lnTo>
                    <a:pt x="441" y="0"/>
                  </a:lnTo>
                  <a:lnTo>
                    <a:pt x="542" y="0"/>
                  </a:lnTo>
                  <a:lnTo>
                    <a:pt x="542" y="305"/>
                  </a:lnTo>
                  <a:lnTo>
                    <a:pt x="746" y="305"/>
                  </a:lnTo>
                  <a:lnTo>
                    <a:pt x="746" y="0"/>
                  </a:lnTo>
                  <a:lnTo>
                    <a:pt x="1604" y="0"/>
                  </a:lnTo>
                  <a:lnTo>
                    <a:pt x="1604" y="305"/>
                  </a:lnTo>
                  <a:lnTo>
                    <a:pt x="1773" y="305"/>
                  </a:lnTo>
                  <a:lnTo>
                    <a:pt x="1773" y="0"/>
                  </a:lnTo>
                  <a:lnTo>
                    <a:pt x="1965" y="0"/>
                  </a:lnTo>
                  <a:lnTo>
                    <a:pt x="1965" y="305"/>
                  </a:lnTo>
                  <a:lnTo>
                    <a:pt x="267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Text Box 57">
              <a:extLst>
                <a:ext uri="{FF2B5EF4-FFF2-40B4-BE49-F238E27FC236}">
                  <a16:creationId xmlns:a16="http://schemas.microsoft.com/office/drawing/2014/main" id="{41A03447-F173-48F8-9978-E0A1DD00C0C8}"/>
                </a:ext>
              </a:extLst>
            </p:cNvPr>
            <p:cNvSpPr txBox="1">
              <a:spLocks noChangeArrowheads="1"/>
            </p:cNvSpPr>
            <p:nvPr/>
          </p:nvSpPr>
          <p:spPr bwMode="auto">
            <a:xfrm>
              <a:off x="1932" y="2609"/>
              <a:ext cx="8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28" name="Group 58">
            <a:extLst>
              <a:ext uri="{FF2B5EF4-FFF2-40B4-BE49-F238E27FC236}">
                <a16:creationId xmlns:a16="http://schemas.microsoft.com/office/drawing/2014/main" id="{C7AF564E-DEB4-4FCF-A18C-1A31A0E3C543}"/>
              </a:ext>
            </a:extLst>
          </p:cNvPr>
          <p:cNvGrpSpPr>
            <a:grpSpLocks/>
          </p:cNvGrpSpPr>
          <p:nvPr/>
        </p:nvGrpSpPr>
        <p:grpSpPr bwMode="auto">
          <a:xfrm>
            <a:off x="3478213" y="4400374"/>
            <a:ext cx="4967287" cy="592137"/>
            <a:chOff x="2010" y="3049"/>
            <a:chExt cx="3129" cy="373"/>
          </a:xfrm>
        </p:grpSpPr>
        <p:sp>
          <p:nvSpPr>
            <p:cNvPr id="29" name="Freeform 59">
              <a:extLst>
                <a:ext uri="{FF2B5EF4-FFF2-40B4-BE49-F238E27FC236}">
                  <a16:creationId xmlns:a16="http://schemas.microsoft.com/office/drawing/2014/main" id="{6CEDC2AA-CC71-4CF6-B1CA-1AD2C38AD3D3}"/>
                </a:ext>
              </a:extLst>
            </p:cNvPr>
            <p:cNvSpPr>
              <a:spLocks/>
            </p:cNvSpPr>
            <p:nvPr/>
          </p:nvSpPr>
          <p:spPr bwMode="auto">
            <a:xfrm>
              <a:off x="2462" y="3049"/>
              <a:ext cx="2677" cy="305"/>
            </a:xfrm>
            <a:custGeom>
              <a:avLst/>
              <a:gdLst>
                <a:gd name="T0" fmla="*/ 0 w 2677"/>
                <a:gd name="T1" fmla="*/ 305 h 305"/>
                <a:gd name="T2" fmla="*/ 1017 w 2677"/>
                <a:gd name="T3" fmla="*/ 305 h 305"/>
                <a:gd name="T4" fmla="*/ 1017 w 2677"/>
                <a:gd name="T5" fmla="*/ 0 h 305"/>
                <a:gd name="T6" fmla="*/ 2157 w 2677"/>
                <a:gd name="T7" fmla="*/ 0 h 305"/>
                <a:gd name="T8" fmla="*/ 2157 w 2677"/>
                <a:gd name="T9" fmla="*/ 305 h 305"/>
                <a:gd name="T10" fmla="*/ 2677 w 2677"/>
                <a:gd name="T11" fmla="*/ 305 h 3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77" h="305">
                  <a:moveTo>
                    <a:pt x="0" y="305"/>
                  </a:moveTo>
                  <a:lnTo>
                    <a:pt x="1017" y="305"/>
                  </a:lnTo>
                  <a:lnTo>
                    <a:pt x="1017" y="0"/>
                  </a:lnTo>
                  <a:lnTo>
                    <a:pt x="2157" y="0"/>
                  </a:lnTo>
                  <a:lnTo>
                    <a:pt x="2157" y="305"/>
                  </a:lnTo>
                  <a:lnTo>
                    <a:pt x="267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Text Box 60">
              <a:extLst>
                <a:ext uri="{FF2B5EF4-FFF2-40B4-BE49-F238E27FC236}">
                  <a16:creationId xmlns:a16="http://schemas.microsoft.com/office/drawing/2014/main" id="{2B44C64E-64F5-4B9C-B1AF-9FBBC6AE7D26}"/>
                </a:ext>
              </a:extLst>
            </p:cNvPr>
            <p:cNvSpPr txBox="1">
              <a:spLocks noChangeArrowheads="1"/>
            </p:cNvSpPr>
            <p:nvPr/>
          </p:nvSpPr>
          <p:spPr bwMode="auto">
            <a:xfrm>
              <a:off x="2010" y="3095"/>
              <a:ext cx="59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p>
          </p:txBody>
        </p:sp>
      </p:grpSp>
      <p:grpSp>
        <p:nvGrpSpPr>
          <p:cNvPr id="69" name="组合 68"/>
          <p:cNvGrpSpPr/>
          <p:nvPr/>
        </p:nvGrpSpPr>
        <p:grpSpPr>
          <a:xfrm>
            <a:off x="255588" y="5183823"/>
            <a:ext cx="8713787" cy="1417637"/>
            <a:chOff x="255588" y="5199063"/>
            <a:chExt cx="8713787" cy="1417637"/>
          </a:xfrm>
        </p:grpSpPr>
        <p:sp>
          <p:nvSpPr>
            <p:cNvPr id="7" name="Rectangle 2">
              <a:extLst>
                <a:ext uri="{FF2B5EF4-FFF2-40B4-BE49-F238E27FC236}">
                  <a16:creationId xmlns:a16="http://schemas.microsoft.com/office/drawing/2014/main" id="{9B76479E-9C69-493F-A15E-2D61A4372C15}"/>
                </a:ext>
              </a:extLst>
            </p:cNvPr>
            <p:cNvSpPr>
              <a:spLocks noChangeArrowheads="1"/>
            </p:cNvSpPr>
            <p:nvPr/>
          </p:nvSpPr>
          <p:spPr bwMode="auto">
            <a:xfrm>
              <a:off x="255588" y="5199063"/>
              <a:ext cx="8713787" cy="1417637"/>
            </a:xfrm>
            <a:prstGeom prst="rect">
              <a:avLst/>
            </a:prstGeom>
            <a:gradFill rotWithShape="0">
              <a:gsLst>
                <a:gs pos="0">
                  <a:srgbClr val="FFD5FF"/>
                </a:gs>
                <a:gs pos="50000">
                  <a:schemeClr val="bg1"/>
                </a:gs>
                <a:gs pos="100000">
                  <a:srgbClr val="FFD5FF"/>
                </a:gs>
              </a:gsLst>
              <a:lin ang="5400000" scaled="1"/>
            </a:gra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Text Box 61">
              <a:extLst>
                <a:ext uri="{FF2B5EF4-FFF2-40B4-BE49-F238E27FC236}">
                  <a16:creationId xmlns:a16="http://schemas.microsoft.com/office/drawing/2014/main" id="{BB233EA8-FBE5-4C9A-BEFC-AB0880388A04}"/>
                </a:ext>
              </a:extLst>
            </p:cNvPr>
            <p:cNvSpPr txBox="1">
              <a:spLocks noChangeArrowheads="1"/>
            </p:cNvSpPr>
            <p:nvPr/>
          </p:nvSpPr>
          <p:spPr bwMode="auto">
            <a:xfrm>
              <a:off x="398463" y="5430838"/>
              <a:ext cx="8486775" cy="9461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主触发器在</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期间可以随</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SR</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的状态多次翻转，但从触发器只跟随</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从</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0</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时的主触发器状态。</a:t>
              </a:r>
            </a:p>
          </p:txBody>
        </p:sp>
      </p:grpSp>
      <p:grpSp>
        <p:nvGrpSpPr>
          <p:cNvPr id="32" name="Group 65">
            <a:extLst>
              <a:ext uri="{FF2B5EF4-FFF2-40B4-BE49-F238E27FC236}">
                <a16:creationId xmlns:a16="http://schemas.microsoft.com/office/drawing/2014/main" id="{DCFBD33F-790E-4674-AAC3-96693F317F86}"/>
              </a:ext>
            </a:extLst>
          </p:cNvPr>
          <p:cNvGrpSpPr>
            <a:grpSpLocks/>
          </p:cNvGrpSpPr>
          <p:nvPr/>
        </p:nvGrpSpPr>
        <p:grpSpPr bwMode="auto">
          <a:xfrm>
            <a:off x="571500" y="1480961"/>
            <a:ext cx="2362200" cy="3509963"/>
            <a:chOff x="360" y="826"/>
            <a:chExt cx="1488" cy="2211"/>
          </a:xfrm>
        </p:grpSpPr>
        <p:grpSp>
          <p:nvGrpSpPr>
            <p:cNvPr id="33" name="Group 4">
              <a:extLst>
                <a:ext uri="{FF2B5EF4-FFF2-40B4-BE49-F238E27FC236}">
                  <a16:creationId xmlns:a16="http://schemas.microsoft.com/office/drawing/2014/main" id="{36715C01-FF66-4215-B657-879084E618C3}"/>
                </a:ext>
              </a:extLst>
            </p:cNvPr>
            <p:cNvGrpSpPr>
              <a:grpSpLocks/>
            </p:cNvGrpSpPr>
            <p:nvPr/>
          </p:nvGrpSpPr>
          <p:grpSpPr bwMode="auto">
            <a:xfrm>
              <a:off x="360" y="826"/>
              <a:ext cx="1488" cy="2211"/>
              <a:chOff x="3578" y="184"/>
              <a:chExt cx="1488" cy="2211"/>
            </a:xfrm>
          </p:grpSpPr>
          <p:sp>
            <p:nvSpPr>
              <p:cNvPr id="35" name="Rectangle 5">
                <a:extLst>
                  <a:ext uri="{FF2B5EF4-FFF2-40B4-BE49-F238E27FC236}">
                    <a16:creationId xmlns:a16="http://schemas.microsoft.com/office/drawing/2014/main" id="{C19DD790-FC33-462B-981A-113D64D7FBA6}"/>
                  </a:ext>
                </a:extLst>
              </p:cNvPr>
              <p:cNvSpPr>
                <a:spLocks noChangeArrowheads="1"/>
              </p:cNvSpPr>
              <p:nvPr/>
            </p:nvSpPr>
            <p:spPr bwMode="auto">
              <a:xfrm>
                <a:off x="3722" y="616"/>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6" name="Line 6">
                <a:extLst>
                  <a:ext uri="{FF2B5EF4-FFF2-40B4-BE49-F238E27FC236}">
                    <a16:creationId xmlns:a16="http://schemas.microsoft.com/office/drawing/2014/main" id="{D0D7A08A-2C12-481D-B7A1-5579999ECB1F}"/>
                  </a:ext>
                </a:extLst>
              </p:cNvPr>
              <p:cNvSpPr>
                <a:spLocks noChangeShapeType="1"/>
              </p:cNvSpPr>
              <p:nvPr/>
            </p:nvSpPr>
            <p:spPr bwMode="auto">
              <a:xfrm flipH="1">
                <a:off x="4106" y="1960"/>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Oval 7">
                <a:extLst>
                  <a:ext uri="{FF2B5EF4-FFF2-40B4-BE49-F238E27FC236}">
                    <a16:creationId xmlns:a16="http://schemas.microsoft.com/office/drawing/2014/main" id="{CFAE9E70-218E-42AA-A257-514AAC601EDA}"/>
                  </a:ext>
                </a:extLst>
              </p:cNvPr>
              <p:cNvSpPr>
                <a:spLocks noChangeArrowheads="1"/>
              </p:cNvSpPr>
              <p:nvPr/>
            </p:nvSpPr>
            <p:spPr bwMode="auto">
              <a:xfrm>
                <a:off x="4298" y="55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Line 8">
                <a:extLst>
                  <a:ext uri="{FF2B5EF4-FFF2-40B4-BE49-F238E27FC236}">
                    <a16:creationId xmlns:a16="http://schemas.microsoft.com/office/drawing/2014/main" id="{5764F048-D976-40EC-B461-3D9700780CCB}"/>
                  </a:ext>
                </a:extLst>
              </p:cNvPr>
              <p:cNvSpPr>
                <a:spLocks noChangeShapeType="1"/>
              </p:cNvSpPr>
              <p:nvPr/>
            </p:nvSpPr>
            <p:spPr bwMode="auto">
              <a:xfrm>
                <a:off x="3866" y="376"/>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9">
                <a:extLst>
                  <a:ext uri="{FF2B5EF4-FFF2-40B4-BE49-F238E27FC236}">
                    <a16:creationId xmlns:a16="http://schemas.microsoft.com/office/drawing/2014/main" id="{15262E2B-D5CD-4E39-B469-9FF811B65769}"/>
                  </a:ext>
                </a:extLst>
              </p:cNvPr>
              <p:cNvSpPr>
                <a:spLocks noChangeShapeType="1"/>
              </p:cNvSpPr>
              <p:nvPr/>
            </p:nvSpPr>
            <p:spPr bwMode="auto">
              <a:xfrm>
                <a:off x="4326" y="366"/>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Rectangle 10">
                <a:extLst>
                  <a:ext uri="{FF2B5EF4-FFF2-40B4-BE49-F238E27FC236}">
                    <a16:creationId xmlns:a16="http://schemas.microsoft.com/office/drawing/2014/main" id="{9091B122-312D-40F1-84F6-EA06CAD1FD21}"/>
                  </a:ext>
                </a:extLst>
              </p:cNvPr>
              <p:cNvSpPr>
                <a:spLocks noChangeArrowheads="1"/>
              </p:cNvSpPr>
              <p:nvPr/>
            </p:nvSpPr>
            <p:spPr bwMode="auto">
              <a:xfrm>
                <a:off x="3626"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41" name="Rectangle 11">
                <a:extLst>
                  <a:ext uri="{FF2B5EF4-FFF2-40B4-BE49-F238E27FC236}">
                    <a16:creationId xmlns:a16="http://schemas.microsoft.com/office/drawing/2014/main" id="{E9725669-D8EC-44E4-A94B-074044BDBB60}"/>
                  </a:ext>
                </a:extLst>
              </p:cNvPr>
              <p:cNvSpPr>
                <a:spLocks noChangeArrowheads="1"/>
              </p:cNvSpPr>
              <p:nvPr/>
            </p:nvSpPr>
            <p:spPr bwMode="auto">
              <a:xfrm>
                <a:off x="4298" y="18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42" name="Line 12">
                <a:extLst>
                  <a:ext uri="{FF2B5EF4-FFF2-40B4-BE49-F238E27FC236}">
                    <a16:creationId xmlns:a16="http://schemas.microsoft.com/office/drawing/2014/main" id="{F387F612-3AEF-4C8B-8F8A-88CC3D0A895C}"/>
                  </a:ext>
                </a:extLst>
              </p:cNvPr>
              <p:cNvSpPr>
                <a:spLocks noChangeShapeType="1"/>
              </p:cNvSpPr>
              <p:nvPr/>
            </p:nvSpPr>
            <p:spPr bwMode="auto">
              <a:xfrm>
                <a:off x="4379" y="23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Rectangle 13">
                <a:extLst>
                  <a:ext uri="{FF2B5EF4-FFF2-40B4-BE49-F238E27FC236}">
                    <a16:creationId xmlns:a16="http://schemas.microsoft.com/office/drawing/2014/main" id="{9567E214-2AA4-4951-9C83-786EDD5B8619}"/>
                  </a:ext>
                </a:extLst>
              </p:cNvPr>
              <p:cNvSpPr>
                <a:spLocks noChangeArrowheads="1"/>
              </p:cNvSpPr>
              <p:nvPr/>
            </p:nvSpPr>
            <p:spPr bwMode="auto">
              <a:xfrm>
                <a:off x="3722" y="808"/>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44" name="Rectangle 14">
                <a:extLst>
                  <a:ext uri="{FF2B5EF4-FFF2-40B4-BE49-F238E27FC236}">
                    <a16:creationId xmlns:a16="http://schemas.microsoft.com/office/drawing/2014/main" id="{224CD101-B074-441D-B5C7-E9FC5AC0EE01}"/>
                  </a:ext>
                </a:extLst>
              </p:cNvPr>
              <p:cNvSpPr>
                <a:spLocks noChangeArrowheads="1"/>
              </p:cNvSpPr>
              <p:nvPr/>
            </p:nvSpPr>
            <p:spPr bwMode="auto">
              <a:xfrm>
                <a:off x="4250" y="808"/>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45" name="Line 15">
                <a:extLst>
                  <a:ext uri="{FF2B5EF4-FFF2-40B4-BE49-F238E27FC236}">
                    <a16:creationId xmlns:a16="http://schemas.microsoft.com/office/drawing/2014/main" id="{3CB503B1-0D8B-429B-B03B-1EA09F464739}"/>
                  </a:ext>
                </a:extLst>
              </p:cNvPr>
              <p:cNvSpPr>
                <a:spLocks noChangeShapeType="1"/>
              </p:cNvSpPr>
              <p:nvPr/>
            </p:nvSpPr>
            <p:spPr bwMode="auto">
              <a:xfrm>
                <a:off x="4106" y="1048"/>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Rectangle 16">
                <a:extLst>
                  <a:ext uri="{FF2B5EF4-FFF2-40B4-BE49-F238E27FC236}">
                    <a16:creationId xmlns:a16="http://schemas.microsoft.com/office/drawing/2014/main" id="{107C4C04-FF4F-4585-B84A-14C98EE0EC1D}"/>
                  </a:ext>
                </a:extLst>
              </p:cNvPr>
              <p:cNvSpPr>
                <a:spLocks noChangeArrowheads="1"/>
              </p:cNvSpPr>
              <p:nvPr/>
            </p:nvSpPr>
            <p:spPr bwMode="auto">
              <a:xfrm>
                <a:off x="3892" y="808"/>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Rectangle 17">
                <a:extLst>
                  <a:ext uri="{FF2B5EF4-FFF2-40B4-BE49-F238E27FC236}">
                    <a16:creationId xmlns:a16="http://schemas.microsoft.com/office/drawing/2014/main" id="{12F9CF3C-EE19-4961-93D7-DA287BC58A2C}"/>
                  </a:ext>
                </a:extLst>
              </p:cNvPr>
              <p:cNvSpPr>
                <a:spLocks noChangeArrowheads="1"/>
              </p:cNvSpPr>
              <p:nvPr/>
            </p:nvSpPr>
            <p:spPr bwMode="auto">
              <a:xfrm>
                <a:off x="3722" y="1409"/>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48" name="Line 18">
                <a:extLst>
                  <a:ext uri="{FF2B5EF4-FFF2-40B4-BE49-F238E27FC236}">
                    <a16:creationId xmlns:a16="http://schemas.microsoft.com/office/drawing/2014/main" id="{DF676BB4-BA0F-4A80-9A28-6FB3737B9A6F}"/>
                  </a:ext>
                </a:extLst>
              </p:cNvPr>
              <p:cNvSpPr>
                <a:spLocks noChangeShapeType="1"/>
              </p:cNvSpPr>
              <p:nvPr/>
            </p:nvSpPr>
            <p:spPr bwMode="auto">
              <a:xfrm>
                <a:off x="3818"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19">
                <a:extLst>
                  <a:ext uri="{FF2B5EF4-FFF2-40B4-BE49-F238E27FC236}">
                    <a16:creationId xmlns:a16="http://schemas.microsoft.com/office/drawing/2014/main" id="{C13FBE0A-C997-464B-AC23-240EBAB0C443}"/>
                  </a:ext>
                </a:extLst>
              </p:cNvPr>
              <p:cNvSpPr>
                <a:spLocks noChangeShapeType="1"/>
              </p:cNvSpPr>
              <p:nvPr/>
            </p:nvSpPr>
            <p:spPr bwMode="auto">
              <a:xfrm>
                <a:off x="4394"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50" name="Group 20">
                <a:extLst>
                  <a:ext uri="{FF2B5EF4-FFF2-40B4-BE49-F238E27FC236}">
                    <a16:creationId xmlns:a16="http://schemas.microsoft.com/office/drawing/2014/main" id="{9822EA3F-FC95-4807-884B-C1E413FEDAD1}"/>
                  </a:ext>
                </a:extLst>
              </p:cNvPr>
              <p:cNvGrpSpPr>
                <a:grpSpLocks/>
              </p:cNvGrpSpPr>
              <p:nvPr/>
            </p:nvGrpSpPr>
            <p:grpSpPr bwMode="auto">
              <a:xfrm>
                <a:off x="4346" y="1048"/>
                <a:ext cx="48" cy="344"/>
                <a:chOff x="1248" y="2233"/>
                <a:chExt cx="48" cy="344"/>
              </a:xfrm>
            </p:grpSpPr>
            <p:sp>
              <p:nvSpPr>
                <p:cNvPr id="67" name="Line 21">
                  <a:extLst>
                    <a:ext uri="{FF2B5EF4-FFF2-40B4-BE49-F238E27FC236}">
                      <a16:creationId xmlns:a16="http://schemas.microsoft.com/office/drawing/2014/main" id="{4F93C6DD-5DB5-4477-B8D7-3E332D711DA9}"/>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Oval 22">
                  <a:extLst>
                    <a:ext uri="{FF2B5EF4-FFF2-40B4-BE49-F238E27FC236}">
                      <a16:creationId xmlns:a16="http://schemas.microsoft.com/office/drawing/2014/main" id="{DB57C6C4-6EDB-48B9-A8F8-7DCE068E2A90}"/>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51" name="Line 23">
                <a:extLst>
                  <a:ext uri="{FF2B5EF4-FFF2-40B4-BE49-F238E27FC236}">
                    <a16:creationId xmlns:a16="http://schemas.microsoft.com/office/drawing/2014/main" id="{5F9336BB-0E91-4040-9987-4F7E2608C455}"/>
                  </a:ext>
                </a:extLst>
              </p:cNvPr>
              <p:cNvSpPr>
                <a:spLocks noChangeShapeType="1"/>
              </p:cNvSpPr>
              <p:nvPr/>
            </p:nvSpPr>
            <p:spPr bwMode="auto">
              <a:xfrm>
                <a:off x="3866" y="105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Rectangle 24">
                <a:extLst>
                  <a:ext uri="{FF2B5EF4-FFF2-40B4-BE49-F238E27FC236}">
                    <a16:creationId xmlns:a16="http://schemas.microsoft.com/office/drawing/2014/main" id="{836E4AA5-3A5A-4679-9960-FD0EE5DB3C38}"/>
                  </a:ext>
                </a:extLst>
              </p:cNvPr>
              <p:cNvSpPr>
                <a:spLocks noChangeArrowheads="1"/>
              </p:cNvSpPr>
              <p:nvPr/>
            </p:nvSpPr>
            <p:spPr bwMode="auto">
              <a:xfrm>
                <a:off x="3578" y="2056"/>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53" name="Rectangle 25">
                <a:extLst>
                  <a:ext uri="{FF2B5EF4-FFF2-40B4-BE49-F238E27FC236}">
                    <a16:creationId xmlns:a16="http://schemas.microsoft.com/office/drawing/2014/main" id="{742B09D0-DD21-4655-B4A3-2EC2266EAD17}"/>
                  </a:ext>
                </a:extLst>
              </p:cNvPr>
              <p:cNvSpPr>
                <a:spLocks noChangeArrowheads="1"/>
              </p:cNvSpPr>
              <p:nvPr/>
            </p:nvSpPr>
            <p:spPr bwMode="auto">
              <a:xfrm>
                <a:off x="4394" y="2056"/>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54" name="Line 26">
                <a:extLst>
                  <a:ext uri="{FF2B5EF4-FFF2-40B4-BE49-F238E27FC236}">
                    <a16:creationId xmlns:a16="http://schemas.microsoft.com/office/drawing/2014/main" id="{D81CFEB3-F1B3-472F-97A1-F34E2DD19591}"/>
                  </a:ext>
                </a:extLst>
              </p:cNvPr>
              <p:cNvSpPr>
                <a:spLocks noChangeShapeType="1"/>
              </p:cNvSpPr>
              <p:nvPr/>
            </p:nvSpPr>
            <p:spPr bwMode="auto">
              <a:xfrm>
                <a:off x="4874" y="1672"/>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Line 27">
                <a:extLst>
                  <a:ext uri="{FF2B5EF4-FFF2-40B4-BE49-F238E27FC236}">
                    <a16:creationId xmlns:a16="http://schemas.microsoft.com/office/drawing/2014/main" id="{69E960B1-37B7-4B6D-8577-B83336529649}"/>
                  </a:ext>
                </a:extLst>
              </p:cNvPr>
              <p:cNvSpPr>
                <a:spLocks noChangeShapeType="1"/>
              </p:cNvSpPr>
              <p:nvPr/>
            </p:nvSpPr>
            <p:spPr bwMode="auto">
              <a:xfrm>
                <a:off x="4106" y="1854"/>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Rectangle 28">
                <a:extLst>
                  <a:ext uri="{FF2B5EF4-FFF2-40B4-BE49-F238E27FC236}">
                    <a16:creationId xmlns:a16="http://schemas.microsoft.com/office/drawing/2014/main" id="{7296D80F-AF89-44CD-9C65-2D2FCCF14610}"/>
                  </a:ext>
                </a:extLst>
              </p:cNvPr>
              <p:cNvSpPr>
                <a:spLocks noChangeArrowheads="1"/>
              </p:cNvSpPr>
              <p:nvPr/>
            </p:nvSpPr>
            <p:spPr bwMode="auto">
              <a:xfrm>
                <a:off x="3962" y="2104"/>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57" name="Rectangle 29">
                <a:extLst>
                  <a:ext uri="{FF2B5EF4-FFF2-40B4-BE49-F238E27FC236}">
                    <a16:creationId xmlns:a16="http://schemas.microsoft.com/office/drawing/2014/main" id="{87F73232-6874-4D85-B0DD-66616E45BD08}"/>
                  </a:ext>
                </a:extLst>
              </p:cNvPr>
              <p:cNvSpPr>
                <a:spLocks noChangeArrowheads="1"/>
              </p:cNvSpPr>
              <p:nvPr/>
            </p:nvSpPr>
            <p:spPr bwMode="auto">
              <a:xfrm>
                <a:off x="4682" y="1432"/>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Oval 30">
                <a:extLst>
                  <a:ext uri="{FF2B5EF4-FFF2-40B4-BE49-F238E27FC236}">
                    <a16:creationId xmlns:a16="http://schemas.microsoft.com/office/drawing/2014/main" id="{C0D48FFB-4ABE-4659-AD56-899E1E242880}"/>
                  </a:ext>
                </a:extLst>
              </p:cNvPr>
              <p:cNvSpPr>
                <a:spLocks noChangeArrowheads="1"/>
              </p:cNvSpPr>
              <p:nvPr/>
            </p:nvSpPr>
            <p:spPr bwMode="auto">
              <a:xfrm>
                <a:off x="4851" y="138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Line 31">
                <a:extLst>
                  <a:ext uri="{FF2B5EF4-FFF2-40B4-BE49-F238E27FC236}">
                    <a16:creationId xmlns:a16="http://schemas.microsoft.com/office/drawing/2014/main" id="{8210D261-7661-4559-BEE0-06C0B80CA8D8}"/>
                  </a:ext>
                </a:extLst>
              </p:cNvPr>
              <p:cNvSpPr>
                <a:spLocks noChangeShapeType="1"/>
              </p:cNvSpPr>
              <p:nvPr/>
            </p:nvSpPr>
            <p:spPr bwMode="auto">
              <a:xfrm>
                <a:off x="4874" y="1144"/>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32">
                <a:extLst>
                  <a:ext uri="{FF2B5EF4-FFF2-40B4-BE49-F238E27FC236}">
                    <a16:creationId xmlns:a16="http://schemas.microsoft.com/office/drawing/2014/main" id="{A1B85B0C-D563-4264-A086-5EF773DEF4AA}"/>
                  </a:ext>
                </a:extLst>
              </p:cNvPr>
              <p:cNvSpPr>
                <a:spLocks noChangeShapeType="1"/>
              </p:cNvSpPr>
              <p:nvPr/>
            </p:nvSpPr>
            <p:spPr bwMode="auto">
              <a:xfrm>
                <a:off x="4106" y="1144"/>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Rectangle 33">
                <a:extLst>
                  <a:ext uri="{FF2B5EF4-FFF2-40B4-BE49-F238E27FC236}">
                    <a16:creationId xmlns:a16="http://schemas.microsoft.com/office/drawing/2014/main" id="{A25B2EEF-B65D-41CE-85C8-BC5A36C07E7A}"/>
                  </a:ext>
                </a:extLst>
              </p:cNvPr>
              <p:cNvSpPr>
                <a:spLocks noChangeArrowheads="1"/>
              </p:cNvSpPr>
              <p:nvPr/>
            </p:nvSpPr>
            <p:spPr bwMode="auto">
              <a:xfrm>
                <a:off x="3914" y="568"/>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62" name="Oval 34">
                <a:extLst>
                  <a:ext uri="{FF2B5EF4-FFF2-40B4-BE49-F238E27FC236}">
                    <a16:creationId xmlns:a16="http://schemas.microsoft.com/office/drawing/2014/main" id="{99ABF098-1F76-462B-AF90-EC9E0A3DDB81}"/>
                  </a:ext>
                </a:extLst>
              </p:cNvPr>
              <p:cNvSpPr>
                <a:spLocks noChangeArrowheads="1"/>
              </p:cNvSpPr>
              <p:nvPr/>
            </p:nvSpPr>
            <p:spPr bwMode="auto">
              <a:xfrm>
                <a:off x="4078" y="1932"/>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Rectangle 35">
                <a:extLst>
                  <a:ext uri="{FF2B5EF4-FFF2-40B4-BE49-F238E27FC236}">
                    <a16:creationId xmlns:a16="http://schemas.microsoft.com/office/drawing/2014/main" id="{4AEAE042-ED40-4E15-8917-34404384D107}"/>
                  </a:ext>
                </a:extLst>
              </p:cNvPr>
              <p:cNvSpPr>
                <a:spLocks noChangeArrowheads="1"/>
              </p:cNvSpPr>
              <p:nvPr/>
            </p:nvSpPr>
            <p:spPr bwMode="auto">
              <a:xfrm>
                <a:off x="3578" y="1096"/>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64" name="Group 36">
                <a:extLst>
                  <a:ext uri="{FF2B5EF4-FFF2-40B4-BE49-F238E27FC236}">
                    <a16:creationId xmlns:a16="http://schemas.microsoft.com/office/drawing/2014/main" id="{CA42F708-2313-4276-9CFD-4689B295F02C}"/>
                  </a:ext>
                </a:extLst>
              </p:cNvPr>
              <p:cNvGrpSpPr>
                <a:grpSpLocks/>
              </p:cNvGrpSpPr>
              <p:nvPr/>
            </p:nvGrpSpPr>
            <p:grpSpPr bwMode="auto">
              <a:xfrm>
                <a:off x="4394" y="1144"/>
                <a:ext cx="313" cy="288"/>
                <a:chOff x="4574" y="1234"/>
                <a:chExt cx="313" cy="288"/>
              </a:xfrm>
            </p:grpSpPr>
            <p:sp>
              <p:nvSpPr>
                <p:cNvPr id="65" name="Rectangle 37">
                  <a:extLst>
                    <a:ext uri="{FF2B5EF4-FFF2-40B4-BE49-F238E27FC236}">
                      <a16:creationId xmlns:a16="http://schemas.microsoft.com/office/drawing/2014/main" id="{F30C1A92-682A-491E-B522-0010BE406BD5}"/>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66" name="Line 38">
                  <a:extLst>
                    <a:ext uri="{FF2B5EF4-FFF2-40B4-BE49-F238E27FC236}">
                      <a16:creationId xmlns:a16="http://schemas.microsoft.com/office/drawing/2014/main" id="{79618201-ED2A-4C69-8DC9-29D011E0D41B}"/>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34" name="Text Box 64">
              <a:extLst>
                <a:ext uri="{FF2B5EF4-FFF2-40B4-BE49-F238E27FC236}">
                  <a16:creationId xmlns:a16="http://schemas.microsoft.com/office/drawing/2014/main" id="{E6BA9BE4-1BEC-4821-ABA1-F3CA8A67F8E5}"/>
                </a:ext>
              </a:extLst>
            </p:cNvPr>
            <p:cNvSpPr txBox="1">
              <a:spLocks noChangeArrowheads="1"/>
            </p:cNvSpPr>
            <p:nvPr/>
          </p:nvSpPr>
          <p:spPr bwMode="auto">
            <a:xfrm>
              <a:off x="1468" y="2054"/>
              <a:ext cx="228"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blinds(horizontal)">
                                      <p:cBhvr>
                                        <p:cTn id="36"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245543"/>
            <a:ext cx="903288" cy="338137"/>
          </a:xfrm>
          <a:prstGeom prst="rect">
            <a:avLst/>
          </a:prstGeom>
        </p:spPr>
        <p:txBody>
          <a:bodyPr/>
          <a:lstStyle/>
          <a:p>
            <a:pPr>
              <a:defRPr/>
            </a:pPr>
            <a:fld id="{315B291C-51FB-4C18-A138-CCB3C24CD792}" type="slidenum">
              <a:rPr lang="en-US" altLang="zh-CN" smtClean="0"/>
              <a:pPr>
                <a:defRPr/>
              </a:pPr>
              <a:t>23</a:t>
            </a:fld>
            <a:endParaRPr lang="en-US" altLang="zh-CN" dirty="0"/>
          </a:p>
        </p:txBody>
      </p:sp>
      <p:sp>
        <p:nvSpPr>
          <p:cNvPr id="5" name="标题 1"/>
          <p:cNvSpPr txBox="1">
            <a:spLocks/>
          </p:cNvSpPr>
          <p:nvPr/>
        </p:nvSpPr>
        <p:spPr>
          <a:xfrm>
            <a:off x="1739075" y="-15240"/>
            <a:ext cx="4944529" cy="588136"/>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 6.8 </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anose="02010609060101010101" pitchFamily="49" charset="-122"/>
                <a:cs typeface="+mj-cs"/>
              </a:rPr>
              <a:t>主从触发器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sp>
        <p:nvSpPr>
          <p:cNvPr id="6" name="灯片编号占位符 3"/>
          <p:cNvSpPr txBox="1">
            <a:spLocks/>
          </p:cNvSpPr>
          <p:nvPr/>
        </p:nvSpPr>
        <p:spPr>
          <a:xfrm>
            <a:off x="0" y="6308095"/>
            <a:ext cx="902677" cy="549905"/>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23</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7" name="TextBox 6"/>
          <p:cNvSpPr txBox="1"/>
          <p:nvPr/>
        </p:nvSpPr>
        <p:spPr bwMode="auto">
          <a:xfrm>
            <a:off x="446046" y="675122"/>
            <a:ext cx="4298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dirty="0">
                <a:solidFill>
                  <a:schemeClr val="tx1"/>
                </a:solidFill>
                <a:latin typeface="黑体" pitchFamily="49" charset="-122"/>
                <a:ea typeface="黑体" panose="02010609060101010101" pitchFamily="49" charset="-122"/>
              </a:rPr>
              <a:t>§</a:t>
            </a:r>
            <a:r>
              <a:rPr lang="en-US" altLang="zh-CN" dirty="0">
                <a:latin typeface="黑体" pitchFamily="49" charset="-122"/>
                <a:ea typeface="黑体" panose="02010609060101010101" pitchFamily="49" charset="-122"/>
              </a:rPr>
              <a:t> </a:t>
            </a:r>
            <a:r>
              <a:rPr lang="en-US" altLang="zh-CN" sz="2800" dirty="0">
                <a:solidFill>
                  <a:schemeClr val="tx1"/>
                </a:solidFill>
                <a:latin typeface="Times New Roman" panose="02020603050405020304" pitchFamily="18" charset="0"/>
              </a:rPr>
              <a:t>6.8.2</a:t>
            </a:r>
            <a:r>
              <a:rPr lang="zh-CN" altLang="en-US" dirty="0">
                <a:solidFill>
                  <a:schemeClr val="tx1"/>
                </a:solidFill>
                <a:latin typeface="黑体" pitchFamily="49" charset="-122"/>
                <a:ea typeface="黑体" pitchFamily="49" charset="-122"/>
              </a:rPr>
              <a:t>主从</a:t>
            </a:r>
            <a:r>
              <a:rPr lang="en-US" altLang="zh-CN" dirty="0">
                <a:solidFill>
                  <a:schemeClr val="tx1"/>
                </a:solidFill>
                <a:latin typeface="Times New Roman" pitchFamily="18" charset="0"/>
                <a:ea typeface="黑体" pitchFamily="49" charset="-122"/>
                <a:cs typeface="Times New Roman" pitchFamily="18" charset="0"/>
              </a:rPr>
              <a:t>J-K</a:t>
            </a:r>
            <a:r>
              <a:rPr lang="zh-CN" altLang="en-US" dirty="0">
                <a:solidFill>
                  <a:schemeClr val="tx1"/>
                </a:solidFill>
                <a:latin typeface="黑体" pitchFamily="49" charset="-122"/>
                <a:ea typeface="黑体" pitchFamily="49" charset="-122"/>
              </a:rPr>
              <a:t>触发器</a:t>
            </a:r>
            <a:endParaRPr lang="zh-CN" altLang="en-US" sz="2800" dirty="0">
              <a:solidFill>
                <a:schemeClr val="tx1"/>
              </a:solidFill>
              <a:latin typeface="Times New Roman" panose="02020603050405020304" pitchFamily="18" charset="0"/>
            </a:endParaRPr>
          </a:p>
        </p:txBody>
      </p:sp>
      <p:grpSp>
        <p:nvGrpSpPr>
          <p:cNvPr id="8" name="Group 327">
            <a:extLst>
              <a:ext uri="{FF2B5EF4-FFF2-40B4-BE49-F238E27FC236}">
                <a16:creationId xmlns:a16="http://schemas.microsoft.com/office/drawing/2014/main" id="{153C2189-6C35-4688-BE3F-6BD5B79A7568}"/>
              </a:ext>
            </a:extLst>
          </p:cNvPr>
          <p:cNvGrpSpPr>
            <a:grpSpLocks/>
          </p:cNvGrpSpPr>
          <p:nvPr/>
        </p:nvGrpSpPr>
        <p:grpSpPr bwMode="auto">
          <a:xfrm>
            <a:off x="1454141" y="1600200"/>
            <a:ext cx="3365500" cy="5181599"/>
            <a:chOff x="445" y="479"/>
            <a:chExt cx="2120" cy="3264"/>
          </a:xfrm>
        </p:grpSpPr>
        <p:grpSp>
          <p:nvGrpSpPr>
            <p:cNvPr id="9" name="Group 201">
              <a:extLst>
                <a:ext uri="{FF2B5EF4-FFF2-40B4-BE49-F238E27FC236}">
                  <a16:creationId xmlns:a16="http://schemas.microsoft.com/office/drawing/2014/main" id="{A7D66E3E-91B0-43F6-9AC8-E32D9EF8D72B}"/>
                </a:ext>
              </a:extLst>
            </p:cNvPr>
            <p:cNvGrpSpPr>
              <a:grpSpLocks/>
            </p:cNvGrpSpPr>
            <p:nvPr/>
          </p:nvGrpSpPr>
          <p:grpSpPr bwMode="auto">
            <a:xfrm>
              <a:off x="448" y="479"/>
              <a:ext cx="2013" cy="3264"/>
              <a:chOff x="448" y="415"/>
              <a:chExt cx="2013" cy="3264"/>
            </a:xfrm>
          </p:grpSpPr>
          <p:sp>
            <p:nvSpPr>
              <p:cNvPr id="19" name="Text Box 203">
                <a:extLst>
                  <a:ext uri="{FF2B5EF4-FFF2-40B4-BE49-F238E27FC236}">
                    <a16:creationId xmlns:a16="http://schemas.microsoft.com/office/drawing/2014/main" id="{42CF32E7-C62A-42F3-883F-C9361E5386DF}"/>
                  </a:ext>
                </a:extLst>
              </p:cNvPr>
              <p:cNvSpPr txBox="1">
                <a:spLocks noChangeArrowheads="1"/>
              </p:cNvSpPr>
              <p:nvPr/>
            </p:nvSpPr>
            <p:spPr bwMode="auto">
              <a:xfrm>
                <a:off x="1203" y="3334"/>
                <a:ext cx="359" cy="29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CP</a:t>
                </a:r>
              </a:p>
            </p:txBody>
          </p:sp>
          <p:sp>
            <p:nvSpPr>
              <p:cNvPr id="20" name="Line 202">
                <a:extLst>
                  <a:ext uri="{FF2B5EF4-FFF2-40B4-BE49-F238E27FC236}">
                    <a16:creationId xmlns:a16="http://schemas.microsoft.com/office/drawing/2014/main" id="{D328656B-CECD-4912-AA77-76731FD73F9B}"/>
                  </a:ext>
                </a:extLst>
              </p:cNvPr>
              <p:cNvSpPr>
                <a:spLocks noChangeShapeType="1"/>
              </p:cNvSpPr>
              <p:nvPr/>
            </p:nvSpPr>
            <p:spPr bwMode="auto">
              <a:xfrm>
                <a:off x="1168" y="3139"/>
                <a:ext cx="0" cy="4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204">
                <a:extLst>
                  <a:ext uri="{FF2B5EF4-FFF2-40B4-BE49-F238E27FC236}">
                    <a16:creationId xmlns:a16="http://schemas.microsoft.com/office/drawing/2014/main" id="{8B39A8FE-F7A9-407E-B2A0-C37438525354}"/>
                  </a:ext>
                </a:extLst>
              </p:cNvPr>
              <p:cNvSpPr>
                <a:spLocks noChangeArrowheads="1"/>
              </p:cNvSpPr>
              <p:nvPr/>
            </p:nvSpPr>
            <p:spPr bwMode="auto">
              <a:xfrm>
                <a:off x="1464" y="236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Oval 205">
                <a:extLst>
                  <a:ext uri="{FF2B5EF4-FFF2-40B4-BE49-F238E27FC236}">
                    <a16:creationId xmlns:a16="http://schemas.microsoft.com/office/drawing/2014/main" id="{FF7B1619-7EA3-4A7D-A300-D9B78E85E486}"/>
                  </a:ext>
                </a:extLst>
              </p:cNvPr>
              <p:cNvSpPr>
                <a:spLocks noChangeArrowheads="1"/>
              </p:cNvSpPr>
              <p:nvPr/>
            </p:nvSpPr>
            <p:spPr bwMode="auto">
              <a:xfrm>
                <a:off x="1602" y="229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3" name="Rectangle 206">
                <a:extLst>
                  <a:ext uri="{FF2B5EF4-FFF2-40B4-BE49-F238E27FC236}">
                    <a16:creationId xmlns:a16="http://schemas.microsoft.com/office/drawing/2014/main" id="{A358F5AE-C0F2-42FD-AF23-7CAC21A0DCCA}"/>
                  </a:ext>
                </a:extLst>
              </p:cNvPr>
              <p:cNvSpPr>
                <a:spLocks noChangeArrowheads="1"/>
              </p:cNvSpPr>
              <p:nvPr/>
            </p:nvSpPr>
            <p:spPr bwMode="auto">
              <a:xfrm>
                <a:off x="1464" y="236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Oval 207">
                <a:extLst>
                  <a:ext uri="{FF2B5EF4-FFF2-40B4-BE49-F238E27FC236}">
                    <a16:creationId xmlns:a16="http://schemas.microsoft.com/office/drawing/2014/main" id="{461CC90D-C8EF-46AB-8D44-92219D36D043}"/>
                  </a:ext>
                </a:extLst>
              </p:cNvPr>
              <p:cNvSpPr>
                <a:spLocks noChangeArrowheads="1"/>
              </p:cNvSpPr>
              <p:nvPr/>
            </p:nvSpPr>
            <p:spPr bwMode="auto">
              <a:xfrm>
                <a:off x="1602" y="229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5" name="Rectangle 208">
                <a:extLst>
                  <a:ext uri="{FF2B5EF4-FFF2-40B4-BE49-F238E27FC236}">
                    <a16:creationId xmlns:a16="http://schemas.microsoft.com/office/drawing/2014/main" id="{014B3464-4142-40D7-AD9B-B82BC5ABEC1C}"/>
                  </a:ext>
                </a:extLst>
              </p:cNvPr>
              <p:cNvSpPr>
                <a:spLocks noChangeArrowheads="1"/>
              </p:cNvSpPr>
              <p:nvPr/>
            </p:nvSpPr>
            <p:spPr bwMode="auto">
              <a:xfrm>
                <a:off x="1464" y="2361"/>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Oval 209">
                <a:extLst>
                  <a:ext uri="{FF2B5EF4-FFF2-40B4-BE49-F238E27FC236}">
                    <a16:creationId xmlns:a16="http://schemas.microsoft.com/office/drawing/2014/main" id="{DB01B713-9D00-4DDB-B1FD-66949EB07421}"/>
                  </a:ext>
                </a:extLst>
              </p:cNvPr>
              <p:cNvSpPr>
                <a:spLocks noChangeArrowheads="1"/>
              </p:cNvSpPr>
              <p:nvPr/>
            </p:nvSpPr>
            <p:spPr bwMode="auto">
              <a:xfrm>
                <a:off x="1602" y="229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Rectangle 210">
                <a:extLst>
                  <a:ext uri="{FF2B5EF4-FFF2-40B4-BE49-F238E27FC236}">
                    <a16:creationId xmlns:a16="http://schemas.microsoft.com/office/drawing/2014/main" id="{3E3438C6-6097-447C-89E1-D888D39E0F25}"/>
                  </a:ext>
                </a:extLst>
              </p:cNvPr>
              <p:cNvSpPr>
                <a:spLocks noChangeArrowheads="1"/>
              </p:cNvSpPr>
              <p:nvPr/>
            </p:nvSpPr>
            <p:spPr bwMode="auto">
              <a:xfrm>
                <a:off x="1464" y="2361"/>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Oval 211">
                <a:extLst>
                  <a:ext uri="{FF2B5EF4-FFF2-40B4-BE49-F238E27FC236}">
                    <a16:creationId xmlns:a16="http://schemas.microsoft.com/office/drawing/2014/main" id="{C28FDE0F-28A7-4DB6-B195-5DB62638B2C7}"/>
                  </a:ext>
                </a:extLst>
              </p:cNvPr>
              <p:cNvSpPr>
                <a:spLocks noChangeArrowheads="1"/>
              </p:cNvSpPr>
              <p:nvPr/>
            </p:nvSpPr>
            <p:spPr bwMode="auto">
              <a:xfrm>
                <a:off x="1602" y="2290"/>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Oval 212">
                <a:extLst>
                  <a:ext uri="{FF2B5EF4-FFF2-40B4-BE49-F238E27FC236}">
                    <a16:creationId xmlns:a16="http://schemas.microsoft.com/office/drawing/2014/main" id="{537A1587-21E4-48DD-A237-2FAA557D0EE4}"/>
                  </a:ext>
                </a:extLst>
              </p:cNvPr>
              <p:cNvSpPr>
                <a:spLocks noChangeAspect="1" noChangeArrowheads="1"/>
              </p:cNvSpPr>
              <p:nvPr/>
            </p:nvSpPr>
            <p:spPr bwMode="auto">
              <a:xfrm>
                <a:off x="1582" y="3107"/>
                <a:ext cx="70" cy="73"/>
              </a:xfrm>
              <a:prstGeom prst="ellipse">
                <a:avLst/>
              </a:prstGeom>
              <a:solidFill>
                <a:schemeClr val="bg1"/>
              </a:solid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Oval 213">
                <a:extLst>
                  <a:ext uri="{FF2B5EF4-FFF2-40B4-BE49-F238E27FC236}">
                    <a16:creationId xmlns:a16="http://schemas.microsoft.com/office/drawing/2014/main" id="{9C3C0EA6-CA83-416B-B329-43FB56067A0D}"/>
                  </a:ext>
                </a:extLst>
              </p:cNvPr>
              <p:cNvSpPr>
                <a:spLocks noChangeAspect="1" noChangeArrowheads="1"/>
              </p:cNvSpPr>
              <p:nvPr/>
            </p:nvSpPr>
            <p:spPr bwMode="auto">
              <a:xfrm>
                <a:off x="1099" y="3107"/>
                <a:ext cx="69" cy="73"/>
              </a:xfrm>
              <a:prstGeom prst="ellipse">
                <a:avLst/>
              </a:prstGeom>
              <a:solidFill>
                <a:schemeClr val="bg1"/>
              </a:solidFill>
              <a:ln w="381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Rectangle 214">
                <a:extLst>
                  <a:ext uri="{FF2B5EF4-FFF2-40B4-BE49-F238E27FC236}">
                    <a16:creationId xmlns:a16="http://schemas.microsoft.com/office/drawing/2014/main" id="{C2D9DC4B-B2B5-46E0-909A-D20E6D676EA2}"/>
                  </a:ext>
                </a:extLst>
              </p:cNvPr>
              <p:cNvSpPr>
                <a:spLocks noChangeArrowheads="1"/>
              </p:cNvSpPr>
              <p:nvPr/>
            </p:nvSpPr>
            <p:spPr bwMode="auto">
              <a:xfrm>
                <a:off x="2116" y="2434"/>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2" name="Oval 215">
                <a:extLst>
                  <a:ext uri="{FF2B5EF4-FFF2-40B4-BE49-F238E27FC236}">
                    <a16:creationId xmlns:a16="http://schemas.microsoft.com/office/drawing/2014/main" id="{A38D3B96-9730-4EAF-91EE-710CAE1C51B0}"/>
                  </a:ext>
                </a:extLst>
              </p:cNvPr>
              <p:cNvSpPr>
                <a:spLocks noChangeArrowheads="1"/>
              </p:cNvSpPr>
              <p:nvPr/>
            </p:nvSpPr>
            <p:spPr bwMode="auto">
              <a:xfrm>
                <a:off x="2254" y="2363"/>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Rectangle 216">
                <a:extLst>
                  <a:ext uri="{FF2B5EF4-FFF2-40B4-BE49-F238E27FC236}">
                    <a16:creationId xmlns:a16="http://schemas.microsoft.com/office/drawing/2014/main" id="{F72D6A7A-0352-4F8F-B82B-E49128D53879}"/>
                  </a:ext>
                </a:extLst>
              </p:cNvPr>
              <p:cNvSpPr>
                <a:spLocks noChangeArrowheads="1"/>
              </p:cNvSpPr>
              <p:nvPr/>
            </p:nvSpPr>
            <p:spPr bwMode="auto">
              <a:xfrm>
                <a:off x="2116" y="2434"/>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Oval 217">
                <a:extLst>
                  <a:ext uri="{FF2B5EF4-FFF2-40B4-BE49-F238E27FC236}">
                    <a16:creationId xmlns:a16="http://schemas.microsoft.com/office/drawing/2014/main" id="{4562ACD5-2A30-452D-A316-23C579C5A6D4}"/>
                  </a:ext>
                </a:extLst>
              </p:cNvPr>
              <p:cNvSpPr>
                <a:spLocks noChangeArrowheads="1"/>
              </p:cNvSpPr>
              <p:nvPr/>
            </p:nvSpPr>
            <p:spPr bwMode="auto">
              <a:xfrm>
                <a:off x="2254" y="2363"/>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Rectangle 218">
                <a:extLst>
                  <a:ext uri="{FF2B5EF4-FFF2-40B4-BE49-F238E27FC236}">
                    <a16:creationId xmlns:a16="http://schemas.microsoft.com/office/drawing/2014/main" id="{E44AE975-0BC1-46B4-8268-EE72E6EBEF52}"/>
                  </a:ext>
                </a:extLst>
              </p:cNvPr>
              <p:cNvSpPr>
                <a:spLocks noChangeArrowheads="1"/>
              </p:cNvSpPr>
              <p:nvPr/>
            </p:nvSpPr>
            <p:spPr bwMode="auto">
              <a:xfrm>
                <a:off x="2116" y="2434"/>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6" name="Oval 219">
                <a:extLst>
                  <a:ext uri="{FF2B5EF4-FFF2-40B4-BE49-F238E27FC236}">
                    <a16:creationId xmlns:a16="http://schemas.microsoft.com/office/drawing/2014/main" id="{F10AF2F4-364D-4B21-B965-858AA6AF8E62}"/>
                  </a:ext>
                </a:extLst>
              </p:cNvPr>
              <p:cNvSpPr>
                <a:spLocks noChangeArrowheads="1"/>
              </p:cNvSpPr>
              <p:nvPr/>
            </p:nvSpPr>
            <p:spPr bwMode="auto">
              <a:xfrm>
                <a:off x="2254" y="2363"/>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7" name="Rectangle 220">
                <a:extLst>
                  <a:ext uri="{FF2B5EF4-FFF2-40B4-BE49-F238E27FC236}">
                    <a16:creationId xmlns:a16="http://schemas.microsoft.com/office/drawing/2014/main" id="{2FB162B8-E824-4B38-8403-59F1605778F7}"/>
                  </a:ext>
                </a:extLst>
              </p:cNvPr>
              <p:cNvSpPr>
                <a:spLocks noChangeArrowheads="1"/>
              </p:cNvSpPr>
              <p:nvPr/>
            </p:nvSpPr>
            <p:spPr bwMode="auto">
              <a:xfrm>
                <a:off x="2116" y="2434"/>
                <a:ext cx="345"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Oval 221">
                <a:extLst>
                  <a:ext uri="{FF2B5EF4-FFF2-40B4-BE49-F238E27FC236}">
                    <a16:creationId xmlns:a16="http://schemas.microsoft.com/office/drawing/2014/main" id="{849F17C2-5948-4F1B-B062-AEE1A38D3EC3}"/>
                  </a:ext>
                </a:extLst>
              </p:cNvPr>
              <p:cNvSpPr>
                <a:spLocks noChangeArrowheads="1"/>
              </p:cNvSpPr>
              <p:nvPr/>
            </p:nvSpPr>
            <p:spPr bwMode="auto">
              <a:xfrm>
                <a:off x="2254" y="2363"/>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9" name="Line 223">
                <a:extLst>
                  <a:ext uri="{FF2B5EF4-FFF2-40B4-BE49-F238E27FC236}">
                    <a16:creationId xmlns:a16="http://schemas.microsoft.com/office/drawing/2014/main" id="{59ACE5A2-AF01-41A0-AC29-E05F92A60FB8}"/>
                  </a:ext>
                </a:extLst>
              </p:cNvPr>
              <p:cNvSpPr>
                <a:spLocks noChangeShapeType="1"/>
              </p:cNvSpPr>
              <p:nvPr/>
            </p:nvSpPr>
            <p:spPr bwMode="auto">
              <a:xfrm flipV="1">
                <a:off x="651" y="2568"/>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224">
                <a:extLst>
                  <a:ext uri="{FF2B5EF4-FFF2-40B4-BE49-F238E27FC236}">
                    <a16:creationId xmlns:a16="http://schemas.microsoft.com/office/drawing/2014/main" id="{DBA62F93-C80C-4E9E-845E-8BA0E614E375}"/>
                  </a:ext>
                </a:extLst>
              </p:cNvPr>
              <p:cNvSpPr>
                <a:spLocks noChangeShapeType="1"/>
              </p:cNvSpPr>
              <p:nvPr/>
            </p:nvSpPr>
            <p:spPr bwMode="auto">
              <a:xfrm>
                <a:off x="1686" y="2568"/>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Line 225">
                <a:extLst>
                  <a:ext uri="{FF2B5EF4-FFF2-40B4-BE49-F238E27FC236}">
                    <a16:creationId xmlns:a16="http://schemas.microsoft.com/office/drawing/2014/main" id="{D7B98EAF-8A8B-4647-9886-738A67FC2D34}"/>
                  </a:ext>
                </a:extLst>
              </p:cNvPr>
              <p:cNvSpPr>
                <a:spLocks noChangeShapeType="1"/>
              </p:cNvSpPr>
              <p:nvPr/>
            </p:nvSpPr>
            <p:spPr bwMode="auto">
              <a:xfrm>
                <a:off x="527" y="2961"/>
                <a:ext cx="0" cy="4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226">
                <a:extLst>
                  <a:ext uri="{FF2B5EF4-FFF2-40B4-BE49-F238E27FC236}">
                    <a16:creationId xmlns:a16="http://schemas.microsoft.com/office/drawing/2014/main" id="{2833570D-FA0C-4E76-9D0B-A08A63034543}"/>
                  </a:ext>
                </a:extLst>
              </p:cNvPr>
              <p:cNvSpPr>
                <a:spLocks noChangeShapeType="1"/>
              </p:cNvSpPr>
              <p:nvPr/>
            </p:nvSpPr>
            <p:spPr bwMode="auto">
              <a:xfrm>
                <a:off x="1777" y="2961"/>
                <a:ext cx="0" cy="4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Line 227">
                <a:extLst>
                  <a:ext uri="{FF2B5EF4-FFF2-40B4-BE49-F238E27FC236}">
                    <a16:creationId xmlns:a16="http://schemas.microsoft.com/office/drawing/2014/main" id="{BF18607D-C8AA-49E9-81A7-E210BE75D481}"/>
                  </a:ext>
                </a:extLst>
              </p:cNvPr>
              <p:cNvSpPr>
                <a:spLocks noChangeShapeType="1"/>
              </p:cNvSpPr>
              <p:nvPr/>
            </p:nvSpPr>
            <p:spPr bwMode="auto">
              <a:xfrm>
                <a:off x="685" y="2961"/>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228">
                <a:extLst>
                  <a:ext uri="{FF2B5EF4-FFF2-40B4-BE49-F238E27FC236}">
                    <a16:creationId xmlns:a16="http://schemas.microsoft.com/office/drawing/2014/main" id="{9C7DFAD8-4EDE-43FE-B352-9FBCFA2D809A}"/>
                  </a:ext>
                </a:extLst>
              </p:cNvPr>
              <p:cNvSpPr>
                <a:spLocks noChangeShapeType="1"/>
              </p:cNvSpPr>
              <p:nvPr/>
            </p:nvSpPr>
            <p:spPr bwMode="auto">
              <a:xfrm flipV="1">
                <a:off x="677" y="3131"/>
                <a:ext cx="1611" cy="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229">
                <a:extLst>
                  <a:ext uri="{FF2B5EF4-FFF2-40B4-BE49-F238E27FC236}">
                    <a16:creationId xmlns:a16="http://schemas.microsoft.com/office/drawing/2014/main" id="{F90BEE91-F999-403A-BD86-50F47F0E3010}"/>
                  </a:ext>
                </a:extLst>
              </p:cNvPr>
              <p:cNvSpPr>
                <a:spLocks noChangeShapeType="1"/>
              </p:cNvSpPr>
              <p:nvPr/>
            </p:nvSpPr>
            <p:spPr bwMode="auto">
              <a:xfrm>
                <a:off x="1617" y="2961"/>
                <a:ext cx="0" cy="1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230">
                <a:extLst>
                  <a:ext uri="{FF2B5EF4-FFF2-40B4-BE49-F238E27FC236}">
                    <a16:creationId xmlns:a16="http://schemas.microsoft.com/office/drawing/2014/main" id="{963A6AF9-A17D-4823-BA58-21256389C8C5}"/>
                  </a:ext>
                </a:extLst>
              </p:cNvPr>
              <p:cNvSpPr>
                <a:spLocks noChangeShapeType="1"/>
              </p:cNvSpPr>
              <p:nvPr/>
            </p:nvSpPr>
            <p:spPr bwMode="auto">
              <a:xfrm>
                <a:off x="2288" y="2083"/>
                <a:ext cx="0"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231">
                <a:extLst>
                  <a:ext uri="{FF2B5EF4-FFF2-40B4-BE49-F238E27FC236}">
                    <a16:creationId xmlns:a16="http://schemas.microsoft.com/office/drawing/2014/main" id="{8D2EBF14-EEA3-4D8B-95E8-6B74C0F7A224}"/>
                  </a:ext>
                </a:extLst>
              </p:cNvPr>
              <p:cNvSpPr>
                <a:spLocks noChangeShapeType="1"/>
              </p:cNvSpPr>
              <p:nvPr/>
            </p:nvSpPr>
            <p:spPr bwMode="auto">
              <a:xfrm flipV="1">
                <a:off x="2288" y="2669"/>
                <a:ext cx="0" cy="47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Text Box 232">
                <a:extLst>
                  <a:ext uri="{FF2B5EF4-FFF2-40B4-BE49-F238E27FC236}">
                    <a16:creationId xmlns:a16="http://schemas.microsoft.com/office/drawing/2014/main" id="{F3C0EFDB-CFE3-4A20-9CC2-774630485595}"/>
                  </a:ext>
                </a:extLst>
              </p:cNvPr>
              <p:cNvSpPr txBox="1">
                <a:spLocks noChangeArrowheads="1"/>
              </p:cNvSpPr>
              <p:nvPr/>
            </p:nvSpPr>
            <p:spPr bwMode="auto">
              <a:xfrm>
                <a:off x="448" y="3388"/>
                <a:ext cx="253" cy="29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R</a:t>
                </a:r>
              </a:p>
            </p:txBody>
          </p:sp>
          <p:sp>
            <p:nvSpPr>
              <p:cNvPr id="49" name="Text Box 233">
                <a:extLst>
                  <a:ext uri="{FF2B5EF4-FFF2-40B4-BE49-F238E27FC236}">
                    <a16:creationId xmlns:a16="http://schemas.microsoft.com/office/drawing/2014/main" id="{CB1A8462-BE44-45E8-BCA1-23DEB4D16485}"/>
                  </a:ext>
                </a:extLst>
              </p:cNvPr>
              <p:cNvSpPr txBox="1">
                <a:spLocks noChangeArrowheads="1"/>
              </p:cNvSpPr>
              <p:nvPr/>
            </p:nvSpPr>
            <p:spPr bwMode="auto">
              <a:xfrm>
                <a:off x="1644" y="3353"/>
                <a:ext cx="225" cy="29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S</a:t>
                </a:r>
              </a:p>
            </p:txBody>
          </p:sp>
          <p:sp>
            <p:nvSpPr>
              <p:cNvPr id="50" name="Rectangle 234">
                <a:extLst>
                  <a:ext uri="{FF2B5EF4-FFF2-40B4-BE49-F238E27FC236}">
                    <a16:creationId xmlns:a16="http://schemas.microsoft.com/office/drawing/2014/main" id="{930651F0-0EC8-4417-8DED-4D4549973110}"/>
                  </a:ext>
                </a:extLst>
              </p:cNvPr>
              <p:cNvSpPr>
                <a:spLocks noChangeArrowheads="1"/>
              </p:cNvSpPr>
              <p:nvPr/>
            </p:nvSpPr>
            <p:spPr bwMode="auto">
              <a:xfrm>
                <a:off x="481" y="23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1" name="Oval 235">
                <a:extLst>
                  <a:ext uri="{FF2B5EF4-FFF2-40B4-BE49-F238E27FC236}">
                    <a16:creationId xmlns:a16="http://schemas.microsoft.com/office/drawing/2014/main" id="{65EB9BA0-BD45-4654-A290-BAB14935C85A}"/>
                  </a:ext>
                </a:extLst>
              </p:cNvPr>
              <p:cNvSpPr>
                <a:spLocks noChangeArrowheads="1"/>
              </p:cNvSpPr>
              <p:nvPr/>
            </p:nvSpPr>
            <p:spPr bwMode="auto">
              <a:xfrm>
                <a:off x="619" y="22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Rectangle 236">
                <a:extLst>
                  <a:ext uri="{FF2B5EF4-FFF2-40B4-BE49-F238E27FC236}">
                    <a16:creationId xmlns:a16="http://schemas.microsoft.com/office/drawing/2014/main" id="{34DB5633-9B36-49AE-BAD3-D569D348DC41}"/>
                  </a:ext>
                </a:extLst>
              </p:cNvPr>
              <p:cNvSpPr>
                <a:spLocks noChangeArrowheads="1"/>
              </p:cNvSpPr>
              <p:nvPr/>
            </p:nvSpPr>
            <p:spPr bwMode="auto">
              <a:xfrm>
                <a:off x="481" y="23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Oval 237">
                <a:extLst>
                  <a:ext uri="{FF2B5EF4-FFF2-40B4-BE49-F238E27FC236}">
                    <a16:creationId xmlns:a16="http://schemas.microsoft.com/office/drawing/2014/main" id="{4192B4ED-ACAD-41EF-B961-C41CCF45A466}"/>
                  </a:ext>
                </a:extLst>
              </p:cNvPr>
              <p:cNvSpPr>
                <a:spLocks noChangeArrowheads="1"/>
              </p:cNvSpPr>
              <p:nvPr/>
            </p:nvSpPr>
            <p:spPr bwMode="auto">
              <a:xfrm>
                <a:off x="619" y="22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Rectangle 238">
                <a:extLst>
                  <a:ext uri="{FF2B5EF4-FFF2-40B4-BE49-F238E27FC236}">
                    <a16:creationId xmlns:a16="http://schemas.microsoft.com/office/drawing/2014/main" id="{6A0D1580-7445-4276-8D05-398009A0A020}"/>
                  </a:ext>
                </a:extLst>
              </p:cNvPr>
              <p:cNvSpPr>
                <a:spLocks noChangeArrowheads="1"/>
              </p:cNvSpPr>
              <p:nvPr/>
            </p:nvSpPr>
            <p:spPr bwMode="auto">
              <a:xfrm>
                <a:off x="481" y="23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Oval 239">
                <a:extLst>
                  <a:ext uri="{FF2B5EF4-FFF2-40B4-BE49-F238E27FC236}">
                    <a16:creationId xmlns:a16="http://schemas.microsoft.com/office/drawing/2014/main" id="{D4BAB7B5-DEDE-4D43-AC37-1246DB40B99A}"/>
                  </a:ext>
                </a:extLst>
              </p:cNvPr>
              <p:cNvSpPr>
                <a:spLocks noChangeArrowheads="1"/>
              </p:cNvSpPr>
              <p:nvPr/>
            </p:nvSpPr>
            <p:spPr bwMode="auto">
              <a:xfrm>
                <a:off x="619" y="22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6" name="Rectangle 240">
                <a:extLst>
                  <a:ext uri="{FF2B5EF4-FFF2-40B4-BE49-F238E27FC236}">
                    <a16:creationId xmlns:a16="http://schemas.microsoft.com/office/drawing/2014/main" id="{BA792097-5F1D-410C-99C8-60AF52ECAD32}"/>
                  </a:ext>
                </a:extLst>
              </p:cNvPr>
              <p:cNvSpPr>
                <a:spLocks noChangeArrowheads="1"/>
              </p:cNvSpPr>
              <p:nvPr/>
            </p:nvSpPr>
            <p:spPr bwMode="auto">
              <a:xfrm>
                <a:off x="481" y="2338"/>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Oval 241">
                <a:extLst>
                  <a:ext uri="{FF2B5EF4-FFF2-40B4-BE49-F238E27FC236}">
                    <a16:creationId xmlns:a16="http://schemas.microsoft.com/office/drawing/2014/main" id="{2405F4C2-52EA-4684-A6F5-F63D7F53F38E}"/>
                  </a:ext>
                </a:extLst>
              </p:cNvPr>
              <p:cNvSpPr>
                <a:spLocks noChangeArrowheads="1"/>
              </p:cNvSpPr>
              <p:nvPr/>
            </p:nvSpPr>
            <p:spPr bwMode="auto">
              <a:xfrm>
                <a:off x="619" y="2267"/>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Rectangle 242">
                <a:extLst>
                  <a:ext uri="{FF2B5EF4-FFF2-40B4-BE49-F238E27FC236}">
                    <a16:creationId xmlns:a16="http://schemas.microsoft.com/office/drawing/2014/main" id="{12CC137C-51D1-424A-A643-B173D691E37F}"/>
                  </a:ext>
                </a:extLst>
              </p:cNvPr>
              <p:cNvSpPr>
                <a:spLocks noChangeArrowheads="1"/>
              </p:cNvSpPr>
              <p:nvPr/>
            </p:nvSpPr>
            <p:spPr bwMode="auto">
              <a:xfrm>
                <a:off x="582" y="1331"/>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Oval 243">
                <a:extLst>
                  <a:ext uri="{FF2B5EF4-FFF2-40B4-BE49-F238E27FC236}">
                    <a16:creationId xmlns:a16="http://schemas.microsoft.com/office/drawing/2014/main" id="{7D79A7C8-7C4E-4D3C-8613-E28CABDA7AFD}"/>
                  </a:ext>
                </a:extLst>
              </p:cNvPr>
              <p:cNvSpPr>
                <a:spLocks noChangeArrowheads="1"/>
              </p:cNvSpPr>
              <p:nvPr/>
            </p:nvSpPr>
            <p:spPr bwMode="auto">
              <a:xfrm>
                <a:off x="720" y="126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0" name="Rectangle 244">
                <a:extLst>
                  <a:ext uri="{FF2B5EF4-FFF2-40B4-BE49-F238E27FC236}">
                    <a16:creationId xmlns:a16="http://schemas.microsoft.com/office/drawing/2014/main" id="{7E42BEBD-8701-42F3-A22E-A1B6C47C0F7F}"/>
                  </a:ext>
                </a:extLst>
              </p:cNvPr>
              <p:cNvSpPr>
                <a:spLocks noChangeArrowheads="1"/>
              </p:cNvSpPr>
              <p:nvPr/>
            </p:nvSpPr>
            <p:spPr bwMode="auto">
              <a:xfrm>
                <a:off x="582" y="1331"/>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1" name="Oval 245">
                <a:extLst>
                  <a:ext uri="{FF2B5EF4-FFF2-40B4-BE49-F238E27FC236}">
                    <a16:creationId xmlns:a16="http://schemas.microsoft.com/office/drawing/2014/main" id="{E2A20DD9-66F4-463B-A1F3-7443C08C66D2}"/>
                  </a:ext>
                </a:extLst>
              </p:cNvPr>
              <p:cNvSpPr>
                <a:spLocks noChangeArrowheads="1"/>
              </p:cNvSpPr>
              <p:nvPr/>
            </p:nvSpPr>
            <p:spPr bwMode="auto">
              <a:xfrm>
                <a:off x="720" y="126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Rectangle 246">
                <a:extLst>
                  <a:ext uri="{FF2B5EF4-FFF2-40B4-BE49-F238E27FC236}">
                    <a16:creationId xmlns:a16="http://schemas.microsoft.com/office/drawing/2014/main" id="{72A177BA-0986-49A2-AB83-91B133A66894}"/>
                  </a:ext>
                </a:extLst>
              </p:cNvPr>
              <p:cNvSpPr>
                <a:spLocks noChangeArrowheads="1"/>
              </p:cNvSpPr>
              <p:nvPr/>
            </p:nvSpPr>
            <p:spPr bwMode="auto">
              <a:xfrm>
                <a:off x="582" y="1331"/>
                <a:ext cx="345" cy="216"/>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Oval 247">
                <a:extLst>
                  <a:ext uri="{FF2B5EF4-FFF2-40B4-BE49-F238E27FC236}">
                    <a16:creationId xmlns:a16="http://schemas.microsoft.com/office/drawing/2014/main" id="{4B1F3234-C2EE-4550-B6AE-EC063A40BD90}"/>
                  </a:ext>
                </a:extLst>
              </p:cNvPr>
              <p:cNvSpPr>
                <a:spLocks noChangeArrowheads="1"/>
              </p:cNvSpPr>
              <p:nvPr/>
            </p:nvSpPr>
            <p:spPr bwMode="auto">
              <a:xfrm>
                <a:off x="720" y="1260"/>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Rectangle 248">
                <a:extLst>
                  <a:ext uri="{FF2B5EF4-FFF2-40B4-BE49-F238E27FC236}">
                    <a16:creationId xmlns:a16="http://schemas.microsoft.com/office/drawing/2014/main" id="{23AE492D-2752-400C-9BF0-67CA372E47AB}"/>
                  </a:ext>
                </a:extLst>
              </p:cNvPr>
              <p:cNvSpPr>
                <a:spLocks noChangeArrowheads="1"/>
              </p:cNvSpPr>
              <p:nvPr/>
            </p:nvSpPr>
            <p:spPr bwMode="auto">
              <a:xfrm>
                <a:off x="582" y="1331"/>
                <a:ext cx="345" cy="216"/>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5" name="Oval 249">
                <a:extLst>
                  <a:ext uri="{FF2B5EF4-FFF2-40B4-BE49-F238E27FC236}">
                    <a16:creationId xmlns:a16="http://schemas.microsoft.com/office/drawing/2014/main" id="{596A878A-A3C4-426C-AAA7-2B3140CEE076}"/>
                  </a:ext>
                </a:extLst>
              </p:cNvPr>
              <p:cNvSpPr>
                <a:spLocks noChangeArrowheads="1"/>
              </p:cNvSpPr>
              <p:nvPr/>
            </p:nvSpPr>
            <p:spPr bwMode="auto">
              <a:xfrm>
                <a:off x="720" y="1260"/>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6" name="Line 250">
                <a:extLst>
                  <a:ext uri="{FF2B5EF4-FFF2-40B4-BE49-F238E27FC236}">
                    <a16:creationId xmlns:a16="http://schemas.microsoft.com/office/drawing/2014/main" id="{0EA954E5-68E2-4551-BC40-A7090F55D431}"/>
                  </a:ext>
                </a:extLst>
              </p:cNvPr>
              <p:cNvSpPr>
                <a:spLocks noChangeShapeType="1"/>
              </p:cNvSpPr>
              <p:nvPr/>
            </p:nvSpPr>
            <p:spPr bwMode="auto">
              <a:xfrm flipV="1">
                <a:off x="755" y="685"/>
                <a:ext cx="0"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Line 251">
                <a:extLst>
                  <a:ext uri="{FF2B5EF4-FFF2-40B4-BE49-F238E27FC236}">
                    <a16:creationId xmlns:a16="http://schemas.microsoft.com/office/drawing/2014/main" id="{1E48DC72-2C77-4EB1-A57A-C747F7C8C265}"/>
                  </a:ext>
                </a:extLst>
              </p:cNvPr>
              <p:cNvSpPr>
                <a:spLocks noChangeShapeType="1"/>
              </p:cNvSpPr>
              <p:nvPr/>
            </p:nvSpPr>
            <p:spPr bwMode="auto">
              <a:xfrm flipV="1">
                <a:off x="1548" y="764"/>
                <a:ext cx="0" cy="4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252">
                <a:extLst>
                  <a:ext uri="{FF2B5EF4-FFF2-40B4-BE49-F238E27FC236}">
                    <a16:creationId xmlns:a16="http://schemas.microsoft.com/office/drawing/2014/main" id="{75AFC9F2-9483-424E-A88D-8EB6DC9ED19E}"/>
                  </a:ext>
                </a:extLst>
              </p:cNvPr>
              <p:cNvSpPr>
                <a:spLocks noChangeShapeType="1"/>
              </p:cNvSpPr>
              <p:nvPr/>
            </p:nvSpPr>
            <p:spPr bwMode="auto">
              <a:xfrm>
                <a:off x="755" y="1167"/>
                <a:ext cx="2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253">
                <a:extLst>
                  <a:ext uri="{FF2B5EF4-FFF2-40B4-BE49-F238E27FC236}">
                    <a16:creationId xmlns:a16="http://schemas.microsoft.com/office/drawing/2014/main" id="{2721428A-E57C-4C55-94FD-FF1D66E61FBF}"/>
                  </a:ext>
                </a:extLst>
              </p:cNvPr>
              <p:cNvSpPr>
                <a:spLocks noChangeShapeType="1"/>
              </p:cNvSpPr>
              <p:nvPr/>
            </p:nvSpPr>
            <p:spPr bwMode="auto">
              <a:xfrm flipH="1">
                <a:off x="1306" y="1167"/>
                <a:ext cx="2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254">
                <a:extLst>
                  <a:ext uri="{FF2B5EF4-FFF2-40B4-BE49-F238E27FC236}">
                    <a16:creationId xmlns:a16="http://schemas.microsoft.com/office/drawing/2014/main" id="{ECDABC98-AE68-44B5-8C11-21F1AB9E8E76}"/>
                  </a:ext>
                </a:extLst>
              </p:cNvPr>
              <p:cNvSpPr>
                <a:spLocks noChangeShapeType="1"/>
              </p:cNvSpPr>
              <p:nvPr/>
            </p:nvSpPr>
            <p:spPr bwMode="auto">
              <a:xfrm flipH="1">
                <a:off x="1031" y="1167"/>
                <a:ext cx="275" cy="4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255">
                <a:extLst>
                  <a:ext uri="{FF2B5EF4-FFF2-40B4-BE49-F238E27FC236}">
                    <a16:creationId xmlns:a16="http://schemas.microsoft.com/office/drawing/2014/main" id="{C85B8E39-F85C-416E-B830-96391EEE2B19}"/>
                  </a:ext>
                </a:extLst>
              </p:cNvPr>
              <p:cNvSpPr>
                <a:spLocks noChangeShapeType="1"/>
              </p:cNvSpPr>
              <p:nvPr/>
            </p:nvSpPr>
            <p:spPr bwMode="auto">
              <a:xfrm>
                <a:off x="996" y="1167"/>
                <a:ext cx="310" cy="4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256">
                <a:extLst>
                  <a:ext uri="{FF2B5EF4-FFF2-40B4-BE49-F238E27FC236}">
                    <a16:creationId xmlns:a16="http://schemas.microsoft.com/office/drawing/2014/main" id="{FCD43C7D-CA38-4507-9942-717B6D5A3D76}"/>
                  </a:ext>
                </a:extLst>
              </p:cNvPr>
              <p:cNvSpPr>
                <a:spLocks noChangeShapeType="1"/>
              </p:cNvSpPr>
              <p:nvPr/>
            </p:nvSpPr>
            <p:spPr bwMode="auto">
              <a:xfrm>
                <a:off x="1306" y="1640"/>
                <a:ext cx="1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257">
                <a:extLst>
                  <a:ext uri="{FF2B5EF4-FFF2-40B4-BE49-F238E27FC236}">
                    <a16:creationId xmlns:a16="http://schemas.microsoft.com/office/drawing/2014/main" id="{6B1BBBDA-B5C4-4DEC-ADD5-5E52982E3836}"/>
                  </a:ext>
                </a:extLst>
              </p:cNvPr>
              <p:cNvSpPr>
                <a:spLocks noChangeShapeType="1"/>
              </p:cNvSpPr>
              <p:nvPr/>
            </p:nvSpPr>
            <p:spPr bwMode="auto">
              <a:xfrm flipH="1">
                <a:off x="858" y="1640"/>
                <a:ext cx="1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258">
                <a:extLst>
                  <a:ext uri="{FF2B5EF4-FFF2-40B4-BE49-F238E27FC236}">
                    <a16:creationId xmlns:a16="http://schemas.microsoft.com/office/drawing/2014/main" id="{2DA9118C-8CD0-4BDE-B8EB-864F677291EA}"/>
                  </a:ext>
                </a:extLst>
              </p:cNvPr>
              <p:cNvSpPr>
                <a:spLocks noChangeShapeType="1"/>
              </p:cNvSpPr>
              <p:nvPr/>
            </p:nvSpPr>
            <p:spPr bwMode="auto">
              <a:xfrm flipV="1">
                <a:off x="858" y="1542"/>
                <a:ext cx="0" cy="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259">
                <a:extLst>
                  <a:ext uri="{FF2B5EF4-FFF2-40B4-BE49-F238E27FC236}">
                    <a16:creationId xmlns:a16="http://schemas.microsoft.com/office/drawing/2014/main" id="{22E9D6EA-B172-4D9C-837F-27D38A1A3431}"/>
                  </a:ext>
                </a:extLst>
              </p:cNvPr>
              <p:cNvSpPr>
                <a:spLocks noChangeShapeType="1"/>
              </p:cNvSpPr>
              <p:nvPr/>
            </p:nvSpPr>
            <p:spPr bwMode="auto">
              <a:xfrm flipV="1">
                <a:off x="1479" y="1531"/>
                <a:ext cx="0" cy="1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260">
                <a:extLst>
                  <a:ext uri="{FF2B5EF4-FFF2-40B4-BE49-F238E27FC236}">
                    <a16:creationId xmlns:a16="http://schemas.microsoft.com/office/drawing/2014/main" id="{2CD709E4-7130-4FF3-8481-A26499F8114D}"/>
                  </a:ext>
                </a:extLst>
              </p:cNvPr>
              <p:cNvSpPr>
                <a:spLocks noChangeShapeType="1"/>
              </p:cNvSpPr>
              <p:nvPr/>
            </p:nvSpPr>
            <p:spPr bwMode="auto">
              <a:xfrm>
                <a:off x="789" y="1968"/>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Line 261">
                <a:extLst>
                  <a:ext uri="{FF2B5EF4-FFF2-40B4-BE49-F238E27FC236}">
                    <a16:creationId xmlns:a16="http://schemas.microsoft.com/office/drawing/2014/main" id="{8265D00E-7381-427C-B9BD-CF50617867D3}"/>
                  </a:ext>
                </a:extLst>
              </p:cNvPr>
              <p:cNvSpPr>
                <a:spLocks noChangeShapeType="1"/>
              </p:cNvSpPr>
              <p:nvPr/>
            </p:nvSpPr>
            <p:spPr bwMode="auto">
              <a:xfrm>
                <a:off x="789" y="2078"/>
                <a:ext cx="14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Line 262">
                <a:extLst>
                  <a:ext uri="{FF2B5EF4-FFF2-40B4-BE49-F238E27FC236}">
                    <a16:creationId xmlns:a16="http://schemas.microsoft.com/office/drawing/2014/main" id="{40F8A1E2-851A-4A7A-A252-A06A2FBE692C}"/>
                  </a:ext>
                </a:extLst>
              </p:cNvPr>
              <p:cNvSpPr>
                <a:spLocks noChangeShapeType="1"/>
              </p:cNvSpPr>
              <p:nvPr/>
            </p:nvSpPr>
            <p:spPr bwMode="auto">
              <a:xfrm>
                <a:off x="1514" y="1968"/>
                <a:ext cx="0" cy="1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Line 263">
                <a:extLst>
                  <a:ext uri="{FF2B5EF4-FFF2-40B4-BE49-F238E27FC236}">
                    <a16:creationId xmlns:a16="http://schemas.microsoft.com/office/drawing/2014/main" id="{0257E230-2F82-4AC6-B9F2-33F8AC12C6B1}"/>
                  </a:ext>
                </a:extLst>
              </p:cNvPr>
              <p:cNvSpPr>
                <a:spLocks noChangeShapeType="1"/>
              </p:cNvSpPr>
              <p:nvPr/>
            </p:nvSpPr>
            <p:spPr bwMode="auto">
              <a:xfrm flipV="1">
                <a:off x="651" y="1968"/>
                <a:ext cx="0" cy="2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Line 264">
                <a:extLst>
                  <a:ext uri="{FF2B5EF4-FFF2-40B4-BE49-F238E27FC236}">
                    <a16:creationId xmlns:a16="http://schemas.microsoft.com/office/drawing/2014/main" id="{C4946278-22B4-4280-9E50-E82309FAAD75}"/>
                  </a:ext>
                </a:extLst>
              </p:cNvPr>
              <p:cNvSpPr>
                <a:spLocks noChangeShapeType="1"/>
              </p:cNvSpPr>
              <p:nvPr/>
            </p:nvSpPr>
            <p:spPr bwMode="auto">
              <a:xfrm flipV="1">
                <a:off x="1640" y="1968"/>
                <a:ext cx="0" cy="32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265">
                <a:extLst>
                  <a:ext uri="{FF2B5EF4-FFF2-40B4-BE49-F238E27FC236}">
                    <a16:creationId xmlns:a16="http://schemas.microsoft.com/office/drawing/2014/main" id="{FA5C148A-74BF-4AEC-A891-97A0A5D15760}"/>
                  </a:ext>
                </a:extLst>
              </p:cNvPr>
              <p:cNvSpPr>
                <a:spLocks noChangeShapeType="1"/>
              </p:cNvSpPr>
              <p:nvPr/>
            </p:nvSpPr>
            <p:spPr bwMode="auto">
              <a:xfrm flipV="1">
                <a:off x="1582" y="1532"/>
                <a:ext cx="0" cy="1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Line 266">
                <a:extLst>
                  <a:ext uri="{FF2B5EF4-FFF2-40B4-BE49-F238E27FC236}">
                    <a16:creationId xmlns:a16="http://schemas.microsoft.com/office/drawing/2014/main" id="{D4CD6382-B9A3-437B-B36B-54B1F9366023}"/>
                  </a:ext>
                </a:extLst>
              </p:cNvPr>
              <p:cNvSpPr>
                <a:spLocks noChangeShapeType="1"/>
              </p:cNvSpPr>
              <p:nvPr/>
            </p:nvSpPr>
            <p:spPr bwMode="auto">
              <a:xfrm flipV="1">
                <a:off x="685" y="1551"/>
                <a:ext cx="1" cy="1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 name="Oval 267">
                <a:extLst>
                  <a:ext uri="{FF2B5EF4-FFF2-40B4-BE49-F238E27FC236}">
                    <a16:creationId xmlns:a16="http://schemas.microsoft.com/office/drawing/2014/main" id="{9665C82F-C837-4C57-8815-A2BA8A79EDA9}"/>
                  </a:ext>
                </a:extLst>
              </p:cNvPr>
              <p:cNvSpPr>
                <a:spLocks noChangeAspect="1" noChangeArrowheads="1"/>
              </p:cNvSpPr>
              <p:nvPr/>
            </p:nvSpPr>
            <p:spPr bwMode="auto">
              <a:xfrm>
                <a:off x="1479" y="2041"/>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4" name="Text Box 268">
                <a:extLst>
                  <a:ext uri="{FF2B5EF4-FFF2-40B4-BE49-F238E27FC236}">
                    <a16:creationId xmlns:a16="http://schemas.microsoft.com/office/drawing/2014/main" id="{B351E92A-B49E-421A-9047-710BB0AB733B}"/>
                  </a:ext>
                </a:extLst>
              </p:cNvPr>
              <p:cNvSpPr txBox="1">
                <a:spLocks noChangeArrowheads="1"/>
              </p:cNvSpPr>
              <p:nvPr/>
            </p:nvSpPr>
            <p:spPr bwMode="auto">
              <a:xfrm>
                <a:off x="493" y="415"/>
                <a:ext cx="261" cy="52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_</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Q</a:t>
                </a:r>
              </a:p>
            </p:txBody>
          </p:sp>
          <p:sp>
            <p:nvSpPr>
              <p:cNvPr id="85" name="Text Box 269">
                <a:extLst>
                  <a:ext uri="{FF2B5EF4-FFF2-40B4-BE49-F238E27FC236}">
                    <a16:creationId xmlns:a16="http://schemas.microsoft.com/office/drawing/2014/main" id="{D641D11E-36A4-4990-9135-D5D4C9667D61}"/>
                  </a:ext>
                </a:extLst>
              </p:cNvPr>
              <p:cNvSpPr txBox="1">
                <a:spLocks noChangeArrowheads="1"/>
              </p:cNvSpPr>
              <p:nvPr/>
            </p:nvSpPr>
            <p:spPr bwMode="auto">
              <a:xfrm>
                <a:off x="1541" y="576"/>
                <a:ext cx="261"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Q</a:t>
                </a:r>
              </a:p>
            </p:txBody>
          </p:sp>
          <p:sp>
            <p:nvSpPr>
              <p:cNvPr id="86" name="Rectangle 270">
                <a:extLst>
                  <a:ext uri="{FF2B5EF4-FFF2-40B4-BE49-F238E27FC236}">
                    <a16:creationId xmlns:a16="http://schemas.microsoft.com/office/drawing/2014/main" id="{D1EFCB0C-0284-48BA-8D61-49618205847E}"/>
                  </a:ext>
                </a:extLst>
              </p:cNvPr>
              <p:cNvSpPr>
                <a:spLocks noChangeArrowheads="1"/>
              </p:cNvSpPr>
              <p:nvPr/>
            </p:nvSpPr>
            <p:spPr bwMode="auto">
              <a:xfrm>
                <a:off x="1374" y="129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7" name="Oval 271">
                <a:extLst>
                  <a:ext uri="{FF2B5EF4-FFF2-40B4-BE49-F238E27FC236}">
                    <a16:creationId xmlns:a16="http://schemas.microsoft.com/office/drawing/2014/main" id="{4ABD3062-0481-4379-823F-C8751E85AF32}"/>
                  </a:ext>
                </a:extLst>
              </p:cNvPr>
              <p:cNvSpPr>
                <a:spLocks noChangeArrowheads="1"/>
              </p:cNvSpPr>
              <p:nvPr/>
            </p:nvSpPr>
            <p:spPr bwMode="auto">
              <a:xfrm>
                <a:off x="1512" y="122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8" name="Rectangle 272">
                <a:extLst>
                  <a:ext uri="{FF2B5EF4-FFF2-40B4-BE49-F238E27FC236}">
                    <a16:creationId xmlns:a16="http://schemas.microsoft.com/office/drawing/2014/main" id="{1A269BA3-580E-4DA5-BE8A-6915CDC97C27}"/>
                  </a:ext>
                </a:extLst>
              </p:cNvPr>
              <p:cNvSpPr>
                <a:spLocks noChangeArrowheads="1"/>
              </p:cNvSpPr>
              <p:nvPr/>
            </p:nvSpPr>
            <p:spPr bwMode="auto">
              <a:xfrm>
                <a:off x="1374" y="129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9" name="Oval 273">
                <a:extLst>
                  <a:ext uri="{FF2B5EF4-FFF2-40B4-BE49-F238E27FC236}">
                    <a16:creationId xmlns:a16="http://schemas.microsoft.com/office/drawing/2014/main" id="{F51D5B12-B30D-4B6F-81EF-410E42ACC504}"/>
                  </a:ext>
                </a:extLst>
              </p:cNvPr>
              <p:cNvSpPr>
                <a:spLocks noChangeArrowheads="1"/>
              </p:cNvSpPr>
              <p:nvPr/>
            </p:nvSpPr>
            <p:spPr bwMode="auto">
              <a:xfrm>
                <a:off x="1512" y="122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0" name="Rectangle 274">
                <a:extLst>
                  <a:ext uri="{FF2B5EF4-FFF2-40B4-BE49-F238E27FC236}">
                    <a16:creationId xmlns:a16="http://schemas.microsoft.com/office/drawing/2014/main" id="{0EA55F78-29A0-41D4-A3C3-87F292983722}"/>
                  </a:ext>
                </a:extLst>
              </p:cNvPr>
              <p:cNvSpPr>
                <a:spLocks noChangeArrowheads="1"/>
              </p:cNvSpPr>
              <p:nvPr/>
            </p:nvSpPr>
            <p:spPr bwMode="auto">
              <a:xfrm>
                <a:off x="1374" y="129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1" name="Oval 275">
                <a:extLst>
                  <a:ext uri="{FF2B5EF4-FFF2-40B4-BE49-F238E27FC236}">
                    <a16:creationId xmlns:a16="http://schemas.microsoft.com/office/drawing/2014/main" id="{4BA3B12F-6711-44E1-A0AF-E931D20C99C3}"/>
                  </a:ext>
                </a:extLst>
              </p:cNvPr>
              <p:cNvSpPr>
                <a:spLocks noChangeArrowheads="1"/>
              </p:cNvSpPr>
              <p:nvPr/>
            </p:nvSpPr>
            <p:spPr bwMode="auto">
              <a:xfrm>
                <a:off x="1512" y="122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Rectangle 276">
                <a:extLst>
                  <a:ext uri="{FF2B5EF4-FFF2-40B4-BE49-F238E27FC236}">
                    <a16:creationId xmlns:a16="http://schemas.microsoft.com/office/drawing/2014/main" id="{0525495E-2EA1-441E-A4B3-A88B817DD7C3}"/>
                  </a:ext>
                </a:extLst>
              </p:cNvPr>
              <p:cNvSpPr>
                <a:spLocks noChangeArrowheads="1"/>
              </p:cNvSpPr>
              <p:nvPr/>
            </p:nvSpPr>
            <p:spPr bwMode="auto">
              <a:xfrm>
                <a:off x="1374" y="1298"/>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3" name="Oval 277">
                <a:extLst>
                  <a:ext uri="{FF2B5EF4-FFF2-40B4-BE49-F238E27FC236}">
                    <a16:creationId xmlns:a16="http://schemas.microsoft.com/office/drawing/2014/main" id="{41FC2299-04EC-41AD-B372-D536EDC5EF0F}"/>
                  </a:ext>
                </a:extLst>
              </p:cNvPr>
              <p:cNvSpPr>
                <a:spLocks noChangeArrowheads="1"/>
              </p:cNvSpPr>
              <p:nvPr/>
            </p:nvSpPr>
            <p:spPr bwMode="auto">
              <a:xfrm>
                <a:off x="1512" y="1227"/>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4" name="Rectangle 278">
                <a:extLst>
                  <a:ext uri="{FF2B5EF4-FFF2-40B4-BE49-F238E27FC236}">
                    <a16:creationId xmlns:a16="http://schemas.microsoft.com/office/drawing/2014/main" id="{58AC7073-1A62-4B60-A1AF-9C2110335EC3}"/>
                  </a:ext>
                </a:extLst>
              </p:cNvPr>
              <p:cNvSpPr>
                <a:spLocks noChangeArrowheads="1"/>
              </p:cNvSpPr>
              <p:nvPr/>
            </p:nvSpPr>
            <p:spPr bwMode="auto">
              <a:xfrm>
                <a:off x="515" y="17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Oval 279">
                <a:extLst>
                  <a:ext uri="{FF2B5EF4-FFF2-40B4-BE49-F238E27FC236}">
                    <a16:creationId xmlns:a16="http://schemas.microsoft.com/office/drawing/2014/main" id="{89E45037-3BCF-4DDF-BD16-E273F7E0D8C1}"/>
                  </a:ext>
                </a:extLst>
              </p:cNvPr>
              <p:cNvSpPr>
                <a:spLocks noChangeArrowheads="1"/>
              </p:cNvSpPr>
              <p:nvPr/>
            </p:nvSpPr>
            <p:spPr bwMode="auto">
              <a:xfrm>
                <a:off x="653" y="16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6" name="Rectangle 280">
                <a:extLst>
                  <a:ext uri="{FF2B5EF4-FFF2-40B4-BE49-F238E27FC236}">
                    <a16:creationId xmlns:a16="http://schemas.microsoft.com/office/drawing/2014/main" id="{A3157361-C508-48BE-A487-46206701D9E7}"/>
                  </a:ext>
                </a:extLst>
              </p:cNvPr>
              <p:cNvSpPr>
                <a:spLocks noChangeArrowheads="1"/>
              </p:cNvSpPr>
              <p:nvPr/>
            </p:nvSpPr>
            <p:spPr bwMode="auto">
              <a:xfrm>
                <a:off x="515" y="17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7" name="Oval 281">
                <a:extLst>
                  <a:ext uri="{FF2B5EF4-FFF2-40B4-BE49-F238E27FC236}">
                    <a16:creationId xmlns:a16="http://schemas.microsoft.com/office/drawing/2014/main" id="{18AF2F2F-4DCF-4159-A667-3D4D17B6D4B0}"/>
                  </a:ext>
                </a:extLst>
              </p:cNvPr>
              <p:cNvSpPr>
                <a:spLocks noChangeArrowheads="1"/>
              </p:cNvSpPr>
              <p:nvPr/>
            </p:nvSpPr>
            <p:spPr bwMode="auto">
              <a:xfrm>
                <a:off x="653" y="16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8" name="Rectangle 282">
                <a:extLst>
                  <a:ext uri="{FF2B5EF4-FFF2-40B4-BE49-F238E27FC236}">
                    <a16:creationId xmlns:a16="http://schemas.microsoft.com/office/drawing/2014/main" id="{9C8C52D0-4362-4314-AD68-D892DAD8C089}"/>
                  </a:ext>
                </a:extLst>
              </p:cNvPr>
              <p:cNvSpPr>
                <a:spLocks noChangeArrowheads="1"/>
              </p:cNvSpPr>
              <p:nvPr/>
            </p:nvSpPr>
            <p:spPr bwMode="auto">
              <a:xfrm>
                <a:off x="515" y="1738"/>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Oval 283">
                <a:extLst>
                  <a:ext uri="{FF2B5EF4-FFF2-40B4-BE49-F238E27FC236}">
                    <a16:creationId xmlns:a16="http://schemas.microsoft.com/office/drawing/2014/main" id="{FAF5A0FE-CDEE-4D6F-BFDB-57EC9BD03EB0}"/>
                  </a:ext>
                </a:extLst>
              </p:cNvPr>
              <p:cNvSpPr>
                <a:spLocks noChangeArrowheads="1"/>
              </p:cNvSpPr>
              <p:nvPr/>
            </p:nvSpPr>
            <p:spPr bwMode="auto">
              <a:xfrm>
                <a:off x="653" y="1667"/>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Rectangle 284">
                <a:extLst>
                  <a:ext uri="{FF2B5EF4-FFF2-40B4-BE49-F238E27FC236}">
                    <a16:creationId xmlns:a16="http://schemas.microsoft.com/office/drawing/2014/main" id="{49E3CA64-FE64-475D-877A-7479381AD3AC}"/>
                  </a:ext>
                </a:extLst>
              </p:cNvPr>
              <p:cNvSpPr>
                <a:spLocks noChangeArrowheads="1"/>
              </p:cNvSpPr>
              <p:nvPr/>
            </p:nvSpPr>
            <p:spPr bwMode="auto">
              <a:xfrm>
                <a:off x="515" y="1738"/>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1" name="Oval 285">
                <a:extLst>
                  <a:ext uri="{FF2B5EF4-FFF2-40B4-BE49-F238E27FC236}">
                    <a16:creationId xmlns:a16="http://schemas.microsoft.com/office/drawing/2014/main" id="{DEBF845C-8B37-4F03-AF8C-4ADF4C7BFD15}"/>
                  </a:ext>
                </a:extLst>
              </p:cNvPr>
              <p:cNvSpPr>
                <a:spLocks noChangeArrowheads="1"/>
              </p:cNvSpPr>
              <p:nvPr/>
            </p:nvSpPr>
            <p:spPr bwMode="auto">
              <a:xfrm>
                <a:off x="653" y="1667"/>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2" name="Rectangle 286">
                <a:extLst>
                  <a:ext uri="{FF2B5EF4-FFF2-40B4-BE49-F238E27FC236}">
                    <a16:creationId xmlns:a16="http://schemas.microsoft.com/office/drawing/2014/main" id="{1883ACC4-165E-4C53-80A8-85184ECD3F03}"/>
                  </a:ext>
                </a:extLst>
              </p:cNvPr>
              <p:cNvSpPr>
                <a:spLocks noChangeArrowheads="1"/>
              </p:cNvSpPr>
              <p:nvPr/>
            </p:nvSpPr>
            <p:spPr bwMode="auto">
              <a:xfrm>
                <a:off x="1407" y="1739"/>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3" name="Oval 287">
                <a:extLst>
                  <a:ext uri="{FF2B5EF4-FFF2-40B4-BE49-F238E27FC236}">
                    <a16:creationId xmlns:a16="http://schemas.microsoft.com/office/drawing/2014/main" id="{E44C0804-A904-4DCD-9659-67BA42A95667}"/>
                  </a:ext>
                </a:extLst>
              </p:cNvPr>
              <p:cNvSpPr>
                <a:spLocks noChangeArrowheads="1"/>
              </p:cNvSpPr>
              <p:nvPr/>
            </p:nvSpPr>
            <p:spPr bwMode="auto">
              <a:xfrm>
                <a:off x="1545" y="1668"/>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4" name="Rectangle 288">
                <a:extLst>
                  <a:ext uri="{FF2B5EF4-FFF2-40B4-BE49-F238E27FC236}">
                    <a16:creationId xmlns:a16="http://schemas.microsoft.com/office/drawing/2014/main" id="{8B15E0C0-F694-41F5-89B9-74FACD1F2908}"/>
                  </a:ext>
                </a:extLst>
              </p:cNvPr>
              <p:cNvSpPr>
                <a:spLocks noChangeArrowheads="1"/>
              </p:cNvSpPr>
              <p:nvPr/>
            </p:nvSpPr>
            <p:spPr bwMode="auto">
              <a:xfrm>
                <a:off x="1407" y="1739"/>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5" name="Oval 289">
                <a:extLst>
                  <a:ext uri="{FF2B5EF4-FFF2-40B4-BE49-F238E27FC236}">
                    <a16:creationId xmlns:a16="http://schemas.microsoft.com/office/drawing/2014/main" id="{0ED606D7-DABF-4E9A-99F5-F667F1E5BB4A}"/>
                  </a:ext>
                </a:extLst>
              </p:cNvPr>
              <p:cNvSpPr>
                <a:spLocks noChangeArrowheads="1"/>
              </p:cNvSpPr>
              <p:nvPr/>
            </p:nvSpPr>
            <p:spPr bwMode="auto">
              <a:xfrm>
                <a:off x="1545" y="1668"/>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6" name="Rectangle 290">
                <a:extLst>
                  <a:ext uri="{FF2B5EF4-FFF2-40B4-BE49-F238E27FC236}">
                    <a16:creationId xmlns:a16="http://schemas.microsoft.com/office/drawing/2014/main" id="{172A64B8-5C9B-4372-B4BD-F4E8795BCCD8}"/>
                  </a:ext>
                </a:extLst>
              </p:cNvPr>
              <p:cNvSpPr>
                <a:spLocks noChangeArrowheads="1"/>
              </p:cNvSpPr>
              <p:nvPr/>
            </p:nvSpPr>
            <p:spPr bwMode="auto">
              <a:xfrm>
                <a:off x="1407" y="1739"/>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7" name="Oval 291">
                <a:extLst>
                  <a:ext uri="{FF2B5EF4-FFF2-40B4-BE49-F238E27FC236}">
                    <a16:creationId xmlns:a16="http://schemas.microsoft.com/office/drawing/2014/main" id="{1574FEE7-6C1E-4C26-B0B9-FFC1CBC4B46A}"/>
                  </a:ext>
                </a:extLst>
              </p:cNvPr>
              <p:cNvSpPr>
                <a:spLocks noChangeArrowheads="1"/>
              </p:cNvSpPr>
              <p:nvPr/>
            </p:nvSpPr>
            <p:spPr bwMode="auto">
              <a:xfrm>
                <a:off x="1545" y="1668"/>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8" name="Rectangle 292">
                <a:extLst>
                  <a:ext uri="{FF2B5EF4-FFF2-40B4-BE49-F238E27FC236}">
                    <a16:creationId xmlns:a16="http://schemas.microsoft.com/office/drawing/2014/main" id="{456AE73E-E98A-4654-B10B-969E682573FC}"/>
                  </a:ext>
                </a:extLst>
              </p:cNvPr>
              <p:cNvSpPr>
                <a:spLocks noChangeArrowheads="1"/>
              </p:cNvSpPr>
              <p:nvPr/>
            </p:nvSpPr>
            <p:spPr bwMode="auto">
              <a:xfrm>
                <a:off x="1407" y="1739"/>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9" name="Oval 293">
                <a:extLst>
                  <a:ext uri="{FF2B5EF4-FFF2-40B4-BE49-F238E27FC236}">
                    <a16:creationId xmlns:a16="http://schemas.microsoft.com/office/drawing/2014/main" id="{8436DCD4-3A8E-4983-97EB-F7B275EA425A}"/>
                  </a:ext>
                </a:extLst>
              </p:cNvPr>
              <p:cNvSpPr>
                <a:spLocks noChangeArrowheads="1"/>
              </p:cNvSpPr>
              <p:nvPr/>
            </p:nvSpPr>
            <p:spPr bwMode="auto">
              <a:xfrm>
                <a:off x="1545" y="1668"/>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0" name="Rectangle 294">
                <a:extLst>
                  <a:ext uri="{FF2B5EF4-FFF2-40B4-BE49-F238E27FC236}">
                    <a16:creationId xmlns:a16="http://schemas.microsoft.com/office/drawing/2014/main" id="{C8F6D280-C819-49E7-BCB1-20F6C65C28D5}"/>
                  </a:ext>
                </a:extLst>
              </p:cNvPr>
              <p:cNvSpPr>
                <a:spLocks noChangeArrowheads="1"/>
              </p:cNvSpPr>
              <p:nvPr/>
            </p:nvSpPr>
            <p:spPr bwMode="auto">
              <a:xfrm>
                <a:off x="1509" y="273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1" name="Oval 295">
                <a:extLst>
                  <a:ext uri="{FF2B5EF4-FFF2-40B4-BE49-F238E27FC236}">
                    <a16:creationId xmlns:a16="http://schemas.microsoft.com/office/drawing/2014/main" id="{A1869CE6-C9F6-48D4-9A5C-E795F0CA5AF2}"/>
                  </a:ext>
                </a:extLst>
              </p:cNvPr>
              <p:cNvSpPr>
                <a:spLocks noChangeArrowheads="1"/>
              </p:cNvSpPr>
              <p:nvPr/>
            </p:nvSpPr>
            <p:spPr bwMode="auto">
              <a:xfrm>
                <a:off x="1647" y="26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2" name="Rectangle 296">
                <a:extLst>
                  <a:ext uri="{FF2B5EF4-FFF2-40B4-BE49-F238E27FC236}">
                    <a16:creationId xmlns:a16="http://schemas.microsoft.com/office/drawing/2014/main" id="{AEA7DA57-85DD-4858-9076-A2580F793678}"/>
                  </a:ext>
                </a:extLst>
              </p:cNvPr>
              <p:cNvSpPr>
                <a:spLocks noChangeArrowheads="1"/>
              </p:cNvSpPr>
              <p:nvPr/>
            </p:nvSpPr>
            <p:spPr bwMode="auto">
              <a:xfrm>
                <a:off x="1509" y="273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3" name="Oval 297">
                <a:extLst>
                  <a:ext uri="{FF2B5EF4-FFF2-40B4-BE49-F238E27FC236}">
                    <a16:creationId xmlns:a16="http://schemas.microsoft.com/office/drawing/2014/main" id="{53CD7B09-5089-4C3A-AE50-93D60F2D1CD8}"/>
                  </a:ext>
                </a:extLst>
              </p:cNvPr>
              <p:cNvSpPr>
                <a:spLocks noChangeArrowheads="1"/>
              </p:cNvSpPr>
              <p:nvPr/>
            </p:nvSpPr>
            <p:spPr bwMode="auto">
              <a:xfrm>
                <a:off x="1647" y="26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4" name="Rectangle 298">
                <a:extLst>
                  <a:ext uri="{FF2B5EF4-FFF2-40B4-BE49-F238E27FC236}">
                    <a16:creationId xmlns:a16="http://schemas.microsoft.com/office/drawing/2014/main" id="{92C1558C-2CF8-4BFD-9425-26276657BFB0}"/>
                  </a:ext>
                </a:extLst>
              </p:cNvPr>
              <p:cNvSpPr>
                <a:spLocks noChangeArrowheads="1"/>
              </p:cNvSpPr>
              <p:nvPr/>
            </p:nvSpPr>
            <p:spPr bwMode="auto">
              <a:xfrm>
                <a:off x="1509" y="2733"/>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5" name="Oval 299">
                <a:extLst>
                  <a:ext uri="{FF2B5EF4-FFF2-40B4-BE49-F238E27FC236}">
                    <a16:creationId xmlns:a16="http://schemas.microsoft.com/office/drawing/2014/main" id="{EBAFBBAF-3399-47F5-BCB3-07C24EE82913}"/>
                  </a:ext>
                </a:extLst>
              </p:cNvPr>
              <p:cNvSpPr>
                <a:spLocks noChangeArrowheads="1"/>
              </p:cNvSpPr>
              <p:nvPr/>
            </p:nvSpPr>
            <p:spPr bwMode="auto">
              <a:xfrm>
                <a:off x="1647" y="2662"/>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6" name="Rectangle 300">
                <a:extLst>
                  <a:ext uri="{FF2B5EF4-FFF2-40B4-BE49-F238E27FC236}">
                    <a16:creationId xmlns:a16="http://schemas.microsoft.com/office/drawing/2014/main" id="{774200B1-DC36-4C97-8E10-5B5C81E8D05D}"/>
                  </a:ext>
                </a:extLst>
              </p:cNvPr>
              <p:cNvSpPr>
                <a:spLocks noChangeArrowheads="1"/>
              </p:cNvSpPr>
              <p:nvPr/>
            </p:nvSpPr>
            <p:spPr bwMode="auto">
              <a:xfrm>
                <a:off x="1509" y="2733"/>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7" name="Oval 301">
                <a:extLst>
                  <a:ext uri="{FF2B5EF4-FFF2-40B4-BE49-F238E27FC236}">
                    <a16:creationId xmlns:a16="http://schemas.microsoft.com/office/drawing/2014/main" id="{E5BAE7B3-EC4B-44E8-B867-061509075789}"/>
                  </a:ext>
                </a:extLst>
              </p:cNvPr>
              <p:cNvSpPr>
                <a:spLocks noChangeArrowheads="1"/>
              </p:cNvSpPr>
              <p:nvPr/>
            </p:nvSpPr>
            <p:spPr bwMode="auto">
              <a:xfrm>
                <a:off x="1647" y="2662"/>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8" name="Rectangle 302">
                <a:extLst>
                  <a:ext uri="{FF2B5EF4-FFF2-40B4-BE49-F238E27FC236}">
                    <a16:creationId xmlns:a16="http://schemas.microsoft.com/office/drawing/2014/main" id="{30295D02-A944-47F4-9CA8-F7A4E296D58A}"/>
                  </a:ext>
                </a:extLst>
              </p:cNvPr>
              <p:cNvSpPr>
                <a:spLocks noChangeArrowheads="1"/>
              </p:cNvSpPr>
              <p:nvPr/>
            </p:nvSpPr>
            <p:spPr bwMode="auto">
              <a:xfrm>
                <a:off x="481" y="2732"/>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9" name="Oval 303">
                <a:extLst>
                  <a:ext uri="{FF2B5EF4-FFF2-40B4-BE49-F238E27FC236}">
                    <a16:creationId xmlns:a16="http://schemas.microsoft.com/office/drawing/2014/main" id="{C6779332-0A14-47C5-829E-8D91F37E2B11}"/>
                  </a:ext>
                </a:extLst>
              </p:cNvPr>
              <p:cNvSpPr>
                <a:spLocks noChangeArrowheads="1"/>
              </p:cNvSpPr>
              <p:nvPr/>
            </p:nvSpPr>
            <p:spPr bwMode="auto">
              <a:xfrm>
                <a:off x="619" y="2661"/>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0" name="Rectangle 304">
                <a:extLst>
                  <a:ext uri="{FF2B5EF4-FFF2-40B4-BE49-F238E27FC236}">
                    <a16:creationId xmlns:a16="http://schemas.microsoft.com/office/drawing/2014/main" id="{EA65BC90-FD36-443F-9574-D452A3E4FF04}"/>
                  </a:ext>
                </a:extLst>
              </p:cNvPr>
              <p:cNvSpPr>
                <a:spLocks noChangeArrowheads="1"/>
              </p:cNvSpPr>
              <p:nvPr/>
            </p:nvSpPr>
            <p:spPr bwMode="auto">
              <a:xfrm>
                <a:off x="481" y="2732"/>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1" name="Oval 305">
                <a:extLst>
                  <a:ext uri="{FF2B5EF4-FFF2-40B4-BE49-F238E27FC236}">
                    <a16:creationId xmlns:a16="http://schemas.microsoft.com/office/drawing/2014/main" id="{CF1D5DB1-F3FF-4BB7-91B5-0116B9E3966C}"/>
                  </a:ext>
                </a:extLst>
              </p:cNvPr>
              <p:cNvSpPr>
                <a:spLocks noChangeArrowheads="1"/>
              </p:cNvSpPr>
              <p:nvPr/>
            </p:nvSpPr>
            <p:spPr bwMode="auto">
              <a:xfrm>
                <a:off x="619" y="2661"/>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2" name="Rectangle 306">
                <a:extLst>
                  <a:ext uri="{FF2B5EF4-FFF2-40B4-BE49-F238E27FC236}">
                    <a16:creationId xmlns:a16="http://schemas.microsoft.com/office/drawing/2014/main" id="{A7192D45-D5DF-4E26-ACB4-B3C778A6540D}"/>
                  </a:ext>
                </a:extLst>
              </p:cNvPr>
              <p:cNvSpPr>
                <a:spLocks noChangeArrowheads="1"/>
              </p:cNvSpPr>
              <p:nvPr/>
            </p:nvSpPr>
            <p:spPr bwMode="auto">
              <a:xfrm>
                <a:off x="481" y="2732"/>
                <a:ext cx="344" cy="215"/>
              </a:xfrm>
              <a:prstGeom prst="rect">
                <a:avLst/>
              </a:prstGeom>
              <a:noFill/>
              <a:ln w="7938"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3" name="Oval 307">
                <a:extLst>
                  <a:ext uri="{FF2B5EF4-FFF2-40B4-BE49-F238E27FC236}">
                    <a16:creationId xmlns:a16="http://schemas.microsoft.com/office/drawing/2014/main" id="{3533232C-5B46-444F-BF7D-04F6CD8AFDFD}"/>
                  </a:ext>
                </a:extLst>
              </p:cNvPr>
              <p:cNvSpPr>
                <a:spLocks noChangeArrowheads="1"/>
              </p:cNvSpPr>
              <p:nvPr/>
            </p:nvSpPr>
            <p:spPr bwMode="auto">
              <a:xfrm>
                <a:off x="619" y="2661"/>
                <a:ext cx="69" cy="71"/>
              </a:xfrm>
              <a:prstGeom prst="ellipse">
                <a:avLst/>
              </a:prstGeom>
              <a:noFill/>
              <a:ln w="7938"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4" name="Rectangle 308">
                <a:extLst>
                  <a:ext uri="{FF2B5EF4-FFF2-40B4-BE49-F238E27FC236}">
                    <a16:creationId xmlns:a16="http://schemas.microsoft.com/office/drawing/2014/main" id="{B54088B8-50E3-42FC-863D-EBDD4BBC8DFE}"/>
                  </a:ext>
                </a:extLst>
              </p:cNvPr>
              <p:cNvSpPr>
                <a:spLocks noChangeArrowheads="1"/>
              </p:cNvSpPr>
              <p:nvPr/>
            </p:nvSpPr>
            <p:spPr bwMode="auto">
              <a:xfrm>
                <a:off x="481" y="2732"/>
                <a:ext cx="344" cy="21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5" name="Oval 309">
                <a:extLst>
                  <a:ext uri="{FF2B5EF4-FFF2-40B4-BE49-F238E27FC236}">
                    <a16:creationId xmlns:a16="http://schemas.microsoft.com/office/drawing/2014/main" id="{2532308D-F766-4074-B333-50C3CCBCD871}"/>
                  </a:ext>
                </a:extLst>
              </p:cNvPr>
              <p:cNvSpPr>
                <a:spLocks noChangeArrowheads="1"/>
              </p:cNvSpPr>
              <p:nvPr/>
            </p:nvSpPr>
            <p:spPr bwMode="auto">
              <a:xfrm>
                <a:off x="619" y="2661"/>
                <a:ext cx="69" cy="71"/>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6" name="Oval 310">
                <a:extLst>
                  <a:ext uri="{FF2B5EF4-FFF2-40B4-BE49-F238E27FC236}">
                    <a16:creationId xmlns:a16="http://schemas.microsoft.com/office/drawing/2014/main" id="{63A38859-9373-4D12-AFBE-9BC330777B31}"/>
                  </a:ext>
                </a:extLst>
              </p:cNvPr>
              <p:cNvSpPr>
                <a:spLocks noChangeAspect="1" noChangeArrowheads="1"/>
              </p:cNvSpPr>
              <p:nvPr/>
            </p:nvSpPr>
            <p:spPr bwMode="auto">
              <a:xfrm>
                <a:off x="621" y="2131"/>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7" name="Oval 311">
                <a:extLst>
                  <a:ext uri="{FF2B5EF4-FFF2-40B4-BE49-F238E27FC236}">
                    <a16:creationId xmlns:a16="http://schemas.microsoft.com/office/drawing/2014/main" id="{BC24962A-08A1-4F5E-8CE3-C236A3F26859}"/>
                  </a:ext>
                </a:extLst>
              </p:cNvPr>
              <p:cNvSpPr>
                <a:spLocks noChangeAspect="1" noChangeArrowheads="1"/>
              </p:cNvSpPr>
              <p:nvPr/>
            </p:nvSpPr>
            <p:spPr bwMode="auto">
              <a:xfrm>
                <a:off x="1603" y="2131"/>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8" name="Oval 312">
                <a:extLst>
                  <a:ext uri="{FF2B5EF4-FFF2-40B4-BE49-F238E27FC236}">
                    <a16:creationId xmlns:a16="http://schemas.microsoft.com/office/drawing/2014/main" id="{870D298E-7C86-4639-ADB8-83A81E5A782D}"/>
                  </a:ext>
                </a:extLst>
              </p:cNvPr>
              <p:cNvSpPr>
                <a:spLocks noChangeAspect="1" noChangeArrowheads="1"/>
              </p:cNvSpPr>
              <p:nvPr/>
            </p:nvSpPr>
            <p:spPr bwMode="auto">
              <a:xfrm>
                <a:off x="1513" y="1126"/>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9" name="Oval 313">
                <a:extLst>
                  <a:ext uri="{FF2B5EF4-FFF2-40B4-BE49-F238E27FC236}">
                    <a16:creationId xmlns:a16="http://schemas.microsoft.com/office/drawing/2014/main" id="{16918BF4-7EBE-4B9D-9A46-91B5B2544668}"/>
                  </a:ext>
                </a:extLst>
              </p:cNvPr>
              <p:cNvSpPr>
                <a:spLocks noChangeAspect="1" noChangeArrowheads="1"/>
              </p:cNvSpPr>
              <p:nvPr/>
            </p:nvSpPr>
            <p:spPr bwMode="auto">
              <a:xfrm>
                <a:off x="722" y="1126"/>
                <a:ext cx="69" cy="74"/>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0" name="Freeform 314">
                <a:extLst>
                  <a:ext uri="{FF2B5EF4-FFF2-40B4-BE49-F238E27FC236}">
                    <a16:creationId xmlns:a16="http://schemas.microsoft.com/office/drawing/2014/main" id="{CBF80843-0F55-4B1B-8D6D-33B5E2424605}"/>
                  </a:ext>
                </a:extLst>
              </p:cNvPr>
              <p:cNvSpPr>
                <a:spLocks/>
              </p:cNvSpPr>
              <p:nvPr/>
            </p:nvSpPr>
            <p:spPr bwMode="auto">
              <a:xfrm>
                <a:off x="758" y="2158"/>
                <a:ext cx="884" cy="508"/>
              </a:xfrm>
              <a:custGeom>
                <a:avLst/>
                <a:gdLst>
                  <a:gd name="T0" fmla="*/ 884 w 884"/>
                  <a:gd name="T1" fmla="*/ 0 h 508"/>
                  <a:gd name="T2" fmla="*/ 544 w 884"/>
                  <a:gd name="T3" fmla="*/ 0 h 508"/>
                  <a:gd name="T4" fmla="*/ 288 w 884"/>
                  <a:gd name="T5" fmla="*/ 508 h 508"/>
                  <a:gd name="T6" fmla="*/ 0 w 884"/>
                  <a:gd name="T7" fmla="*/ 508 h 508"/>
                  <a:gd name="T8" fmla="*/ 0 w 884"/>
                  <a:gd name="T9" fmla="*/ 392 h 5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4" h="508">
                    <a:moveTo>
                      <a:pt x="884" y="0"/>
                    </a:moveTo>
                    <a:lnTo>
                      <a:pt x="544" y="0"/>
                    </a:lnTo>
                    <a:lnTo>
                      <a:pt x="288" y="508"/>
                    </a:lnTo>
                    <a:lnTo>
                      <a:pt x="0" y="508"/>
                    </a:lnTo>
                    <a:lnTo>
                      <a:pt x="0" y="39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1" name="Freeform 315">
                <a:extLst>
                  <a:ext uri="{FF2B5EF4-FFF2-40B4-BE49-F238E27FC236}">
                    <a16:creationId xmlns:a16="http://schemas.microsoft.com/office/drawing/2014/main" id="{608149AC-6E89-4C31-8881-C068864A6CC8}"/>
                  </a:ext>
                </a:extLst>
              </p:cNvPr>
              <p:cNvSpPr>
                <a:spLocks/>
              </p:cNvSpPr>
              <p:nvPr/>
            </p:nvSpPr>
            <p:spPr bwMode="auto">
              <a:xfrm flipH="1">
                <a:off x="666" y="2178"/>
                <a:ext cx="884" cy="508"/>
              </a:xfrm>
              <a:custGeom>
                <a:avLst/>
                <a:gdLst>
                  <a:gd name="T0" fmla="*/ 884 w 884"/>
                  <a:gd name="T1" fmla="*/ 0 h 508"/>
                  <a:gd name="T2" fmla="*/ 544 w 884"/>
                  <a:gd name="T3" fmla="*/ 0 h 508"/>
                  <a:gd name="T4" fmla="*/ 288 w 884"/>
                  <a:gd name="T5" fmla="*/ 508 h 508"/>
                  <a:gd name="T6" fmla="*/ 0 w 884"/>
                  <a:gd name="T7" fmla="*/ 508 h 508"/>
                  <a:gd name="T8" fmla="*/ 0 w 884"/>
                  <a:gd name="T9" fmla="*/ 392 h 5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4" h="508">
                    <a:moveTo>
                      <a:pt x="884" y="0"/>
                    </a:moveTo>
                    <a:lnTo>
                      <a:pt x="544" y="0"/>
                    </a:lnTo>
                    <a:lnTo>
                      <a:pt x="288" y="508"/>
                    </a:lnTo>
                    <a:lnTo>
                      <a:pt x="0" y="508"/>
                    </a:lnTo>
                    <a:lnTo>
                      <a:pt x="0" y="39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 name="Text Box 316">
              <a:extLst>
                <a:ext uri="{FF2B5EF4-FFF2-40B4-BE49-F238E27FC236}">
                  <a16:creationId xmlns:a16="http://schemas.microsoft.com/office/drawing/2014/main" id="{F6B26C22-6816-47E7-BDD6-B19829C12D29}"/>
                </a:ext>
              </a:extLst>
            </p:cNvPr>
            <p:cNvSpPr txBox="1">
              <a:spLocks noChangeArrowheads="1"/>
            </p:cNvSpPr>
            <p:nvPr/>
          </p:nvSpPr>
          <p:spPr bwMode="auto">
            <a:xfrm>
              <a:off x="532" y="1347"/>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1" name="Text Box 317">
              <a:extLst>
                <a:ext uri="{FF2B5EF4-FFF2-40B4-BE49-F238E27FC236}">
                  <a16:creationId xmlns:a16="http://schemas.microsoft.com/office/drawing/2014/main" id="{90B375BA-D626-4647-AEB6-D2F40C61F4AE}"/>
                </a:ext>
              </a:extLst>
            </p:cNvPr>
            <p:cNvSpPr txBox="1">
              <a:spLocks noChangeArrowheads="1"/>
            </p:cNvSpPr>
            <p:nvPr/>
          </p:nvSpPr>
          <p:spPr bwMode="auto">
            <a:xfrm>
              <a:off x="1326" y="1325"/>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2" name="Text Box 318">
              <a:extLst>
                <a:ext uri="{FF2B5EF4-FFF2-40B4-BE49-F238E27FC236}">
                  <a16:creationId xmlns:a16="http://schemas.microsoft.com/office/drawing/2014/main" id="{53225C9E-E2C4-4551-8EDD-8A324C8B29B6}"/>
                </a:ext>
              </a:extLst>
            </p:cNvPr>
            <p:cNvSpPr txBox="1">
              <a:spLocks noChangeArrowheads="1"/>
            </p:cNvSpPr>
            <p:nvPr/>
          </p:nvSpPr>
          <p:spPr bwMode="auto">
            <a:xfrm>
              <a:off x="1369" y="1760"/>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3" name="Text Box 319">
              <a:extLst>
                <a:ext uri="{FF2B5EF4-FFF2-40B4-BE49-F238E27FC236}">
                  <a16:creationId xmlns:a16="http://schemas.microsoft.com/office/drawing/2014/main" id="{C1CCD372-8A32-4576-8BA2-46C6B615BE72}"/>
                </a:ext>
              </a:extLst>
            </p:cNvPr>
            <p:cNvSpPr txBox="1">
              <a:spLocks noChangeArrowheads="1"/>
            </p:cNvSpPr>
            <p:nvPr/>
          </p:nvSpPr>
          <p:spPr bwMode="auto">
            <a:xfrm>
              <a:off x="478" y="1771"/>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4" name="Text Box 320">
              <a:extLst>
                <a:ext uri="{FF2B5EF4-FFF2-40B4-BE49-F238E27FC236}">
                  <a16:creationId xmlns:a16="http://schemas.microsoft.com/office/drawing/2014/main" id="{902278D7-6119-4874-BC45-DD6D4CA01139}"/>
                </a:ext>
              </a:extLst>
            </p:cNvPr>
            <p:cNvSpPr txBox="1">
              <a:spLocks noChangeArrowheads="1"/>
            </p:cNvSpPr>
            <p:nvPr/>
          </p:nvSpPr>
          <p:spPr bwMode="auto">
            <a:xfrm>
              <a:off x="445" y="2358"/>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5" name="Text Box 321">
              <a:extLst>
                <a:ext uri="{FF2B5EF4-FFF2-40B4-BE49-F238E27FC236}">
                  <a16:creationId xmlns:a16="http://schemas.microsoft.com/office/drawing/2014/main" id="{C971C105-7FB2-40A4-AED1-D3DE7A70E2D5}"/>
                </a:ext>
              </a:extLst>
            </p:cNvPr>
            <p:cNvSpPr txBox="1">
              <a:spLocks noChangeArrowheads="1"/>
            </p:cNvSpPr>
            <p:nvPr/>
          </p:nvSpPr>
          <p:spPr bwMode="auto">
            <a:xfrm>
              <a:off x="445" y="2737"/>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6" name="Text Box 322">
              <a:extLst>
                <a:ext uri="{FF2B5EF4-FFF2-40B4-BE49-F238E27FC236}">
                  <a16:creationId xmlns:a16="http://schemas.microsoft.com/office/drawing/2014/main" id="{4F6A199D-C31D-46CB-89F5-0FA7F518F9E4}"/>
                </a:ext>
              </a:extLst>
            </p:cNvPr>
            <p:cNvSpPr txBox="1">
              <a:spLocks noChangeArrowheads="1"/>
            </p:cNvSpPr>
            <p:nvPr/>
          </p:nvSpPr>
          <p:spPr bwMode="auto">
            <a:xfrm>
              <a:off x="1424" y="2389"/>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7" name="Text Box 323">
              <a:extLst>
                <a:ext uri="{FF2B5EF4-FFF2-40B4-BE49-F238E27FC236}">
                  <a16:creationId xmlns:a16="http://schemas.microsoft.com/office/drawing/2014/main" id="{F7B22241-9541-4420-B532-AFAA94A9B234}"/>
                </a:ext>
              </a:extLst>
            </p:cNvPr>
            <p:cNvSpPr txBox="1">
              <a:spLocks noChangeArrowheads="1"/>
            </p:cNvSpPr>
            <p:nvPr/>
          </p:nvSpPr>
          <p:spPr bwMode="auto">
            <a:xfrm>
              <a:off x="1478" y="2759"/>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&amp;</a:t>
              </a:r>
            </a:p>
          </p:txBody>
        </p:sp>
        <p:sp>
          <p:nvSpPr>
            <p:cNvPr id="18" name="Text Box 324">
              <a:extLst>
                <a:ext uri="{FF2B5EF4-FFF2-40B4-BE49-F238E27FC236}">
                  <a16:creationId xmlns:a16="http://schemas.microsoft.com/office/drawing/2014/main" id="{46751B48-BA98-4627-AC92-6CD257FE33C8}"/>
                </a:ext>
              </a:extLst>
            </p:cNvPr>
            <p:cNvSpPr txBox="1">
              <a:spLocks noChangeArrowheads="1"/>
            </p:cNvSpPr>
            <p:nvPr/>
          </p:nvSpPr>
          <p:spPr bwMode="auto">
            <a:xfrm>
              <a:off x="2109" y="2476"/>
              <a:ext cx="456"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grpSp>
        <p:nvGrpSpPr>
          <p:cNvPr id="132" name="Group 118">
            <a:extLst>
              <a:ext uri="{FF2B5EF4-FFF2-40B4-BE49-F238E27FC236}">
                <a16:creationId xmlns:a16="http://schemas.microsoft.com/office/drawing/2014/main" id="{0DA589D6-F9B1-4243-92B8-6E7010046184}"/>
              </a:ext>
            </a:extLst>
          </p:cNvPr>
          <p:cNvGrpSpPr>
            <a:grpSpLocks/>
          </p:cNvGrpSpPr>
          <p:nvPr/>
        </p:nvGrpSpPr>
        <p:grpSpPr bwMode="auto">
          <a:xfrm>
            <a:off x="1239828" y="2471737"/>
            <a:ext cx="1998663" cy="3443288"/>
            <a:chOff x="604" y="1073"/>
            <a:chExt cx="1259" cy="2169"/>
          </a:xfrm>
        </p:grpSpPr>
        <p:sp>
          <p:nvSpPr>
            <p:cNvPr id="133" name="Freeform 119">
              <a:extLst>
                <a:ext uri="{FF2B5EF4-FFF2-40B4-BE49-F238E27FC236}">
                  <a16:creationId xmlns:a16="http://schemas.microsoft.com/office/drawing/2014/main" id="{12CDD6DD-F3CB-4A0F-974E-A053CBE8A1A2}"/>
                </a:ext>
              </a:extLst>
            </p:cNvPr>
            <p:cNvSpPr>
              <a:spLocks/>
            </p:cNvSpPr>
            <p:nvPr/>
          </p:nvSpPr>
          <p:spPr bwMode="auto">
            <a:xfrm>
              <a:off x="604" y="1153"/>
              <a:ext cx="1209" cy="2089"/>
            </a:xfrm>
            <a:custGeom>
              <a:avLst/>
              <a:gdLst>
                <a:gd name="T0" fmla="*/ 1209 w 1209"/>
                <a:gd name="T1" fmla="*/ 0 h 2089"/>
                <a:gd name="T2" fmla="*/ 0 w 1209"/>
                <a:gd name="T3" fmla="*/ 0 h 2089"/>
                <a:gd name="T4" fmla="*/ 0 w 1209"/>
                <a:gd name="T5" fmla="*/ 2089 h 2089"/>
                <a:gd name="T6" fmla="*/ 272 w 1209"/>
                <a:gd name="T7" fmla="*/ 2089 h 2089"/>
                <a:gd name="T8" fmla="*/ 272 w 1209"/>
                <a:gd name="T9" fmla="*/ 1897 h 20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9" h="2089">
                  <a:moveTo>
                    <a:pt x="1209" y="0"/>
                  </a:moveTo>
                  <a:lnTo>
                    <a:pt x="0" y="0"/>
                  </a:lnTo>
                  <a:lnTo>
                    <a:pt x="0" y="2089"/>
                  </a:lnTo>
                  <a:lnTo>
                    <a:pt x="272" y="2089"/>
                  </a:lnTo>
                  <a:lnTo>
                    <a:pt x="272" y="1897"/>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4" name="Oval 120">
              <a:extLst>
                <a:ext uri="{FF2B5EF4-FFF2-40B4-BE49-F238E27FC236}">
                  <a16:creationId xmlns:a16="http://schemas.microsoft.com/office/drawing/2014/main" id="{93C25399-9F6E-4508-A829-6DB1389FE5E4}"/>
                </a:ext>
              </a:extLst>
            </p:cNvPr>
            <p:cNvSpPr>
              <a:spLocks noChangeArrowheads="1"/>
            </p:cNvSpPr>
            <p:nvPr/>
          </p:nvSpPr>
          <p:spPr bwMode="auto">
            <a:xfrm>
              <a:off x="1807" y="1073"/>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135" name="Group 121">
            <a:extLst>
              <a:ext uri="{FF2B5EF4-FFF2-40B4-BE49-F238E27FC236}">
                <a16:creationId xmlns:a16="http://schemas.microsoft.com/office/drawing/2014/main" id="{07E4BD50-D76D-4636-9370-1675CB77D11F}"/>
              </a:ext>
            </a:extLst>
          </p:cNvPr>
          <p:cNvGrpSpPr>
            <a:grpSpLocks/>
          </p:cNvGrpSpPr>
          <p:nvPr/>
        </p:nvGrpSpPr>
        <p:grpSpPr bwMode="auto">
          <a:xfrm>
            <a:off x="3363903" y="6200775"/>
            <a:ext cx="501650" cy="519112"/>
            <a:chOff x="2756" y="3433"/>
            <a:chExt cx="316" cy="327"/>
          </a:xfrm>
          <a:solidFill>
            <a:schemeClr val="bg1"/>
          </a:solidFill>
        </p:grpSpPr>
        <p:sp>
          <p:nvSpPr>
            <p:cNvPr id="136" name="Rectangle 122">
              <a:extLst>
                <a:ext uri="{FF2B5EF4-FFF2-40B4-BE49-F238E27FC236}">
                  <a16:creationId xmlns:a16="http://schemas.microsoft.com/office/drawing/2014/main" id="{F12CB754-6D8F-4F47-B416-25F57183A458}"/>
                </a:ext>
              </a:extLst>
            </p:cNvPr>
            <p:cNvSpPr>
              <a:spLocks noChangeArrowheads="1"/>
            </p:cNvSpPr>
            <p:nvPr/>
          </p:nvSpPr>
          <p:spPr bwMode="auto">
            <a:xfrm>
              <a:off x="2801" y="3479"/>
              <a:ext cx="135" cy="214"/>
            </a:xfrm>
            <a:prstGeom prst="rect">
              <a:avLst/>
            </a:prstGeom>
            <a:grp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7" name="Text Box 123">
              <a:extLst>
                <a:ext uri="{FF2B5EF4-FFF2-40B4-BE49-F238E27FC236}">
                  <a16:creationId xmlns:a16="http://schemas.microsoft.com/office/drawing/2014/main" id="{3BFE19C8-D6DC-460E-A698-18E32BB2FF1D}"/>
                </a:ext>
              </a:extLst>
            </p:cNvPr>
            <p:cNvSpPr txBox="1">
              <a:spLocks noChangeArrowheads="1"/>
            </p:cNvSpPr>
            <p:nvPr/>
          </p:nvSpPr>
          <p:spPr bwMode="auto">
            <a:xfrm>
              <a:off x="2756" y="3433"/>
              <a:ext cx="316" cy="327"/>
            </a:xfrm>
            <a:prstGeom prst="rect">
              <a:avLst/>
            </a:prstGeom>
            <a:grp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grpSp>
      <p:grpSp>
        <p:nvGrpSpPr>
          <p:cNvPr id="138" name="Group 124">
            <a:extLst>
              <a:ext uri="{FF2B5EF4-FFF2-40B4-BE49-F238E27FC236}">
                <a16:creationId xmlns:a16="http://schemas.microsoft.com/office/drawing/2014/main" id="{336E4C94-0A78-4EB5-B7E2-E37A794496FD}"/>
              </a:ext>
            </a:extLst>
          </p:cNvPr>
          <p:cNvGrpSpPr>
            <a:grpSpLocks/>
          </p:cNvGrpSpPr>
          <p:nvPr/>
        </p:nvGrpSpPr>
        <p:grpSpPr bwMode="auto">
          <a:xfrm>
            <a:off x="1477953" y="6218237"/>
            <a:ext cx="501650" cy="519113"/>
            <a:chOff x="732" y="3422"/>
            <a:chExt cx="316" cy="327"/>
          </a:xfrm>
        </p:grpSpPr>
        <p:sp>
          <p:nvSpPr>
            <p:cNvPr id="139" name="Rectangle 125">
              <a:extLst>
                <a:ext uri="{FF2B5EF4-FFF2-40B4-BE49-F238E27FC236}">
                  <a16:creationId xmlns:a16="http://schemas.microsoft.com/office/drawing/2014/main" id="{84BE751F-8B41-484B-AF12-DA2B65D85A18}"/>
                </a:ext>
              </a:extLst>
            </p:cNvPr>
            <p:cNvSpPr>
              <a:spLocks noChangeArrowheads="1"/>
            </p:cNvSpPr>
            <p:nvPr/>
          </p:nvSpPr>
          <p:spPr bwMode="auto">
            <a:xfrm>
              <a:off x="778" y="3479"/>
              <a:ext cx="181" cy="214"/>
            </a:xfrm>
            <a:prstGeom prst="rect">
              <a:avLst/>
            </a:prstGeom>
            <a:solidFill>
              <a:srgbClr val="0000CC"/>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0" name="Text Box 126">
              <a:extLst>
                <a:ext uri="{FF2B5EF4-FFF2-40B4-BE49-F238E27FC236}">
                  <a16:creationId xmlns:a16="http://schemas.microsoft.com/office/drawing/2014/main" id="{357E3633-9772-4974-9FEA-4BADD0148887}"/>
                </a:ext>
              </a:extLst>
            </p:cNvPr>
            <p:cNvSpPr txBox="1">
              <a:spLocks noChangeArrowheads="1"/>
            </p:cNvSpPr>
            <p:nvPr/>
          </p:nvSpPr>
          <p:spPr bwMode="auto">
            <a:xfrm>
              <a:off x="732" y="3422"/>
              <a:ext cx="316" cy="327"/>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a:t>
              </a:r>
            </a:p>
          </p:txBody>
        </p:sp>
      </p:grpSp>
      <p:grpSp>
        <p:nvGrpSpPr>
          <p:cNvPr id="141" name="Group 127">
            <a:extLst>
              <a:ext uri="{FF2B5EF4-FFF2-40B4-BE49-F238E27FC236}">
                <a16:creationId xmlns:a16="http://schemas.microsoft.com/office/drawing/2014/main" id="{02014F97-8953-4F27-B8B5-37DF23A365D7}"/>
              </a:ext>
            </a:extLst>
          </p:cNvPr>
          <p:cNvGrpSpPr>
            <a:grpSpLocks/>
          </p:cNvGrpSpPr>
          <p:nvPr/>
        </p:nvGrpSpPr>
        <p:grpSpPr bwMode="auto">
          <a:xfrm>
            <a:off x="1893878" y="2311400"/>
            <a:ext cx="2011363" cy="3462338"/>
            <a:chOff x="722" y="927"/>
            <a:chExt cx="1267" cy="2181"/>
          </a:xfrm>
        </p:grpSpPr>
        <p:sp>
          <p:nvSpPr>
            <p:cNvPr id="142" name="Oval 128">
              <a:extLst>
                <a:ext uri="{FF2B5EF4-FFF2-40B4-BE49-F238E27FC236}">
                  <a16:creationId xmlns:a16="http://schemas.microsoft.com/office/drawing/2014/main" id="{52211A05-3C7D-4F3C-A19E-43192FEA7F04}"/>
                </a:ext>
              </a:extLst>
            </p:cNvPr>
            <p:cNvSpPr>
              <a:spLocks noChangeArrowheads="1"/>
            </p:cNvSpPr>
            <p:nvPr/>
          </p:nvSpPr>
          <p:spPr bwMode="auto">
            <a:xfrm>
              <a:off x="722" y="92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3" name="Freeform 129">
              <a:extLst>
                <a:ext uri="{FF2B5EF4-FFF2-40B4-BE49-F238E27FC236}">
                  <a16:creationId xmlns:a16="http://schemas.microsoft.com/office/drawing/2014/main" id="{8DDF6722-D8E5-40A1-A4FF-60843355823B}"/>
                </a:ext>
              </a:extLst>
            </p:cNvPr>
            <p:cNvSpPr>
              <a:spLocks/>
            </p:cNvSpPr>
            <p:nvPr/>
          </p:nvSpPr>
          <p:spPr bwMode="auto">
            <a:xfrm>
              <a:off x="747" y="996"/>
              <a:ext cx="1242" cy="2112"/>
            </a:xfrm>
            <a:custGeom>
              <a:avLst/>
              <a:gdLst>
                <a:gd name="T0" fmla="*/ 937 w 1242"/>
                <a:gd name="T1" fmla="*/ 2010 h 2112"/>
                <a:gd name="T2" fmla="*/ 937 w 1242"/>
                <a:gd name="T3" fmla="*/ 2112 h 2112"/>
                <a:gd name="T4" fmla="*/ 1242 w 1242"/>
                <a:gd name="T5" fmla="*/ 2112 h 2112"/>
                <a:gd name="T6" fmla="*/ 1242 w 1242"/>
                <a:gd name="T7" fmla="*/ 0 h 2112"/>
                <a:gd name="T8" fmla="*/ 0 w 1242"/>
                <a:gd name="T9" fmla="*/ 0 h 2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2" h="2112">
                  <a:moveTo>
                    <a:pt x="937" y="2010"/>
                  </a:moveTo>
                  <a:lnTo>
                    <a:pt x="937" y="2112"/>
                  </a:lnTo>
                  <a:lnTo>
                    <a:pt x="1242" y="2112"/>
                  </a:lnTo>
                  <a:lnTo>
                    <a:pt x="1242" y="0"/>
                  </a:lnTo>
                  <a:lnTo>
                    <a:pt x="0"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44" name="Group 199">
            <a:extLst>
              <a:ext uri="{FF2B5EF4-FFF2-40B4-BE49-F238E27FC236}">
                <a16:creationId xmlns:a16="http://schemas.microsoft.com/office/drawing/2014/main" id="{697106FF-FD93-4129-8C92-7E0EAF83C492}"/>
              </a:ext>
            </a:extLst>
          </p:cNvPr>
          <p:cNvGrpSpPr>
            <a:grpSpLocks/>
          </p:cNvGrpSpPr>
          <p:nvPr/>
        </p:nvGrpSpPr>
        <p:grpSpPr bwMode="auto">
          <a:xfrm>
            <a:off x="5563584" y="4370211"/>
            <a:ext cx="2582862" cy="2387600"/>
            <a:chOff x="3093" y="2598"/>
            <a:chExt cx="1627" cy="1504"/>
          </a:xfrm>
        </p:grpSpPr>
        <p:sp>
          <p:nvSpPr>
            <p:cNvPr id="145" name="Text Box 171">
              <a:extLst>
                <a:ext uri="{FF2B5EF4-FFF2-40B4-BE49-F238E27FC236}">
                  <a16:creationId xmlns:a16="http://schemas.microsoft.com/office/drawing/2014/main" id="{E64FD15A-CC60-47BD-B0A9-7BECDCE365FF}"/>
                </a:ext>
              </a:extLst>
            </p:cNvPr>
            <p:cNvSpPr txBox="1">
              <a:spLocks noChangeArrowheads="1"/>
            </p:cNvSpPr>
            <p:nvPr/>
          </p:nvSpPr>
          <p:spPr bwMode="auto">
            <a:xfrm>
              <a:off x="4097" y="2598"/>
              <a:ext cx="24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46" name="Text Box 172">
              <a:extLst>
                <a:ext uri="{FF2B5EF4-FFF2-40B4-BE49-F238E27FC236}">
                  <a16:creationId xmlns:a16="http://schemas.microsoft.com/office/drawing/2014/main" id="{58E61652-1C66-4390-A01A-D73E4B8BE0B5}"/>
                </a:ext>
              </a:extLst>
            </p:cNvPr>
            <p:cNvSpPr txBox="1">
              <a:spLocks noChangeArrowheads="1"/>
            </p:cNvSpPr>
            <p:nvPr/>
          </p:nvSpPr>
          <p:spPr bwMode="auto">
            <a:xfrm>
              <a:off x="3255" y="2604"/>
              <a:ext cx="24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47" name="Line 173">
              <a:extLst>
                <a:ext uri="{FF2B5EF4-FFF2-40B4-BE49-F238E27FC236}">
                  <a16:creationId xmlns:a16="http://schemas.microsoft.com/office/drawing/2014/main" id="{19E4F2C8-6DE8-4771-9275-ADE4CA08DEA5}"/>
                </a:ext>
              </a:extLst>
            </p:cNvPr>
            <p:cNvSpPr>
              <a:spLocks noChangeShapeType="1"/>
            </p:cNvSpPr>
            <p:nvPr/>
          </p:nvSpPr>
          <p:spPr bwMode="auto">
            <a:xfrm>
              <a:off x="3316" y="2644"/>
              <a:ext cx="10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8" name="Text Box 174">
              <a:extLst>
                <a:ext uri="{FF2B5EF4-FFF2-40B4-BE49-F238E27FC236}">
                  <a16:creationId xmlns:a16="http://schemas.microsoft.com/office/drawing/2014/main" id="{5D528BF2-6610-4F57-AAF3-3AAF2CD558EC}"/>
                </a:ext>
              </a:extLst>
            </p:cNvPr>
            <p:cNvSpPr txBox="1">
              <a:spLocks noChangeArrowheads="1"/>
            </p:cNvSpPr>
            <p:nvPr/>
          </p:nvSpPr>
          <p:spPr bwMode="auto">
            <a:xfrm>
              <a:off x="4103" y="3767"/>
              <a:ext cx="24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149" name="Text Box 175">
              <a:extLst>
                <a:ext uri="{FF2B5EF4-FFF2-40B4-BE49-F238E27FC236}">
                  <a16:creationId xmlns:a16="http://schemas.microsoft.com/office/drawing/2014/main" id="{A620C122-FE30-415F-B655-6C42FA1E3ED3}"/>
                </a:ext>
              </a:extLst>
            </p:cNvPr>
            <p:cNvSpPr txBox="1">
              <a:spLocks noChangeArrowheads="1"/>
            </p:cNvSpPr>
            <p:nvPr/>
          </p:nvSpPr>
          <p:spPr bwMode="auto">
            <a:xfrm>
              <a:off x="3394" y="3775"/>
              <a:ext cx="23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150" name="Rectangle 176">
              <a:extLst>
                <a:ext uri="{FF2B5EF4-FFF2-40B4-BE49-F238E27FC236}">
                  <a16:creationId xmlns:a16="http://schemas.microsoft.com/office/drawing/2014/main" id="{69F4F373-640A-4DE0-AA0F-78EE8E050D65}"/>
                </a:ext>
              </a:extLst>
            </p:cNvPr>
            <p:cNvSpPr>
              <a:spLocks noChangeArrowheads="1"/>
            </p:cNvSpPr>
            <p:nvPr/>
          </p:nvSpPr>
          <p:spPr bwMode="auto">
            <a:xfrm>
              <a:off x="3093" y="2928"/>
              <a:ext cx="1414" cy="49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1" name="Line 177">
              <a:extLst>
                <a:ext uri="{FF2B5EF4-FFF2-40B4-BE49-F238E27FC236}">
                  <a16:creationId xmlns:a16="http://schemas.microsoft.com/office/drawing/2014/main" id="{ADF5B4A2-D009-4C11-A437-D328482FA451}"/>
                </a:ext>
              </a:extLst>
            </p:cNvPr>
            <p:cNvSpPr>
              <a:spLocks noChangeShapeType="1"/>
            </p:cNvSpPr>
            <p:nvPr/>
          </p:nvSpPr>
          <p:spPr bwMode="auto">
            <a:xfrm flipH="1" flipV="1">
              <a:off x="3535" y="2639"/>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2" name="Oval 178">
              <a:extLst>
                <a:ext uri="{FF2B5EF4-FFF2-40B4-BE49-F238E27FC236}">
                  <a16:creationId xmlns:a16="http://schemas.microsoft.com/office/drawing/2014/main" id="{F227A7CE-4CAF-4095-89E2-0A477BEAA13A}"/>
                </a:ext>
              </a:extLst>
            </p:cNvPr>
            <p:cNvSpPr>
              <a:spLocks noChangeArrowheads="1"/>
            </p:cNvSpPr>
            <p:nvPr/>
          </p:nvSpPr>
          <p:spPr bwMode="auto">
            <a:xfrm>
              <a:off x="3487" y="2819"/>
              <a:ext cx="95" cy="82"/>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3" name="Line 179">
              <a:extLst>
                <a:ext uri="{FF2B5EF4-FFF2-40B4-BE49-F238E27FC236}">
                  <a16:creationId xmlns:a16="http://schemas.microsoft.com/office/drawing/2014/main" id="{C9621C48-E547-4DB2-AEE9-31B4E26317E0}"/>
                </a:ext>
              </a:extLst>
            </p:cNvPr>
            <p:cNvSpPr>
              <a:spLocks noChangeShapeType="1"/>
            </p:cNvSpPr>
            <p:nvPr/>
          </p:nvSpPr>
          <p:spPr bwMode="auto">
            <a:xfrm flipV="1">
              <a:off x="4103" y="2667"/>
              <a:ext cx="1" cy="2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4" name="Line 180">
              <a:extLst>
                <a:ext uri="{FF2B5EF4-FFF2-40B4-BE49-F238E27FC236}">
                  <a16:creationId xmlns:a16="http://schemas.microsoft.com/office/drawing/2014/main" id="{ACAA9B6A-E6B6-47E3-8323-0C1183F63D34}"/>
                </a:ext>
              </a:extLst>
            </p:cNvPr>
            <p:cNvSpPr>
              <a:spLocks noChangeShapeType="1"/>
            </p:cNvSpPr>
            <p:nvPr/>
          </p:nvSpPr>
          <p:spPr bwMode="auto">
            <a:xfrm>
              <a:off x="4182" y="3422"/>
              <a:ext cx="0" cy="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5" name="Line 181">
              <a:extLst>
                <a:ext uri="{FF2B5EF4-FFF2-40B4-BE49-F238E27FC236}">
                  <a16:creationId xmlns:a16="http://schemas.microsoft.com/office/drawing/2014/main" id="{BF915C37-8D45-4C0E-8C02-AE6486541833}"/>
                </a:ext>
              </a:extLst>
            </p:cNvPr>
            <p:cNvSpPr>
              <a:spLocks noChangeShapeType="1"/>
            </p:cNvSpPr>
            <p:nvPr/>
          </p:nvSpPr>
          <p:spPr bwMode="auto">
            <a:xfrm>
              <a:off x="3487" y="3422"/>
              <a:ext cx="0" cy="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6" name="Line 182">
              <a:extLst>
                <a:ext uri="{FF2B5EF4-FFF2-40B4-BE49-F238E27FC236}">
                  <a16:creationId xmlns:a16="http://schemas.microsoft.com/office/drawing/2014/main" id="{B240D65A-5796-4980-BC28-03AD37BF9820}"/>
                </a:ext>
              </a:extLst>
            </p:cNvPr>
            <p:cNvSpPr>
              <a:spLocks noChangeShapeType="1"/>
            </p:cNvSpPr>
            <p:nvPr/>
          </p:nvSpPr>
          <p:spPr bwMode="auto">
            <a:xfrm>
              <a:off x="3835" y="3422"/>
              <a:ext cx="0" cy="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7" name="Text Box 183">
              <a:extLst>
                <a:ext uri="{FF2B5EF4-FFF2-40B4-BE49-F238E27FC236}">
                  <a16:creationId xmlns:a16="http://schemas.microsoft.com/office/drawing/2014/main" id="{3B3CA412-06F2-4E9A-9138-5A33C7BABF5F}"/>
                </a:ext>
              </a:extLst>
            </p:cNvPr>
            <p:cNvSpPr txBox="1">
              <a:spLocks noChangeArrowheads="1"/>
            </p:cNvSpPr>
            <p:nvPr/>
          </p:nvSpPr>
          <p:spPr bwMode="auto">
            <a:xfrm>
              <a:off x="3648" y="3766"/>
              <a:ext cx="47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58" name="Oval 184">
              <a:extLst>
                <a:ext uri="{FF2B5EF4-FFF2-40B4-BE49-F238E27FC236}">
                  <a16:creationId xmlns:a16="http://schemas.microsoft.com/office/drawing/2014/main" id="{F096C62C-9713-4EB9-8337-64982FF873A1}"/>
                </a:ext>
              </a:extLst>
            </p:cNvPr>
            <p:cNvSpPr>
              <a:spLocks noChangeArrowheads="1"/>
            </p:cNvSpPr>
            <p:nvPr/>
          </p:nvSpPr>
          <p:spPr bwMode="auto">
            <a:xfrm>
              <a:off x="3783" y="3415"/>
              <a:ext cx="80" cy="7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9" name="Oval 185">
              <a:extLst>
                <a:ext uri="{FF2B5EF4-FFF2-40B4-BE49-F238E27FC236}">
                  <a16:creationId xmlns:a16="http://schemas.microsoft.com/office/drawing/2014/main" id="{B0432182-A0D7-407A-92F6-A95DE3B7BE7D}"/>
                </a:ext>
              </a:extLst>
            </p:cNvPr>
            <p:cNvSpPr>
              <a:spLocks noChangeArrowheads="1"/>
            </p:cNvSpPr>
            <p:nvPr/>
          </p:nvSpPr>
          <p:spPr bwMode="auto">
            <a:xfrm>
              <a:off x="4304" y="3415"/>
              <a:ext cx="79" cy="7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0" name="Oval 186">
              <a:extLst>
                <a:ext uri="{FF2B5EF4-FFF2-40B4-BE49-F238E27FC236}">
                  <a16:creationId xmlns:a16="http://schemas.microsoft.com/office/drawing/2014/main" id="{5C0994E3-36A0-4A3E-B9E0-39B2FD3DFC77}"/>
                </a:ext>
              </a:extLst>
            </p:cNvPr>
            <p:cNvSpPr>
              <a:spLocks noChangeArrowheads="1"/>
            </p:cNvSpPr>
            <p:nvPr/>
          </p:nvSpPr>
          <p:spPr bwMode="auto">
            <a:xfrm>
              <a:off x="3206" y="3415"/>
              <a:ext cx="80" cy="7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1" name="Line 187">
              <a:extLst>
                <a:ext uri="{FF2B5EF4-FFF2-40B4-BE49-F238E27FC236}">
                  <a16:creationId xmlns:a16="http://schemas.microsoft.com/office/drawing/2014/main" id="{D5DF2987-5BDB-4CDA-B4BD-32A318CC073B}"/>
                </a:ext>
              </a:extLst>
            </p:cNvPr>
            <p:cNvSpPr>
              <a:spLocks noChangeShapeType="1"/>
            </p:cNvSpPr>
            <p:nvPr/>
          </p:nvSpPr>
          <p:spPr bwMode="auto">
            <a:xfrm>
              <a:off x="4352" y="3498"/>
              <a:ext cx="0" cy="2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2" name="Line 188">
              <a:extLst>
                <a:ext uri="{FF2B5EF4-FFF2-40B4-BE49-F238E27FC236}">
                  <a16:creationId xmlns:a16="http://schemas.microsoft.com/office/drawing/2014/main" id="{FCF0E912-44DC-4599-A0A6-3C9526859BC3}"/>
                </a:ext>
              </a:extLst>
            </p:cNvPr>
            <p:cNvSpPr>
              <a:spLocks noChangeShapeType="1"/>
            </p:cNvSpPr>
            <p:nvPr/>
          </p:nvSpPr>
          <p:spPr bwMode="auto">
            <a:xfrm>
              <a:off x="3239" y="3498"/>
              <a:ext cx="0" cy="2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63" name="Group 189">
              <a:extLst>
                <a:ext uri="{FF2B5EF4-FFF2-40B4-BE49-F238E27FC236}">
                  <a16:creationId xmlns:a16="http://schemas.microsoft.com/office/drawing/2014/main" id="{02640519-4A3D-4F22-BC5F-B00610B263CA}"/>
                </a:ext>
              </a:extLst>
            </p:cNvPr>
            <p:cNvGrpSpPr>
              <a:grpSpLocks/>
            </p:cNvGrpSpPr>
            <p:nvPr/>
          </p:nvGrpSpPr>
          <p:grpSpPr bwMode="auto">
            <a:xfrm>
              <a:off x="4280" y="3771"/>
              <a:ext cx="440" cy="327"/>
              <a:chOff x="655" y="3276"/>
              <a:chExt cx="621" cy="487"/>
            </a:xfrm>
          </p:grpSpPr>
          <p:sp>
            <p:nvSpPr>
              <p:cNvPr id="169" name="Text Box 190">
                <a:extLst>
                  <a:ext uri="{FF2B5EF4-FFF2-40B4-BE49-F238E27FC236}">
                    <a16:creationId xmlns:a16="http://schemas.microsoft.com/office/drawing/2014/main" id="{E33949FC-CF53-41C6-9C6E-D6C353B3754D}"/>
                  </a:ext>
                </a:extLst>
              </p:cNvPr>
              <p:cNvSpPr txBox="1">
                <a:spLocks noChangeArrowheads="1"/>
              </p:cNvSpPr>
              <p:nvPr/>
            </p:nvSpPr>
            <p:spPr bwMode="auto">
              <a:xfrm>
                <a:off x="655" y="3276"/>
                <a:ext cx="621" cy="48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70" name="Line 191">
                <a:extLst>
                  <a:ext uri="{FF2B5EF4-FFF2-40B4-BE49-F238E27FC236}">
                    <a16:creationId xmlns:a16="http://schemas.microsoft.com/office/drawing/2014/main" id="{00F14D6E-39C0-4583-A077-33B988F2804B}"/>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64" name="Group 192">
              <a:extLst>
                <a:ext uri="{FF2B5EF4-FFF2-40B4-BE49-F238E27FC236}">
                  <a16:creationId xmlns:a16="http://schemas.microsoft.com/office/drawing/2014/main" id="{0B5DCAF9-A44A-4465-BA72-C33AFFDF61C5}"/>
                </a:ext>
              </a:extLst>
            </p:cNvPr>
            <p:cNvGrpSpPr>
              <a:grpSpLocks/>
            </p:cNvGrpSpPr>
            <p:nvPr/>
          </p:nvGrpSpPr>
          <p:grpSpPr bwMode="auto">
            <a:xfrm>
              <a:off x="3134" y="3771"/>
              <a:ext cx="440" cy="327"/>
              <a:chOff x="655" y="3275"/>
              <a:chExt cx="621" cy="488"/>
            </a:xfrm>
          </p:grpSpPr>
          <p:sp>
            <p:nvSpPr>
              <p:cNvPr id="167" name="Text Box 193">
                <a:extLst>
                  <a:ext uri="{FF2B5EF4-FFF2-40B4-BE49-F238E27FC236}">
                    <a16:creationId xmlns:a16="http://schemas.microsoft.com/office/drawing/2014/main" id="{58BF4F98-69AF-45AE-9F11-F3A85F7935C4}"/>
                  </a:ext>
                </a:extLst>
              </p:cNvPr>
              <p:cNvSpPr txBox="1">
                <a:spLocks noChangeArrowheads="1"/>
              </p:cNvSpPr>
              <p:nvPr/>
            </p:nvSpPr>
            <p:spPr bwMode="auto">
              <a:xfrm>
                <a:off x="655" y="3275"/>
                <a:ext cx="621" cy="4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68" name="Line 194">
                <a:extLst>
                  <a:ext uri="{FF2B5EF4-FFF2-40B4-BE49-F238E27FC236}">
                    <a16:creationId xmlns:a16="http://schemas.microsoft.com/office/drawing/2014/main" id="{99A07C5C-E124-4BD2-B788-5B17035CB9C6}"/>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65" name="Freeform 195">
              <a:extLst>
                <a:ext uri="{FF2B5EF4-FFF2-40B4-BE49-F238E27FC236}">
                  <a16:creationId xmlns:a16="http://schemas.microsoft.com/office/drawing/2014/main" id="{E77EE56A-2693-41E9-8AF0-56BF2E80DAFF}"/>
                </a:ext>
              </a:extLst>
            </p:cNvPr>
            <p:cNvSpPr>
              <a:spLocks/>
            </p:cNvSpPr>
            <p:nvPr/>
          </p:nvSpPr>
          <p:spPr bwMode="auto">
            <a:xfrm rot="10800000" flipV="1">
              <a:off x="3457" y="2982"/>
              <a:ext cx="146" cy="79"/>
            </a:xfrm>
            <a:custGeom>
              <a:avLst/>
              <a:gdLst>
                <a:gd name="T0" fmla="*/ 146 w 146"/>
                <a:gd name="T1" fmla="*/ 0 h 79"/>
                <a:gd name="T2" fmla="*/ 0 w 146"/>
                <a:gd name="T3" fmla="*/ 0 h 79"/>
                <a:gd name="T4" fmla="*/ 0 w 146"/>
                <a:gd name="T5" fmla="*/ 79 h 79"/>
                <a:gd name="T6" fmla="*/ 0 60000 65536"/>
                <a:gd name="T7" fmla="*/ 0 60000 65536"/>
                <a:gd name="T8" fmla="*/ 0 60000 65536"/>
              </a:gdLst>
              <a:ahLst/>
              <a:cxnLst>
                <a:cxn ang="T6">
                  <a:pos x="T0" y="T1"/>
                </a:cxn>
                <a:cxn ang="T7">
                  <a:pos x="T2" y="T3"/>
                </a:cxn>
                <a:cxn ang="T8">
                  <a:pos x="T4" y="T5"/>
                </a:cxn>
              </a:cxnLst>
              <a:rect l="0" t="0" r="r" b="b"/>
              <a:pathLst>
                <a:path w="146" h="79">
                  <a:moveTo>
                    <a:pt x="146" y="0"/>
                  </a:moveTo>
                  <a:lnTo>
                    <a:pt x="0" y="0"/>
                  </a:lnTo>
                  <a:lnTo>
                    <a:pt x="0" y="7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6" name="Freeform 196">
              <a:extLst>
                <a:ext uri="{FF2B5EF4-FFF2-40B4-BE49-F238E27FC236}">
                  <a16:creationId xmlns:a16="http://schemas.microsoft.com/office/drawing/2014/main" id="{CD60A258-9153-42BA-B547-41DC08B03214}"/>
                </a:ext>
              </a:extLst>
            </p:cNvPr>
            <p:cNvSpPr>
              <a:spLocks/>
            </p:cNvSpPr>
            <p:nvPr/>
          </p:nvSpPr>
          <p:spPr bwMode="auto">
            <a:xfrm flipH="1">
              <a:off x="4044" y="2971"/>
              <a:ext cx="146" cy="79"/>
            </a:xfrm>
            <a:custGeom>
              <a:avLst/>
              <a:gdLst>
                <a:gd name="T0" fmla="*/ 146 w 146"/>
                <a:gd name="T1" fmla="*/ 0 h 79"/>
                <a:gd name="T2" fmla="*/ 0 w 146"/>
                <a:gd name="T3" fmla="*/ 0 h 79"/>
                <a:gd name="T4" fmla="*/ 0 w 146"/>
                <a:gd name="T5" fmla="*/ 79 h 79"/>
                <a:gd name="T6" fmla="*/ 0 60000 65536"/>
                <a:gd name="T7" fmla="*/ 0 60000 65536"/>
                <a:gd name="T8" fmla="*/ 0 60000 65536"/>
              </a:gdLst>
              <a:ahLst/>
              <a:cxnLst>
                <a:cxn ang="T6">
                  <a:pos x="T0" y="T1"/>
                </a:cxn>
                <a:cxn ang="T7">
                  <a:pos x="T2" y="T3"/>
                </a:cxn>
                <a:cxn ang="T8">
                  <a:pos x="T4" y="T5"/>
                </a:cxn>
              </a:cxnLst>
              <a:rect l="0" t="0" r="r" b="b"/>
              <a:pathLst>
                <a:path w="146" h="79">
                  <a:moveTo>
                    <a:pt x="146" y="0"/>
                  </a:moveTo>
                  <a:lnTo>
                    <a:pt x="0" y="0"/>
                  </a:lnTo>
                  <a:lnTo>
                    <a:pt x="0" y="7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71" name="Group 326">
            <a:extLst>
              <a:ext uri="{FF2B5EF4-FFF2-40B4-BE49-F238E27FC236}">
                <a16:creationId xmlns:a16="http://schemas.microsoft.com/office/drawing/2014/main" id="{71B2065A-4828-487B-AF37-7CCD9BBEC579}"/>
              </a:ext>
            </a:extLst>
          </p:cNvPr>
          <p:cNvGrpSpPr>
            <a:grpSpLocks/>
          </p:cNvGrpSpPr>
          <p:nvPr/>
        </p:nvGrpSpPr>
        <p:grpSpPr bwMode="auto">
          <a:xfrm>
            <a:off x="5752476" y="608029"/>
            <a:ext cx="2414587" cy="3600451"/>
            <a:chOff x="3307" y="240"/>
            <a:chExt cx="1521" cy="2268"/>
          </a:xfrm>
        </p:grpSpPr>
        <p:grpSp>
          <p:nvGrpSpPr>
            <p:cNvPr id="172" name="Group 130">
              <a:extLst>
                <a:ext uri="{FF2B5EF4-FFF2-40B4-BE49-F238E27FC236}">
                  <a16:creationId xmlns:a16="http://schemas.microsoft.com/office/drawing/2014/main" id="{1A7328E1-6F91-4EDF-B871-022F4D56ACD4}"/>
                </a:ext>
              </a:extLst>
            </p:cNvPr>
            <p:cNvGrpSpPr>
              <a:grpSpLocks/>
            </p:cNvGrpSpPr>
            <p:nvPr/>
          </p:nvGrpSpPr>
          <p:grpSpPr bwMode="auto">
            <a:xfrm>
              <a:off x="3307" y="240"/>
              <a:ext cx="1521" cy="2268"/>
              <a:chOff x="3307" y="240"/>
              <a:chExt cx="1521" cy="2268"/>
            </a:xfrm>
          </p:grpSpPr>
          <p:sp>
            <p:nvSpPr>
              <p:cNvPr id="174" name="Rectangle 131">
                <a:extLst>
                  <a:ext uri="{FF2B5EF4-FFF2-40B4-BE49-F238E27FC236}">
                    <a16:creationId xmlns:a16="http://schemas.microsoft.com/office/drawing/2014/main" id="{1C16AE82-ED8D-4EB8-84EC-6D158453821F}"/>
                  </a:ext>
                </a:extLst>
              </p:cNvPr>
              <p:cNvSpPr>
                <a:spLocks noChangeArrowheads="1"/>
              </p:cNvSpPr>
              <p:nvPr/>
            </p:nvSpPr>
            <p:spPr bwMode="auto">
              <a:xfrm>
                <a:off x="3484" y="729"/>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5" name="Line 132">
                <a:extLst>
                  <a:ext uri="{FF2B5EF4-FFF2-40B4-BE49-F238E27FC236}">
                    <a16:creationId xmlns:a16="http://schemas.microsoft.com/office/drawing/2014/main" id="{F5104A5F-0DCB-44E8-8E1F-0A00743CF719}"/>
                  </a:ext>
                </a:extLst>
              </p:cNvPr>
              <p:cNvSpPr>
                <a:spLocks noChangeShapeType="1"/>
              </p:cNvSpPr>
              <p:nvPr/>
            </p:nvSpPr>
            <p:spPr bwMode="auto">
              <a:xfrm flipH="1">
                <a:off x="3868" y="2073"/>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6" name="Oval 133">
                <a:extLst>
                  <a:ext uri="{FF2B5EF4-FFF2-40B4-BE49-F238E27FC236}">
                    <a16:creationId xmlns:a16="http://schemas.microsoft.com/office/drawing/2014/main" id="{3CEDD594-5175-4DC3-9A51-DE4100DE965E}"/>
                  </a:ext>
                </a:extLst>
              </p:cNvPr>
              <p:cNvSpPr>
                <a:spLocks noChangeArrowheads="1"/>
              </p:cNvSpPr>
              <p:nvPr/>
            </p:nvSpPr>
            <p:spPr bwMode="auto">
              <a:xfrm>
                <a:off x="4060" y="671"/>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7" name="Line 134">
                <a:extLst>
                  <a:ext uri="{FF2B5EF4-FFF2-40B4-BE49-F238E27FC236}">
                    <a16:creationId xmlns:a16="http://schemas.microsoft.com/office/drawing/2014/main" id="{DC6BACB6-C0B5-481C-A471-AD8397203576}"/>
                  </a:ext>
                </a:extLst>
              </p:cNvPr>
              <p:cNvSpPr>
                <a:spLocks noChangeShapeType="1"/>
              </p:cNvSpPr>
              <p:nvPr/>
            </p:nvSpPr>
            <p:spPr bwMode="auto">
              <a:xfrm>
                <a:off x="3628" y="489"/>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8" name="Line 135">
                <a:extLst>
                  <a:ext uri="{FF2B5EF4-FFF2-40B4-BE49-F238E27FC236}">
                    <a16:creationId xmlns:a16="http://schemas.microsoft.com/office/drawing/2014/main" id="{68CD1798-FD63-40ED-94AE-E44D8A542E6C}"/>
                  </a:ext>
                </a:extLst>
              </p:cNvPr>
              <p:cNvSpPr>
                <a:spLocks noChangeShapeType="1"/>
              </p:cNvSpPr>
              <p:nvPr/>
            </p:nvSpPr>
            <p:spPr bwMode="auto">
              <a:xfrm>
                <a:off x="4088" y="479"/>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9" name="Rectangle 136">
                <a:extLst>
                  <a:ext uri="{FF2B5EF4-FFF2-40B4-BE49-F238E27FC236}">
                    <a16:creationId xmlns:a16="http://schemas.microsoft.com/office/drawing/2014/main" id="{A5A42BF1-DA6E-4FED-A6A1-034CF5BCE41A}"/>
                  </a:ext>
                </a:extLst>
              </p:cNvPr>
              <p:cNvSpPr>
                <a:spLocks noChangeArrowheads="1"/>
              </p:cNvSpPr>
              <p:nvPr/>
            </p:nvSpPr>
            <p:spPr bwMode="auto">
              <a:xfrm>
                <a:off x="3422" y="240"/>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80" name="Rectangle 137">
                <a:extLst>
                  <a:ext uri="{FF2B5EF4-FFF2-40B4-BE49-F238E27FC236}">
                    <a16:creationId xmlns:a16="http://schemas.microsoft.com/office/drawing/2014/main" id="{A53F3522-90D9-4F8B-BEEC-7C186F6BCC95}"/>
                  </a:ext>
                </a:extLst>
              </p:cNvPr>
              <p:cNvSpPr>
                <a:spLocks noChangeArrowheads="1"/>
              </p:cNvSpPr>
              <p:nvPr/>
            </p:nvSpPr>
            <p:spPr bwMode="auto">
              <a:xfrm>
                <a:off x="4060" y="253"/>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81" name="Line 138">
                <a:extLst>
                  <a:ext uri="{FF2B5EF4-FFF2-40B4-BE49-F238E27FC236}">
                    <a16:creationId xmlns:a16="http://schemas.microsoft.com/office/drawing/2014/main" id="{DAD1CA18-F0D9-445A-B078-56D58B5F6FD8}"/>
                  </a:ext>
                </a:extLst>
              </p:cNvPr>
              <p:cNvSpPr>
                <a:spLocks noChangeShapeType="1"/>
              </p:cNvSpPr>
              <p:nvPr/>
            </p:nvSpPr>
            <p:spPr bwMode="auto">
              <a:xfrm>
                <a:off x="4119" y="301"/>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2" name="Rectangle 139">
                <a:extLst>
                  <a:ext uri="{FF2B5EF4-FFF2-40B4-BE49-F238E27FC236}">
                    <a16:creationId xmlns:a16="http://schemas.microsoft.com/office/drawing/2014/main" id="{B56C85DA-0FBB-4638-89D3-FCC060A0AD8A}"/>
                  </a:ext>
                </a:extLst>
              </p:cNvPr>
              <p:cNvSpPr>
                <a:spLocks noChangeArrowheads="1"/>
              </p:cNvSpPr>
              <p:nvPr/>
            </p:nvSpPr>
            <p:spPr bwMode="auto">
              <a:xfrm>
                <a:off x="3484" y="921"/>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83" name="Rectangle 140">
                <a:extLst>
                  <a:ext uri="{FF2B5EF4-FFF2-40B4-BE49-F238E27FC236}">
                    <a16:creationId xmlns:a16="http://schemas.microsoft.com/office/drawing/2014/main" id="{EB78E7DA-F673-45A4-B886-AE05BE13DE8B}"/>
                  </a:ext>
                </a:extLst>
              </p:cNvPr>
              <p:cNvSpPr>
                <a:spLocks noChangeArrowheads="1"/>
              </p:cNvSpPr>
              <p:nvPr/>
            </p:nvSpPr>
            <p:spPr bwMode="auto">
              <a:xfrm>
                <a:off x="4012" y="921"/>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84" name="Line 141">
                <a:extLst>
                  <a:ext uri="{FF2B5EF4-FFF2-40B4-BE49-F238E27FC236}">
                    <a16:creationId xmlns:a16="http://schemas.microsoft.com/office/drawing/2014/main" id="{9B8B4F5D-9E3F-4F8E-A96E-F8457CF1720C}"/>
                  </a:ext>
                </a:extLst>
              </p:cNvPr>
              <p:cNvSpPr>
                <a:spLocks noChangeShapeType="1"/>
              </p:cNvSpPr>
              <p:nvPr/>
            </p:nvSpPr>
            <p:spPr bwMode="auto">
              <a:xfrm>
                <a:off x="3868" y="1161"/>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5" name="Rectangle 142">
                <a:extLst>
                  <a:ext uri="{FF2B5EF4-FFF2-40B4-BE49-F238E27FC236}">
                    <a16:creationId xmlns:a16="http://schemas.microsoft.com/office/drawing/2014/main" id="{3C382638-79BC-498C-B155-D99CDF6CA2A2}"/>
                  </a:ext>
                </a:extLst>
              </p:cNvPr>
              <p:cNvSpPr>
                <a:spLocks noChangeArrowheads="1"/>
              </p:cNvSpPr>
              <p:nvPr/>
            </p:nvSpPr>
            <p:spPr bwMode="auto">
              <a:xfrm>
                <a:off x="3654" y="921"/>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86" name="Rectangle 143">
                <a:extLst>
                  <a:ext uri="{FF2B5EF4-FFF2-40B4-BE49-F238E27FC236}">
                    <a16:creationId xmlns:a16="http://schemas.microsoft.com/office/drawing/2014/main" id="{EA00EC1A-E234-4C1F-AA44-06DB95D7CDB8}"/>
                  </a:ext>
                </a:extLst>
              </p:cNvPr>
              <p:cNvSpPr>
                <a:spLocks noChangeArrowheads="1"/>
              </p:cNvSpPr>
              <p:nvPr/>
            </p:nvSpPr>
            <p:spPr bwMode="auto">
              <a:xfrm>
                <a:off x="3484" y="1522"/>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187" name="Line 144">
                <a:extLst>
                  <a:ext uri="{FF2B5EF4-FFF2-40B4-BE49-F238E27FC236}">
                    <a16:creationId xmlns:a16="http://schemas.microsoft.com/office/drawing/2014/main" id="{95F6629E-317F-4562-A736-A4038DED118F}"/>
                  </a:ext>
                </a:extLst>
              </p:cNvPr>
              <p:cNvSpPr>
                <a:spLocks noChangeShapeType="1"/>
              </p:cNvSpPr>
              <p:nvPr/>
            </p:nvSpPr>
            <p:spPr bwMode="auto">
              <a:xfrm>
                <a:off x="3624" y="19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8" name="Line 145">
                <a:extLst>
                  <a:ext uri="{FF2B5EF4-FFF2-40B4-BE49-F238E27FC236}">
                    <a16:creationId xmlns:a16="http://schemas.microsoft.com/office/drawing/2014/main" id="{E2513444-8CB9-4352-948A-39846E5721FB}"/>
                  </a:ext>
                </a:extLst>
              </p:cNvPr>
              <p:cNvSpPr>
                <a:spLocks noChangeShapeType="1"/>
              </p:cNvSpPr>
              <p:nvPr/>
            </p:nvSpPr>
            <p:spPr bwMode="auto">
              <a:xfrm>
                <a:off x="4123" y="19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89" name="Group 146">
                <a:extLst>
                  <a:ext uri="{FF2B5EF4-FFF2-40B4-BE49-F238E27FC236}">
                    <a16:creationId xmlns:a16="http://schemas.microsoft.com/office/drawing/2014/main" id="{B1C101E0-4C2C-437F-84AD-BF0E1B466615}"/>
                  </a:ext>
                </a:extLst>
              </p:cNvPr>
              <p:cNvGrpSpPr>
                <a:grpSpLocks/>
              </p:cNvGrpSpPr>
              <p:nvPr/>
            </p:nvGrpSpPr>
            <p:grpSpPr bwMode="auto">
              <a:xfrm>
                <a:off x="4108" y="1161"/>
                <a:ext cx="48" cy="344"/>
                <a:chOff x="1248" y="2233"/>
                <a:chExt cx="48" cy="344"/>
              </a:xfrm>
            </p:grpSpPr>
            <p:sp>
              <p:nvSpPr>
                <p:cNvPr id="211" name="Line 147">
                  <a:extLst>
                    <a:ext uri="{FF2B5EF4-FFF2-40B4-BE49-F238E27FC236}">
                      <a16:creationId xmlns:a16="http://schemas.microsoft.com/office/drawing/2014/main" id="{F96B5815-004F-4EC4-9B9B-209F8067F3E1}"/>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2" name="Oval 148">
                  <a:extLst>
                    <a:ext uri="{FF2B5EF4-FFF2-40B4-BE49-F238E27FC236}">
                      <a16:creationId xmlns:a16="http://schemas.microsoft.com/office/drawing/2014/main" id="{7E431AE8-B199-4F0F-BCF9-CD418EEE621F}"/>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190" name="Line 149">
                <a:extLst>
                  <a:ext uri="{FF2B5EF4-FFF2-40B4-BE49-F238E27FC236}">
                    <a16:creationId xmlns:a16="http://schemas.microsoft.com/office/drawing/2014/main" id="{45BD7BFF-F824-4C6E-87B3-2409EC7C6A92}"/>
                  </a:ext>
                </a:extLst>
              </p:cNvPr>
              <p:cNvSpPr>
                <a:spLocks noChangeShapeType="1"/>
              </p:cNvSpPr>
              <p:nvPr/>
            </p:nvSpPr>
            <p:spPr bwMode="auto">
              <a:xfrm>
                <a:off x="3628" y="1171"/>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1" name="Rectangle 150">
                <a:extLst>
                  <a:ext uri="{FF2B5EF4-FFF2-40B4-BE49-F238E27FC236}">
                    <a16:creationId xmlns:a16="http://schemas.microsoft.com/office/drawing/2014/main" id="{D1485966-DB92-4236-A5F9-F303D6E9362B}"/>
                  </a:ext>
                </a:extLst>
              </p:cNvPr>
              <p:cNvSpPr>
                <a:spLocks noChangeArrowheads="1"/>
              </p:cNvSpPr>
              <p:nvPr/>
            </p:nvSpPr>
            <p:spPr bwMode="auto">
              <a:xfrm>
                <a:off x="3487" y="2214"/>
                <a:ext cx="192"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192" name="Rectangle 151">
                <a:extLst>
                  <a:ext uri="{FF2B5EF4-FFF2-40B4-BE49-F238E27FC236}">
                    <a16:creationId xmlns:a16="http://schemas.microsoft.com/office/drawing/2014/main" id="{D4D60ECD-36A4-44AC-8BB3-6EC2E5F6B34D}"/>
                  </a:ext>
                </a:extLst>
              </p:cNvPr>
              <p:cNvSpPr>
                <a:spLocks noChangeArrowheads="1"/>
              </p:cNvSpPr>
              <p:nvPr/>
            </p:nvSpPr>
            <p:spPr bwMode="auto">
              <a:xfrm>
                <a:off x="4054" y="2214"/>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193" name="Line 152">
                <a:extLst>
                  <a:ext uri="{FF2B5EF4-FFF2-40B4-BE49-F238E27FC236}">
                    <a16:creationId xmlns:a16="http://schemas.microsoft.com/office/drawing/2014/main" id="{44848574-D429-4745-942F-F2183FBCDB91}"/>
                  </a:ext>
                </a:extLst>
              </p:cNvPr>
              <p:cNvSpPr>
                <a:spLocks noChangeShapeType="1"/>
              </p:cNvSpPr>
              <p:nvPr/>
            </p:nvSpPr>
            <p:spPr bwMode="auto">
              <a:xfrm>
                <a:off x="4636" y="178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 name="Line 153">
                <a:extLst>
                  <a:ext uri="{FF2B5EF4-FFF2-40B4-BE49-F238E27FC236}">
                    <a16:creationId xmlns:a16="http://schemas.microsoft.com/office/drawing/2014/main" id="{39368DDB-21E2-4CF3-822D-531B0FE4A099}"/>
                  </a:ext>
                </a:extLst>
              </p:cNvPr>
              <p:cNvSpPr>
                <a:spLocks noChangeShapeType="1"/>
              </p:cNvSpPr>
              <p:nvPr/>
            </p:nvSpPr>
            <p:spPr bwMode="auto">
              <a:xfrm>
                <a:off x="3868" y="1967"/>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5" name="Rectangle 154">
                <a:extLst>
                  <a:ext uri="{FF2B5EF4-FFF2-40B4-BE49-F238E27FC236}">
                    <a16:creationId xmlns:a16="http://schemas.microsoft.com/office/drawing/2014/main" id="{BBB73073-C1E4-420C-AD5C-C7CE61B7E939}"/>
                  </a:ext>
                </a:extLst>
              </p:cNvPr>
              <p:cNvSpPr>
                <a:spLocks noChangeArrowheads="1"/>
              </p:cNvSpPr>
              <p:nvPr/>
            </p:nvSpPr>
            <p:spPr bwMode="auto">
              <a:xfrm>
                <a:off x="3724" y="2217"/>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96" name="Rectangle 155">
                <a:extLst>
                  <a:ext uri="{FF2B5EF4-FFF2-40B4-BE49-F238E27FC236}">
                    <a16:creationId xmlns:a16="http://schemas.microsoft.com/office/drawing/2014/main" id="{86EB6E19-8BDA-49BB-9F7F-25C9DEBBBA5B}"/>
                  </a:ext>
                </a:extLst>
              </p:cNvPr>
              <p:cNvSpPr>
                <a:spLocks noChangeArrowheads="1"/>
              </p:cNvSpPr>
              <p:nvPr/>
            </p:nvSpPr>
            <p:spPr bwMode="auto">
              <a:xfrm>
                <a:off x="4444" y="1545"/>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97" name="Oval 156">
                <a:extLst>
                  <a:ext uri="{FF2B5EF4-FFF2-40B4-BE49-F238E27FC236}">
                    <a16:creationId xmlns:a16="http://schemas.microsoft.com/office/drawing/2014/main" id="{ADE737AE-DA71-4CC8-B298-5AD1C1880E32}"/>
                  </a:ext>
                </a:extLst>
              </p:cNvPr>
              <p:cNvSpPr>
                <a:spLocks noChangeArrowheads="1"/>
              </p:cNvSpPr>
              <p:nvPr/>
            </p:nvSpPr>
            <p:spPr bwMode="auto">
              <a:xfrm>
                <a:off x="4613" y="1497"/>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98" name="Line 157">
                <a:extLst>
                  <a:ext uri="{FF2B5EF4-FFF2-40B4-BE49-F238E27FC236}">
                    <a16:creationId xmlns:a16="http://schemas.microsoft.com/office/drawing/2014/main" id="{4D391E0B-42F5-4A23-A329-C279BCB719EA}"/>
                  </a:ext>
                </a:extLst>
              </p:cNvPr>
              <p:cNvSpPr>
                <a:spLocks noChangeShapeType="1"/>
              </p:cNvSpPr>
              <p:nvPr/>
            </p:nvSpPr>
            <p:spPr bwMode="auto">
              <a:xfrm>
                <a:off x="4636" y="1257"/>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9" name="Line 158">
                <a:extLst>
                  <a:ext uri="{FF2B5EF4-FFF2-40B4-BE49-F238E27FC236}">
                    <a16:creationId xmlns:a16="http://schemas.microsoft.com/office/drawing/2014/main" id="{72BE7447-FBBE-40E1-BDB8-BC96B68DBB37}"/>
                  </a:ext>
                </a:extLst>
              </p:cNvPr>
              <p:cNvSpPr>
                <a:spLocks noChangeShapeType="1"/>
              </p:cNvSpPr>
              <p:nvPr/>
            </p:nvSpPr>
            <p:spPr bwMode="auto">
              <a:xfrm>
                <a:off x="3868" y="1257"/>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0" name="Rectangle 159">
                <a:extLst>
                  <a:ext uri="{FF2B5EF4-FFF2-40B4-BE49-F238E27FC236}">
                    <a16:creationId xmlns:a16="http://schemas.microsoft.com/office/drawing/2014/main" id="{F0489E19-6783-406A-B15D-F2815FEFD44F}"/>
                  </a:ext>
                </a:extLst>
              </p:cNvPr>
              <p:cNvSpPr>
                <a:spLocks noChangeArrowheads="1"/>
              </p:cNvSpPr>
              <p:nvPr/>
            </p:nvSpPr>
            <p:spPr bwMode="auto">
              <a:xfrm>
                <a:off x="3676" y="681"/>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201" name="Oval 160">
                <a:extLst>
                  <a:ext uri="{FF2B5EF4-FFF2-40B4-BE49-F238E27FC236}">
                    <a16:creationId xmlns:a16="http://schemas.microsoft.com/office/drawing/2014/main" id="{8913822F-2D2A-4B94-811F-1C76744CD104}"/>
                  </a:ext>
                </a:extLst>
              </p:cNvPr>
              <p:cNvSpPr>
                <a:spLocks noChangeArrowheads="1"/>
              </p:cNvSpPr>
              <p:nvPr/>
            </p:nvSpPr>
            <p:spPr bwMode="auto">
              <a:xfrm>
                <a:off x="3840" y="2045"/>
                <a:ext cx="48" cy="4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02" name="Rectangle 161">
                <a:extLst>
                  <a:ext uri="{FF2B5EF4-FFF2-40B4-BE49-F238E27FC236}">
                    <a16:creationId xmlns:a16="http://schemas.microsoft.com/office/drawing/2014/main" id="{1E5CAAC4-6DE0-411D-9E2A-96904B8CE4B7}"/>
                  </a:ext>
                </a:extLst>
              </p:cNvPr>
              <p:cNvSpPr>
                <a:spLocks noChangeArrowheads="1"/>
              </p:cNvSpPr>
              <p:nvPr/>
            </p:nvSpPr>
            <p:spPr bwMode="auto">
              <a:xfrm>
                <a:off x="3340" y="1209"/>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203" name="Group 162">
                <a:extLst>
                  <a:ext uri="{FF2B5EF4-FFF2-40B4-BE49-F238E27FC236}">
                    <a16:creationId xmlns:a16="http://schemas.microsoft.com/office/drawing/2014/main" id="{AD5BADC2-99C2-451C-A6F4-F2E75F38DEE7}"/>
                  </a:ext>
                </a:extLst>
              </p:cNvPr>
              <p:cNvGrpSpPr>
                <a:grpSpLocks/>
              </p:cNvGrpSpPr>
              <p:nvPr/>
            </p:nvGrpSpPr>
            <p:grpSpPr bwMode="auto">
              <a:xfrm>
                <a:off x="4112" y="1257"/>
                <a:ext cx="313" cy="288"/>
                <a:chOff x="4574" y="1234"/>
                <a:chExt cx="313" cy="288"/>
              </a:xfrm>
            </p:grpSpPr>
            <p:sp>
              <p:nvSpPr>
                <p:cNvPr id="209" name="Rectangle 163">
                  <a:extLst>
                    <a:ext uri="{FF2B5EF4-FFF2-40B4-BE49-F238E27FC236}">
                      <a16:creationId xmlns:a16="http://schemas.microsoft.com/office/drawing/2014/main" id="{1828B295-C3C4-446A-98FF-5197856F632A}"/>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210" name="Line 164">
                  <a:extLst>
                    <a:ext uri="{FF2B5EF4-FFF2-40B4-BE49-F238E27FC236}">
                      <a16:creationId xmlns:a16="http://schemas.microsoft.com/office/drawing/2014/main" id="{EF990D8C-83FE-45AB-BFD1-61C7EE1CC707}"/>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04" name="Rectangle 165">
                <a:extLst>
                  <a:ext uri="{FF2B5EF4-FFF2-40B4-BE49-F238E27FC236}">
                    <a16:creationId xmlns:a16="http://schemas.microsoft.com/office/drawing/2014/main" id="{EBC6ACD1-CD18-40D6-A154-736AD11BDB44}"/>
                  </a:ext>
                </a:extLst>
              </p:cNvPr>
              <p:cNvSpPr>
                <a:spLocks noChangeArrowheads="1"/>
              </p:cNvSpPr>
              <p:nvPr/>
            </p:nvSpPr>
            <p:spPr bwMode="auto">
              <a:xfrm>
                <a:off x="4009" y="1694"/>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205" name="Rectangle 166">
                <a:extLst>
                  <a:ext uri="{FF2B5EF4-FFF2-40B4-BE49-F238E27FC236}">
                    <a16:creationId xmlns:a16="http://schemas.microsoft.com/office/drawing/2014/main" id="{6C201FF1-CACA-4187-BCD2-758C157CCB59}"/>
                  </a:ext>
                </a:extLst>
              </p:cNvPr>
              <p:cNvSpPr>
                <a:spLocks noChangeArrowheads="1"/>
              </p:cNvSpPr>
              <p:nvPr/>
            </p:nvSpPr>
            <p:spPr bwMode="auto">
              <a:xfrm>
                <a:off x="3478" y="1706"/>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206" name="Freeform 167">
                <a:extLst>
                  <a:ext uri="{FF2B5EF4-FFF2-40B4-BE49-F238E27FC236}">
                    <a16:creationId xmlns:a16="http://schemas.microsoft.com/office/drawing/2014/main" id="{B0452DCF-C275-4ED2-B28B-E2DAC1078B88}"/>
                  </a:ext>
                </a:extLst>
              </p:cNvPr>
              <p:cNvSpPr>
                <a:spLocks/>
              </p:cNvSpPr>
              <p:nvPr/>
            </p:nvSpPr>
            <p:spPr bwMode="auto">
              <a:xfrm>
                <a:off x="3307" y="610"/>
                <a:ext cx="780" cy="1457"/>
              </a:xfrm>
              <a:custGeom>
                <a:avLst/>
                <a:gdLst>
                  <a:gd name="T0" fmla="*/ 698 w 802"/>
                  <a:gd name="T1" fmla="*/ 0 h 1457"/>
                  <a:gd name="T2" fmla="*/ 0 w 802"/>
                  <a:gd name="T3" fmla="*/ 0 h 1457"/>
                  <a:gd name="T4" fmla="*/ 0 w 802"/>
                  <a:gd name="T5" fmla="*/ 1457 h 1457"/>
                  <a:gd name="T6" fmla="*/ 226 w 802"/>
                  <a:gd name="T7" fmla="*/ 1457 h 1457"/>
                  <a:gd name="T8" fmla="*/ 226 w 802"/>
                  <a:gd name="T9" fmla="*/ 1344 h 1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2" h="1457">
                    <a:moveTo>
                      <a:pt x="802" y="0"/>
                    </a:moveTo>
                    <a:lnTo>
                      <a:pt x="0" y="0"/>
                    </a:lnTo>
                    <a:lnTo>
                      <a:pt x="0" y="1457"/>
                    </a:lnTo>
                    <a:lnTo>
                      <a:pt x="260" y="1457"/>
                    </a:lnTo>
                    <a:lnTo>
                      <a:pt x="260" y="134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 name="Freeform 168">
                <a:extLst>
                  <a:ext uri="{FF2B5EF4-FFF2-40B4-BE49-F238E27FC236}">
                    <a16:creationId xmlns:a16="http://schemas.microsoft.com/office/drawing/2014/main" id="{FE681BCE-B6DA-48FC-8C01-CF005E26288B}"/>
                  </a:ext>
                </a:extLst>
              </p:cNvPr>
              <p:cNvSpPr>
                <a:spLocks/>
              </p:cNvSpPr>
              <p:nvPr/>
            </p:nvSpPr>
            <p:spPr bwMode="auto">
              <a:xfrm>
                <a:off x="3624" y="542"/>
                <a:ext cx="757" cy="1468"/>
              </a:xfrm>
              <a:custGeom>
                <a:avLst/>
                <a:gdLst>
                  <a:gd name="T0" fmla="*/ 0 w 723"/>
                  <a:gd name="T1" fmla="*/ 0 h 1468"/>
                  <a:gd name="T2" fmla="*/ 910 w 723"/>
                  <a:gd name="T3" fmla="*/ 0 h 1468"/>
                  <a:gd name="T4" fmla="*/ 910 w 723"/>
                  <a:gd name="T5" fmla="*/ 1468 h 1468"/>
                  <a:gd name="T6" fmla="*/ 712 w 723"/>
                  <a:gd name="T7" fmla="*/ 1468 h 14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3" h="1468">
                    <a:moveTo>
                      <a:pt x="0" y="0"/>
                    </a:moveTo>
                    <a:lnTo>
                      <a:pt x="723" y="0"/>
                    </a:lnTo>
                    <a:lnTo>
                      <a:pt x="723" y="1468"/>
                    </a:lnTo>
                    <a:lnTo>
                      <a:pt x="565" y="146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8" name="Line 169">
                <a:extLst>
                  <a:ext uri="{FF2B5EF4-FFF2-40B4-BE49-F238E27FC236}">
                    <a16:creationId xmlns:a16="http://schemas.microsoft.com/office/drawing/2014/main" id="{07B328E2-3789-40E1-A6AA-D96CA0830AE4}"/>
                  </a:ext>
                </a:extLst>
              </p:cNvPr>
              <p:cNvSpPr>
                <a:spLocks noChangeShapeType="1"/>
              </p:cNvSpPr>
              <p:nvPr/>
            </p:nvSpPr>
            <p:spPr bwMode="auto">
              <a:xfrm>
                <a:off x="4204" y="1962"/>
                <a:ext cx="1" cy="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73" name="Text Box 325">
              <a:extLst>
                <a:ext uri="{FF2B5EF4-FFF2-40B4-BE49-F238E27FC236}">
                  <a16:creationId xmlns:a16="http://schemas.microsoft.com/office/drawing/2014/main" id="{3D9CD1D1-E742-462B-B097-97199636DA74}"/>
                </a:ext>
              </a:extLst>
            </p:cNvPr>
            <p:cNvSpPr txBox="1">
              <a:spLocks noChangeArrowheads="1"/>
            </p:cNvSpPr>
            <p:nvPr/>
          </p:nvSpPr>
          <p:spPr bwMode="auto">
            <a:xfrm>
              <a:off x="4445" y="1532"/>
              <a:ext cx="261"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213" name="TextBox 212"/>
          <p:cNvSpPr txBox="1"/>
          <p:nvPr/>
        </p:nvSpPr>
        <p:spPr bwMode="auto">
          <a:xfrm>
            <a:off x="615727" y="1216844"/>
            <a:ext cx="26772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一、电路结构</a:t>
            </a:r>
          </a:p>
        </p:txBody>
      </p:sp>
      <p:sp>
        <p:nvSpPr>
          <p:cNvPr id="214" name="Oval 267">
            <a:extLst>
              <a:ext uri="{FF2B5EF4-FFF2-40B4-BE49-F238E27FC236}">
                <a16:creationId xmlns:a16="http://schemas.microsoft.com/office/drawing/2014/main" id="{9665C82F-C837-4C57-8815-A2BA8A79EDA9}"/>
              </a:ext>
            </a:extLst>
          </p:cNvPr>
          <p:cNvSpPr>
            <a:spLocks noChangeAspect="1" noChangeArrowheads="1"/>
          </p:cNvSpPr>
          <p:nvPr/>
        </p:nvSpPr>
        <p:spPr bwMode="auto">
          <a:xfrm>
            <a:off x="2543166" y="5863431"/>
            <a:ext cx="109538" cy="11747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wipe(down)">
                                      <p:cBhvr>
                                        <p:cTn id="12" dur="500"/>
                                        <p:tgtEl>
                                          <p:spTgt spid="2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4"/>
                                        </p:tgtEl>
                                        <p:attrNameLst>
                                          <p:attrName>style.visibility</p:attrName>
                                        </p:attrNameLst>
                                      </p:cBhvr>
                                      <p:to>
                                        <p:strVal val="visible"/>
                                      </p:to>
                                    </p:set>
                                    <p:animEffect transition="in" filter="fade">
                                      <p:cBhvr>
                                        <p:cTn id="20" dur="500"/>
                                        <p:tgtEl>
                                          <p:spTgt spid="2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32"/>
                                        </p:tgtEl>
                                        <p:attrNameLst>
                                          <p:attrName>style.visibility</p:attrName>
                                        </p:attrNameLst>
                                      </p:cBhvr>
                                      <p:to>
                                        <p:strVal val="visible"/>
                                      </p:to>
                                    </p:set>
                                    <p:animEffect transition="in" filter="wipe(up)">
                                      <p:cBhvr>
                                        <p:cTn id="25" dur="500"/>
                                        <p:tgtEl>
                                          <p:spTgt spid="13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wipe(up)">
                                      <p:cBhvr>
                                        <p:cTn id="30" dur="500"/>
                                        <p:tgtEl>
                                          <p:spTgt spid="14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35"/>
                                        </p:tgtEl>
                                        <p:attrNameLst>
                                          <p:attrName>style.visibility</p:attrName>
                                        </p:attrNameLst>
                                      </p:cBhvr>
                                      <p:to>
                                        <p:strVal val="visible"/>
                                      </p:to>
                                    </p:set>
                                    <p:animEffect transition="in" filter="dissolve">
                                      <p:cBhvr>
                                        <p:cTn id="35" dur="500"/>
                                        <p:tgtEl>
                                          <p:spTgt spid="13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38"/>
                                        </p:tgtEl>
                                        <p:attrNameLst>
                                          <p:attrName>style.visibility</p:attrName>
                                        </p:attrNameLst>
                                      </p:cBhvr>
                                      <p:to>
                                        <p:strVal val="visible"/>
                                      </p:to>
                                    </p:set>
                                    <p:animEffect transition="in" filter="dissolve">
                                      <p:cBhvr>
                                        <p:cTn id="40" dur="500"/>
                                        <p:tgtEl>
                                          <p:spTgt spid="13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71"/>
                                        </p:tgtEl>
                                        <p:attrNameLst>
                                          <p:attrName>style.visibility</p:attrName>
                                        </p:attrNameLst>
                                      </p:cBhvr>
                                      <p:to>
                                        <p:strVal val="visible"/>
                                      </p:to>
                                    </p:set>
                                    <p:animEffect transition="in" filter="wipe(up)">
                                      <p:cBhvr>
                                        <p:cTn id="45" dur="500"/>
                                        <p:tgtEl>
                                          <p:spTgt spid="171"/>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144"/>
                                        </p:tgtEl>
                                        <p:attrNameLst>
                                          <p:attrName>style.visibility</p:attrName>
                                        </p:attrNameLst>
                                      </p:cBhvr>
                                      <p:to>
                                        <p:strVal val="visible"/>
                                      </p:to>
                                    </p:set>
                                    <p:animEffect transition="in" filter="box(out)">
                                      <p:cBhvr>
                                        <p:cTn id="50"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3" grpId="0"/>
      <p:bldP spid="2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2">
            <a:extLst>
              <a:ext uri="{FF2B5EF4-FFF2-40B4-BE49-F238E27FC236}">
                <a16:creationId xmlns:a16="http://schemas.microsoft.com/office/drawing/2014/main" id="{BB9AE2CF-369A-45AE-9F6E-6525902A8BF6}"/>
              </a:ext>
            </a:extLst>
          </p:cNvPr>
          <p:cNvGrpSpPr>
            <a:grpSpLocks/>
          </p:cNvGrpSpPr>
          <p:nvPr/>
        </p:nvGrpSpPr>
        <p:grpSpPr bwMode="auto">
          <a:xfrm>
            <a:off x="1285875" y="617538"/>
            <a:ext cx="2414588" cy="3600449"/>
            <a:chOff x="810" y="389"/>
            <a:chExt cx="1521" cy="2268"/>
          </a:xfrm>
        </p:grpSpPr>
        <p:grpSp>
          <p:nvGrpSpPr>
            <p:cNvPr id="3" name="Group 193">
              <a:extLst>
                <a:ext uri="{FF2B5EF4-FFF2-40B4-BE49-F238E27FC236}">
                  <a16:creationId xmlns:a16="http://schemas.microsoft.com/office/drawing/2014/main" id="{A5EA9A01-9A0C-4B36-AC29-8AA70F1C1399}"/>
                </a:ext>
              </a:extLst>
            </p:cNvPr>
            <p:cNvGrpSpPr>
              <a:grpSpLocks/>
            </p:cNvGrpSpPr>
            <p:nvPr/>
          </p:nvGrpSpPr>
          <p:grpSpPr bwMode="auto">
            <a:xfrm>
              <a:off x="810" y="389"/>
              <a:ext cx="1521" cy="2268"/>
              <a:chOff x="810" y="488"/>
              <a:chExt cx="1521" cy="2268"/>
            </a:xfrm>
          </p:grpSpPr>
          <p:sp>
            <p:nvSpPr>
              <p:cNvPr id="5" name="Rectangle 194">
                <a:extLst>
                  <a:ext uri="{FF2B5EF4-FFF2-40B4-BE49-F238E27FC236}">
                    <a16:creationId xmlns:a16="http://schemas.microsoft.com/office/drawing/2014/main" id="{B31D8719-DBC2-45A3-A69D-40795B7A0B78}"/>
                  </a:ext>
                </a:extLst>
              </p:cNvPr>
              <p:cNvSpPr>
                <a:spLocks noChangeArrowheads="1"/>
              </p:cNvSpPr>
              <p:nvPr/>
            </p:nvSpPr>
            <p:spPr bwMode="auto">
              <a:xfrm>
                <a:off x="987" y="977"/>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 name="Line 195">
                <a:extLst>
                  <a:ext uri="{FF2B5EF4-FFF2-40B4-BE49-F238E27FC236}">
                    <a16:creationId xmlns:a16="http://schemas.microsoft.com/office/drawing/2014/main" id="{64B0EAC1-CAC5-45C7-A29F-8AE4F756CF34}"/>
                  </a:ext>
                </a:extLst>
              </p:cNvPr>
              <p:cNvSpPr>
                <a:spLocks noChangeShapeType="1"/>
              </p:cNvSpPr>
              <p:nvPr/>
            </p:nvSpPr>
            <p:spPr bwMode="auto">
              <a:xfrm flipH="1">
                <a:off x="1371" y="2321"/>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Oval 196">
                <a:extLst>
                  <a:ext uri="{FF2B5EF4-FFF2-40B4-BE49-F238E27FC236}">
                    <a16:creationId xmlns:a16="http://schemas.microsoft.com/office/drawing/2014/main" id="{4CAAED00-E916-44A8-AD8D-B36B1C301FDC}"/>
                  </a:ext>
                </a:extLst>
              </p:cNvPr>
              <p:cNvSpPr>
                <a:spLocks noChangeArrowheads="1"/>
              </p:cNvSpPr>
              <p:nvPr/>
            </p:nvSpPr>
            <p:spPr bwMode="auto">
              <a:xfrm>
                <a:off x="1563" y="91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 name="Line 197">
                <a:extLst>
                  <a:ext uri="{FF2B5EF4-FFF2-40B4-BE49-F238E27FC236}">
                    <a16:creationId xmlns:a16="http://schemas.microsoft.com/office/drawing/2014/main" id="{AAD0A8E9-B108-4F9A-9EB7-F41C67CADCE2}"/>
                  </a:ext>
                </a:extLst>
              </p:cNvPr>
              <p:cNvSpPr>
                <a:spLocks noChangeShapeType="1"/>
              </p:cNvSpPr>
              <p:nvPr/>
            </p:nvSpPr>
            <p:spPr bwMode="auto">
              <a:xfrm>
                <a:off x="1131" y="737"/>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198">
                <a:extLst>
                  <a:ext uri="{FF2B5EF4-FFF2-40B4-BE49-F238E27FC236}">
                    <a16:creationId xmlns:a16="http://schemas.microsoft.com/office/drawing/2014/main" id="{8005F2F6-CE45-48EA-AAAB-34B40B207F67}"/>
                  </a:ext>
                </a:extLst>
              </p:cNvPr>
              <p:cNvSpPr>
                <a:spLocks noChangeShapeType="1"/>
              </p:cNvSpPr>
              <p:nvPr/>
            </p:nvSpPr>
            <p:spPr bwMode="auto">
              <a:xfrm>
                <a:off x="1591" y="727"/>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Rectangle 199">
                <a:extLst>
                  <a:ext uri="{FF2B5EF4-FFF2-40B4-BE49-F238E27FC236}">
                    <a16:creationId xmlns:a16="http://schemas.microsoft.com/office/drawing/2014/main" id="{A685D207-D8D8-4D5E-9981-DE8E1A6E2E66}"/>
                  </a:ext>
                </a:extLst>
              </p:cNvPr>
              <p:cNvSpPr>
                <a:spLocks noChangeArrowheads="1"/>
              </p:cNvSpPr>
              <p:nvPr/>
            </p:nvSpPr>
            <p:spPr bwMode="auto">
              <a:xfrm>
                <a:off x="925" y="488"/>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1" name="Rectangle 200">
                <a:extLst>
                  <a:ext uri="{FF2B5EF4-FFF2-40B4-BE49-F238E27FC236}">
                    <a16:creationId xmlns:a16="http://schemas.microsoft.com/office/drawing/2014/main" id="{4E1CF62A-742C-427C-860D-B89D8AA831AD}"/>
                  </a:ext>
                </a:extLst>
              </p:cNvPr>
              <p:cNvSpPr>
                <a:spLocks noChangeArrowheads="1"/>
              </p:cNvSpPr>
              <p:nvPr/>
            </p:nvSpPr>
            <p:spPr bwMode="auto">
              <a:xfrm>
                <a:off x="1563" y="501"/>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2" name="Line 201">
                <a:extLst>
                  <a:ext uri="{FF2B5EF4-FFF2-40B4-BE49-F238E27FC236}">
                    <a16:creationId xmlns:a16="http://schemas.microsoft.com/office/drawing/2014/main" id="{D5FB9377-E0C2-4111-A4A3-CD03B00F12EB}"/>
                  </a:ext>
                </a:extLst>
              </p:cNvPr>
              <p:cNvSpPr>
                <a:spLocks noChangeShapeType="1"/>
              </p:cNvSpPr>
              <p:nvPr/>
            </p:nvSpPr>
            <p:spPr bwMode="auto">
              <a:xfrm>
                <a:off x="1622" y="54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202">
                <a:extLst>
                  <a:ext uri="{FF2B5EF4-FFF2-40B4-BE49-F238E27FC236}">
                    <a16:creationId xmlns:a16="http://schemas.microsoft.com/office/drawing/2014/main" id="{EE283730-F48A-4624-94B7-37A29824EDE7}"/>
                  </a:ext>
                </a:extLst>
              </p:cNvPr>
              <p:cNvSpPr>
                <a:spLocks noChangeArrowheads="1"/>
              </p:cNvSpPr>
              <p:nvPr/>
            </p:nvSpPr>
            <p:spPr bwMode="auto">
              <a:xfrm>
                <a:off x="987" y="1169"/>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4" name="Rectangle 203">
                <a:extLst>
                  <a:ext uri="{FF2B5EF4-FFF2-40B4-BE49-F238E27FC236}">
                    <a16:creationId xmlns:a16="http://schemas.microsoft.com/office/drawing/2014/main" id="{0F3069F9-8D51-4028-966E-A40C98FB7EF9}"/>
                  </a:ext>
                </a:extLst>
              </p:cNvPr>
              <p:cNvSpPr>
                <a:spLocks noChangeArrowheads="1"/>
              </p:cNvSpPr>
              <p:nvPr/>
            </p:nvSpPr>
            <p:spPr bwMode="auto">
              <a:xfrm>
                <a:off x="1515" y="1169"/>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5" name="Line 204">
                <a:extLst>
                  <a:ext uri="{FF2B5EF4-FFF2-40B4-BE49-F238E27FC236}">
                    <a16:creationId xmlns:a16="http://schemas.microsoft.com/office/drawing/2014/main" id="{824215AA-4A42-445A-B4B9-D4A89261759D}"/>
                  </a:ext>
                </a:extLst>
              </p:cNvPr>
              <p:cNvSpPr>
                <a:spLocks noChangeShapeType="1"/>
              </p:cNvSpPr>
              <p:nvPr/>
            </p:nvSpPr>
            <p:spPr bwMode="auto">
              <a:xfrm>
                <a:off x="1371" y="1409"/>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Rectangle 205">
                <a:extLst>
                  <a:ext uri="{FF2B5EF4-FFF2-40B4-BE49-F238E27FC236}">
                    <a16:creationId xmlns:a16="http://schemas.microsoft.com/office/drawing/2014/main" id="{BA9C774D-1719-424D-BAAF-2CB8346BA49C}"/>
                  </a:ext>
                </a:extLst>
              </p:cNvPr>
              <p:cNvSpPr>
                <a:spLocks noChangeArrowheads="1"/>
              </p:cNvSpPr>
              <p:nvPr/>
            </p:nvSpPr>
            <p:spPr bwMode="auto">
              <a:xfrm>
                <a:off x="1157" y="1169"/>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 name="Rectangle 206">
                <a:extLst>
                  <a:ext uri="{FF2B5EF4-FFF2-40B4-BE49-F238E27FC236}">
                    <a16:creationId xmlns:a16="http://schemas.microsoft.com/office/drawing/2014/main" id="{267C51E7-A8F5-4634-975B-2A2961CB2615}"/>
                  </a:ext>
                </a:extLst>
              </p:cNvPr>
              <p:cNvSpPr>
                <a:spLocks noChangeArrowheads="1"/>
              </p:cNvSpPr>
              <p:nvPr/>
            </p:nvSpPr>
            <p:spPr bwMode="auto">
              <a:xfrm>
                <a:off x="987" y="1770"/>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18" name="Line 207">
                <a:extLst>
                  <a:ext uri="{FF2B5EF4-FFF2-40B4-BE49-F238E27FC236}">
                    <a16:creationId xmlns:a16="http://schemas.microsoft.com/office/drawing/2014/main" id="{9B8C5193-F092-4AD0-9084-B44A34071B61}"/>
                  </a:ext>
                </a:extLst>
              </p:cNvPr>
              <p:cNvSpPr>
                <a:spLocks noChangeShapeType="1"/>
              </p:cNvSpPr>
              <p:nvPr/>
            </p:nvSpPr>
            <p:spPr bwMode="auto">
              <a:xfrm>
                <a:off x="1127"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208">
                <a:extLst>
                  <a:ext uri="{FF2B5EF4-FFF2-40B4-BE49-F238E27FC236}">
                    <a16:creationId xmlns:a16="http://schemas.microsoft.com/office/drawing/2014/main" id="{39EDF1F6-19FA-428A-9392-09DA8766AA08}"/>
                  </a:ext>
                </a:extLst>
              </p:cNvPr>
              <p:cNvSpPr>
                <a:spLocks noChangeShapeType="1"/>
              </p:cNvSpPr>
              <p:nvPr/>
            </p:nvSpPr>
            <p:spPr bwMode="auto">
              <a:xfrm>
                <a:off x="1626"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 name="Group 209">
                <a:extLst>
                  <a:ext uri="{FF2B5EF4-FFF2-40B4-BE49-F238E27FC236}">
                    <a16:creationId xmlns:a16="http://schemas.microsoft.com/office/drawing/2014/main" id="{6E537BA8-4382-4CB0-8E80-8DCDD3094F4A}"/>
                  </a:ext>
                </a:extLst>
              </p:cNvPr>
              <p:cNvGrpSpPr>
                <a:grpSpLocks/>
              </p:cNvGrpSpPr>
              <p:nvPr/>
            </p:nvGrpSpPr>
            <p:grpSpPr bwMode="auto">
              <a:xfrm>
                <a:off x="1611" y="1409"/>
                <a:ext cx="48" cy="344"/>
                <a:chOff x="1248" y="2233"/>
                <a:chExt cx="48" cy="344"/>
              </a:xfrm>
            </p:grpSpPr>
            <p:sp>
              <p:nvSpPr>
                <p:cNvPr id="42" name="Line 210">
                  <a:extLst>
                    <a:ext uri="{FF2B5EF4-FFF2-40B4-BE49-F238E27FC236}">
                      <a16:creationId xmlns:a16="http://schemas.microsoft.com/office/drawing/2014/main" id="{71CEE7AF-7E67-494B-9E6F-14097E78E550}"/>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Oval 211">
                  <a:extLst>
                    <a:ext uri="{FF2B5EF4-FFF2-40B4-BE49-F238E27FC236}">
                      <a16:creationId xmlns:a16="http://schemas.microsoft.com/office/drawing/2014/main" id="{2D2AA095-7481-420A-8B8E-1D5B747696A6}"/>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21" name="Line 212">
                <a:extLst>
                  <a:ext uri="{FF2B5EF4-FFF2-40B4-BE49-F238E27FC236}">
                    <a16:creationId xmlns:a16="http://schemas.microsoft.com/office/drawing/2014/main" id="{8F11248C-36A6-4ABC-9D2C-11FBBA1D43C6}"/>
                  </a:ext>
                </a:extLst>
              </p:cNvPr>
              <p:cNvSpPr>
                <a:spLocks noChangeShapeType="1"/>
              </p:cNvSpPr>
              <p:nvPr/>
            </p:nvSpPr>
            <p:spPr bwMode="auto">
              <a:xfrm>
                <a:off x="1131" y="1419"/>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213">
                <a:extLst>
                  <a:ext uri="{FF2B5EF4-FFF2-40B4-BE49-F238E27FC236}">
                    <a16:creationId xmlns:a16="http://schemas.microsoft.com/office/drawing/2014/main" id="{EE1A123A-E39F-4FEE-AFB5-CFBD9D98306B}"/>
                  </a:ext>
                </a:extLst>
              </p:cNvPr>
              <p:cNvSpPr>
                <a:spLocks noChangeArrowheads="1"/>
              </p:cNvSpPr>
              <p:nvPr/>
            </p:nvSpPr>
            <p:spPr bwMode="auto">
              <a:xfrm>
                <a:off x="990" y="2462"/>
                <a:ext cx="192"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23" name="Rectangle 214">
                <a:extLst>
                  <a:ext uri="{FF2B5EF4-FFF2-40B4-BE49-F238E27FC236}">
                    <a16:creationId xmlns:a16="http://schemas.microsoft.com/office/drawing/2014/main" id="{082D2DA6-9263-473C-AB52-21401EC0DD67}"/>
                  </a:ext>
                </a:extLst>
              </p:cNvPr>
              <p:cNvSpPr>
                <a:spLocks noChangeArrowheads="1"/>
              </p:cNvSpPr>
              <p:nvPr/>
            </p:nvSpPr>
            <p:spPr bwMode="auto">
              <a:xfrm>
                <a:off x="1557" y="2462"/>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24" name="Line 215">
                <a:extLst>
                  <a:ext uri="{FF2B5EF4-FFF2-40B4-BE49-F238E27FC236}">
                    <a16:creationId xmlns:a16="http://schemas.microsoft.com/office/drawing/2014/main" id="{C5AA24E6-DC64-4B48-9DC7-420F7F84D240}"/>
                  </a:ext>
                </a:extLst>
              </p:cNvPr>
              <p:cNvSpPr>
                <a:spLocks noChangeShapeType="1"/>
              </p:cNvSpPr>
              <p:nvPr/>
            </p:nvSpPr>
            <p:spPr bwMode="auto">
              <a:xfrm>
                <a:off x="2139" y="20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16">
                <a:extLst>
                  <a:ext uri="{FF2B5EF4-FFF2-40B4-BE49-F238E27FC236}">
                    <a16:creationId xmlns:a16="http://schemas.microsoft.com/office/drawing/2014/main" id="{5035E895-C89D-4911-A06D-8CE59CA7A7C2}"/>
                  </a:ext>
                </a:extLst>
              </p:cNvPr>
              <p:cNvSpPr>
                <a:spLocks noChangeShapeType="1"/>
              </p:cNvSpPr>
              <p:nvPr/>
            </p:nvSpPr>
            <p:spPr bwMode="auto">
              <a:xfrm>
                <a:off x="1371"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217">
                <a:extLst>
                  <a:ext uri="{FF2B5EF4-FFF2-40B4-BE49-F238E27FC236}">
                    <a16:creationId xmlns:a16="http://schemas.microsoft.com/office/drawing/2014/main" id="{9B35CEB2-D01B-4200-ACD9-160A25FC92FA}"/>
                  </a:ext>
                </a:extLst>
              </p:cNvPr>
              <p:cNvSpPr>
                <a:spLocks noChangeArrowheads="1"/>
              </p:cNvSpPr>
              <p:nvPr/>
            </p:nvSpPr>
            <p:spPr bwMode="auto">
              <a:xfrm>
                <a:off x="1227" y="2465"/>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27" name="Rectangle 218">
                <a:extLst>
                  <a:ext uri="{FF2B5EF4-FFF2-40B4-BE49-F238E27FC236}">
                    <a16:creationId xmlns:a16="http://schemas.microsoft.com/office/drawing/2014/main" id="{1F625EBE-881B-4989-AED3-BF5446FEC965}"/>
                  </a:ext>
                </a:extLst>
              </p:cNvPr>
              <p:cNvSpPr>
                <a:spLocks noChangeArrowheads="1"/>
              </p:cNvSpPr>
              <p:nvPr/>
            </p:nvSpPr>
            <p:spPr bwMode="auto">
              <a:xfrm>
                <a:off x="1947" y="1793"/>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Oval 219">
                <a:extLst>
                  <a:ext uri="{FF2B5EF4-FFF2-40B4-BE49-F238E27FC236}">
                    <a16:creationId xmlns:a16="http://schemas.microsoft.com/office/drawing/2014/main" id="{D7E879FA-8661-48E8-A913-FFBDE6B75298}"/>
                  </a:ext>
                </a:extLst>
              </p:cNvPr>
              <p:cNvSpPr>
                <a:spLocks noChangeArrowheads="1"/>
              </p:cNvSpPr>
              <p:nvPr/>
            </p:nvSpPr>
            <p:spPr bwMode="auto">
              <a:xfrm>
                <a:off x="2116" y="1745"/>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Line 220">
                <a:extLst>
                  <a:ext uri="{FF2B5EF4-FFF2-40B4-BE49-F238E27FC236}">
                    <a16:creationId xmlns:a16="http://schemas.microsoft.com/office/drawing/2014/main" id="{F2A00467-3B1C-4D07-B247-496D55C53DA5}"/>
                  </a:ext>
                </a:extLst>
              </p:cNvPr>
              <p:cNvSpPr>
                <a:spLocks noChangeShapeType="1"/>
              </p:cNvSpPr>
              <p:nvPr/>
            </p:nvSpPr>
            <p:spPr bwMode="auto">
              <a:xfrm>
                <a:off x="2139" y="1505"/>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221">
                <a:extLst>
                  <a:ext uri="{FF2B5EF4-FFF2-40B4-BE49-F238E27FC236}">
                    <a16:creationId xmlns:a16="http://schemas.microsoft.com/office/drawing/2014/main" id="{92B50992-B58A-4787-8F36-DBCE775241DC}"/>
                  </a:ext>
                </a:extLst>
              </p:cNvPr>
              <p:cNvSpPr>
                <a:spLocks noChangeShapeType="1"/>
              </p:cNvSpPr>
              <p:nvPr/>
            </p:nvSpPr>
            <p:spPr bwMode="auto">
              <a:xfrm>
                <a:off x="1371" y="1505"/>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222">
                <a:extLst>
                  <a:ext uri="{FF2B5EF4-FFF2-40B4-BE49-F238E27FC236}">
                    <a16:creationId xmlns:a16="http://schemas.microsoft.com/office/drawing/2014/main" id="{C58A4839-CD73-450B-A4AE-6F6450368D9E}"/>
                  </a:ext>
                </a:extLst>
              </p:cNvPr>
              <p:cNvSpPr>
                <a:spLocks noChangeArrowheads="1"/>
              </p:cNvSpPr>
              <p:nvPr/>
            </p:nvSpPr>
            <p:spPr bwMode="auto">
              <a:xfrm>
                <a:off x="1179" y="929"/>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32" name="Oval 223">
                <a:extLst>
                  <a:ext uri="{FF2B5EF4-FFF2-40B4-BE49-F238E27FC236}">
                    <a16:creationId xmlns:a16="http://schemas.microsoft.com/office/drawing/2014/main" id="{E0BD4335-3F64-4FC5-B308-F87F008981F7}"/>
                  </a:ext>
                </a:extLst>
              </p:cNvPr>
              <p:cNvSpPr>
                <a:spLocks noChangeArrowheads="1"/>
              </p:cNvSpPr>
              <p:nvPr/>
            </p:nvSpPr>
            <p:spPr bwMode="auto">
              <a:xfrm>
                <a:off x="1343" y="2293"/>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Rectangle 224">
                <a:extLst>
                  <a:ext uri="{FF2B5EF4-FFF2-40B4-BE49-F238E27FC236}">
                    <a16:creationId xmlns:a16="http://schemas.microsoft.com/office/drawing/2014/main" id="{8794D229-5520-4D8A-A510-4BEB2E81B8D5}"/>
                  </a:ext>
                </a:extLst>
              </p:cNvPr>
              <p:cNvSpPr>
                <a:spLocks noChangeArrowheads="1"/>
              </p:cNvSpPr>
              <p:nvPr/>
            </p:nvSpPr>
            <p:spPr bwMode="auto">
              <a:xfrm>
                <a:off x="843" y="1457"/>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34" name="Group 225">
                <a:extLst>
                  <a:ext uri="{FF2B5EF4-FFF2-40B4-BE49-F238E27FC236}">
                    <a16:creationId xmlns:a16="http://schemas.microsoft.com/office/drawing/2014/main" id="{45324926-DB17-4AFE-9585-2AF812FCF4FB}"/>
                  </a:ext>
                </a:extLst>
              </p:cNvPr>
              <p:cNvGrpSpPr>
                <a:grpSpLocks/>
              </p:cNvGrpSpPr>
              <p:nvPr/>
            </p:nvGrpSpPr>
            <p:grpSpPr bwMode="auto">
              <a:xfrm>
                <a:off x="1615" y="1505"/>
                <a:ext cx="313" cy="288"/>
                <a:chOff x="4574" y="1234"/>
                <a:chExt cx="313" cy="288"/>
              </a:xfrm>
            </p:grpSpPr>
            <p:sp>
              <p:nvSpPr>
                <p:cNvPr id="40" name="Rectangle 226">
                  <a:extLst>
                    <a:ext uri="{FF2B5EF4-FFF2-40B4-BE49-F238E27FC236}">
                      <a16:creationId xmlns:a16="http://schemas.microsoft.com/office/drawing/2014/main" id="{4EC004F5-1B90-43EC-80A9-E67400D3AAEC}"/>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41" name="Line 227">
                  <a:extLst>
                    <a:ext uri="{FF2B5EF4-FFF2-40B4-BE49-F238E27FC236}">
                      <a16:creationId xmlns:a16="http://schemas.microsoft.com/office/drawing/2014/main" id="{D344C5ED-4521-494B-BBF2-149F4DA5DFD9}"/>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5" name="Rectangle 228">
                <a:extLst>
                  <a:ext uri="{FF2B5EF4-FFF2-40B4-BE49-F238E27FC236}">
                    <a16:creationId xmlns:a16="http://schemas.microsoft.com/office/drawing/2014/main" id="{6B3E1220-FDDE-4BB3-BA21-40E789911D6A}"/>
                  </a:ext>
                </a:extLst>
              </p:cNvPr>
              <p:cNvSpPr>
                <a:spLocks noChangeArrowheads="1"/>
              </p:cNvSpPr>
              <p:nvPr/>
            </p:nvSpPr>
            <p:spPr bwMode="auto">
              <a:xfrm>
                <a:off x="1512" y="1942"/>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36" name="Rectangle 229">
                <a:extLst>
                  <a:ext uri="{FF2B5EF4-FFF2-40B4-BE49-F238E27FC236}">
                    <a16:creationId xmlns:a16="http://schemas.microsoft.com/office/drawing/2014/main" id="{EDD5C33C-A432-4268-AB47-7D2B70D7C913}"/>
                  </a:ext>
                </a:extLst>
              </p:cNvPr>
              <p:cNvSpPr>
                <a:spLocks noChangeArrowheads="1"/>
              </p:cNvSpPr>
              <p:nvPr/>
            </p:nvSpPr>
            <p:spPr bwMode="auto">
              <a:xfrm>
                <a:off x="981" y="1954"/>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37" name="Freeform 230">
                <a:extLst>
                  <a:ext uri="{FF2B5EF4-FFF2-40B4-BE49-F238E27FC236}">
                    <a16:creationId xmlns:a16="http://schemas.microsoft.com/office/drawing/2014/main" id="{640EE721-7E29-48E4-8589-F3138392B206}"/>
                  </a:ext>
                </a:extLst>
              </p:cNvPr>
              <p:cNvSpPr>
                <a:spLocks/>
              </p:cNvSpPr>
              <p:nvPr/>
            </p:nvSpPr>
            <p:spPr bwMode="auto">
              <a:xfrm>
                <a:off x="810" y="858"/>
                <a:ext cx="780" cy="1457"/>
              </a:xfrm>
              <a:custGeom>
                <a:avLst/>
                <a:gdLst>
                  <a:gd name="T0" fmla="*/ 698 w 802"/>
                  <a:gd name="T1" fmla="*/ 0 h 1457"/>
                  <a:gd name="T2" fmla="*/ 0 w 802"/>
                  <a:gd name="T3" fmla="*/ 0 h 1457"/>
                  <a:gd name="T4" fmla="*/ 0 w 802"/>
                  <a:gd name="T5" fmla="*/ 1457 h 1457"/>
                  <a:gd name="T6" fmla="*/ 226 w 802"/>
                  <a:gd name="T7" fmla="*/ 1457 h 1457"/>
                  <a:gd name="T8" fmla="*/ 226 w 802"/>
                  <a:gd name="T9" fmla="*/ 1344 h 1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2" h="1457">
                    <a:moveTo>
                      <a:pt x="802" y="0"/>
                    </a:moveTo>
                    <a:lnTo>
                      <a:pt x="0" y="0"/>
                    </a:lnTo>
                    <a:lnTo>
                      <a:pt x="0" y="1457"/>
                    </a:lnTo>
                    <a:lnTo>
                      <a:pt x="260" y="1457"/>
                    </a:lnTo>
                    <a:lnTo>
                      <a:pt x="260" y="134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Freeform 231">
                <a:extLst>
                  <a:ext uri="{FF2B5EF4-FFF2-40B4-BE49-F238E27FC236}">
                    <a16:creationId xmlns:a16="http://schemas.microsoft.com/office/drawing/2014/main" id="{31A248B5-250D-45B2-9F6C-38FEC57A8131}"/>
                  </a:ext>
                </a:extLst>
              </p:cNvPr>
              <p:cNvSpPr>
                <a:spLocks/>
              </p:cNvSpPr>
              <p:nvPr/>
            </p:nvSpPr>
            <p:spPr bwMode="auto">
              <a:xfrm>
                <a:off x="1127" y="790"/>
                <a:ext cx="757" cy="1468"/>
              </a:xfrm>
              <a:custGeom>
                <a:avLst/>
                <a:gdLst>
                  <a:gd name="T0" fmla="*/ 0 w 723"/>
                  <a:gd name="T1" fmla="*/ 0 h 1468"/>
                  <a:gd name="T2" fmla="*/ 910 w 723"/>
                  <a:gd name="T3" fmla="*/ 0 h 1468"/>
                  <a:gd name="T4" fmla="*/ 910 w 723"/>
                  <a:gd name="T5" fmla="*/ 1468 h 1468"/>
                  <a:gd name="T6" fmla="*/ 712 w 723"/>
                  <a:gd name="T7" fmla="*/ 1468 h 14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3" h="1468">
                    <a:moveTo>
                      <a:pt x="0" y="0"/>
                    </a:moveTo>
                    <a:lnTo>
                      <a:pt x="723" y="0"/>
                    </a:lnTo>
                    <a:lnTo>
                      <a:pt x="723" y="1468"/>
                    </a:lnTo>
                    <a:lnTo>
                      <a:pt x="565" y="146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232">
                <a:extLst>
                  <a:ext uri="{FF2B5EF4-FFF2-40B4-BE49-F238E27FC236}">
                    <a16:creationId xmlns:a16="http://schemas.microsoft.com/office/drawing/2014/main" id="{EADB24FC-7020-46C6-939E-A2286005AF9F}"/>
                  </a:ext>
                </a:extLst>
              </p:cNvPr>
              <p:cNvSpPr>
                <a:spLocks noChangeShapeType="1"/>
              </p:cNvSpPr>
              <p:nvPr/>
            </p:nvSpPr>
            <p:spPr bwMode="auto">
              <a:xfrm>
                <a:off x="1711" y="2202"/>
                <a:ext cx="1" cy="6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 name="Text Box 233">
              <a:extLst>
                <a:ext uri="{FF2B5EF4-FFF2-40B4-BE49-F238E27FC236}">
                  <a16:creationId xmlns:a16="http://schemas.microsoft.com/office/drawing/2014/main" id="{E8CAA29F-D791-405A-8CA6-F664E8D989C0}"/>
                </a:ext>
              </a:extLst>
            </p:cNvPr>
            <p:cNvSpPr txBox="1">
              <a:spLocks noChangeArrowheads="1"/>
            </p:cNvSpPr>
            <p:nvPr/>
          </p:nvSpPr>
          <p:spPr bwMode="auto">
            <a:xfrm>
              <a:off x="1935" y="1674"/>
              <a:ext cx="250"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grpSp>
        <p:nvGrpSpPr>
          <p:cNvPr id="44" name="Group 43">
            <a:extLst>
              <a:ext uri="{FF2B5EF4-FFF2-40B4-BE49-F238E27FC236}">
                <a16:creationId xmlns:a16="http://schemas.microsoft.com/office/drawing/2014/main" id="{D99F0521-E815-4F57-8E00-E54C1D24B91A}"/>
              </a:ext>
            </a:extLst>
          </p:cNvPr>
          <p:cNvGrpSpPr>
            <a:grpSpLocks/>
          </p:cNvGrpSpPr>
          <p:nvPr/>
        </p:nvGrpSpPr>
        <p:grpSpPr bwMode="auto">
          <a:xfrm>
            <a:off x="4875213" y="795338"/>
            <a:ext cx="3067050" cy="3138487"/>
            <a:chOff x="2869" y="897"/>
            <a:chExt cx="1932" cy="1977"/>
          </a:xfrm>
        </p:grpSpPr>
        <p:grpSp>
          <p:nvGrpSpPr>
            <p:cNvPr id="45" name="Group 44">
              <a:extLst>
                <a:ext uri="{FF2B5EF4-FFF2-40B4-BE49-F238E27FC236}">
                  <a16:creationId xmlns:a16="http://schemas.microsoft.com/office/drawing/2014/main" id="{13CAFC4F-5A6C-46F9-A53C-D27E1F89E22E}"/>
                </a:ext>
              </a:extLst>
            </p:cNvPr>
            <p:cNvGrpSpPr>
              <a:grpSpLocks/>
            </p:cNvGrpSpPr>
            <p:nvPr/>
          </p:nvGrpSpPr>
          <p:grpSpPr bwMode="auto">
            <a:xfrm>
              <a:off x="2869" y="897"/>
              <a:ext cx="1932" cy="1977"/>
              <a:chOff x="2789" y="756"/>
              <a:chExt cx="1932" cy="1977"/>
            </a:xfrm>
          </p:grpSpPr>
          <p:sp>
            <p:nvSpPr>
              <p:cNvPr id="50" name="Rectangle 45">
                <a:extLst>
                  <a:ext uri="{FF2B5EF4-FFF2-40B4-BE49-F238E27FC236}">
                    <a16:creationId xmlns:a16="http://schemas.microsoft.com/office/drawing/2014/main" id="{901C0570-8886-4440-BC45-F283645B97F5}"/>
                  </a:ext>
                </a:extLst>
              </p:cNvPr>
              <p:cNvSpPr>
                <a:spLocks noChangeArrowheads="1"/>
              </p:cNvSpPr>
              <p:nvPr/>
            </p:nvSpPr>
            <p:spPr bwMode="auto">
              <a:xfrm>
                <a:off x="4041" y="2386"/>
                <a:ext cx="680" cy="34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1" name="Rectangle 46">
                <a:extLst>
                  <a:ext uri="{FF2B5EF4-FFF2-40B4-BE49-F238E27FC236}">
                    <a16:creationId xmlns:a16="http://schemas.microsoft.com/office/drawing/2014/main" id="{07E42EF7-483B-464C-B741-EC75E4382199}"/>
                  </a:ext>
                </a:extLst>
              </p:cNvPr>
              <p:cNvSpPr>
                <a:spLocks noChangeArrowheads="1"/>
              </p:cNvSpPr>
              <p:nvPr/>
            </p:nvSpPr>
            <p:spPr bwMode="auto">
              <a:xfrm>
                <a:off x="3373" y="2386"/>
                <a:ext cx="668" cy="34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Rectangle 47">
                <a:extLst>
                  <a:ext uri="{FF2B5EF4-FFF2-40B4-BE49-F238E27FC236}">
                    <a16:creationId xmlns:a16="http://schemas.microsoft.com/office/drawing/2014/main" id="{0038FD05-DB2C-4C0A-8918-B66D0A20FBEB}"/>
                  </a:ext>
                </a:extLst>
              </p:cNvPr>
              <p:cNvSpPr>
                <a:spLocks noChangeArrowheads="1"/>
              </p:cNvSpPr>
              <p:nvPr/>
            </p:nvSpPr>
            <p:spPr bwMode="auto">
              <a:xfrm>
                <a:off x="2789" y="2386"/>
                <a:ext cx="584" cy="34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Rectangle 48">
                <a:extLst>
                  <a:ext uri="{FF2B5EF4-FFF2-40B4-BE49-F238E27FC236}">
                    <a16:creationId xmlns:a16="http://schemas.microsoft.com/office/drawing/2014/main" id="{3E8614D9-B327-45CD-BB29-88433A79F5B3}"/>
                  </a:ext>
                </a:extLst>
              </p:cNvPr>
              <p:cNvSpPr>
                <a:spLocks noChangeArrowheads="1"/>
              </p:cNvSpPr>
              <p:nvPr/>
            </p:nvSpPr>
            <p:spPr bwMode="auto">
              <a:xfrm>
                <a:off x="4041" y="2060"/>
                <a:ext cx="680"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Rectangle 49">
                <a:extLst>
                  <a:ext uri="{FF2B5EF4-FFF2-40B4-BE49-F238E27FC236}">
                    <a16:creationId xmlns:a16="http://schemas.microsoft.com/office/drawing/2014/main" id="{963BFEA4-E86E-4412-A641-74D80D3C97FC}"/>
                  </a:ext>
                </a:extLst>
              </p:cNvPr>
              <p:cNvSpPr>
                <a:spLocks noChangeArrowheads="1"/>
              </p:cNvSpPr>
              <p:nvPr/>
            </p:nvSpPr>
            <p:spPr bwMode="auto">
              <a:xfrm>
                <a:off x="3373" y="2060"/>
                <a:ext cx="668"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Rectangle 50">
                <a:extLst>
                  <a:ext uri="{FF2B5EF4-FFF2-40B4-BE49-F238E27FC236}">
                    <a16:creationId xmlns:a16="http://schemas.microsoft.com/office/drawing/2014/main" id="{6E49D397-6DC4-40E2-986A-B61654AB483B}"/>
                  </a:ext>
                </a:extLst>
              </p:cNvPr>
              <p:cNvSpPr>
                <a:spLocks noChangeArrowheads="1"/>
              </p:cNvSpPr>
              <p:nvPr/>
            </p:nvSpPr>
            <p:spPr bwMode="auto">
              <a:xfrm>
                <a:off x="2789" y="2060"/>
                <a:ext cx="584"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6" name="Rectangle 51">
                <a:extLst>
                  <a:ext uri="{FF2B5EF4-FFF2-40B4-BE49-F238E27FC236}">
                    <a16:creationId xmlns:a16="http://schemas.microsoft.com/office/drawing/2014/main" id="{897CE254-0EA9-4D73-A532-E3BB3EF79901}"/>
                  </a:ext>
                </a:extLst>
              </p:cNvPr>
              <p:cNvSpPr>
                <a:spLocks noChangeArrowheads="1"/>
              </p:cNvSpPr>
              <p:nvPr/>
            </p:nvSpPr>
            <p:spPr bwMode="auto">
              <a:xfrm>
                <a:off x="4041" y="1734"/>
                <a:ext cx="680"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Rectangle 52">
                <a:extLst>
                  <a:ext uri="{FF2B5EF4-FFF2-40B4-BE49-F238E27FC236}">
                    <a16:creationId xmlns:a16="http://schemas.microsoft.com/office/drawing/2014/main" id="{B1346FBB-7985-40F3-99F8-5B4ABF3A6C20}"/>
                  </a:ext>
                </a:extLst>
              </p:cNvPr>
              <p:cNvSpPr>
                <a:spLocks noChangeArrowheads="1"/>
              </p:cNvSpPr>
              <p:nvPr/>
            </p:nvSpPr>
            <p:spPr bwMode="auto">
              <a:xfrm>
                <a:off x="3373" y="1734"/>
                <a:ext cx="668"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Rectangle 53">
                <a:extLst>
                  <a:ext uri="{FF2B5EF4-FFF2-40B4-BE49-F238E27FC236}">
                    <a16:creationId xmlns:a16="http://schemas.microsoft.com/office/drawing/2014/main" id="{026A5ADE-4F15-4397-8264-A8969A3ACA00}"/>
                  </a:ext>
                </a:extLst>
              </p:cNvPr>
              <p:cNvSpPr>
                <a:spLocks noChangeArrowheads="1"/>
              </p:cNvSpPr>
              <p:nvPr/>
            </p:nvSpPr>
            <p:spPr bwMode="auto">
              <a:xfrm>
                <a:off x="2789" y="1734"/>
                <a:ext cx="584"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Rectangle 54">
                <a:extLst>
                  <a:ext uri="{FF2B5EF4-FFF2-40B4-BE49-F238E27FC236}">
                    <a16:creationId xmlns:a16="http://schemas.microsoft.com/office/drawing/2014/main" id="{9E021BB4-60AB-4B64-86A6-BAB14320B971}"/>
                  </a:ext>
                </a:extLst>
              </p:cNvPr>
              <p:cNvSpPr>
                <a:spLocks noChangeArrowheads="1"/>
              </p:cNvSpPr>
              <p:nvPr/>
            </p:nvSpPr>
            <p:spPr bwMode="auto">
              <a:xfrm>
                <a:off x="4041" y="1408"/>
                <a:ext cx="680"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0" name="Rectangle 55">
                <a:extLst>
                  <a:ext uri="{FF2B5EF4-FFF2-40B4-BE49-F238E27FC236}">
                    <a16:creationId xmlns:a16="http://schemas.microsoft.com/office/drawing/2014/main" id="{9A38079E-1F8D-442D-98E5-8A731C3763C9}"/>
                  </a:ext>
                </a:extLst>
              </p:cNvPr>
              <p:cNvSpPr>
                <a:spLocks noChangeArrowheads="1"/>
              </p:cNvSpPr>
              <p:nvPr/>
            </p:nvSpPr>
            <p:spPr bwMode="auto">
              <a:xfrm>
                <a:off x="3373" y="1408"/>
                <a:ext cx="668"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61" name="Rectangle 56">
                <a:extLst>
                  <a:ext uri="{FF2B5EF4-FFF2-40B4-BE49-F238E27FC236}">
                    <a16:creationId xmlns:a16="http://schemas.microsoft.com/office/drawing/2014/main" id="{1E0CF966-2739-4F9E-8DA0-1347C9503D24}"/>
                  </a:ext>
                </a:extLst>
              </p:cNvPr>
              <p:cNvSpPr>
                <a:spLocks noChangeArrowheads="1"/>
              </p:cNvSpPr>
              <p:nvPr/>
            </p:nvSpPr>
            <p:spPr bwMode="auto">
              <a:xfrm>
                <a:off x="2789" y="1408"/>
                <a:ext cx="584"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Rectangle 57">
                <a:extLst>
                  <a:ext uri="{FF2B5EF4-FFF2-40B4-BE49-F238E27FC236}">
                    <a16:creationId xmlns:a16="http://schemas.microsoft.com/office/drawing/2014/main" id="{B61F6F35-D261-4693-94D7-0873EF37E0B9}"/>
                  </a:ext>
                </a:extLst>
              </p:cNvPr>
              <p:cNvSpPr>
                <a:spLocks noChangeArrowheads="1"/>
              </p:cNvSpPr>
              <p:nvPr/>
            </p:nvSpPr>
            <p:spPr bwMode="auto">
              <a:xfrm>
                <a:off x="4041" y="1082"/>
                <a:ext cx="680"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Rectangle 58">
                <a:extLst>
                  <a:ext uri="{FF2B5EF4-FFF2-40B4-BE49-F238E27FC236}">
                    <a16:creationId xmlns:a16="http://schemas.microsoft.com/office/drawing/2014/main" id="{D1ED0695-FD74-46CA-A181-60265FB6A472}"/>
                  </a:ext>
                </a:extLst>
              </p:cNvPr>
              <p:cNvSpPr>
                <a:spLocks noChangeArrowheads="1"/>
              </p:cNvSpPr>
              <p:nvPr/>
            </p:nvSpPr>
            <p:spPr bwMode="auto">
              <a:xfrm>
                <a:off x="3373" y="1082"/>
                <a:ext cx="668"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Rectangle 59">
                <a:extLst>
                  <a:ext uri="{FF2B5EF4-FFF2-40B4-BE49-F238E27FC236}">
                    <a16:creationId xmlns:a16="http://schemas.microsoft.com/office/drawing/2014/main" id="{41E5B88D-D28D-457E-97B7-80AC893A6D50}"/>
                  </a:ext>
                </a:extLst>
              </p:cNvPr>
              <p:cNvSpPr>
                <a:spLocks noChangeArrowheads="1"/>
              </p:cNvSpPr>
              <p:nvPr/>
            </p:nvSpPr>
            <p:spPr bwMode="auto">
              <a:xfrm>
                <a:off x="2789" y="1082"/>
                <a:ext cx="584"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  K</a:t>
                </a:r>
              </a:p>
            </p:txBody>
          </p:sp>
          <p:sp>
            <p:nvSpPr>
              <p:cNvPr id="65" name="Rectangle 60">
                <a:extLst>
                  <a:ext uri="{FF2B5EF4-FFF2-40B4-BE49-F238E27FC236}">
                    <a16:creationId xmlns:a16="http://schemas.microsoft.com/office/drawing/2014/main" id="{B24FCBDD-5070-4A49-B390-678B8026CFB3}"/>
                  </a:ext>
                </a:extLst>
              </p:cNvPr>
              <p:cNvSpPr>
                <a:spLocks noChangeArrowheads="1"/>
              </p:cNvSpPr>
              <p:nvPr/>
            </p:nvSpPr>
            <p:spPr bwMode="auto">
              <a:xfrm>
                <a:off x="4041" y="756"/>
                <a:ext cx="680"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66" name="Rectangle 61">
                <a:extLst>
                  <a:ext uri="{FF2B5EF4-FFF2-40B4-BE49-F238E27FC236}">
                    <a16:creationId xmlns:a16="http://schemas.microsoft.com/office/drawing/2014/main" id="{86D1C99E-83FE-42BD-9F08-FA4F2858815C}"/>
                  </a:ext>
                </a:extLst>
              </p:cNvPr>
              <p:cNvSpPr>
                <a:spLocks noChangeArrowheads="1"/>
              </p:cNvSpPr>
              <p:nvPr/>
            </p:nvSpPr>
            <p:spPr bwMode="auto">
              <a:xfrm>
                <a:off x="3373" y="756"/>
                <a:ext cx="668"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CP=1</a:t>
                </a:r>
              </a:p>
            </p:txBody>
          </p:sp>
          <p:sp>
            <p:nvSpPr>
              <p:cNvPr id="67" name="Rectangle 62">
                <a:extLst>
                  <a:ext uri="{FF2B5EF4-FFF2-40B4-BE49-F238E27FC236}">
                    <a16:creationId xmlns:a16="http://schemas.microsoft.com/office/drawing/2014/main" id="{D921C2AF-3BB8-4F43-AB9D-0522A9D35E2A}"/>
                  </a:ext>
                </a:extLst>
              </p:cNvPr>
              <p:cNvSpPr>
                <a:spLocks noChangeArrowheads="1"/>
              </p:cNvSpPr>
              <p:nvPr/>
            </p:nvSpPr>
            <p:spPr bwMode="auto">
              <a:xfrm>
                <a:off x="2789" y="756"/>
                <a:ext cx="584"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8" name="Line 63">
                <a:extLst>
                  <a:ext uri="{FF2B5EF4-FFF2-40B4-BE49-F238E27FC236}">
                    <a16:creationId xmlns:a16="http://schemas.microsoft.com/office/drawing/2014/main" id="{CEF82A56-3A22-4DCC-B9B9-6B1E9146292C}"/>
                  </a:ext>
                </a:extLst>
              </p:cNvPr>
              <p:cNvSpPr>
                <a:spLocks noChangeShapeType="1"/>
              </p:cNvSpPr>
              <p:nvPr/>
            </p:nvSpPr>
            <p:spPr bwMode="auto">
              <a:xfrm>
                <a:off x="2789" y="1082"/>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64">
                <a:extLst>
                  <a:ext uri="{FF2B5EF4-FFF2-40B4-BE49-F238E27FC236}">
                    <a16:creationId xmlns:a16="http://schemas.microsoft.com/office/drawing/2014/main" id="{249AC3CB-6A87-49B7-AE3A-4B992B076DD1}"/>
                  </a:ext>
                </a:extLst>
              </p:cNvPr>
              <p:cNvSpPr>
                <a:spLocks noChangeShapeType="1"/>
              </p:cNvSpPr>
              <p:nvPr/>
            </p:nvSpPr>
            <p:spPr bwMode="auto">
              <a:xfrm>
                <a:off x="2789" y="1408"/>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65">
                <a:extLst>
                  <a:ext uri="{FF2B5EF4-FFF2-40B4-BE49-F238E27FC236}">
                    <a16:creationId xmlns:a16="http://schemas.microsoft.com/office/drawing/2014/main" id="{39D6C9A4-1911-4113-BD33-A27857F1D960}"/>
                  </a:ext>
                </a:extLst>
              </p:cNvPr>
              <p:cNvSpPr>
                <a:spLocks noChangeShapeType="1"/>
              </p:cNvSpPr>
              <p:nvPr/>
            </p:nvSpPr>
            <p:spPr bwMode="auto">
              <a:xfrm>
                <a:off x="2789" y="1734"/>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66">
                <a:extLst>
                  <a:ext uri="{FF2B5EF4-FFF2-40B4-BE49-F238E27FC236}">
                    <a16:creationId xmlns:a16="http://schemas.microsoft.com/office/drawing/2014/main" id="{A4C690BB-8777-4BBF-B259-4AA4E21EC533}"/>
                  </a:ext>
                </a:extLst>
              </p:cNvPr>
              <p:cNvSpPr>
                <a:spLocks noChangeShapeType="1"/>
              </p:cNvSpPr>
              <p:nvPr/>
            </p:nvSpPr>
            <p:spPr bwMode="auto">
              <a:xfrm>
                <a:off x="2789" y="2060"/>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67">
                <a:extLst>
                  <a:ext uri="{FF2B5EF4-FFF2-40B4-BE49-F238E27FC236}">
                    <a16:creationId xmlns:a16="http://schemas.microsoft.com/office/drawing/2014/main" id="{27DC74DD-A76F-4622-A4CC-46C56FA95776}"/>
                  </a:ext>
                </a:extLst>
              </p:cNvPr>
              <p:cNvSpPr>
                <a:spLocks noChangeShapeType="1"/>
              </p:cNvSpPr>
              <p:nvPr/>
            </p:nvSpPr>
            <p:spPr bwMode="auto">
              <a:xfrm>
                <a:off x="2789" y="2386"/>
                <a:ext cx="19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68">
                <a:extLst>
                  <a:ext uri="{FF2B5EF4-FFF2-40B4-BE49-F238E27FC236}">
                    <a16:creationId xmlns:a16="http://schemas.microsoft.com/office/drawing/2014/main" id="{87C45CFD-5BDF-48D6-A3DF-0C3830753A88}"/>
                  </a:ext>
                </a:extLst>
              </p:cNvPr>
              <p:cNvSpPr>
                <a:spLocks noChangeShapeType="1"/>
              </p:cNvSpPr>
              <p:nvPr/>
            </p:nvSpPr>
            <p:spPr bwMode="auto">
              <a:xfrm>
                <a:off x="3373" y="756"/>
                <a:ext cx="0" cy="19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69">
                <a:extLst>
                  <a:ext uri="{FF2B5EF4-FFF2-40B4-BE49-F238E27FC236}">
                    <a16:creationId xmlns:a16="http://schemas.microsoft.com/office/drawing/2014/main" id="{6B07C767-BF11-4C07-829D-066109F7E5EE}"/>
                  </a:ext>
                </a:extLst>
              </p:cNvPr>
              <p:cNvSpPr>
                <a:spLocks noChangeShapeType="1"/>
              </p:cNvSpPr>
              <p:nvPr/>
            </p:nvSpPr>
            <p:spPr bwMode="auto">
              <a:xfrm>
                <a:off x="4041" y="756"/>
                <a:ext cx="0" cy="19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70">
                <a:extLst>
                  <a:ext uri="{FF2B5EF4-FFF2-40B4-BE49-F238E27FC236}">
                    <a16:creationId xmlns:a16="http://schemas.microsoft.com/office/drawing/2014/main" id="{B4D5EA24-52B3-4235-98FD-059F9FE173A5}"/>
                  </a:ext>
                </a:extLst>
              </p:cNvPr>
              <p:cNvSpPr>
                <a:spLocks noChangeShapeType="1"/>
              </p:cNvSpPr>
              <p:nvPr/>
            </p:nvSpPr>
            <p:spPr bwMode="auto">
              <a:xfrm>
                <a:off x="2789" y="756"/>
                <a:ext cx="1932"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71">
                <a:extLst>
                  <a:ext uri="{FF2B5EF4-FFF2-40B4-BE49-F238E27FC236}">
                    <a16:creationId xmlns:a16="http://schemas.microsoft.com/office/drawing/2014/main" id="{700E7DD6-9067-48E0-93CF-0CB95AC4EA03}"/>
                  </a:ext>
                </a:extLst>
              </p:cNvPr>
              <p:cNvSpPr>
                <a:spLocks noChangeShapeType="1"/>
              </p:cNvSpPr>
              <p:nvPr/>
            </p:nvSpPr>
            <p:spPr bwMode="auto">
              <a:xfrm>
                <a:off x="2789" y="756"/>
                <a:ext cx="0" cy="197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Line 72">
                <a:extLst>
                  <a:ext uri="{FF2B5EF4-FFF2-40B4-BE49-F238E27FC236}">
                    <a16:creationId xmlns:a16="http://schemas.microsoft.com/office/drawing/2014/main" id="{2C12E9A2-C83F-4259-9B4C-D5E5D9E68D2F}"/>
                  </a:ext>
                </a:extLst>
              </p:cNvPr>
              <p:cNvSpPr>
                <a:spLocks noChangeShapeType="1"/>
              </p:cNvSpPr>
              <p:nvPr/>
            </p:nvSpPr>
            <p:spPr bwMode="auto">
              <a:xfrm>
                <a:off x="4721" y="756"/>
                <a:ext cx="0" cy="1977"/>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Line 73">
                <a:extLst>
                  <a:ext uri="{FF2B5EF4-FFF2-40B4-BE49-F238E27FC236}">
                    <a16:creationId xmlns:a16="http://schemas.microsoft.com/office/drawing/2014/main" id="{8B10F939-DF47-45C4-98BA-43F81CADD18C}"/>
                  </a:ext>
                </a:extLst>
              </p:cNvPr>
              <p:cNvSpPr>
                <a:spLocks noChangeShapeType="1"/>
              </p:cNvSpPr>
              <p:nvPr/>
            </p:nvSpPr>
            <p:spPr bwMode="auto">
              <a:xfrm>
                <a:off x="2789" y="2733"/>
                <a:ext cx="1932"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79" name="Group 74">
                <a:extLst>
                  <a:ext uri="{FF2B5EF4-FFF2-40B4-BE49-F238E27FC236}">
                    <a16:creationId xmlns:a16="http://schemas.microsoft.com/office/drawing/2014/main" id="{8954B5FB-A985-4DBE-BF8C-7F920F438894}"/>
                  </a:ext>
                </a:extLst>
              </p:cNvPr>
              <p:cNvGrpSpPr>
                <a:grpSpLocks/>
              </p:cNvGrpSpPr>
              <p:nvPr/>
            </p:nvGrpSpPr>
            <p:grpSpPr bwMode="auto">
              <a:xfrm>
                <a:off x="4416" y="802"/>
                <a:ext cx="248" cy="248"/>
                <a:chOff x="4416" y="802"/>
                <a:chExt cx="248" cy="248"/>
              </a:xfrm>
            </p:grpSpPr>
            <p:sp>
              <p:nvSpPr>
                <p:cNvPr id="80" name="Freeform 75">
                  <a:extLst>
                    <a:ext uri="{FF2B5EF4-FFF2-40B4-BE49-F238E27FC236}">
                      <a16:creationId xmlns:a16="http://schemas.microsoft.com/office/drawing/2014/main" id="{8C4E7984-FF90-4132-82F2-FD54A5C63ED7}"/>
                    </a:ext>
                  </a:extLst>
                </p:cNvPr>
                <p:cNvSpPr>
                  <a:spLocks/>
                </p:cNvSpPr>
                <p:nvPr/>
              </p:nvSpPr>
              <p:spPr bwMode="auto">
                <a:xfrm>
                  <a:off x="4416" y="802"/>
                  <a:ext cx="248" cy="248"/>
                </a:xfrm>
                <a:custGeom>
                  <a:avLst/>
                  <a:gdLst>
                    <a:gd name="T0" fmla="*/ 0 w 248"/>
                    <a:gd name="T1" fmla="*/ 0 h 248"/>
                    <a:gd name="T2" fmla="*/ 147 w 248"/>
                    <a:gd name="T3" fmla="*/ 0 h 248"/>
                    <a:gd name="T4" fmla="*/ 147 w 248"/>
                    <a:gd name="T5" fmla="*/ 248 h 248"/>
                    <a:gd name="T6" fmla="*/ 248 w 248"/>
                    <a:gd name="T7" fmla="*/ 248 h 2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8" h="248">
                      <a:moveTo>
                        <a:pt x="0" y="0"/>
                      </a:moveTo>
                      <a:lnTo>
                        <a:pt x="147" y="0"/>
                      </a:lnTo>
                      <a:lnTo>
                        <a:pt x="147" y="248"/>
                      </a:lnTo>
                      <a:lnTo>
                        <a:pt x="248" y="24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76">
                  <a:extLst>
                    <a:ext uri="{FF2B5EF4-FFF2-40B4-BE49-F238E27FC236}">
                      <a16:creationId xmlns:a16="http://schemas.microsoft.com/office/drawing/2014/main" id="{2A79CFB8-04F0-47E9-AFCA-2A3EA7CCDDAE}"/>
                    </a:ext>
                  </a:extLst>
                </p:cNvPr>
                <p:cNvSpPr>
                  <a:spLocks noChangeShapeType="1"/>
                </p:cNvSpPr>
                <p:nvPr/>
              </p:nvSpPr>
              <p:spPr bwMode="auto">
                <a:xfrm>
                  <a:off x="4563" y="824"/>
                  <a:ext cx="0" cy="17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46" name="Text Box 77">
              <a:extLst>
                <a:ext uri="{FF2B5EF4-FFF2-40B4-BE49-F238E27FC236}">
                  <a16:creationId xmlns:a16="http://schemas.microsoft.com/office/drawing/2014/main" id="{FE75FEB9-880B-4BC5-BAE2-6DA176F20E81}"/>
                </a:ext>
              </a:extLst>
            </p:cNvPr>
            <p:cNvSpPr txBox="1">
              <a:spLocks noChangeArrowheads="1"/>
            </p:cNvSpPr>
            <p:nvPr/>
          </p:nvSpPr>
          <p:spPr bwMode="auto">
            <a:xfrm>
              <a:off x="2879" y="1559"/>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0   0</a:t>
              </a:r>
            </a:p>
          </p:txBody>
        </p:sp>
        <p:sp>
          <p:nvSpPr>
            <p:cNvPr id="47" name="Text Box 78">
              <a:extLst>
                <a:ext uri="{FF2B5EF4-FFF2-40B4-BE49-F238E27FC236}">
                  <a16:creationId xmlns:a16="http://schemas.microsoft.com/office/drawing/2014/main" id="{1DAD11A7-0B0F-49EC-AD5A-72EB14F7DB9D}"/>
                </a:ext>
              </a:extLst>
            </p:cNvPr>
            <p:cNvSpPr txBox="1">
              <a:spLocks noChangeArrowheads="1"/>
            </p:cNvSpPr>
            <p:nvPr/>
          </p:nvSpPr>
          <p:spPr bwMode="auto">
            <a:xfrm>
              <a:off x="2890" y="1898"/>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0   1</a:t>
              </a:r>
            </a:p>
          </p:txBody>
        </p:sp>
        <p:sp>
          <p:nvSpPr>
            <p:cNvPr id="48" name="Text Box 79">
              <a:extLst>
                <a:ext uri="{FF2B5EF4-FFF2-40B4-BE49-F238E27FC236}">
                  <a16:creationId xmlns:a16="http://schemas.microsoft.com/office/drawing/2014/main" id="{5001C0A6-7108-47A7-A68D-63AB6E29D136}"/>
                </a:ext>
              </a:extLst>
            </p:cNvPr>
            <p:cNvSpPr txBox="1">
              <a:spLocks noChangeArrowheads="1"/>
            </p:cNvSpPr>
            <p:nvPr/>
          </p:nvSpPr>
          <p:spPr bwMode="auto">
            <a:xfrm>
              <a:off x="2890" y="2214"/>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1   0</a:t>
              </a:r>
            </a:p>
          </p:txBody>
        </p:sp>
        <p:sp>
          <p:nvSpPr>
            <p:cNvPr id="49" name="Text Box 80">
              <a:extLst>
                <a:ext uri="{FF2B5EF4-FFF2-40B4-BE49-F238E27FC236}">
                  <a16:creationId xmlns:a16="http://schemas.microsoft.com/office/drawing/2014/main" id="{54428265-B21D-4062-B7E5-774D7DF0B29C}"/>
                </a:ext>
              </a:extLst>
            </p:cNvPr>
            <p:cNvSpPr txBox="1">
              <a:spLocks noChangeArrowheads="1"/>
            </p:cNvSpPr>
            <p:nvPr/>
          </p:nvSpPr>
          <p:spPr bwMode="auto">
            <a:xfrm>
              <a:off x="2890" y="2530"/>
              <a:ext cx="59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1   1</a:t>
              </a:r>
            </a:p>
          </p:txBody>
        </p:sp>
      </p:grpSp>
      <p:sp>
        <p:nvSpPr>
          <p:cNvPr id="84" name="Text Box 83">
            <a:extLst>
              <a:ext uri="{FF2B5EF4-FFF2-40B4-BE49-F238E27FC236}">
                <a16:creationId xmlns:a16="http://schemas.microsoft.com/office/drawing/2014/main" id="{1B9B1215-8388-468B-B65C-D8A256E07E7C}"/>
              </a:ext>
            </a:extLst>
          </p:cNvPr>
          <p:cNvSpPr txBox="1">
            <a:spLocks noChangeArrowheads="1"/>
          </p:cNvSpPr>
          <p:nvPr/>
        </p:nvSpPr>
        <p:spPr bwMode="auto">
          <a:xfrm>
            <a:off x="1238251" y="3673475"/>
            <a:ext cx="308004" cy="520700"/>
          </a:xfrm>
          <a:prstGeom prst="rect">
            <a:avLst/>
          </a:prstGeom>
          <a:solidFill>
            <a:schemeClr val="accent2">
              <a:lumMod val="60000"/>
              <a:lumOff val="4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87" name="Text Box 86">
            <a:extLst>
              <a:ext uri="{FF2B5EF4-FFF2-40B4-BE49-F238E27FC236}">
                <a16:creationId xmlns:a16="http://schemas.microsoft.com/office/drawing/2014/main" id="{87F08777-F431-4D10-9062-ABA164196EB2}"/>
              </a:ext>
            </a:extLst>
          </p:cNvPr>
          <p:cNvSpPr txBox="1">
            <a:spLocks noChangeArrowheads="1"/>
          </p:cNvSpPr>
          <p:nvPr/>
        </p:nvSpPr>
        <p:spPr bwMode="auto">
          <a:xfrm>
            <a:off x="2847982" y="3697287"/>
            <a:ext cx="373055" cy="520701"/>
          </a:xfrm>
          <a:prstGeom prst="rect">
            <a:avLst/>
          </a:prstGeom>
          <a:solidFill>
            <a:srgbClr val="F6F000"/>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88" name="Text Box 87">
            <a:extLst>
              <a:ext uri="{FF2B5EF4-FFF2-40B4-BE49-F238E27FC236}">
                <a16:creationId xmlns:a16="http://schemas.microsoft.com/office/drawing/2014/main" id="{98FA811D-7178-42F7-A7F4-E53ECDA9447D}"/>
              </a:ext>
            </a:extLst>
          </p:cNvPr>
          <p:cNvSpPr txBox="1">
            <a:spLocks noChangeArrowheads="1"/>
          </p:cNvSpPr>
          <p:nvPr/>
        </p:nvSpPr>
        <p:spPr bwMode="auto">
          <a:xfrm>
            <a:off x="6024563" y="1846263"/>
            <a:ext cx="681037"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07" name="Text Box 106">
            <a:extLst>
              <a:ext uri="{FF2B5EF4-FFF2-40B4-BE49-F238E27FC236}">
                <a16:creationId xmlns:a16="http://schemas.microsoft.com/office/drawing/2014/main" id="{AA33909B-98F8-44A7-84BB-D6CDF4CF126C}"/>
              </a:ext>
            </a:extLst>
          </p:cNvPr>
          <p:cNvSpPr txBox="1">
            <a:spLocks noChangeArrowheads="1"/>
          </p:cNvSpPr>
          <p:nvPr/>
        </p:nvSpPr>
        <p:spPr bwMode="auto">
          <a:xfrm>
            <a:off x="6094413" y="2384425"/>
            <a:ext cx="39370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0" name="Text Box 119">
            <a:extLst>
              <a:ext uri="{FF2B5EF4-FFF2-40B4-BE49-F238E27FC236}">
                <a16:creationId xmlns:a16="http://schemas.microsoft.com/office/drawing/2014/main" id="{DDD8FB4D-6540-4327-98B6-0B650093CD47}"/>
              </a:ext>
            </a:extLst>
          </p:cNvPr>
          <p:cNvSpPr txBox="1">
            <a:spLocks noChangeArrowheads="1"/>
          </p:cNvSpPr>
          <p:nvPr/>
        </p:nvSpPr>
        <p:spPr bwMode="auto">
          <a:xfrm>
            <a:off x="6113463" y="2868613"/>
            <a:ext cx="393700"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3" name="Text Box 122">
            <a:extLst>
              <a:ext uri="{FF2B5EF4-FFF2-40B4-BE49-F238E27FC236}">
                <a16:creationId xmlns:a16="http://schemas.microsoft.com/office/drawing/2014/main" id="{4D88BC3C-CE96-4BB5-8C08-B813746ECDF6}"/>
              </a:ext>
            </a:extLst>
          </p:cNvPr>
          <p:cNvSpPr txBox="1">
            <a:spLocks noChangeArrowheads="1"/>
          </p:cNvSpPr>
          <p:nvPr/>
        </p:nvSpPr>
        <p:spPr bwMode="auto">
          <a:xfrm>
            <a:off x="2855913" y="3708353"/>
            <a:ext cx="355600" cy="519113"/>
          </a:xfrm>
          <a:prstGeom prst="rect">
            <a:avLst/>
          </a:prstGeom>
          <a:solidFill>
            <a:schemeClr val="accent2">
              <a:lumMod val="40000"/>
              <a:lumOff val="6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29" name="Text Box 128">
            <a:extLst>
              <a:ext uri="{FF2B5EF4-FFF2-40B4-BE49-F238E27FC236}">
                <a16:creationId xmlns:a16="http://schemas.microsoft.com/office/drawing/2014/main" id="{D8055C9D-2AD0-499E-9C7A-4B4E9FFB1283}"/>
              </a:ext>
            </a:extLst>
          </p:cNvPr>
          <p:cNvSpPr txBox="1">
            <a:spLocks noChangeArrowheads="1"/>
          </p:cNvSpPr>
          <p:nvPr/>
        </p:nvSpPr>
        <p:spPr bwMode="auto">
          <a:xfrm>
            <a:off x="1161911" y="519496"/>
            <a:ext cx="314326" cy="519112"/>
          </a:xfrm>
          <a:prstGeom prst="rect">
            <a:avLst/>
          </a:prstGeom>
          <a:solidFill>
            <a:srgbClr val="FFFF00"/>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32" name="Text Box 131">
            <a:extLst>
              <a:ext uri="{FF2B5EF4-FFF2-40B4-BE49-F238E27FC236}">
                <a16:creationId xmlns:a16="http://schemas.microsoft.com/office/drawing/2014/main" id="{E78EB32D-3D8A-4876-93A0-079D99670856}"/>
              </a:ext>
            </a:extLst>
          </p:cNvPr>
          <p:cNvSpPr txBox="1">
            <a:spLocks noChangeArrowheads="1"/>
          </p:cNvSpPr>
          <p:nvPr/>
        </p:nvSpPr>
        <p:spPr bwMode="auto">
          <a:xfrm>
            <a:off x="1800234" y="2101056"/>
            <a:ext cx="338130" cy="519113"/>
          </a:xfrm>
          <a:prstGeom prst="rect">
            <a:avLst/>
          </a:prstGeom>
          <a:solidFill>
            <a:srgbClr val="FFFF00"/>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136" name="Group 135">
            <a:extLst>
              <a:ext uri="{FF2B5EF4-FFF2-40B4-BE49-F238E27FC236}">
                <a16:creationId xmlns:a16="http://schemas.microsoft.com/office/drawing/2014/main" id="{7ED6AFF1-423C-43DC-9584-BA617E3795FE}"/>
              </a:ext>
            </a:extLst>
          </p:cNvPr>
          <p:cNvGrpSpPr>
            <a:grpSpLocks/>
          </p:cNvGrpSpPr>
          <p:nvPr/>
        </p:nvGrpSpPr>
        <p:grpSpPr bwMode="auto">
          <a:xfrm>
            <a:off x="6040438" y="3406775"/>
            <a:ext cx="681037" cy="519113"/>
            <a:chOff x="2179" y="3783"/>
            <a:chExt cx="429" cy="327"/>
          </a:xfrm>
        </p:grpSpPr>
        <p:sp>
          <p:nvSpPr>
            <p:cNvPr id="137" name="Text Box 136">
              <a:extLst>
                <a:ext uri="{FF2B5EF4-FFF2-40B4-BE49-F238E27FC236}">
                  <a16:creationId xmlns:a16="http://schemas.microsoft.com/office/drawing/2014/main" id="{D66635AD-55E6-47D4-BD28-DE3F4285BF80}"/>
                </a:ext>
              </a:extLst>
            </p:cNvPr>
            <p:cNvSpPr txBox="1">
              <a:spLocks noChangeArrowheads="1"/>
            </p:cNvSpPr>
            <p:nvPr/>
          </p:nvSpPr>
          <p:spPr bwMode="auto">
            <a:xfrm>
              <a:off x="2179" y="3783"/>
              <a:ext cx="42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38" name="Line 137">
              <a:extLst>
                <a:ext uri="{FF2B5EF4-FFF2-40B4-BE49-F238E27FC236}">
                  <a16:creationId xmlns:a16="http://schemas.microsoft.com/office/drawing/2014/main" id="{9BEA2CCC-F468-4694-ADA5-83B35A753F78}"/>
                </a:ext>
              </a:extLst>
            </p:cNvPr>
            <p:cNvSpPr>
              <a:spLocks noChangeShapeType="1"/>
            </p:cNvSpPr>
            <p:nvPr/>
          </p:nvSpPr>
          <p:spPr bwMode="auto">
            <a:xfrm>
              <a:off x="2236" y="3829"/>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39" name="Group 138">
            <a:extLst>
              <a:ext uri="{FF2B5EF4-FFF2-40B4-BE49-F238E27FC236}">
                <a16:creationId xmlns:a16="http://schemas.microsoft.com/office/drawing/2014/main" id="{4E5D31B2-C810-403F-8FB3-B242C69014E4}"/>
              </a:ext>
            </a:extLst>
          </p:cNvPr>
          <p:cNvGrpSpPr>
            <a:grpSpLocks/>
          </p:cNvGrpSpPr>
          <p:nvPr/>
        </p:nvGrpSpPr>
        <p:grpSpPr bwMode="auto">
          <a:xfrm>
            <a:off x="7045325" y="1846263"/>
            <a:ext cx="696913" cy="2079625"/>
            <a:chOff x="4416" y="1163"/>
            <a:chExt cx="439" cy="1310"/>
          </a:xfrm>
        </p:grpSpPr>
        <p:sp>
          <p:nvSpPr>
            <p:cNvPr id="140" name="Text Box 139">
              <a:extLst>
                <a:ext uri="{FF2B5EF4-FFF2-40B4-BE49-F238E27FC236}">
                  <a16:creationId xmlns:a16="http://schemas.microsoft.com/office/drawing/2014/main" id="{FA141D22-D1E3-4FAD-8EDA-E4EFD7418C72}"/>
                </a:ext>
              </a:extLst>
            </p:cNvPr>
            <p:cNvSpPr txBox="1">
              <a:spLocks noChangeArrowheads="1"/>
            </p:cNvSpPr>
            <p:nvPr/>
          </p:nvSpPr>
          <p:spPr bwMode="auto">
            <a:xfrm>
              <a:off x="4416" y="1163"/>
              <a:ext cx="42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41" name="Text Box 140">
              <a:extLst>
                <a:ext uri="{FF2B5EF4-FFF2-40B4-BE49-F238E27FC236}">
                  <a16:creationId xmlns:a16="http://schemas.microsoft.com/office/drawing/2014/main" id="{267A4526-7560-44E4-AA6F-0E3D418AC5CA}"/>
                </a:ext>
              </a:extLst>
            </p:cNvPr>
            <p:cNvSpPr txBox="1">
              <a:spLocks noChangeArrowheads="1"/>
            </p:cNvSpPr>
            <p:nvPr/>
          </p:nvSpPr>
          <p:spPr bwMode="auto">
            <a:xfrm>
              <a:off x="4460" y="1502"/>
              <a:ext cx="24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2" name="Text Box 141">
              <a:extLst>
                <a:ext uri="{FF2B5EF4-FFF2-40B4-BE49-F238E27FC236}">
                  <a16:creationId xmlns:a16="http://schemas.microsoft.com/office/drawing/2014/main" id="{CD9A1B40-6757-4EE8-B9EA-EA330FF932E1}"/>
                </a:ext>
              </a:extLst>
            </p:cNvPr>
            <p:cNvSpPr txBox="1">
              <a:spLocks noChangeArrowheads="1"/>
            </p:cNvSpPr>
            <p:nvPr/>
          </p:nvSpPr>
          <p:spPr bwMode="auto">
            <a:xfrm>
              <a:off x="4472" y="1807"/>
              <a:ext cx="24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143" name="Group 142">
              <a:extLst>
                <a:ext uri="{FF2B5EF4-FFF2-40B4-BE49-F238E27FC236}">
                  <a16:creationId xmlns:a16="http://schemas.microsoft.com/office/drawing/2014/main" id="{51E9C720-E941-4A31-8E61-5FF5E94B4C2D}"/>
                </a:ext>
              </a:extLst>
            </p:cNvPr>
            <p:cNvGrpSpPr>
              <a:grpSpLocks/>
            </p:cNvGrpSpPr>
            <p:nvPr/>
          </p:nvGrpSpPr>
          <p:grpSpPr bwMode="auto">
            <a:xfrm>
              <a:off x="4426" y="2146"/>
              <a:ext cx="429" cy="327"/>
              <a:chOff x="2179" y="3783"/>
              <a:chExt cx="429" cy="327"/>
            </a:xfrm>
          </p:grpSpPr>
          <p:sp>
            <p:nvSpPr>
              <p:cNvPr id="144" name="Text Box 143">
                <a:extLst>
                  <a:ext uri="{FF2B5EF4-FFF2-40B4-BE49-F238E27FC236}">
                    <a16:creationId xmlns:a16="http://schemas.microsoft.com/office/drawing/2014/main" id="{1996F441-8A73-4B63-85A6-4EC1BA0FC274}"/>
                  </a:ext>
                </a:extLst>
              </p:cNvPr>
              <p:cNvSpPr txBox="1">
                <a:spLocks noChangeArrowheads="1"/>
              </p:cNvSpPr>
              <p:nvPr/>
            </p:nvSpPr>
            <p:spPr bwMode="auto">
              <a:xfrm>
                <a:off x="2179" y="3783"/>
                <a:ext cx="42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45" name="Line 144">
                <a:extLst>
                  <a:ext uri="{FF2B5EF4-FFF2-40B4-BE49-F238E27FC236}">
                    <a16:creationId xmlns:a16="http://schemas.microsoft.com/office/drawing/2014/main" id="{C3D3EFF8-6E13-4860-8A39-ECB7E7236DDE}"/>
                  </a:ext>
                </a:extLst>
              </p:cNvPr>
              <p:cNvSpPr>
                <a:spLocks noChangeShapeType="1"/>
              </p:cNvSpPr>
              <p:nvPr/>
            </p:nvSpPr>
            <p:spPr bwMode="auto">
              <a:xfrm>
                <a:off x="2236" y="3829"/>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146" name="Group 145">
            <a:extLst>
              <a:ext uri="{FF2B5EF4-FFF2-40B4-BE49-F238E27FC236}">
                <a16:creationId xmlns:a16="http://schemas.microsoft.com/office/drawing/2014/main" id="{352181AE-D101-4D98-B200-5AFB6DA65185}"/>
              </a:ext>
            </a:extLst>
          </p:cNvPr>
          <p:cNvGrpSpPr>
            <a:grpSpLocks/>
          </p:cNvGrpSpPr>
          <p:nvPr/>
        </p:nvGrpSpPr>
        <p:grpSpPr bwMode="auto">
          <a:xfrm>
            <a:off x="127794" y="3925888"/>
            <a:ext cx="3252788" cy="1917700"/>
            <a:chOff x="237" y="2821"/>
            <a:chExt cx="2049" cy="1208"/>
          </a:xfrm>
        </p:grpSpPr>
        <p:sp>
          <p:nvSpPr>
            <p:cNvPr id="147" name="Text Box 146">
              <a:extLst>
                <a:ext uri="{FF2B5EF4-FFF2-40B4-BE49-F238E27FC236}">
                  <a16:creationId xmlns:a16="http://schemas.microsoft.com/office/drawing/2014/main" id="{A3C2A0BD-6E2A-487D-B06A-BCBC9117015D}"/>
                </a:ext>
              </a:extLst>
            </p:cNvPr>
            <p:cNvSpPr txBox="1">
              <a:spLocks noChangeArrowheads="1"/>
            </p:cNvSpPr>
            <p:nvPr/>
          </p:nvSpPr>
          <p:spPr bwMode="auto">
            <a:xfrm>
              <a:off x="654" y="3081"/>
              <a:ext cx="163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00   01   11  10</a:t>
              </a:r>
            </a:p>
          </p:txBody>
        </p:sp>
        <p:sp>
          <p:nvSpPr>
            <p:cNvPr id="148" name="Text Box 147">
              <a:extLst>
                <a:ext uri="{FF2B5EF4-FFF2-40B4-BE49-F238E27FC236}">
                  <a16:creationId xmlns:a16="http://schemas.microsoft.com/office/drawing/2014/main" id="{65CDD3B5-7466-412C-99F8-F35B912E09DA}"/>
                </a:ext>
              </a:extLst>
            </p:cNvPr>
            <p:cNvSpPr txBox="1">
              <a:spLocks noChangeArrowheads="1"/>
            </p:cNvSpPr>
            <p:nvPr/>
          </p:nvSpPr>
          <p:spPr bwMode="auto">
            <a:xfrm>
              <a:off x="237" y="3125"/>
              <a:ext cx="432"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149" name="Text Box 148">
              <a:extLst>
                <a:ext uri="{FF2B5EF4-FFF2-40B4-BE49-F238E27FC236}">
                  <a16:creationId xmlns:a16="http://schemas.microsoft.com/office/drawing/2014/main" id="{90A60A00-F431-4410-9BA7-3C2BD9A48486}"/>
                </a:ext>
              </a:extLst>
            </p:cNvPr>
            <p:cNvSpPr txBox="1">
              <a:spLocks noChangeArrowheads="1"/>
            </p:cNvSpPr>
            <p:nvPr/>
          </p:nvSpPr>
          <p:spPr bwMode="auto">
            <a:xfrm>
              <a:off x="421" y="2821"/>
              <a:ext cx="26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 </a:t>
              </a:r>
            </a:p>
          </p:txBody>
        </p:sp>
        <p:sp>
          <p:nvSpPr>
            <p:cNvPr id="150" name="Text Box 149">
              <a:extLst>
                <a:ext uri="{FF2B5EF4-FFF2-40B4-BE49-F238E27FC236}">
                  <a16:creationId xmlns:a16="http://schemas.microsoft.com/office/drawing/2014/main" id="{D7D301CE-CF63-4F9A-BC69-488C9728CE4B}"/>
                </a:ext>
              </a:extLst>
            </p:cNvPr>
            <p:cNvSpPr txBox="1">
              <a:spLocks noChangeArrowheads="1"/>
            </p:cNvSpPr>
            <p:nvPr/>
          </p:nvSpPr>
          <p:spPr bwMode="auto">
            <a:xfrm>
              <a:off x="452" y="3378"/>
              <a:ext cx="228" cy="596"/>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151" name="Group 150">
              <a:extLst>
                <a:ext uri="{FF2B5EF4-FFF2-40B4-BE49-F238E27FC236}">
                  <a16:creationId xmlns:a16="http://schemas.microsoft.com/office/drawing/2014/main" id="{DB35B18D-6A28-4EE4-A133-BCC34DA9C770}"/>
                </a:ext>
              </a:extLst>
            </p:cNvPr>
            <p:cNvGrpSpPr>
              <a:grpSpLocks/>
            </p:cNvGrpSpPr>
            <p:nvPr/>
          </p:nvGrpSpPr>
          <p:grpSpPr bwMode="auto">
            <a:xfrm>
              <a:off x="491" y="3117"/>
              <a:ext cx="1671" cy="912"/>
              <a:chOff x="706" y="3309"/>
              <a:chExt cx="1344" cy="720"/>
            </a:xfrm>
          </p:grpSpPr>
          <p:sp>
            <p:nvSpPr>
              <p:cNvPr id="153" name="Rectangle 151">
                <a:extLst>
                  <a:ext uri="{FF2B5EF4-FFF2-40B4-BE49-F238E27FC236}">
                    <a16:creationId xmlns:a16="http://schemas.microsoft.com/office/drawing/2014/main" id="{F80BA22B-F03E-4580-8DD1-CAE3DE10AF97}"/>
                  </a:ext>
                </a:extLst>
              </p:cNvPr>
              <p:cNvSpPr>
                <a:spLocks noChangeArrowheads="1"/>
              </p:cNvSpPr>
              <p:nvPr/>
            </p:nvSpPr>
            <p:spPr bwMode="auto">
              <a:xfrm>
                <a:off x="850" y="3501"/>
                <a:ext cx="1200" cy="52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4" name="Line 152">
                <a:extLst>
                  <a:ext uri="{FF2B5EF4-FFF2-40B4-BE49-F238E27FC236}">
                    <a16:creationId xmlns:a16="http://schemas.microsoft.com/office/drawing/2014/main" id="{BB791D91-E9BF-429F-8466-B8CE8521D556}"/>
                  </a:ext>
                </a:extLst>
              </p:cNvPr>
              <p:cNvSpPr>
                <a:spLocks noChangeShapeType="1"/>
              </p:cNvSpPr>
              <p:nvPr/>
            </p:nvSpPr>
            <p:spPr bwMode="auto">
              <a:xfrm>
                <a:off x="850" y="3789"/>
                <a:ext cx="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5" name="Line 153">
                <a:extLst>
                  <a:ext uri="{FF2B5EF4-FFF2-40B4-BE49-F238E27FC236}">
                    <a16:creationId xmlns:a16="http://schemas.microsoft.com/office/drawing/2014/main" id="{DCD8AAE3-B70A-427C-A842-D00B48DB286D}"/>
                  </a:ext>
                </a:extLst>
              </p:cNvPr>
              <p:cNvSpPr>
                <a:spLocks noChangeShapeType="1"/>
              </p:cNvSpPr>
              <p:nvPr/>
            </p:nvSpPr>
            <p:spPr bwMode="auto">
              <a:xfrm>
                <a:off x="1441" y="350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6" name="Line 154">
                <a:extLst>
                  <a:ext uri="{FF2B5EF4-FFF2-40B4-BE49-F238E27FC236}">
                    <a16:creationId xmlns:a16="http://schemas.microsoft.com/office/drawing/2014/main" id="{7DE8C418-EFFC-4B85-9763-C42127A6E256}"/>
                  </a:ext>
                </a:extLst>
              </p:cNvPr>
              <p:cNvSpPr>
                <a:spLocks noChangeShapeType="1"/>
              </p:cNvSpPr>
              <p:nvPr/>
            </p:nvSpPr>
            <p:spPr bwMode="auto">
              <a:xfrm>
                <a:off x="1138" y="350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7" name="Line 155">
                <a:extLst>
                  <a:ext uri="{FF2B5EF4-FFF2-40B4-BE49-F238E27FC236}">
                    <a16:creationId xmlns:a16="http://schemas.microsoft.com/office/drawing/2014/main" id="{2C19C37B-82F8-4CA0-85BF-D846DEE826B8}"/>
                  </a:ext>
                </a:extLst>
              </p:cNvPr>
              <p:cNvSpPr>
                <a:spLocks noChangeShapeType="1"/>
              </p:cNvSpPr>
              <p:nvPr/>
            </p:nvSpPr>
            <p:spPr bwMode="auto">
              <a:xfrm>
                <a:off x="1762" y="3501"/>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8" name="Line 156">
                <a:extLst>
                  <a:ext uri="{FF2B5EF4-FFF2-40B4-BE49-F238E27FC236}">
                    <a16:creationId xmlns:a16="http://schemas.microsoft.com/office/drawing/2014/main" id="{839794ED-B4E6-4A36-890D-29B9C553FA9B}"/>
                  </a:ext>
                </a:extLst>
              </p:cNvPr>
              <p:cNvSpPr>
                <a:spLocks noChangeShapeType="1"/>
              </p:cNvSpPr>
              <p:nvPr/>
            </p:nvSpPr>
            <p:spPr bwMode="auto">
              <a:xfrm flipH="1" flipV="1">
                <a:off x="706" y="3309"/>
                <a:ext cx="144"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9" name="Arc 157">
                <a:extLst>
                  <a:ext uri="{FF2B5EF4-FFF2-40B4-BE49-F238E27FC236}">
                    <a16:creationId xmlns:a16="http://schemas.microsoft.com/office/drawing/2014/main" id="{F3C82204-FE92-41F1-A032-604996E19E91}"/>
                  </a:ext>
                </a:extLst>
              </p:cNvPr>
              <p:cNvSpPr>
                <a:spLocks/>
              </p:cNvSpPr>
              <p:nvPr/>
            </p:nvSpPr>
            <p:spPr bwMode="auto">
              <a:xfrm flipH="1" flipV="1">
                <a:off x="1762" y="3885"/>
                <a:ext cx="288"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52" name="Text Box 158">
              <a:extLst>
                <a:ext uri="{FF2B5EF4-FFF2-40B4-BE49-F238E27FC236}">
                  <a16:creationId xmlns:a16="http://schemas.microsoft.com/office/drawing/2014/main" id="{0C3E40FE-3EF9-497E-9213-F480270B459E}"/>
                </a:ext>
              </a:extLst>
            </p:cNvPr>
            <p:cNvSpPr txBox="1">
              <a:spLocks noChangeArrowheads="1"/>
            </p:cNvSpPr>
            <p:nvPr/>
          </p:nvSpPr>
          <p:spPr bwMode="auto">
            <a:xfrm>
              <a:off x="511" y="2956"/>
              <a:ext cx="32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 </a:t>
              </a:r>
            </a:p>
          </p:txBody>
        </p:sp>
      </p:grpSp>
      <p:sp>
        <p:nvSpPr>
          <p:cNvPr id="160" name="Text Box 159">
            <a:extLst>
              <a:ext uri="{FF2B5EF4-FFF2-40B4-BE49-F238E27FC236}">
                <a16:creationId xmlns:a16="http://schemas.microsoft.com/office/drawing/2014/main" id="{4432DEFB-C33C-4762-9984-24E5B712A06A}"/>
              </a:ext>
            </a:extLst>
          </p:cNvPr>
          <p:cNvSpPr txBox="1">
            <a:spLocks noChangeArrowheads="1"/>
          </p:cNvSpPr>
          <p:nvPr/>
        </p:nvSpPr>
        <p:spPr bwMode="auto">
          <a:xfrm>
            <a:off x="922338" y="4791075"/>
            <a:ext cx="466725"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61" name="Text Box 160">
            <a:extLst>
              <a:ext uri="{FF2B5EF4-FFF2-40B4-BE49-F238E27FC236}">
                <a16:creationId xmlns:a16="http://schemas.microsoft.com/office/drawing/2014/main" id="{D957BC4A-FD11-4A6E-988A-D5C3D7B85C37}"/>
              </a:ext>
            </a:extLst>
          </p:cNvPr>
          <p:cNvSpPr txBox="1">
            <a:spLocks noChangeArrowheads="1"/>
          </p:cNvSpPr>
          <p:nvPr/>
        </p:nvSpPr>
        <p:spPr bwMode="auto">
          <a:xfrm>
            <a:off x="922338" y="5346700"/>
            <a:ext cx="466725"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62" name="Text Box 161">
            <a:extLst>
              <a:ext uri="{FF2B5EF4-FFF2-40B4-BE49-F238E27FC236}">
                <a16:creationId xmlns:a16="http://schemas.microsoft.com/office/drawing/2014/main" id="{3EF4DAD0-5F9C-4DD5-982D-C0FC4EFA6E46}"/>
              </a:ext>
            </a:extLst>
          </p:cNvPr>
          <p:cNvSpPr txBox="1">
            <a:spLocks noChangeArrowheads="1"/>
          </p:cNvSpPr>
          <p:nvPr/>
        </p:nvSpPr>
        <p:spPr bwMode="auto">
          <a:xfrm>
            <a:off x="1531938" y="4791075"/>
            <a:ext cx="466725"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63" name="Text Box 162">
            <a:extLst>
              <a:ext uri="{FF2B5EF4-FFF2-40B4-BE49-F238E27FC236}">
                <a16:creationId xmlns:a16="http://schemas.microsoft.com/office/drawing/2014/main" id="{8DADF782-B3CE-47AB-BDCB-EF8858B6265A}"/>
              </a:ext>
            </a:extLst>
          </p:cNvPr>
          <p:cNvSpPr txBox="1">
            <a:spLocks noChangeArrowheads="1"/>
          </p:cNvSpPr>
          <p:nvPr/>
        </p:nvSpPr>
        <p:spPr bwMode="auto">
          <a:xfrm>
            <a:off x="1514475" y="5348288"/>
            <a:ext cx="46672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64" name="Text Box 163">
            <a:extLst>
              <a:ext uri="{FF2B5EF4-FFF2-40B4-BE49-F238E27FC236}">
                <a16:creationId xmlns:a16="http://schemas.microsoft.com/office/drawing/2014/main" id="{89E873E7-F7EC-43C9-B91B-78906F7D8070}"/>
              </a:ext>
            </a:extLst>
          </p:cNvPr>
          <p:cNvSpPr txBox="1">
            <a:spLocks noChangeArrowheads="1"/>
          </p:cNvSpPr>
          <p:nvPr/>
        </p:nvSpPr>
        <p:spPr bwMode="auto">
          <a:xfrm>
            <a:off x="2124075" y="4791075"/>
            <a:ext cx="466725"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65" name="Text Box 164">
            <a:extLst>
              <a:ext uri="{FF2B5EF4-FFF2-40B4-BE49-F238E27FC236}">
                <a16:creationId xmlns:a16="http://schemas.microsoft.com/office/drawing/2014/main" id="{8E987156-D822-4345-A50D-DBF275673CD5}"/>
              </a:ext>
            </a:extLst>
          </p:cNvPr>
          <p:cNvSpPr txBox="1">
            <a:spLocks noChangeArrowheads="1"/>
          </p:cNvSpPr>
          <p:nvPr/>
        </p:nvSpPr>
        <p:spPr bwMode="auto">
          <a:xfrm>
            <a:off x="2143125" y="5329238"/>
            <a:ext cx="46672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0</a:t>
            </a:r>
          </a:p>
        </p:txBody>
      </p:sp>
      <p:sp>
        <p:nvSpPr>
          <p:cNvPr id="166" name="Text Box 165">
            <a:extLst>
              <a:ext uri="{FF2B5EF4-FFF2-40B4-BE49-F238E27FC236}">
                <a16:creationId xmlns:a16="http://schemas.microsoft.com/office/drawing/2014/main" id="{854702DB-9C91-4C86-B734-D1CC37614466}"/>
              </a:ext>
            </a:extLst>
          </p:cNvPr>
          <p:cNvSpPr txBox="1">
            <a:spLocks noChangeArrowheads="1"/>
          </p:cNvSpPr>
          <p:nvPr/>
        </p:nvSpPr>
        <p:spPr bwMode="auto">
          <a:xfrm>
            <a:off x="2714625" y="4773613"/>
            <a:ext cx="46672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67" name="Text Box 166">
            <a:extLst>
              <a:ext uri="{FF2B5EF4-FFF2-40B4-BE49-F238E27FC236}">
                <a16:creationId xmlns:a16="http://schemas.microsoft.com/office/drawing/2014/main" id="{A3428610-C9F9-44FC-9EBB-8EFF3AD0620E}"/>
              </a:ext>
            </a:extLst>
          </p:cNvPr>
          <p:cNvSpPr txBox="1">
            <a:spLocks noChangeArrowheads="1"/>
          </p:cNvSpPr>
          <p:nvPr/>
        </p:nvSpPr>
        <p:spPr bwMode="auto">
          <a:xfrm>
            <a:off x="2712403" y="5310188"/>
            <a:ext cx="46672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1</a:t>
            </a:r>
          </a:p>
        </p:txBody>
      </p:sp>
      <p:sp>
        <p:nvSpPr>
          <p:cNvPr id="168" name="Rectangle 167">
            <a:extLst>
              <a:ext uri="{FF2B5EF4-FFF2-40B4-BE49-F238E27FC236}">
                <a16:creationId xmlns:a16="http://schemas.microsoft.com/office/drawing/2014/main" id="{F9780D7C-2CE2-48F3-A03B-A664F4023A40}"/>
              </a:ext>
            </a:extLst>
          </p:cNvPr>
          <p:cNvSpPr>
            <a:spLocks noChangeArrowheads="1"/>
          </p:cNvSpPr>
          <p:nvPr/>
        </p:nvSpPr>
        <p:spPr bwMode="auto">
          <a:xfrm>
            <a:off x="2160588" y="4846638"/>
            <a:ext cx="895350" cy="376237"/>
          </a:xfrm>
          <a:prstGeom prst="rect">
            <a:avLst/>
          </a:prstGeom>
          <a:noFill/>
          <a:ln w="38100">
            <a:no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9" name="Arc 168">
            <a:extLst>
              <a:ext uri="{FF2B5EF4-FFF2-40B4-BE49-F238E27FC236}">
                <a16:creationId xmlns:a16="http://schemas.microsoft.com/office/drawing/2014/main" id="{B2CA573D-F689-407C-A86D-47D2AD71881F}"/>
              </a:ext>
            </a:extLst>
          </p:cNvPr>
          <p:cNvSpPr>
            <a:spLocks/>
          </p:cNvSpPr>
          <p:nvPr/>
        </p:nvSpPr>
        <p:spPr bwMode="auto">
          <a:xfrm>
            <a:off x="842963" y="5421313"/>
            <a:ext cx="457200" cy="376237"/>
          </a:xfrm>
          <a:custGeom>
            <a:avLst/>
            <a:gdLst>
              <a:gd name="T0" fmla="*/ 2147483647 w 26303"/>
              <a:gd name="T1" fmla="*/ 0 h 43200"/>
              <a:gd name="T2" fmla="*/ 0 w 26303"/>
              <a:gd name="T3" fmla="*/ 2138621492 h 43200"/>
              <a:gd name="T4" fmla="*/ 2147483647 w 26303"/>
              <a:gd name="T5" fmla="*/ 1082290043 h 43200"/>
              <a:gd name="T6" fmla="*/ 0 60000 65536"/>
              <a:gd name="T7" fmla="*/ 0 60000 65536"/>
              <a:gd name="T8" fmla="*/ 0 60000 65536"/>
            </a:gdLst>
            <a:ahLst/>
            <a:cxnLst>
              <a:cxn ang="T6">
                <a:pos x="T0" y="T1"/>
              </a:cxn>
              <a:cxn ang="T7">
                <a:pos x="T2" y="T3"/>
              </a:cxn>
              <a:cxn ang="T8">
                <a:pos x="T4" y="T5"/>
              </a:cxn>
            </a:cxnLst>
            <a:rect l="0" t="0" r="r" b="b"/>
            <a:pathLst>
              <a:path w="26303" h="43200" fill="none" extrusionOk="0">
                <a:moveTo>
                  <a:pt x="4702" y="0"/>
                </a:moveTo>
                <a:cubicBezTo>
                  <a:pt x="16632" y="0"/>
                  <a:pt x="26303" y="9670"/>
                  <a:pt x="26303" y="21600"/>
                </a:cubicBezTo>
                <a:cubicBezTo>
                  <a:pt x="26303" y="33529"/>
                  <a:pt x="16632" y="43200"/>
                  <a:pt x="4703" y="43200"/>
                </a:cubicBezTo>
                <a:cubicBezTo>
                  <a:pt x="3121" y="43200"/>
                  <a:pt x="1543" y="43026"/>
                  <a:pt x="0" y="42681"/>
                </a:cubicBezTo>
              </a:path>
              <a:path w="26303" h="43200" stroke="0" extrusionOk="0">
                <a:moveTo>
                  <a:pt x="4702" y="0"/>
                </a:moveTo>
                <a:cubicBezTo>
                  <a:pt x="16632" y="0"/>
                  <a:pt x="26303" y="9670"/>
                  <a:pt x="26303" y="21600"/>
                </a:cubicBezTo>
                <a:cubicBezTo>
                  <a:pt x="26303" y="33529"/>
                  <a:pt x="16632" y="43200"/>
                  <a:pt x="4703" y="43200"/>
                </a:cubicBezTo>
                <a:cubicBezTo>
                  <a:pt x="3121" y="43200"/>
                  <a:pt x="1543" y="43026"/>
                  <a:pt x="0" y="42681"/>
                </a:cubicBezTo>
                <a:lnTo>
                  <a:pt x="4703" y="21600"/>
                </a:lnTo>
                <a:lnTo>
                  <a:pt x="4702" y="0"/>
                </a:lnTo>
                <a:close/>
              </a:path>
            </a:pathLst>
          </a:custGeom>
          <a:noFill/>
          <a:ln w="38100">
            <a:no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0" name="Arc 169">
            <a:extLst>
              <a:ext uri="{FF2B5EF4-FFF2-40B4-BE49-F238E27FC236}">
                <a16:creationId xmlns:a16="http://schemas.microsoft.com/office/drawing/2014/main" id="{C359BE46-F61B-4A17-8101-8B9AC5E4F32D}"/>
              </a:ext>
            </a:extLst>
          </p:cNvPr>
          <p:cNvSpPr>
            <a:spLocks/>
          </p:cNvSpPr>
          <p:nvPr/>
        </p:nvSpPr>
        <p:spPr bwMode="auto">
          <a:xfrm flipH="1">
            <a:off x="2755584" y="5388609"/>
            <a:ext cx="399096" cy="387351"/>
          </a:xfrm>
          <a:custGeom>
            <a:avLst/>
            <a:gdLst>
              <a:gd name="T0" fmla="*/ 2147483647 w 26303"/>
              <a:gd name="T1" fmla="*/ 0 h 43200"/>
              <a:gd name="T2" fmla="*/ 0 w 26303"/>
              <a:gd name="T3" fmla="*/ 2138650456 h 43200"/>
              <a:gd name="T4" fmla="*/ 2147483647 w 26303"/>
              <a:gd name="T5" fmla="*/ 1082301333 h 43200"/>
              <a:gd name="T6" fmla="*/ 0 60000 65536"/>
              <a:gd name="T7" fmla="*/ 0 60000 65536"/>
              <a:gd name="T8" fmla="*/ 0 60000 65536"/>
            </a:gdLst>
            <a:ahLst/>
            <a:cxnLst>
              <a:cxn ang="T6">
                <a:pos x="T0" y="T1"/>
              </a:cxn>
              <a:cxn ang="T7">
                <a:pos x="T2" y="T3"/>
              </a:cxn>
              <a:cxn ang="T8">
                <a:pos x="T4" y="T5"/>
              </a:cxn>
            </a:cxnLst>
            <a:rect l="0" t="0" r="r" b="b"/>
            <a:pathLst>
              <a:path w="26303" h="43200" fill="none" extrusionOk="0">
                <a:moveTo>
                  <a:pt x="4702" y="0"/>
                </a:moveTo>
                <a:cubicBezTo>
                  <a:pt x="16632" y="0"/>
                  <a:pt x="26303" y="9670"/>
                  <a:pt x="26303" y="21600"/>
                </a:cubicBezTo>
                <a:cubicBezTo>
                  <a:pt x="26303" y="33529"/>
                  <a:pt x="16632" y="43200"/>
                  <a:pt x="4703" y="43200"/>
                </a:cubicBezTo>
                <a:cubicBezTo>
                  <a:pt x="3121" y="43200"/>
                  <a:pt x="1543" y="43026"/>
                  <a:pt x="0" y="42681"/>
                </a:cubicBezTo>
              </a:path>
              <a:path w="26303" h="43200" stroke="0" extrusionOk="0">
                <a:moveTo>
                  <a:pt x="4702" y="0"/>
                </a:moveTo>
                <a:cubicBezTo>
                  <a:pt x="16632" y="0"/>
                  <a:pt x="26303" y="9670"/>
                  <a:pt x="26303" y="21600"/>
                </a:cubicBezTo>
                <a:cubicBezTo>
                  <a:pt x="26303" y="33529"/>
                  <a:pt x="16632" y="43200"/>
                  <a:pt x="4703" y="43200"/>
                </a:cubicBezTo>
                <a:cubicBezTo>
                  <a:pt x="3121" y="43200"/>
                  <a:pt x="1543" y="43026"/>
                  <a:pt x="0" y="42681"/>
                </a:cubicBezTo>
                <a:lnTo>
                  <a:pt x="4703" y="21600"/>
                </a:lnTo>
                <a:lnTo>
                  <a:pt x="4702" y="0"/>
                </a:lnTo>
                <a:close/>
              </a:path>
            </a:pathLst>
          </a:cu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noFill/>
              <a:effectLst/>
              <a:uLnTx/>
              <a:uFillTx/>
              <a:latin typeface="Times New Roman" panose="02020603050405020304" pitchFamily="18" charset="0"/>
              <a:ea typeface="宋体" panose="02010600030101010101" pitchFamily="2" charset="-122"/>
              <a:cs typeface="+mn-cs"/>
            </a:endParaRPr>
          </a:p>
        </p:txBody>
      </p:sp>
      <p:grpSp>
        <p:nvGrpSpPr>
          <p:cNvPr id="171" name="Group 170">
            <a:extLst>
              <a:ext uri="{FF2B5EF4-FFF2-40B4-BE49-F238E27FC236}">
                <a16:creationId xmlns:a16="http://schemas.microsoft.com/office/drawing/2014/main" id="{11610545-D653-4C75-81CE-559C2F3B110B}"/>
              </a:ext>
            </a:extLst>
          </p:cNvPr>
          <p:cNvGrpSpPr>
            <a:grpSpLocks/>
          </p:cNvGrpSpPr>
          <p:nvPr/>
        </p:nvGrpSpPr>
        <p:grpSpPr bwMode="auto">
          <a:xfrm>
            <a:off x="636588" y="5980113"/>
            <a:ext cx="2779712" cy="682625"/>
            <a:chOff x="2970" y="3241"/>
            <a:chExt cx="1751" cy="430"/>
          </a:xfrm>
        </p:grpSpPr>
        <p:sp>
          <p:nvSpPr>
            <p:cNvPr id="172" name="Rectangle 171" descr="点式菱形">
              <a:extLst>
                <a:ext uri="{FF2B5EF4-FFF2-40B4-BE49-F238E27FC236}">
                  <a16:creationId xmlns:a16="http://schemas.microsoft.com/office/drawing/2014/main" id="{732CF262-2172-41E1-B9BE-CB59126A3238}"/>
                </a:ext>
              </a:extLst>
            </p:cNvPr>
            <p:cNvSpPr>
              <a:spLocks noChangeArrowheads="1"/>
            </p:cNvSpPr>
            <p:nvPr/>
          </p:nvSpPr>
          <p:spPr bwMode="auto">
            <a:xfrm>
              <a:off x="2970" y="3241"/>
              <a:ext cx="1751" cy="430"/>
            </a:xfrm>
            <a:prstGeom prst="rect">
              <a:avLst/>
            </a:prstGeom>
            <a:pattFill prst="dotDmnd">
              <a:fgClr>
                <a:schemeClr val="accent1"/>
              </a:fgClr>
              <a:bgClr>
                <a:schemeClr val="bg1"/>
              </a:bgClr>
            </a:patt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3" name="Text Box 172">
              <a:extLst>
                <a:ext uri="{FF2B5EF4-FFF2-40B4-BE49-F238E27FC236}">
                  <a16:creationId xmlns:a16="http://schemas.microsoft.com/office/drawing/2014/main" id="{043AD33C-B119-4A25-93B3-026B5B5C4921}"/>
                </a:ext>
              </a:extLst>
            </p:cNvPr>
            <p:cNvSpPr txBox="1">
              <a:spLocks noChangeArrowheads="1"/>
            </p:cNvSpPr>
            <p:nvPr/>
          </p:nvSpPr>
          <p:spPr bwMode="auto">
            <a:xfrm>
              <a:off x="2994" y="3287"/>
              <a:ext cx="1648"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JQ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+KQ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rPr>
                <a:t>n</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4" name="Line 173">
              <a:extLst>
                <a:ext uri="{FF2B5EF4-FFF2-40B4-BE49-F238E27FC236}">
                  <a16:creationId xmlns:a16="http://schemas.microsoft.com/office/drawing/2014/main" id="{04D5B9F7-B48E-49AC-9134-31D131A97A52}"/>
                </a:ext>
              </a:extLst>
            </p:cNvPr>
            <p:cNvSpPr>
              <a:spLocks noChangeShapeType="1"/>
            </p:cNvSpPr>
            <p:nvPr/>
          </p:nvSpPr>
          <p:spPr bwMode="auto">
            <a:xfrm>
              <a:off x="3728" y="3332"/>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5" name="Line 174">
              <a:extLst>
                <a:ext uri="{FF2B5EF4-FFF2-40B4-BE49-F238E27FC236}">
                  <a16:creationId xmlns:a16="http://schemas.microsoft.com/office/drawing/2014/main" id="{E39A4D3B-EEF0-4AC2-956F-4D6782225485}"/>
                </a:ext>
              </a:extLst>
            </p:cNvPr>
            <p:cNvSpPr>
              <a:spLocks noChangeShapeType="1"/>
            </p:cNvSpPr>
            <p:nvPr/>
          </p:nvSpPr>
          <p:spPr bwMode="auto">
            <a:xfrm>
              <a:off x="4100" y="3332"/>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76" name="Group 175">
            <a:extLst>
              <a:ext uri="{FF2B5EF4-FFF2-40B4-BE49-F238E27FC236}">
                <a16:creationId xmlns:a16="http://schemas.microsoft.com/office/drawing/2014/main" id="{6659EC07-7BFF-4376-AEB1-C2C00B7A0823}"/>
              </a:ext>
            </a:extLst>
          </p:cNvPr>
          <p:cNvGrpSpPr>
            <a:grpSpLocks/>
          </p:cNvGrpSpPr>
          <p:nvPr/>
        </p:nvGrpSpPr>
        <p:grpSpPr bwMode="auto">
          <a:xfrm>
            <a:off x="3687763" y="4170363"/>
            <a:ext cx="5132387" cy="2266950"/>
            <a:chOff x="2323" y="2627"/>
            <a:chExt cx="3233" cy="1428"/>
          </a:xfrm>
        </p:grpSpPr>
        <p:grpSp>
          <p:nvGrpSpPr>
            <p:cNvPr id="177" name="Group 176">
              <a:extLst>
                <a:ext uri="{FF2B5EF4-FFF2-40B4-BE49-F238E27FC236}">
                  <a16:creationId xmlns:a16="http://schemas.microsoft.com/office/drawing/2014/main" id="{A5C6F318-112F-436D-A46E-804200B5975B}"/>
                </a:ext>
              </a:extLst>
            </p:cNvPr>
            <p:cNvGrpSpPr>
              <a:grpSpLocks/>
            </p:cNvGrpSpPr>
            <p:nvPr/>
          </p:nvGrpSpPr>
          <p:grpSpPr bwMode="auto">
            <a:xfrm>
              <a:off x="3067" y="3170"/>
              <a:ext cx="339" cy="337"/>
              <a:chOff x="1554" y="3402"/>
              <a:chExt cx="339" cy="337"/>
            </a:xfrm>
          </p:grpSpPr>
          <p:sp>
            <p:nvSpPr>
              <p:cNvPr id="189" name="Oval 177">
                <a:extLst>
                  <a:ext uri="{FF2B5EF4-FFF2-40B4-BE49-F238E27FC236}">
                    <a16:creationId xmlns:a16="http://schemas.microsoft.com/office/drawing/2014/main" id="{F0E461A1-ACB5-4793-B548-A7D5D8A18E41}"/>
                  </a:ext>
                </a:extLst>
              </p:cNvPr>
              <p:cNvSpPr>
                <a:spLocks noChangeArrowheads="1"/>
              </p:cNvSpPr>
              <p:nvPr/>
            </p:nvSpPr>
            <p:spPr bwMode="auto">
              <a:xfrm>
                <a:off x="1554" y="3402"/>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90" name="Text Box 178">
                <a:extLst>
                  <a:ext uri="{FF2B5EF4-FFF2-40B4-BE49-F238E27FC236}">
                    <a16:creationId xmlns:a16="http://schemas.microsoft.com/office/drawing/2014/main" id="{49165045-F166-43EF-9BD4-6DC5F2980190}"/>
                  </a:ext>
                </a:extLst>
              </p:cNvPr>
              <p:cNvSpPr txBox="1">
                <a:spLocks noChangeArrowheads="1"/>
              </p:cNvSpPr>
              <p:nvPr/>
            </p:nvSpPr>
            <p:spPr bwMode="auto">
              <a:xfrm>
                <a:off x="1631" y="342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grpSp>
          <p:nvGrpSpPr>
            <p:cNvPr id="178" name="Group 179">
              <a:extLst>
                <a:ext uri="{FF2B5EF4-FFF2-40B4-BE49-F238E27FC236}">
                  <a16:creationId xmlns:a16="http://schemas.microsoft.com/office/drawing/2014/main" id="{59B39502-93BF-45A8-80B3-58B515163C74}"/>
                </a:ext>
              </a:extLst>
            </p:cNvPr>
            <p:cNvGrpSpPr>
              <a:grpSpLocks/>
            </p:cNvGrpSpPr>
            <p:nvPr/>
          </p:nvGrpSpPr>
          <p:grpSpPr bwMode="auto">
            <a:xfrm>
              <a:off x="4447" y="3193"/>
              <a:ext cx="339" cy="337"/>
              <a:chOff x="2934" y="3425"/>
              <a:chExt cx="339" cy="337"/>
            </a:xfrm>
          </p:grpSpPr>
          <p:sp>
            <p:nvSpPr>
              <p:cNvPr id="187" name="Oval 180">
                <a:extLst>
                  <a:ext uri="{FF2B5EF4-FFF2-40B4-BE49-F238E27FC236}">
                    <a16:creationId xmlns:a16="http://schemas.microsoft.com/office/drawing/2014/main" id="{F0453EBF-5B8F-42E9-9C5E-4B88FC04FD85}"/>
                  </a:ext>
                </a:extLst>
              </p:cNvPr>
              <p:cNvSpPr>
                <a:spLocks noChangeArrowheads="1"/>
              </p:cNvSpPr>
              <p:nvPr/>
            </p:nvSpPr>
            <p:spPr bwMode="auto">
              <a:xfrm>
                <a:off x="2934" y="3425"/>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88" name="Text Box 181">
                <a:extLst>
                  <a:ext uri="{FF2B5EF4-FFF2-40B4-BE49-F238E27FC236}">
                    <a16:creationId xmlns:a16="http://schemas.microsoft.com/office/drawing/2014/main" id="{98C05DE5-4EDD-4FBC-93EE-E03F3AC0CAC3}"/>
                  </a:ext>
                </a:extLst>
              </p:cNvPr>
              <p:cNvSpPr txBox="1">
                <a:spLocks noChangeArrowheads="1"/>
              </p:cNvSpPr>
              <p:nvPr/>
            </p:nvSpPr>
            <p:spPr bwMode="auto">
              <a:xfrm>
                <a:off x="3011" y="343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179" name="Arc 182">
              <a:extLst>
                <a:ext uri="{FF2B5EF4-FFF2-40B4-BE49-F238E27FC236}">
                  <a16:creationId xmlns:a16="http://schemas.microsoft.com/office/drawing/2014/main" id="{F3D0723B-13AC-43F6-BC8D-A10CB1D8AE14}"/>
                </a:ext>
              </a:extLst>
            </p:cNvPr>
            <p:cNvSpPr>
              <a:spLocks/>
            </p:cNvSpPr>
            <p:nvPr/>
          </p:nvSpPr>
          <p:spPr bwMode="auto">
            <a:xfrm rot="14154867" flipV="1">
              <a:off x="2753" y="3084"/>
              <a:ext cx="487" cy="474"/>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0" name="Arc 183">
              <a:extLst>
                <a:ext uri="{FF2B5EF4-FFF2-40B4-BE49-F238E27FC236}">
                  <a16:creationId xmlns:a16="http://schemas.microsoft.com/office/drawing/2014/main" id="{E8275A5E-0F3F-4210-A051-08EA7B416C8A}"/>
                </a:ext>
              </a:extLst>
            </p:cNvPr>
            <p:cNvSpPr>
              <a:spLocks/>
            </p:cNvSpPr>
            <p:nvPr/>
          </p:nvSpPr>
          <p:spPr bwMode="auto">
            <a:xfrm rot="8094814" flipH="1" flipV="1">
              <a:off x="4600" y="3128"/>
              <a:ext cx="487" cy="474"/>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 name="Text Box 184">
              <a:extLst>
                <a:ext uri="{FF2B5EF4-FFF2-40B4-BE49-F238E27FC236}">
                  <a16:creationId xmlns:a16="http://schemas.microsoft.com/office/drawing/2014/main" id="{E90577C3-90DC-4150-B676-FE7C3830000D}"/>
                </a:ext>
              </a:extLst>
            </p:cNvPr>
            <p:cNvSpPr txBox="1">
              <a:spLocks noChangeArrowheads="1"/>
            </p:cNvSpPr>
            <p:nvPr/>
          </p:nvSpPr>
          <p:spPr bwMode="auto">
            <a:xfrm>
              <a:off x="5078" y="3083"/>
              <a:ext cx="478" cy="52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K=0</a:t>
              </a:r>
            </a:p>
          </p:txBody>
        </p:sp>
        <p:sp>
          <p:nvSpPr>
            <p:cNvPr id="182" name="Text Box 185">
              <a:extLst>
                <a:ext uri="{FF2B5EF4-FFF2-40B4-BE49-F238E27FC236}">
                  <a16:creationId xmlns:a16="http://schemas.microsoft.com/office/drawing/2014/main" id="{493F3A3D-2836-42E0-BFD1-47DB6DD72568}"/>
                </a:ext>
              </a:extLst>
            </p:cNvPr>
            <p:cNvSpPr txBox="1">
              <a:spLocks noChangeArrowheads="1"/>
            </p:cNvSpPr>
            <p:nvPr/>
          </p:nvSpPr>
          <p:spPr bwMode="auto">
            <a:xfrm>
              <a:off x="2323" y="3052"/>
              <a:ext cx="512" cy="52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J=0 K=</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a:t>
              </a:r>
            </a:p>
          </p:txBody>
        </p:sp>
        <p:sp>
          <p:nvSpPr>
            <p:cNvPr id="183" name="Arc 186">
              <a:extLst>
                <a:ext uri="{FF2B5EF4-FFF2-40B4-BE49-F238E27FC236}">
                  <a16:creationId xmlns:a16="http://schemas.microsoft.com/office/drawing/2014/main" id="{E26C4EED-47F6-4994-872E-0F4E970CD92A}"/>
                </a:ext>
              </a:extLst>
            </p:cNvPr>
            <p:cNvSpPr>
              <a:spLocks/>
            </p:cNvSpPr>
            <p:nvPr/>
          </p:nvSpPr>
          <p:spPr bwMode="auto">
            <a:xfrm rot="-2056892">
              <a:off x="3346" y="2739"/>
              <a:ext cx="1152" cy="8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4" name="Text Box 187">
              <a:extLst>
                <a:ext uri="{FF2B5EF4-FFF2-40B4-BE49-F238E27FC236}">
                  <a16:creationId xmlns:a16="http://schemas.microsoft.com/office/drawing/2014/main" id="{BF182382-3E6B-46BF-8C5A-D4DD0FBA8828}"/>
                </a:ext>
              </a:extLst>
            </p:cNvPr>
            <p:cNvSpPr txBox="1">
              <a:spLocks noChangeArrowheads="1"/>
            </p:cNvSpPr>
            <p:nvPr/>
          </p:nvSpPr>
          <p:spPr bwMode="auto">
            <a:xfrm>
              <a:off x="3546" y="2627"/>
              <a:ext cx="9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K=</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185" name="Arc 188">
              <a:extLst>
                <a:ext uri="{FF2B5EF4-FFF2-40B4-BE49-F238E27FC236}">
                  <a16:creationId xmlns:a16="http://schemas.microsoft.com/office/drawing/2014/main" id="{74432EB5-ABFA-4386-9737-69126E0C19FF}"/>
                </a:ext>
              </a:extLst>
            </p:cNvPr>
            <p:cNvSpPr>
              <a:spLocks/>
            </p:cNvSpPr>
            <p:nvPr/>
          </p:nvSpPr>
          <p:spPr bwMode="auto">
            <a:xfrm rot="-2113283" flipH="1" flipV="1">
              <a:off x="3345" y="3074"/>
              <a:ext cx="1152" cy="8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6" name="Text Box 189">
              <a:extLst>
                <a:ext uri="{FF2B5EF4-FFF2-40B4-BE49-F238E27FC236}">
                  <a16:creationId xmlns:a16="http://schemas.microsoft.com/office/drawing/2014/main" id="{8C21402B-19FA-49AF-AD5F-3782D104EC52}"/>
                </a:ext>
              </a:extLst>
            </p:cNvPr>
            <p:cNvSpPr txBox="1">
              <a:spLocks noChangeArrowheads="1"/>
            </p:cNvSpPr>
            <p:nvPr/>
          </p:nvSpPr>
          <p:spPr bwMode="auto">
            <a:xfrm>
              <a:off x="3481" y="3767"/>
              <a:ext cx="9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K=1</a:t>
              </a:r>
            </a:p>
          </p:txBody>
        </p:sp>
      </p:grpSp>
      <p:sp>
        <p:nvSpPr>
          <p:cNvPr id="191" name="TextBox 190"/>
          <p:cNvSpPr txBox="1"/>
          <p:nvPr/>
        </p:nvSpPr>
        <p:spPr bwMode="auto">
          <a:xfrm>
            <a:off x="197962" y="0"/>
            <a:ext cx="44023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二、</a:t>
            </a:r>
            <a:r>
              <a:rPr lang="en-US" altLang="zh-CN" sz="2800" dirty="0">
                <a:solidFill>
                  <a:schemeClr val="tx1"/>
                </a:solidFill>
                <a:latin typeface="+mn-lt"/>
                <a:ea typeface="黑体" pitchFamily="49" charset="-122"/>
              </a:rPr>
              <a:t>J-K</a:t>
            </a:r>
            <a:r>
              <a:rPr lang="zh-CN" altLang="en-US" sz="2800" dirty="0">
                <a:solidFill>
                  <a:schemeClr val="tx1"/>
                </a:solidFill>
                <a:latin typeface="黑体" pitchFamily="49" charset="-122"/>
                <a:ea typeface="黑体" pitchFamily="49" charset="-122"/>
              </a:rPr>
              <a:t>触发器</a:t>
            </a:r>
            <a:r>
              <a:rPr lang="zh-CN" altLang="en-US" dirty="0">
                <a:solidFill>
                  <a:schemeClr val="tx1"/>
                </a:solidFill>
                <a:latin typeface="黑体" pitchFamily="49" charset="-122"/>
                <a:ea typeface="黑体" pitchFamily="49" charset="-122"/>
              </a:rPr>
              <a:t>逻辑功能</a:t>
            </a:r>
            <a:endParaRPr lang="zh-CN" altLang="en-US" sz="2800" dirty="0">
              <a:solidFill>
                <a:schemeClr val="tx1"/>
              </a:solidFill>
              <a:latin typeface="黑体" pitchFamily="49" charset="-122"/>
              <a:ea typeface="黑体" pitchFamily="49" charset="-122"/>
            </a:endParaRPr>
          </a:p>
        </p:txBody>
      </p:sp>
      <p:sp>
        <p:nvSpPr>
          <p:cNvPr id="192" name="灯片编号占位符 192"/>
          <p:cNvSpPr txBox="1">
            <a:spLocks/>
          </p:cNvSpPr>
          <p:nvPr/>
        </p:nvSpPr>
        <p:spPr>
          <a:xfrm>
            <a:off x="8366760" y="6355080"/>
            <a:ext cx="762000" cy="4572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7BF59E8-3B5B-4FD1-ABC6-5D0A35914F4F}"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24</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97" name="Text Box 96">
            <a:extLst>
              <a:ext uri="{FF2B5EF4-FFF2-40B4-BE49-F238E27FC236}">
                <a16:creationId xmlns:a16="http://schemas.microsoft.com/office/drawing/2014/main" id="{7B6EB808-4823-4A96-9FAB-EA64B62F49CE}"/>
              </a:ext>
            </a:extLst>
          </p:cNvPr>
          <p:cNvSpPr txBox="1">
            <a:spLocks noChangeArrowheads="1"/>
          </p:cNvSpPr>
          <p:nvPr/>
        </p:nvSpPr>
        <p:spPr bwMode="auto">
          <a:xfrm>
            <a:off x="1154645" y="549079"/>
            <a:ext cx="315406" cy="519113"/>
          </a:xfrm>
          <a:prstGeom prst="rect">
            <a:avLst/>
          </a:prstGeom>
          <a:solidFill>
            <a:schemeClr val="accent2">
              <a:lumMod val="40000"/>
              <a:lumOff val="6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93" name="Text Box 96">
            <a:extLst>
              <a:ext uri="{FF2B5EF4-FFF2-40B4-BE49-F238E27FC236}">
                <a16:creationId xmlns:a16="http://schemas.microsoft.com/office/drawing/2014/main" id="{1A243E10-D51A-4072-9E8A-1BC907E31379}"/>
              </a:ext>
            </a:extLst>
          </p:cNvPr>
          <p:cNvSpPr txBox="1">
            <a:spLocks noChangeArrowheads="1"/>
          </p:cNvSpPr>
          <p:nvPr/>
        </p:nvSpPr>
        <p:spPr bwMode="auto">
          <a:xfrm>
            <a:off x="1798253" y="2105998"/>
            <a:ext cx="315406" cy="519113"/>
          </a:xfrm>
          <a:prstGeom prst="rect">
            <a:avLst/>
          </a:prstGeom>
          <a:solidFill>
            <a:schemeClr val="accent2">
              <a:lumMod val="40000"/>
              <a:lumOff val="6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03" name="Text Box 102">
            <a:extLst>
              <a:ext uri="{FF2B5EF4-FFF2-40B4-BE49-F238E27FC236}">
                <a16:creationId xmlns:a16="http://schemas.microsoft.com/office/drawing/2014/main" id="{63A565D3-32EF-4ECF-9C85-B2B5C81E2315}"/>
              </a:ext>
            </a:extLst>
          </p:cNvPr>
          <p:cNvSpPr txBox="1">
            <a:spLocks noChangeArrowheads="1"/>
          </p:cNvSpPr>
          <p:nvPr/>
        </p:nvSpPr>
        <p:spPr bwMode="auto">
          <a:xfrm>
            <a:off x="1044765" y="519496"/>
            <a:ext cx="431472" cy="534988"/>
          </a:xfrm>
          <a:prstGeom prst="rect">
            <a:avLst/>
          </a:prstGeom>
          <a:solidFill>
            <a:schemeClr val="accent2">
              <a:lumMod val="20000"/>
              <a:lumOff val="8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16" name="Text Box 115">
            <a:extLst>
              <a:ext uri="{FF2B5EF4-FFF2-40B4-BE49-F238E27FC236}">
                <a16:creationId xmlns:a16="http://schemas.microsoft.com/office/drawing/2014/main" id="{53EC9BB1-A13A-4123-A40D-2FE6E6F447EB}"/>
              </a:ext>
            </a:extLst>
          </p:cNvPr>
          <p:cNvSpPr txBox="1">
            <a:spLocks noChangeArrowheads="1"/>
          </p:cNvSpPr>
          <p:nvPr/>
        </p:nvSpPr>
        <p:spPr bwMode="auto">
          <a:xfrm>
            <a:off x="1244072" y="3659098"/>
            <a:ext cx="299688" cy="523220"/>
          </a:xfrm>
          <a:prstGeom prst="rect">
            <a:avLst/>
          </a:prstGeom>
          <a:solidFill>
            <a:srgbClr val="FFFF00"/>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13" name="Text Box 112">
            <a:extLst>
              <a:ext uri="{FF2B5EF4-FFF2-40B4-BE49-F238E27FC236}">
                <a16:creationId xmlns:a16="http://schemas.microsoft.com/office/drawing/2014/main" id="{0FA29E64-36F6-4E2D-A296-C322F0E1A3AC}"/>
              </a:ext>
            </a:extLst>
          </p:cNvPr>
          <p:cNvSpPr txBox="1">
            <a:spLocks noChangeArrowheads="1"/>
          </p:cNvSpPr>
          <p:nvPr/>
        </p:nvSpPr>
        <p:spPr bwMode="auto">
          <a:xfrm>
            <a:off x="2859502" y="3702413"/>
            <a:ext cx="348422" cy="519113"/>
          </a:xfrm>
          <a:prstGeom prst="rect">
            <a:avLst/>
          </a:prstGeom>
          <a:solidFill>
            <a:schemeClr val="accent2">
              <a:lumMod val="40000"/>
              <a:lumOff val="6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10" name="Text Box 109">
            <a:extLst>
              <a:ext uri="{FF2B5EF4-FFF2-40B4-BE49-F238E27FC236}">
                <a16:creationId xmlns:a16="http://schemas.microsoft.com/office/drawing/2014/main" id="{10AD0124-A53C-4A62-9E68-5EE326A373E3}"/>
              </a:ext>
            </a:extLst>
          </p:cNvPr>
          <p:cNvSpPr txBox="1">
            <a:spLocks noChangeArrowheads="1"/>
          </p:cNvSpPr>
          <p:nvPr/>
        </p:nvSpPr>
        <p:spPr bwMode="auto">
          <a:xfrm>
            <a:off x="1803812" y="2088536"/>
            <a:ext cx="357953" cy="519113"/>
          </a:xfrm>
          <a:prstGeom prst="rect">
            <a:avLst/>
          </a:prstGeom>
          <a:solidFill>
            <a:schemeClr val="accent2">
              <a:lumMod val="60000"/>
              <a:lumOff val="4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26" name="Text Box 125">
            <a:extLst>
              <a:ext uri="{FF2B5EF4-FFF2-40B4-BE49-F238E27FC236}">
                <a16:creationId xmlns:a16="http://schemas.microsoft.com/office/drawing/2014/main" id="{D1197D6A-904B-4EB6-87A0-3BEDF6554C2B}"/>
              </a:ext>
            </a:extLst>
          </p:cNvPr>
          <p:cNvSpPr txBox="1">
            <a:spLocks noChangeArrowheads="1"/>
          </p:cNvSpPr>
          <p:nvPr/>
        </p:nvSpPr>
        <p:spPr bwMode="auto">
          <a:xfrm>
            <a:off x="1099767" y="509440"/>
            <a:ext cx="321467" cy="519113"/>
          </a:xfrm>
          <a:prstGeom prst="rect">
            <a:avLst/>
          </a:prstGeom>
          <a:solidFill>
            <a:schemeClr val="accent2">
              <a:lumMod val="40000"/>
              <a:lumOff val="6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100" name="Text Box 99">
            <a:extLst>
              <a:ext uri="{FF2B5EF4-FFF2-40B4-BE49-F238E27FC236}">
                <a16:creationId xmlns:a16="http://schemas.microsoft.com/office/drawing/2014/main" id="{7F5B09D4-6E07-4153-AF3A-9B3899FF21F6}"/>
              </a:ext>
            </a:extLst>
          </p:cNvPr>
          <p:cNvSpPr txBox="1">
            <a:spLocks noChangeArrowheads="1"/>
          </p:cNvSpPr>
          <p:nvPr/>
        </p:nvSpPr>
        <p:spPr bwMode="auto">
          <a:xfrm>
            <a:off x="2869780" y="3714294"/>
            <a:ext cx="318006" cy="519112"/>
          </a:xfrm>
          <a:prstGeom prst="rect">
            <a:avLst/>
          </a:prstGeom>
          <a:solidFill>
            <a:schemeClr val="accent2">
              <a:lumMod val="40000"/>
              <a:lumOff val="60000"/>
            </a:schemeClr>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06" name="Text Box 105">
            <a:extLst>
              <a:ext uri="{FF2B5EF4-FFF2-40B4-BE49-F238E27FC236}">
                <a16:creationId xmlns:a16="http://schemas.microsoft.com/office/drawing/2014/main" id="{11273723-A839-4622-8AB4-0EF33FDFC7CC}"/>
              </a:ext>
            </a:extLst>
          </p:cNvPr>
          <p:cNvSpPr txBox="1">
            <a:spLocks noChangeArrowheads="1"/>
          </p:cNvSpPr>
          <p:nvPr/>
        </p:nvSpPr>
        <p:spPr bwMode="auto">
          <a:xfrm>
            <a:off x="1155700" y="488837"/>
            <a:ext cx="296861" cy="523220"/>
          </a:xfrm>
          <a:prstGeom prst="rect">
            <a:avLst/>
          </a:prstGeom>
          <a:solidFill>
            <a:srgbClr val="FFFF00"/>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35" name="Text Box 134">
            <a:extLst>
              <a:ext uri="{FF2B5EF4-FFF2-40B4-BE49-F238E27FC236}">
                <a16:creationId xmlns:a16="http://schemas.microsoft.com/office/drawing/2014/main" id="{C2F2765F-F4F9-481B-A044-2E075577E961}"/>
              </a:ext>
            </a:extLst>
          </p:cNvPr>
          <p:cNvSpPr txBox="1">
            <a:spLocks noChangeArrowheads="1"/>
          </p:cNvSpPr>
          <p:nvPr/>
        </p:nvSpPr>
        <p:spPr bwMode="auto">
          <a:xfrm>
            <a:off x="1803831" y="2094192"/>
            <a:ext cx="324075" cy="523220"/>
          </a:xfrm>
          <a:prstGeom prst="rect">
            <a:avLst/>
          </a:prstGeom>
          <a:solidFill>
            <a:schemeClr val="accent2">
              <a:lumMod val="20000"/>
              <a:lumOff val="8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0</a:t>
            </a:r>
          </a:p>
        </p:txBody>
      </p:sp>
      <p:sp>
        <p:nvSpPr>
          <p:cNvPr id="194" name="Arc 169">
            <a:extLst>
              <a:ext uri="{FF2B5EF4-FFF2-40B4-BE49-F238E27FC236}">
                <a16:creationId xmlns:a16="http://schemas.microsoft.com/office/drawing/2014/main" id="{DE91BE6E-DDA5-4431-B524-D7AEEEFFDC3C}"/>
              </a:ext>
            </a:extLst>
          </p:cNvPr>
          <p:cNvSpPr>
            <a:spLocks/>
          </p:cNvSpPr>
          <p:nvPr/>
        </p:nvSpPr>
        <p:spPr bwMode="auto">
          <a:xfrm rot="10800000" flipH="1">
            <a:off x="899752" y="5408613"/>
            <a:ext cx="399096" cy="387351"/>
          </a:xfrm>
          <a:custGeom>
            <a:avLst/>
            <a:gdLst>
              <a:gd name="T0" fmla="*/ 2147483647 w 26303"/>
              <a:gd name="T1" fmla="*/ 0 h 43200"/>
              <a:gd name="T2" fmla="*/ 0 w 26303"/>
              <a:gd name="T3" fmla="*/ 2138650456 h 43200"/>
              <a:gd name="T4" fmla="*/ 2147483647 w 26303"/>
              <a:gd name="T5" fmla="*/ 1082301333 h 43200"/>
              <a:gd name="T6" fmla="*/ 0 60000 65536"/>
              <a:gd name="T7" fmla="*/ 0 60000 65536"/>
              <a:gd name="T8" fmla="*/ 0 60000 65536"/>
            </a:gdLst>
            <a:ahLst/>
            <a:cxnLst>
              <a:cxn ang="T6">
                <a:pos x="T0" y="T1"/>
              </a:cxn>
              <a:cxn ang="T7">
                <a:pos x="T2" y="T3"/>
              </a:cxn>
              <a:cxn ang="T8">
                <a:pos x="T4" y="T5"/>
              </a:cxn>
            </a:cxnLst>
            <a:rect l="0" t="0" r="r" b="b"/>
            <a:pathLst>
              <a:path w="26303" h="43200" fill="none" extrusionOk="0">
                <a:moveTo>
                  <a:pt x="4702" y="0"/>
                </a:moveTo>
                <a:cubicBezTo>
                  <a:pt x="16632" y="0"/>
                  <a:pt x="26303" y="9670"/>
                  <a:pt x="26303" y="21600"/>
                </a:cubicBezTo>
                <a:cubicBezTo>
                  <a:pt x="26303" y="33529"/>
                  <a:pt x="16632" y="43200"/>
                  <a:pt x="4703" y="43200"/>
                </a:cubicBezTo>
                <a:cubicBezTo>
                  <a:pt x="3121" y="43200"/>
                  <a:pt x="1543" y="43026"/>
                  <a:pt x="0" y="42681"/>
                </a:cubicBezTo>
              </a:path>
              <a:path w="26303" h="43200" stroke="0" extrusionOk="0">
                <a:moveTo>
                  <a:pt x="4702" y="0"/>
                </a:moveTo>
                <a:cubicBezTo>
                  <a:pt x="16632" y="0"/>
                  <a:pt x="26303" y="9670"/>
                  <a:pt x="26303" y="21600"/>
                </a:cubicBezTo>
                <a:cubicBezTo>
                  <a:pt x="26303" y="33529"/>
                  <a:pt x="16632" y="43200"/>
                  <a:pt x="4703" y="43200"/>
                </a:cubicBezTo>
                <a:cubicBezTo>
                  <a:pt x="3121" y="43200"/>
                  <a:pt x="1543" y="43026"/>
                  <a:pt x="0" y="42681"/>
                </a:cubicBezTo>
                <a:lnTo>
                  <a:pt x="4703" y="21600"/>
                </a:lnTo>
                <a:lnTo>
                  <a:pt x="4702" y="0"/>
                </a:lnTo>
                <a:close/>
              </a:path>
            </a:pathLst>
          </a:cu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noFill/>
              <a:effectLst/>
              <a:uLnTx/>
              <a:uFillTx/>
              <a:latin typeface="Times New Roman" panose="02020603050405020304" pitchFamily="18" charset="0"/>
              <a:ea typeface="宋体" panose="02010600030101010101" pitchFamily="2" charset="-122"/>
              <a:cs typeface="+mn-cs"/>
            </a:endParaRPr>
          </a:p>
        </p:txBody>
      </p:sp>
      <p:sp>
        <p:nvSpPr>
          <p:cNvPr id="195" name="Arc 169">
            <a:extLst>
              <a:ext uri="{FF2B5EF4-FFF2-40B4-BE49-F238E27FC236}">
                <a16:creationId xmlns:a16="http://schemas.microsoft.com/office/drawing/2014/main" id="{794D64F3-0E03-4BD8-9113-6747269FF448}"/>
              </a:ext>
            </a:extLst>
          </p:cNvPr>
          <p:cNvSpPr>
            <a:spLocks/>
          </p:cNvSpPr>
          <p:nvPr/>
        </p:nvSpPr>
        <p:spPr bwMode="auto">
          <a:xfrm flipH="1">
            <a:off x="2030822" y="4872037"/>
            <a:ext cx="399096" cy="387351"/>
          </a:xfrm>
          <a:custGeom>
            <a:avLst/>
            <a:gdLst>
              <a:gd name="T0" fmla="*/ 2147483647 w 26303"/>
              <a:gd name="T1" fmla="*/ 0 h 43200"/>
              <a:gd name="T2" fmla="*/ 0 w 26303"/>
              <a:gd name="T3" fmla="*/ 2138650456 h 43200"/>
              <a:gd name="T4" fmla="*/ 2147483647 w 26303"/>
              <a:gd name="T5" fmla="*/ 1082301333 h 43200"/>
              <a:gd name="T6" fmla="*/ 0 60000 65536"/>
              <a:gd name="T7" fmla="*/ 0 60000 65536"/>
              <a:gd name="T8" fmla="*/ 0 60000 65536"/>
            </a:gdLst>
            <a:ahLst/>
            <a:cxnLst>
              <a:cxn ang="T6">
                <a:pos x="T0" y="T1"/>
              </a:cxn>
              <a:cxn ang="T7">
                <a:pos x="T2" y="T3"/>
              </a:cxn>
              <a:cxn ang="T8">
                <a:pos x="T4" y="T5"/>
              </a:cxn>
            </a:cxnLst>
            <a:rect l="0" t="0" r="r" b="b"/>
            <a:pathLst>
              <a:path w="26303" h="43200" fill="none" extrusionOk="0">
                <a:moveTo>
                  <a:pt x="4702" y="0"/>
                </a:moveTo>
                <a:cubicBezTo>
                  <a:pt x="16632" y="0"/>
                  <a:pt x="26303" y="9670"/>
                  <a:pt x="26303" y="21600"/>
                </a:cubicBezTo>
                <a:cubicBezTo>
                  <a:pt x="26303" y="33529"/>
                  <a:pt x="16632" y="43200"/>
                  <a:pt x="4703" y="43200"/>
                </a:cubicBezTo>
                <a:cubicBezTo>
                  <a:pt x="3121" y="43200"/>
                  <a:pt x="1543" y="43026"/>
                  <a:pt x="0" y="42681"/>
                </a:cubicBezTo>
              </a:path>
              <a:path w="26303" h="43200" stroke="0" extrusionOk="0">
                <a:moveTo>
                  <a:pt x="4702" y="0"/>
                </a:moveTo>
                <a:cubicBezTo>
                  <a:pt x="16632" y="0"/>
                  <a:pt x="26303" y="9670"/>
                  <a:pt x="26303" y="21600"/>
                </a:cubicBezTo>
                <a:cubicBezTo>
                  <a:pt x="26303" y="33529"/>
                  <a:pt x="16632" y="43200"/>
                  <a:pt x="4703" y="43200"/>
                </a:cubicBezTo>
                <a:cubicBezTo>
                  <a:pt x="3121" y="43200"/>
                  <a:pt x="1543" y="43026"/>
                  <a:pt x="0" y="42681"/>
                </a:cubicBezTo>
                <a:lnTo>
                  <a:pt x="4703" y="21600"/>
                </a:lnTo>
                <a:lnTo>
                  <a:pt x="4702" y="0"/>
                </a:lnTo>
                <a:close/>
              </a:path>
            </a:pathLst>
          </a:cu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noFill/>
              <a:effectLst/>
              <a:uLnTx/>
              <a:uFillTx/>
              <a:latin typeface="Times New Roman" panose="02020603050405020304" pitchFamily="18" charset="0"/>
              <a:ea typeface="宋体" panose="02010600030101010101" pitchFamily="2" charset="-122"/>
              <a:cs typeface="+mn-cs"/>
            </a:endParaRPr>
          </a:p>
        </p:txBody>
      </p:sp>
      <p:sp>
        <p:nvSpPr>
          <p:cNvPr id="196" name="Arc 169">
            <a:extLst>
              <a:ext uri="{FF2B5EF4-FFF2-40B4-BE49-F238E27FC236}">
                <a16:creationId xmlns:a16="http://schemas.microsoft.com/office/drawing/2014/main" id="{C3D0DC73-C4A3-404B-A170-475088C34012}"/>
              </a:ext>
            </a:extLst>
          </p:cNvPr>
          <p:cNvSpPr>
            <a:spLocks/>
          </p:cNvSpPr>
          <p:nvPr/>
        </p:nvSpPr>
        <p:spPr bwMode="auto">
          <a:xfrm rot="11228595" flipH="1">
            <a:off x="2823327" y="4871907"/>
            <a:ext cx="399096" cy="387351"/>
          </a:xfrm>
          <a:custGeom>
            <a:avLst/>
            <a:gdLst>
              <a:gd name="T0" fmla="*/ 2147483647 w 26303"/>
              <a:gd name="T1" fmla="*/ 0 h 43200"/>
              <a:gd name="T2" fmla="*/ 0 w 26303"/>
              <a:gd name="T3" fmla="*/ 2138650456 h 43200"/>
              <a:gd name="T4" fmla="*/ 2147483647 w 26303"/>
              <a:gd name="T5" fmla="*/ 1082301333 h 43200"/>
              <a:gd name="T6" fmla="*/ 0 60000 65536"/>
              <a:gd name="T7" fmla="*/ 0 60000 65536"/>
              <a:gd name="T8" fmla="*/ 0 60000 65536"/>
            </a:gdLst>
            <a:ahLst/>
            <a:cxnLst>
              <a:cxn ang="T6">
                <a:pos x="T0" y="T1"/>
              </a:cxn>
              <a:cxn ang="T7">
                <a:pos x="T2" y="T3"/>
              </a:cxn>
              <a:cxn ang="T8">
                <a:pos x="T4" y="T5"/>
              </a:cxn>
            </a:cxnLst>
            <a:rect l="0" t="0" r="r" b="b"/>
            <a:pathLst>
              <a:path w="26303" h="43200" fill="none" extrusionOk="0">
                <a:moveTo>
                  <a:pt x="4702" y="0"/>
                </a:moveTo>
                <a:cubicBezTo>
                  <a:pt x="16632" y="0"/>
                  <a:pt x="26303" y="9670"/>
                  <a:pt x="26303" y="21600"/>
                </a:cubicBezTo>
                <a:cubicBezTo>
                  <a:pt x="26303" y="33529"/>
                  <a:pt x="16632" y="43200"/>
                  <a:pt x="4703" y="43200"/>
                </a:cubicBezTo>
                <a:cubicBezTo>
                  <a:pt x="3121" y="43200"/>
                  <a:pt x="1543" y="43026"/>
                  <a:pt x="0" y="42681"/>
                </a:cubicBezTo>
              </a:path>
              <a:path w="26303" h="43200" stroke="0" extrusionOk="0">
                <a:moveTo>
                  <a:pt x="4702" y="0"/>
                </a:moveTo>
                <a:cubicBezTo>
                  <a:pt x="16632" y="0"/>
                  <a:pt x="26303" y="9670"/>
                  <a:pt x="26303" y="21600"/>
                </a:cubicBezTo>
                <a:cubicBezTo>
                  <a:pt x="26303" y="33529"/>
                  <a:pt x="16632" y="43200"/>
                  <a:pt x="4703" y="43200"/>
                </a:cubicBezTo>
                <a:cubicBezTo>
                  <a:pt x="3121" y="43200"/>
                  <a:pt x="1543" y="43026"/>
                  <a:pt x="0" y="42681"/>
                </a:cubicBezTo>
                <a:lnTo>
                  <a:pt x="4703" y="21600"/>
                </a:lnTo>
                <a:lnTo>
                  <a:pt x="4702" y="0"/>
                </a:lnTo>
                <a:close/>
              </a:path>
            </a:pathLst>
          </a:custGeom>
          <a:noFill/>
          <a:ln w="3810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no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wipe(down)">
                                      <p:cBhvr>
                                        <p:cTn id="7" dur="500"/>
                                        <p:tgtEl>
                                          <p:spTgt spid="19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iterate type="wd">
                                    <p:tmPct val="100000"/>
                                  </p:iterate>
                                  <p:childTnLst>
                                    <p:set>
                                      <p:cBhvr>
                                        <p:cTn id="39" dur="1" fill="hold">
                                          <p:stCondLst>
                                            <p:cond delay="0"/>
                                          </p:stCondLst>
                                        </p:cTn>
                                        <p:tgtEl>
                                          <p:spTgt spid="88"/>
                                        </p:tgtEl>
                                        <p:attrNameLst>
                                          <p:attrName>style.visibility</p:attrName>
                                        </p:attrNameLst>
                                      </p:cBhvr>
                                      <p:to>
                                        <p:strVal val="visible"/>
                                      </p:to>
                                    </p:set>
                                    <p:animEffect transition="in" filter="wipe(left)">
                                      <p:cBhvr>
                                        <p:cTn id="40" dur="300"/>
                                        <p:tgtEl>
                                          <p:spTgt spid="8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7"/>
                                        </p:tgtEl>
                                        <p:attrNameLst>
                                          <p:attrName>style.visibility</p:attrName>
                                        </p:attrNameLst>
                                      </p:cBhvr>
                                      <p:to>
                                        <p:strVal val="visible"/>
                                      </p:to>
                                    </p:set>
                                    <p:animEffect transition="in" filter="wipe(left)">
                                      <p:cBhvr>
                                        <p:cTn id="53" dur="500"/>
                                        <p:tgtEl>
                                          <p:spTgt spid="107"/>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1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1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1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2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20"/>
                                        </p:tgtEl>
                                        <p:attrNameLst>
                                          <p:attrName>style.visibility</p:attrName>
                                        </p:attrNameLst>
                                      </p:cBhvr>
                                      <p:to>
                                        <p:strVal val="visible"/>
                                      </p:to>
                                    </p:set>
                                    <p:animEffect transition="in" filter="wipe(left)">
                                      <p:cBhvr>
                                        <p:cTn id="72" dur="500"/>
                                        <p:tgtEl>
                                          <p:spTgt spid="120"/>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36"/>
                                        </p:tgtEl>
                                        <p:attrNameLst>
                                          <p:attrName>style.visibility</p:attrName>
                                        </p:attrNameLst>
                                      </p:cBhvr>
                                      <p:to>
                                        <p:strVal val="visible"/>
                                      </p:to>
                                    </p:set>
                                    <p:animEffect transition="in" filter="wipe(left)">
                                      <p:cBhvr>
                                        <p:cTn id="87" dur="500"/>
                                        <p:tgtEl>
                                          <p:spTgt spid="13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139"/>
                                        </p:tgtEl>
                                        <p:attrNameLst>
                                          <p:attrName>style.visibility</p:attrName>
                                        </p:attrNameLst>
                                      </p:cBhvr>
                                      <p:to>
                                        <p:strVal val="visible"/>
                                      </p:to>
                                    </p:set>
                                    <p:animEffect transition="in" filter="wipe(up)">
                                      <p:cBhvr>
                                        <p:cTn id="92" dur="500"/>
                                        <p:tgtEl>
                                          <p:spTgt spid="139"/>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nodeType="clickEffect">
                                  <p:stCondLst>
                                    <p:cond delay="0"/>
                                  </p:stCondLst>
                                  <p:childTnLst>
                                    <p:set>
                                      <p:cBhvr>
                                        <p:cTn id="96" dur="1" fill="hold">
                                          <p:stCondLst>
                                            <p:cond delay="0"/>
                                          </p:stCondLst>
                                        </p:cTn>
                                        <p:tgtEl>
                                          <p:spTgt spid="146"/>
                                        </p:tgtEl>
                                        <p:attrNameLst>
                                          <p:attrName>style.visibility</p:attrName>
                                        </p:attrNameLst>
                                      </p:cBhvr>
                                      <p:to>
                                        <p:strVal val="visible"/>
                                      </p:to>
                                    </p:set>
                                    <p:animEffect transition="in" filter="box(in)">
                                      <p:cBhvr>
                                        <p:cTn id="97" dur="500"/>
                                        <p:tgtEl>
                                          <p:spTgt spid="146"/>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160"/>
                                        </p:tgtEl>
                                        <p:attrNameLst>
                                          <p:attrName>style.visibility</p:attrName>
                                        </p:attrNameLst>
                                      </p:cBhvr>
                                      <p:to>
                                        <p:strVal val="visible"/>
                                      </p:to>
                                    </p:set>
                                    <p:animEffect transition="in" filter="dissolve">
                                      <p:cBhvr>
                                        <p:cTn id="102" dur="500"/>
                                        <p:tgtEl>
                                          <p:spTgt spid="160"/>
                                        </p:tgtEl>
                                      </p:cBhvr>
                                    </p:animEffect>
                                  </p:childTnLst>
                                </p:cTn>
                              </p:par>
                            </p:childTnLst>
                          </p:cTn>
                        </p:par>
                        <p:par>
                          <p:cTn id="103" fill="hold">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161"/>
                                        </p:tgtEl>
                                        <p:attrNameLst>
                                          <p:attrName>style.visibility</p:attrName>
                                        </p:attrNameLst>
                                      </p:cBhvr>
                                      <p:to>
                                        <p:strVal val="visible"/>
                                      </p:to>
                                    </p:set>
                                    <p:animEffect transition="in" filter="dissolve">
                                      <p:cBhvr>
                                        <p:cTn id="106" dur="500"/>
                                        <p:tgtEl>
                                          <p:spTgt spid="161"/>
                                        </p:tgtEl>
                                      </p:cBhvr>
                                    </p:animEffect>
                                  </p:childTnLst>
                                </p:cTn>
                              </p:par>
                            </p:childTnLst>
                          </p:cTn>
                        </p:par>
                        <p:par>
                          <p:cTn id="107" fill="hold">
                            <p:stCondLst>
                              <p:cond delay="1000"/>
                            </p:stCondLst>
                            <p:childTnLst>
                              <p:par>
                                <p:cTn id="108" presetID="9" presetClass="entr" presetSubtype="0" fill="hold" grpId="0" nodeType="afterEffect">
                                  <p:stCondLst>
                                    <p:cond delay="0"/>
                                  </p:stCondLst>
                                  <p:childTnLst>
                                    <p:set>
                                      <p:cBhvr>
                                        <p:cTn id="109" dur="1" fill="hold">
                                          <p:stCondLst>
                                            <p:cond delay="0"/>
                                          </p:stCondLst>
                                        </p:cTn>
                                        <p:tgtEl>
                                          <p:spTgt spid="162"/>
                                        </p:tgtEl>
                                        <p:attrNameLst>
                                          <p:attrName>style.visibility</p:attrName>
                                        </p:attrNameLst>
                                      </p:cBhvr>
                                      <p:to>
                                        <p:strVal val="visible"/>
                                      </p:to>
                                    </p:set>
                                    <p:animEffect transition="in" filter="dissolve">
                                      <p:cBhvr>
                                        <p:cTn id="110" dur="500"/>
                                        <p:tgtEl>
                                          <p:spTgt spid="162"/>
                                        </p:tgtEl>
                                      </p:cBhvr>
                                    </p:animEffect>
                                  </p:childTnLst>
                                </p:cTn>
                              </p:par>
                            </p:childTnLst>
                          </p:cTn>
                        </p:par>
                        <p:par>
                          <p:cTn id="111" fill="hold">
                            <p:stCondLst>
                              <p:cond delay="1500"/>
                            </p:stCondLst>
                            <p:childTnLst>
                              <p:par>
                                <p:cTn id="112" presetID="9" presetClass="entr" presetSubtype="0" fill="hold" grpId="0" nodeType="afterEffect">
                                  <p:stCondLst>
                                    <p:cond delay="0"/>
                                  </p:stCondLst>
                                  <p:childTnLst>
                                    <p:set>
                                      <p:cBhvr>
                                        <p:cTn id="113" dur="1" fill="hold">
                                          <p:stCondLst>
                                            <p:cond delay="0"/>
                                          </p:stCondLst>
                                        </p:cTn>
                                        <p:tgtEl>
                                          <p:spTgt spid="163"/>
                                        </p:tgtEl>
                                        <p:attrNameLst>
                                          <p:attrName>style.visibility</p:attrName>
                                        </p:attrNameLst>
                                      </p:cBhvr>
                                      <p:to>
                                        <p:strVal val="visible"/>
                                      </p:to>
                                    </p:set>
                                    <p:animEffect transition="in" filter="dissolve">
                                      <p:cBhvr>
                                        <p:cTn id="114" dur="500"/>
                                        <p:tgtEl>
                                          <p:spTgt spid="163"/>
                                        </p:tgtEl>
                                      </p:cBhvr>
                                    </p:animEffect>
                                  </p:childTnLst>
                                </p:cTn>
                              </p:par>
                            </p:childTnLst>
                          </p:cTn>
                        </p:par>
                        <p:par>
                          <p:cTn id="115" fill="hold">
                            <p:stCondLst>
                              <p:cond delay="2000"/>
                            </p:stCondLst>
                            <p:childTnLst>
                              <p:par>
                                <p:cTn id="116" presetID="9" presetClass="entr" presetSubtype="0" fill="hold" grpId="0" nodeType="afterEffect">
                                  <p:stCondLst>
                                    <p:cond delay="0"/>
                                  </p:stCondLst>
                                  <p:childTnLst>
                                    <p:set>
                                      <p:cBhvr>
                                        <p:cTn id="117" dur="1" fill="hold">
                                          <p:stCondLst>
                                            <p:cond delay="0"/>
                                          </p:stCondLst>
                                        </p:cTn>
                                        <p:tgtEl>
                                          <p:spTgt spid="164"/>
                                        </p:tgtEl>
                                        <p:attrNameLst>
                                          <p:attrName>style.visibility</p:attrName>
                                        </p:attrNameLst>
                                      </p:cBhvr>
                                      <p:to>
                                        <p:strVal val="visible"/>
                                      </p:to>
                                    </p:set>
                                    <p:animEffect transition="in" filter="dissolve">
                                      <p:cBhvr>
                                        <p:cTn id="118" dur="500"/>
                                        <p:tgtEl>
                                          <p:spTgt spid="164"/>
                                        </p:tgtEl>
                                      </p:cBhvr>
                                    </p:animEffect>
                                  </p:childTnLst>
                                </p:cTn>
                              </p:par>
                            </p:childTnLst>
                          </p:cTn>
                        </p:par>
                        <p:par>
                          <p:cTn id="119" fill="hold">
                            <p:stCondLst>
                              <p:cond delay="2500"/>
                            </p:stCondLst>
                            <p:childTnLst>
                              <p:par>
                                <p:cTn id="120" presetID="9" presetClass="entr" presetSubtype="0" fill="hold" grpId="0" nodeType="afterEffect">
                                  <p:stCondLst>
                                    <p:cond delay="0"/>
                                  </p:stCondLst>
                                  <p:childTnLst>
                                    <p:set>
                                      <p:cBhvr>
                                        <p:cTn id="121" dur="1" fill="hold">
                                          <p:stCondLst>
                                            <p:cond delay="0"/>
                                          </p:stCondLst>
                                        </p:cTn>
                                        <p:tgtEl>
                                          <p:spTgt spid="165"/>
                                        </p:tgtEl>
                                        <p:attrNameLst>
                                          <p:attrName>style.visibility</p:attrName>
                                        </p:attrNameLst>
                                      </p:cBhvr>
                                      <p:to>
                                        <p:strVal val="visible"/>
                                      </p:to>
                                    </p:set>
                                    <p:animEffect transition="in" filter="dissolve">
                                      <p:cBhvr>
                                        <p:cTn id="122" dur="500"/>
                                        <p:tgtEl>
                                          <p:spTgt spid="165"/>
                                        </p:tgtEl>
                                      </p:cBhvr>
                                    </p:animEffect>
                                  </p:childTnLst>
                                </p:cTn>
                              </p:par>
                            </p:childTnLst>
                          </p:cTn>
                        </p:par>
                        <p:par>
                          <p:cTn id="123" fill="hold">
                            <p:stCondLst>
                              <p:cond delay="3000"/>
                            </p:stCondLst>
                            <p:childTnLst>
                              <p:par>
                                <p:cTn id="124" presetID="9" presetClass="entr" presetSubtype="0" fill="hold" grpId="0" nodeType="afterEffect">
                                  <p:stCondLst>
                                    <p:cond delay="0"/>
                                  </p:stCondLst>
                                  <p:childTnLst>
                                    <p:set>
                                      <p:cBhvr>
                                        <p:cTn id="125" dur="1" fill="hold">
                                          <p:stCondLst>
                                            <p:cond delay="0"/>
                                          </p:stCondLst>
                                        </p:cTn>
                                        <p:tgtEl>
                                          <p:spTgt spid="166"/>
                                        </p:tgtEl>
                                        <p:attrNameLst>
                                          <p:attrName>style.visibility</p:attrName>
                                        </p:attrNameLst>
                                      </p:cBhvr>
                                      <p:to>
                                        <p:strVal val="visible"/>
                                      </p:to>
                                    </p:set>
                                    <p:animEffect transition="in" filter="dissolve">
                                      <p:cBhvr>
                                        <p:cTn id="126" dur="500"/>
                                        <p:tgtEl>
                                          <p:spTgt spid="166"/>
                                        </p:tgtEl>
                                      </p:cBhvr>
                                    </p:animEffect>
                                  </p:childTnLst>
                                </p:cTn>
                              </p:par>
                            </p:childTnLst>
                          </p:cTn>
                        </p:par>
                        <p:par>
                          <p:cTn id="127" fill="hold">
                            <p:stCondLst>
                              <p:cond delay="3500"/>
                            </p:stCondLst>
                            <p:childTnLst>
                              <p:par>
                                <p:cTn id="128" presetID="9" presetClass="entr" presetSubtype="0" fill="hold" grpId="0" nodeType="afterEffect">
                                  <p:stCondLst>
                                    <p:cond delay="0"/>
                                  </p:stCondLst>
                                  <p:childTnLst>
                                    <p:set>
                                      <p:cBhvr>
                                        <p:cTn id="129" dur="1" fill="hold">
                                          <p:stCondLst>
                                            <p:cond delay="0"/>
                                          </p:stCondLst>
                                        </p:cTn>
                                        <p:tgtEl>
                                          <p:spTgt spid="167"/>
                                        </p:tgtEl>
                                        <p:attrNameLst>
                                          <p:attrName>style.visibility</p:attrName>
                                        </p:attrNameLst>
                                      </p:cBhvr>
                                      <p:to>
                                        <p:strVal val="visible"/>
                                      </p:to>
                                    </p:set>
                                    <p:animEffect transition="in" filter="dissolve">
                                      <p:cBhvr>
                                        <p:cTn id="130" dur="500"/>
                                        <p:tgtEl>
                                          <p:spTgt spid="167"/>
                                        </p:tgtEl>
                                      </p:cBhvr>
                                    </p:animEffect>
                                  </p:childTnLst>
                                </p:cTn>
                              </p:par>
                            </p:childTnLst>
                          </p:cTn>
                        </p:par>
                      </p:childTnLst>
                    </p:cTn>
                  </p:par>
                  <p:par>
                    <p:cTn id="131" fill="hold">
                      <p:stCondLst>
                        <p:cond delay="indefinite"/>
                      </p:stCondLst>
                      <p:childTnLst>
                        <p:par>
                          <p:cTn id="132" fill="hold">
                            <p:stCondLst>
                              <p:cond delay="0"/>
                            </p:stCondLst>
                            <p:childTnLst>
                              <p:par>
                                <p:cTn id="133" presetID="23" presetClass="entr" presetSubtype="16" fill="hold" grpId="0" nodeType="clickEffect" nodePh="1">
                                  <p:stCondLst>
                                    <p:cond delay="0"/>
                                  </p:stCondLst>
                                  <p:endCondLst>
                                    <p:cond evt="begin" delay="0">
                                      <p:tn val="133"/>
                                    </p:cond>
                                  </p:endCondLst>
                                  <p:childTnLst>
                                    <p:set>
                                      <p:cBhvr>
                                        <p:cTn id="134" dur="1" fill="hold">
                                          <p:stCondLst>
                                            <p:cond delay="0"/>
                                          </p:stCondLst>
                                        </p:cTn>
                                        <p:tgtEl>
                                          <p:spTgt spid="168"/>
                                        </p:tgtEl>
                                        <p:attrNameLst>
                                          <p:attrName>style.visibility</p:attrName>
                                        </p:attrNameLst>
                                      </p:cBhvr>
                                      <p:to>
                                        <p:strVal val="visible"/>
                                      </p:to>
                                    </p:set>
                                    <p:anim calcmode="lin" valueType="num">
                                      <p:cBhvr>
                                        <p:cTn id="135" dur="500" fill="hold"/>
                                        <p:tgtEl>
                                          <p:spTgt spid="168"/>
                                        </p:tgtEl>
                                        <p:attrNameLst>
                                          <p:attrName>ppt_w</p:attrName>
                                        </p:attrNameLst>
                                      </p:cBhvr>
                                      <p:tavLst>
                                        <p:tav tm="0">
                                          <p:val>
                                            <p:fltVal val="0"/>
                                          </p:val>
                                        </p:tav>
                                        <p:tav tm="100000">
                                          <p:val>
                                            <p:strVal val="#ppt_w"/>
                                          </p:val>
                                        </p:tav>
                                      </p:tavLst>
                                    </p:anim>
                                    <p:anim calcmode="lin" valueType="num">
                                      <p:cBhvr>
                                        <p:cTn id="136" dur="500" fill="hold"/>
                                        <p:tgtEl>
                                          <p:spTgt spid="168"/>
                                        </p:tgtEl>
                                        <p:attrNameLst>
                                          <p:attrName>ppt_h</p:attrName>
                                        </p:attrNameLst>
                                      </p:cBhvr>
                                      <p:tavLst>
                                        <p:tav tm="0">
                                          <p:val>
                                            <p:fltVal val="0"/>
                                          </p:val>
                                        </p:tav>
                                        <p:tav tm="100000">
                                          <p:val>
                                            <p:strVal val="#ppt_h"/>
                                          </p:val>
                                        </p:tav>
                                      </p:tavLst>
                                    </p:anim>
                                  </p:childTnLst>
                                </p:cTn>
                              </p:par>
                            </p:childTnLst>
                          </p:cTn>
                        </p:par>
                        <p:par>
                          <p:cTn id="137" fill="hold">
                            <p:stCondLst>
                              <p:cond delay="500"/>
                            </p:stCondLst>
                            <p:childTnLst>
                              <p:par>
                                <p:cTn id="138" presetID="22" presetClass="entr" presetSubtype="2" fill="hold" nodeType="afterEffect">
                                  <p:stCondLst>
                                    <p:cond delay="0"/>
                                  </p:stCondLst>
                                  <p:childTnLst>
                                    <p:set>
                                      <p:cBhvr>
                                        <p:cTn id="139" dur="1" fill="hold">
                                          <p:stCondLst>
                                            <p:cond delay="0"/>
                                          </p:stCondLst>
                                        </p:cTn>
                                        <p:tgtEl>
                                          <p:spTgt spid="169"/>
                                        </p:tgtEl>
                                        <p:attrNameLst>
                                          <p:attrName>style.visibility</p:attrName>
                                        </p:attrNameLst>
                                      </p:cBhvr>
                                      <p:to>
                                        <p:strVal val="visible"/>
                                      </p:to>
                                    </p:set>
                                    <p:animEffect transition="in" filter="wipe(right)">
                                      <p:cBhvr>
                                        <p:cTn id="140" dur="500"/>
                                        <p:tgtEl>
                                          <p:spTgt spid="169"/>
                                        </p:tgtEl>
                                      </p:cBhvr>
                                    </p:animEffect>
                                  </p:childTnLst>
                                </p:cTn>
                              </p:par>
                            </p:childTnLst>
                          </p:cTn>
                        </p:par>
                        <p:par>
                          <p:cTn id="141" fill="hold">
                            <p:stCondLst>
                              <p:cond delay="1000"/>
                            </p:stCondLst>
                            <p:childTnLst>
                              <p:par>
                                <p:cTn id="142" presetID="22" presetClass="entr" presetSubtype="8" fill="hold" nodeType="afterEffect">
                                  <p:stCondLst>
                                    <p:cond delay="0"/>
                                  </p:stCondLst>
                                  <p:childTnLst>
                                    <p:set>
                                      <p:cBhvr>
                                        <p:cTn id="143" dur="1" fill="hold">
                                          <p:stCondLst>
                                            <p:cond delay="0"/>
                                          </p:stCondLst>
                                        </p:cTn>
                                        <p:tgtEl>
                                          <p:spTgt spid="170"/>
                                        </p:tgtEl>
                                        <p:attrNameLst>
                                          <p:attrName>style.visibility</p:attrName>
                                        </p:attrNameLst>
                                      </p:cBhvr>
                                      <p:to>
                                        <p:strVal val="visible"/>
                                      </p:to>
                                    </p:set>
                                    <p:animEffect transition="in" filter="wipe(left)">
                                      <p:cBhvr>
                                        <p:cTn id="144" dur="500"/>
                                        <p:tgtEl>
                                          <p:spTgt spid="170"/>
                                        </p:tgtEl>
                                      </p:cBhvr>
                                    </p:animEffect>
                                  </p:childTnLst>
                                </p:cTn>
                              </p:par>
                            </p:childTnLst>
                          </p:cTn>
                        </p:par>
                        <p:par>
                          <p:cTn id="145" fill="hold">
                            <p:stCondLst>
                              <p:cond delay="1500"/>
                            </p:stCondLst>
                            <p:childTnLst>
                              <p:par>
                                <p:cTn id="146" presetID="22" presetClass="entr" presetSubtype="8" fill="hold" nodeType="afterEffect">
                                  <p:stCondLst>
                                    <p:cond delay="0"/>
                                  </p:stCondLst>
                                  <p:childTnLst>
                                    <p:set>
                                      <p:cBhvr>
                                        <p:cTn id="147" dur="1" fill="hold">
                                          <p:stCondLst>
                                            <p:cond delay="0"/>
                                          </p:stCondLst>
                                        </p:cTn>
                                        <p:tgtEl>
                                          <p:spTgt spid="194"/>
                                        </p:tgtEl>
                                        <p:attrNameLst>
                                          <p:attrName>style.visibility</p:attrName>
                                        </p:attrNameLst>
                                      </p:cBhvr>
                                      <p:to>
                                        <p:strVal val="visible"/>
                                      </p:to>
                                    </p:set>
                                    <p:animEffect transition="in" filter="wipe(left)">
                                      <p:cBhvr>
                                        <p:cTn id="148" dur="500"/>
                                        <p:tgtEl>
                                          <p:spTgt spid="194"/>
                                        </p:tgtEl>
                                      </p:cBhvr>
                                    </p:animEffect>
                                  </p:childTnLst>
                                </p:cTn>
                              </p:par>
                            </p:childTnLst>
                          </p:cTn>
                        </p:par>
                        <p:par>
                          <p:cTn id="149" fill="hold">
                            <p:stCondLst>
                              <p:cond delay="2000"/>
                            </p:stCondLst>
                            <p:childTnLst>
                              <p:par>
                                <p:cTn id="150" presetID="22" presetClass="entr" presetSubtype="8" fill="hold" nodeType="afterEffect">
                                  <p:stCondLst>
                                    <p:cond delay="0"/>
                                  </p:stCondLst>
                                  <p:childTnLst>
                                    <p:set>
                                      <p:cBhvr>
                                        <p:cTn id="151" dur="1" fill="hold">
                                          <p:stCondLst>
                                            <p:cond delay="0"/>
                                          </p:stCondLst>
                                        </p:cTn>
                                        <p:tgtEl>
                                          <p:spTgt spid="195"/>
                                        </p:tgtEl>
                                        <p:attrNameLst>
                                          <p:attrName>style.visibility</p:attrName>
                                        </p:attrNameLst>
                                      </p:cBhvr>
                                      <p:to>
                                        <p:strVal val="visible"/>
                                      </p:to>
                                    </p:set>
                                    <p:animEffect transition="in" filter="wipe(left)">
                                      <p:cBhvr>
                                        <p:cTn id="152" dur="500"/>
                                        <p:tgtEl>
                                          <p:spTgt spid="195"/>
                                        </p:tgtEl>
                                      </p:cBhvr>
                                    </p:animEffect>
                                  </p:childTnLst>
                                </p:cTn>
                              </p:par>
                            </p:childTnLst>
                          </p:cTn>
                        </p:par>
                        <p:par>
                          <p:cTn id="153" fill="hold">
                            <p:stCondLst>
                              <p:cond delay="2500"/>
                            </p:stCondLst>
                            <p:childTnLst>
                              <p:par>
                                <p:cTn id="154" presetID="22" presetClass="entr" presetSubtype="8" fill="hold" nodeType="afterEffect">
                                  <p:stCondLst>
                                    <p:cond delay="0"/>
                                  </p:stCondLst>
                                  <p:childTnLst>
                                    <p:set>
                                      <p:cBhvr>
                                        <p:cTn id="155" dur="1" fill="hold">
                                          <p:stCondLst>
                                            <p:cond delay="0"/>
                                          </p:stCondLst>
                                        </p:cTn>
                                        <p:tgtEl>
                                          <p:spTgt spid="196"/>
                                        </p:tgtEl>
                                        <p:attrNameLst>
                                          <p:attrName>style.visibility</p:attrName>
                                        </p:attrNameLst>
                                      </p:cBhvr>
                                      <p:to>
                                        <p:strVal val="visible"/>
                                      </p:to>
                                    </p:set>
                                    <p:animEffect transition="in" filter="wipe(left)">
                                      <p:cBhvr>
                                        <p:cTn id="156" dur="500"/>
                                        <p:tgtEl>
                                          <p:spTgt spid="196"/>
                                        </p:tgtEl>
                                      </p:cBhvr>
                                    </p:animEffect>
                                  </p:childTnLst>
                                </p:cTn>
                              </p:par>
                            </p:childTnLst>
                          </p:cTn>
                        </p:par>
                      </p:childTnLst>
                    </p:cTn>
                  </p:par>
                  <p:par>
                    <p:cTn id="157" fill="hold">
                      <p:stCondLst>
                        <p:cond delay="indefinite"/>
                      </p:stCondLst>
                      <p:childTnLst>
                        <p:par>
                          <p:cTn id="158" fill="hold">
                            <p:stCondLst>
                              <p:cond delay="0"/>
                            </p:stCondLst>
                            <p:childTnLst>
                              <p:par>
                                <p:cTn id="159" presetID="23" presetClass="entr" presetSubtype="16" fill="hold" nodeType="clickEffect">
                                  <p:stCondLst>
                                    <p:cond delay="0"/>
                                  </p:stCondLst>
                                  <p:childTnLst>
                                    <p:set>
                                      <p:cBhvr>
                                        <p:cTn id="160" dur="1" fill="hold">
                                          <p:stCondLst>
                                            <p:cond delay="0"/>
                                          </p:stCondLst>
                                        </p:cTn>
                                        <p:tgtEl>
                                          <p:spTgt spid="171"/>
                                        </p:tgtEl>
                                        <p:attrNameLst>
                                          <p:attrName>style.visibility</p:attrName>
                                        </p:attrNameLst>
                                      </p:cBhvr>
                                      <p:to>
                                        <p:strVal val="visible"/>
                                      </p:to>
                                    </p:set>
                                    <p:anim calcmode="lin" valueType="num">
                                      <p:cBhvr>
                                        <p:cTn id="161" dur="500" fill="hold"/>
                                        <p:tgtEl>
                                          <p:spTgt spid="171"/>
                                        </p:tgtEl>
                                        <p:attrNameLst>
                                          <p:attrName>ppt_w</p:attrName>
                                        </p:attrNameLst>
                                      </p:cBhvr>
                                      <p:tavLst>
                                        <p:tav tm="0">
                                          <p:val>
                                            <p:fltVal val="0"/>
                                          </p:val>
                                        </p:tav>
                                        <p:tav tm="100000">
                                          <p:val>
                                            <p:strVal val="#ppt_w"/>
                                          </p:val>
                                        </p:tav>
                                      </p:tavLst>
                                    </p:anim>
                                    <p:anim calcmode="lin" valueType="num">
                                      <p:cBhvr>
                                        <p:cTn id="162" dur="500" fill="hold"/>
                                        <p:tgtEl>
                                          <p:spTgt spid="171"/>
                                        </p:tgtEl>
                                        <p:attrNameLst>
                                          <p:attrName>ppt_h</p:attrName>
                                        </p:attrNameLst>
                                      </p:cBhvr>
                                      <p:tavLst>
                                        <p:tav tm="0">
                                          <p:val>
                                            <p:fltVal val="0"/>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176"/>
                                        </p:tgtEl>
                                        <p:attrNameLst>
                                          <p:attrName>style.visibility</p:attrName>
                                        </p:attrNameLst>
                                      </p:cBhvr>
                                      <p:to>
                                        <p:strVal val="visible"/>
                                      </p:to>
                                    </p:set>
                                    <p:animEffect transition="in" filter="wipe(left)">
                                      <p:cBhvr>
                                        <p:cTn id="167"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7" grpId="0" animBg="1"/>
      <p:bldP spid="88" grpId="0" autoUpdateAnimBg="0"/>
      <p:bldP spid="107" grpId="0" autoUpdateAnimBg="0"/>
      <p:bldP spid="120" grpId="0" autoUpdateAnimBg="0"/>
      <p:bldP spid="123" grpId="0" animBg="1"/>
      <p:bldP spid="129" grpId="0" animBg="1"/>
      <p:bldP spid="132" grpId="0" animBg="1"/>
      <p:bldP spid="160" grpId="0" autoUpdateAnimBg="0"/>
      <p:bldP spid="161" grpId="0" autoUpdateAnimBg="0"/>
      <p:bldP spid="162" grpId="0" autoUpdateAnimBg="0"/>
      <p:bldP spid="163" grpId="0" autoUpdateAnimBg="0"/>
      <p:bldP spid="164" grpId="0" autoUpdateAnimBg="0"/>
      <p:bldP spid="165" grpId="0" autoUpdateAnimBg="0"/>
      <p:bldP spid="166" grpId="0" autoUpdateAnimBg="0"/>
      <p:bldP spid="167" grpId="0" autoUpdateAnimBg="0"/>
      <p:bldP spid="168" grpId="0"/>
      <p:bldP spid="191" grpId="0"/>
      <p:bldP spid="97" grpId="0" animBg="1"/>
      <p:bldP spid="193" grpId="0" animBg="1"/>
      <p:bldP spid="103" grpId="0" animBg="1"/>
      <p:bldP spid="116" grpId="0" animBg="1"/>
      <p:bldP spid="113" grpId="0" animBg="1"/>
      <p:bldP spid="110" grpId="0" animBg="1"/>
      <p:bldP spid="126" grpId="0" animBg="1"/>
      <p:bldP spid="100" grpId="0" animBg="1"/>
      <p:bldP spid="106" grpId="0" animBg="1"/>
      <p:bldP spid="13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
            <a:extLst>
              <a:ext uri="{FF2B5EF4-FFF2-40B4-BE49-F238E27FC236}">
                <a16:creationId xmlns:a16="http://schemas.microsoft.com/office/drawing/2014/main" id="{23A9E928-9C18-4B77-B744-8C563EBBB54F}"/>
              </a:ext>
            </a:extLst>
          </p:cNvPr>
          <p:cNvGrpSpPr>
            <a:grpSpLocks/>
          </p:cNvGrpSpPr>
          <p:nvPr/>
        </p:nvGrpSpPr>
        <p:grpSpPr bwMode="auto">
          <a:xfrm>
            <a:off x="4822825" y="1746250"/>
            <a:ext cx="3387725" cy="2822575"/>
            <a:chOff x="3038" y="1276"/>
            <a:chExt cx="2134" cy="2263"/>
          </a:xfrm>
        </p:grpSpPr>
        <p:sp>
          <p:nvSpPr>
            <p:cNvPr id="3" name="Line 45">
              <a:extLst>
                <a:ext uri="{FF2B5EF4-FFF2-40B4-BE49-F238E27FC236}">
                  <a16:creationId xmlns:a16="http://schemas.microsoft.com/office/drawing/2014/main" id="{C1116241-E0F1-4AD0-8733-24D7949C6B6E}"/>
                </a:ext>
              </a:extLst>
            </p:cNvPr>
            <p:cNvSpPr>
              <a:spLocks noChangeShapeType="1"/>
            </p:cNvSpPr>
            <p:nvPr/>
          </p:nvSpPr>
          <p:spPr bwMode="auto">
            <a:xfrm>
              <a:off x="3038" y="1287"/>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Line 46">
              <a:extLst>
                <a:ext uri="{FF2B5EF4-FFF2-40B4-BE49-F238E27FC236}">
                  <a16:creationId xmlns:a16="http://schemas.microsoft.com/office/drawing/2014/main" id="{498FCCC8-75C3-48D7-A5E4-29D17B7EC2A7}"/>
                </a:ext>
              </a:extLst>
            </p:cNvPr>
            <p:cNvSpPr>
              <a:spLocks noChangeShapeType="1"/>
            </p:cNvSpPr>
            <p:nvPr/>
          </p:nvSpPr>
          <p:spPr bwMode="auto">
            <a:xfrm>
              <a:off x="3444" y="1276"/>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Line 47">
              <a:extLst>
                <a:ext uri="{FF2B5EF4-FFF2-40B4-BE49-F238E27FC236}">
                  <a16:creationId xmlns:a16="http://schemas.microsoft.com/office/drawing/2014/main" id="{E05259FD-CCEC-499E-9321-552FF976DBBA}"/>
                </a:ext>
              </a:extLst>
            </p:cNvPr>
            <p:cNvSpPr>
              <a:spLocks noChangeShapeType="1"/>
            </p:cNvSpPr>
            <p:nvPr/>
          </p:nvSpPr>
          <p:spPr bwMode="auto">
            <a:xfrm>
              <a:off x="3885" y="1287"/>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Line 48">
              <a:extLst>
                <a:ext uri="{FF2B5EF4-FFF2-40B4-BE49-F238E27FC236}">
                  <a16:creationId xmlns:a16="http://schemas.microsoft.com/office/drawing/2014/main" id="{92F2C284-4734-4B05-A8D2-6CB35D599CAD}"/>
                </a:ext>
              </a:extLst>
            </p:cNvPr>
            <p:cNvSpPr>
              <a:spLocks noChangeShapeType="1"/>
            </p:cNvSpPr>
            <p:nvPr/>
          </p:nvSpPr>
          <p:spPr bwMode="auto">
            <a:xfrm>
              <a:off x="4291" y="1276"/>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Line 49">
              <a:extLst>
                <a:ext uri="{FF2B5EF4-FFF2-40B4-BE49-F238E27FC236}">
                  <a16:creationId xmlns:a16="http://schemas.microsoft.com/office/drawing/2014/main" id="{7DD8FBE5-88DC-4AFD-BE4E-50601C0FFF46}"/>
                </a:ext>
              </a:extLst>
            </p:cNvPr>
            <p:cNvSpPr>
              <a:spLocks noChangeShapeType="1"/>
            </p:cNvSpPr>
            <p:nvPr/>
          </p:nvSpPr>
          <p:spPr bwMode="auto">
            <a:xfrm>
              <a:off x="4732" y="1287"/>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50">
              <a:extLst>
                <a:ext uri="{FF2B5EF4-FFF2-40B4-BE49-F238E27FC236}">
                  <a16:creationId xmlns:a16="http://schemas.microsoft.com/office/drawing/2014/main" id="{644C5C56-8174-4261-92EB-A74872C464E5}"/>
                </a:ext>
              </a:extLst>
            </p:cNvPr>
            <p:cNvSpPr>
              <a:spLocks noChangeShapeType="1"/>
            </p:cNvSpPr>
            <p:nvPr/>
          </p:nvSpPr>
          <p:spPr bwMode="auto">
            <a:xfrm>
              <a:off x="5172" y="1287"/>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51">
              <a:extLst>
                <a:ext uri="{FF2B5EF4-FFF2-40B4-BE49-F238E27FC236}">
                  <a16:creationId xmlns:a16="http://schemas.microsoft.com/office/drawing/2014/main" id="{8A3538C3-4612-4A80-93A3-D884CB25B40D}"/>
                </a:ext>
              </a:extLst>
            </p:cNvPr>
            <p:cNvSpPr>
              <a:spLocks noChangeShapeType="1"/>
            </p:cNvSpPr>
            <p:nvPr/>
          </p:nvSpPr>
          <p:spPr bwMode="auto">
            <a:xfrm>
              <a:off x="3186" y="1301"/>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52">
              <a:extLst>
                <a:ext uri="{FF2B5EF4-FFF2-40B4-BE49-F238E27FC236}">
                  <a16:creationId xmlns:a16="http://schemas.microsoft.com/office/drawing/2014/main" id="{6CB1BBDA-A3CA-41C0-B140-CD4A0A438797}"/>
                </a:ext>
              </a:extLst>
            </p:cNvPr>
            <p:cNvSpPr>
              <a:spLocks noChangeShapeType="1"/>
            </p:cNvSpPr>
            <p:nvPr/>
          </p:nvSpPr>
          <p:spPr bwMode="auto">
            <a:xfrm>
              <a:off x="4078" y="1314"/>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53">
              <a:extLst>
                <a:ext uri="{FF2B5EF4-FFF2-40B4-BE49-F238E27FC236}">
                  <a16:creationId xmlns:a16="http://schemas.microsoft.com/office/drawing/2014/main" id="{91AAF038-EA74-443E-944F-294B0FCEBB82}"/>
                </a:ext>
              </a:extLst>
            </p:cNvPr>
            <p:cNvSpPr>
              <a:spLocks noChangeShapeType="1"/>
            </p:cNvSpPr>
            <p:nvPr/>
          </p:nvSpPr>
          <p:spPr bwMode="auto">
            <a:xfrm>
              <a:off x="4948" y="1337"/>
              <a:ext cx="0" cy="220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2" name="Group 54">
            <a:extLst>
              <a:ext uri="{FF2B5EF4-FFF2-40B4-BE49-F238E27FC236}">
                <a16:creationId xmlns:a16="http://schemas.microsoft.com/office/drawing/2014/main" id="{63C72A65-8DAD-4D4C-A2FF-FF4925558320}"/>
              </a:ext>
            </a:extLst>
          </p:cNvPr>
          <p:cNvGrpSpPr>
            <a:grpSpLocks/>
          </p:cNvGrpSpPr>
          <p:nvPr/>
        </p:nvGrpSpPr>
        <p:grpSpPr bwMode="auto">
          <a:xfrm>
            <a:off x="3514725" y="1281113"/>
            <a:ext cx="5199063" cy="1952625"/>
            <a:chOff x="2214" y="983"/>
            <a:chExt cx="3275" cy="1230"/>
          </a:xfrm>
        </p:grpSpPr>
        <p:sp>
          <p:nvSpPr>
            <p:cNvPr id="13" name="Freeform 55">
              <a:extLst>
                <a:ext uri="{FF2B5EF4-FFF2-40B4-BE49-F238E27FC236}">
                  <a16:creationId xmlns:a16="http://schemas.microsoft.com/office/drawing/2014/main" id="{4D0B8F27-C56E-46CF-AD8E-9ECE57C86B64}"/>
                </a:ext>
              </a:extLst>
            </p:cNvPr>
            <p:cNvSpPr>
              <a:spLocks/>
            </p:cNvSpPr>
            <p:nvPr/>
          </p:nvSpPr>
          <p:spPr bwMode="auto">
            <a:xfrm>
              <a:off x="2586" y="983"/>
              <a:ext cx="2903" cy="282"/>
            </a:xfrm>
            <a:custGeom>
              <a:avLst/>
              <a:gdLst>
                <a:gd name="T0" fmla="*/ 0 w 2903"/>
                <a:gd name="T1" fmla="*/ 282 h 282"/>
                <a:gd name="T2" fmla="*/ 452 w 2903"/>
                <a:gd name="T3" fmla="*/ 282 h 282"/>
                <a:gd name="T4" fmla="*/ 452 w 2903"/>
                <a:gd name="T5" fmla="*/ 0 h 282"/>
                <a:gd name="T6" fmla="*/ 870 w 2903"/>
                <a:gd name="T7" fmla="*/ 0 h 282"/>
                <a:gd name="T8" fmla="*/ 870 w 2903"/>
                <a:gd name="T9" fmla="*/ 282 h 282"/>
                <a:gd name="T10" fmla="*/ 1299 w 2903"/>
                <a:gd name="T11" fmla="*/ 282 h 282"/>
                <a:gd name="T12" fmla="*/ 1299 w 2903"/>
                <a:gd name="T13" fmla="*/ 0 h 282"/>
                <a:gd name="T14" fmla="*/ 1717 w 2903"/>
                <a:gd name="T15" fmla="*/ 0 h 282"/>
                <a:gd name="T16" fmla="*/ 1717 w 2903"/>
                <a:gd name="T17" fmla="*/ 282 h 282"/>
                <a:gd name="T18" fmla="*/ 2146 w 2903"/>
                <a:gd name="T19" fmla="*/ 282 h 282"/>
                <a:gd name="T20" fmla="*/ 2146 w 2903"/>
                <a:gd name="T21" fmla="*/ 0 h 282"/>
                <a:gd name="T22" fmla="*/ 2587 w 2903"/>
                <a:gd name="T23" fmla="*/ 0 h 282"/>
                <a:gd name="T24" fmla="*/ 2587 w 2903"/>
                <a:gd name="T25" fmla="*/ 282 h 282"/>
                <a:gd name="T26" fmla="*/ 2903 w 2903"/>
                <a:gd name="T27" fmla="*/ 282 h 28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03" h="282">
                  <a:moveTo>
                    <a:pt x="0" y="282"/>
                  </a:moveTo>
                  <a:lnTo>
                    <a:pt x="452" y="282"/>
                  </a:lnTo>
                  <a:lnTo>
                    <a:pt x="452" y="0"/>
                  </a:lnTo>
                  <a:lnTo>
                    <a:pt x="870" y="0"/>
                  </a:lnTo>
                  <a:lnTo>
                    <a:pt x="870" y="282"/>
                  </a:lnTo>
                  <a:lnTo>
                    <a:pt x="1299" y="282"/>
                  </a:lnTo>
                  <a:lnTo>
                    <a:pt x="1299" y="0"/>
                  </a:lnTo>
                  <a:lnTo>
                    <a:pt x="1717" y="0"/>
                  </a:lnTo>
                  <a:lnTo>
                    <a:pt x="1717" y="282"/>
                  </a:lnTo>
                  <a:lnTo>
                    <a:pt x="2146" y="282"/>
                  </a:lnTo>
                  <a:lnTo>
                    <a:pt x="2146" y="0"/>
                  </a:lnTo>
                  <a:lnTo>
                    <a:pt x="2587" y="0"/>
                  </a:lnTo>
                  <a:lnTo>
                    <a:pt x="2587" y="282"/>
                  </a:lnTo>
                  <a:lnTo>
                    <a:pt x="2903" y="28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Freeform 56">
              <a:extLst>
                <a:ext uri="{FF2B5EF4-FFF2-40B4-BE49-F238E27FC236}">
                  <a16:creationId xmlns:a16="http://schemas.microsoft.com/office/drawing/2014/main" id="{3BC899CB-5CE8-46E2-99FB-04064BF2EB07}"/>
                </a:ext>
              </a:extLst>
            </p:cNvPr>
            <p:cNvSpPr>
              <a:spLocks/>
            </p:cNvSpPr>
            <p:nvPr/>
          </p:nvSpPr>
          <p:spPr bwMode="auto">
            <a:xfrm>
              <a:off x="2586" y="1412"/>
              <a:ext cx="2903" cy="282"/>
            </a:xfrm>
            <a:custGeom>
              <a:avLst/>
              <a:gdLst>
                <a:gd name="T0" fmla="*/ 0 w 2903"/>
                <a:gd name="T1" fmla="*/ 282 h 282"/>
                <a:gd name="T2" fmla="*/ 238 w 2903"/>
                <a:gd name="T3" fmla="*/ 282 h 282"/>
                <a:gd name="T4" fmla="*/ 238 w 2903"/>
                <a:gd name="T5" fmla="*/ 0 h 282"/>
                <a:gd name="T6" fmla="*/ 610 w 2903"/>
                <a:gd name="T7" fmla="*/ 0 h 282"/>
                <a:gd name="T8" fmla="*/ 610 w 2903"/>
                <a:gd name="T9" fmla="*/ 282 h 282"/>
                <a:gd name="T10" fmla="*/ 1502 w 2903"/>
                <a:gd name="T11" fmla="*/ 282 h 282"/>
                <a:gd name="T12" fmla="*/ 1502 w 2903"/>
                <a:gd name="T13" fmla="*/ 0 h 282"/>
                <a:gd name="T14" fmla="*/ 2372 w 2903"/>
                <a:gd name="T15" fmla="*/ 0 h 282"/>
                <a:gd name="T16" fmla="*/ 2372 w 2903"/>
                <a:gd name="T17" fmla="*/ 282 h 282"/>
                <a:gd name="T18" fmla="*/ 2903 w 2903"/>
                <a:gd name="T19" fmla="*/ 282 h 2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03" h="282">
                  <a:moveTo>
                    <a:pt x="0" y="282"/>
                  </a:moveTo>
                  <a:lnTo>
                    <a:pt x="238" y="282"/>
                  </a:lnTo>
                  <a:lnTo>
                    <a:pt x="238" y="0"/>
                  </a:lnTo>
                  <a:lnTo>
                    <a:pt x="610" y="0"/>
                  </a:lnTo>
                  <a:lnTo>
                    <a:pt x="610" y="282"/>
                  </a:lnTo>
                  <a:lnTo>
                    <a:pt x="1502" y="282"/>
                  </a:lnTo>
                  <a:lnTo>
                    <a:pt x="1502" y="0"/>
                  </a:lnTo>
                  <a:lnTo>
                    <a:pt x="2372" y="0"/>
                  </a:lnTo>
                  <a:lnTo>
                    <a:pt x="2372" y="282"/>
                  </a:lnTo>
                  <a:lnTo>
                    <a:pt x="2903" y="28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Freeform 57">
              <a:extLst>
                <a:ext uri="{FF2B5EF4-FFF2-40B4-BE49-F238E27FC236}">
                  <a16:creationId xmlns:a16="http://schemas.microsoft.com/office/drawing/2014/main" id="{DF0063AA-C34E-459B-AA35-F2C9E5CB79DA}"/>
                </a:ext>
              </a:extLst>
            </p:cNvPr>
            <p:cNvSpPr>
              <a:spLocks/>
            </p:cNvSpPr>
            <p:nvPr/>
          </p:nvSpPr>
          <p:spPr bwMode="auto">
            <a:xfrm>
              <a:off x="2586" y="1830"/>
              <a:ext cx="2903" cy="282"/>
            </a:xfrm>
            <a:custGeom>
              <a:avLst/>
              <a:gdLst>
                <a:gd name="T0" fmla="*/ 0 w 2903"/>
                <a:gd name="T1" fmla="*/ 282 h 282"/>
                <a:gd name="T2" fmla="*/ 599 w 2903"/>
                <a:gd name="T3" fmla="*/ 282 h 282"/>
                <a:gd name="T4" fmla="*/ 599 w 2903"/>
                <a:gd name="T5" fmla="*/ 0 h 282"/>
                <a:gd name="T6" fmla="*/ 1491 w 2903"/>
                <a:gd name="T7" fmla="*/ 0 h 282"/>
                <a:gd name="T8" fmla="*/ 1491 w 2903"/>
                <a:gd name="T9" fmla="*/ 282 h 282"/>
                <a:gd name="T10" fmla="*/ 2361 w 2903"/>
                <a:gd name="T11" fmla="*/ 282 h 282"/>
                <a:gd name="T12" fmla="*/ 2361 w 2903"/>
                <a:gd name="T13" fmla="*/ 0 h 282"/>
                <a:gd name="T14" fmla="*/ 2903 w 2903"/>
                <a:gd name="T15" fmla="*/ 0 h 28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03" h="282">
                  <a:moveTo>
                    <a:pt x="0" y="282"/>
                  </a:moveTo>
                  <a:lnTo>
                    <a:pt x="599" y="282"/>
                  </a:lnTo>
                  <a:lnTo>
                    <a:pt x="599" y="0"/>
                  </a:lnTo>
                  <a:lnTo>
                    <a:pt x="1491" y="0"/>
                  </a:lnTo>
                  <a:lnTo>
                    <a:pt x="1491" y="282"/>
                  </a:lnTo>
                  <a:lnTo>
                    <a:pt x="2361" y="282"/>
                  </a:lnTo>
                  <a:lnTo>
                    <a:pt x="2361" y="0"/>
                  </a:lnTo>
                  <a:lnTo>
                    <a:pt x="290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Text Box 58">
              <a:extLst>
                <a:ext uri="{FF2B5EF4-FFF2-40B4-BE49-F238E27FC236}">
                  <a16:creationId xmlns:a16="http://schemas.microsoft.com/office/drawing/2014/main" id="{844BF993-A612-4F9B-B6D6-529DF2D297C2}"/>
                </a:ext>
              </a:extLst>
            </p:cNvPr>
            <p:cNvSpPr txBox="1">
              <a:spLocks noChangeArrowheads="1"/>
            </p:cNvSpPr>
            <p:nvPr/>
          </p:nvSpPr>
          <p:spPr bwMode="auto">
            <a:xfrm>
              <a:off x="2214" y="1072"/>
              <a:ext cx="46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7" name="Text Box 59">
              <a:extLst>
                <a:ext uri="{FF2B5EF4-FFF2-40B4-BE49-F238E27FC236}">
                  <a16:creationId xmlns:a16="http://schemas.microsoft.com/office/drawing/2014/main" id="{2319B654-9AC4-47A5-B310-48CE5BB455D5}"/>
                </a:ext>
              </a:extLst>
            </p:cNvPr>
            <p:cNvSpPr txBox="1">
              <a:spLocks noChangeArrowheads="1"/>
            </p:cNvSpPr>
            <p:nvPr/>
          </p:nvSpPr>
          <p:spPr bwMode="auto">
            <a:xfrm>
              <a:off x="2327" y="1513"/>
              <a:ext cx="46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18" name="Text Box 60">
              <a:extLst>
                <a:ext uri="{FF2B5EF4-FFF2-40B4-BE49-F238E27FC236}">
                  <a16:creationId xmlns:a16="http://schemas.microsoft.com/office/drawing/2014/main" id="{C8F526AC-4A38-4DF5-9CD9-3555AACA5546}"/>
                </a:ext>
              </a:extLst>
            </p:cNvPr>
            <p:cNvSpPr txBox="1">
              <a:spLocks noChangeArrowheads="1"/>
            </p:cNvSpPr>
            <p:nvPr/>
          </p:nvSpPr>
          <p:spPr bwMode="auto">
            <a:xfrm>
              <a:off x="2305" y="1886"/>
              <a:ext cx="33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grpSp>
      <p:grpSp>
        <p:nvGrpSpPr>
          <p:cNvPr id="19" name="Group 61">
            <a:extLst>
              <a:ext uri="{FF2B5EF4-FFF2-40B4-BE49-F238E27FC236}">
                <a16:creationId xmlns:a16="http://schemas.microsoft.com/office/drawing/2014/main" id="{83E8175D-A82C-49F7-80B3-40850B05187A}"/>
              </a:ext>
            </a:extLst>
          </p:cNvPr>
          <p:cNvGrpSpPr>
            <a:grpSpLocks/>
          </p:cNvGrpSpPr>
          <p:nvPr/>
        </p:nvGrpSpPr>
        <p:grpSpPr bwMode="auto">
          <a:xfrm>
            <a:off x="3263900" y="3436938"/>
            <a:ext cx="1571625" cy="519112"/>
            <a:chOff x="2056" y="2165"/>
            <a:chExt cx="990" cy="327"/>
          </a:xfrm>
        </p:grpSpPr>
        <p:sp>
          <p:nvSpPr>
            <p:cNvPr id="20" name="Line 62">
              <a:extLst>
                <a:ext uri="{FF2B5EF4-FFF2-40B4-BE49-F238E27FC236}">
                  <a16:creationId xmlns:a16="http://schemas.microsoft.com/office/drawing/2014/main" id="{76EBAE59-00A8-47E6-A955-1372B804B7C6}"/>
                </a:ext>
              </a:extLst>
            </p:cNvPr>
            <p:cNvSpPr>
              <a:spLocks noChangeShapeType="1"/>
            </p:cNvSpPr>
            <p:nvPr/>
          </p:nvSpPr>
          <p:spPr bwMode="auto">
            <a:xfrm flipV="1">
              <a:off x="2586" y="2377"/>
              <a:ext cx="460" cy="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Text Box 63">
              <a:extLst>
                <a:ext uri="{FF2B5EF4-FFF2-40B4-BE49-F238E27FC236}">
                  <a16:creationId xmlns:a16="http://schemas.microsoft.com/office/drawing/2014/main" id="{B1447EF9-3837-4564-9904-C3E3569C4BE1}"/>
                </a:ext>
              </a:extLst>
            </p:cNvPr>
            <p:cNvSpPr txBox="1">
              <a:spLocks noChangeArrowheads="1"/>
            </p:cNvSpPr>
            <p:nvPr/>
          </p:nvSpPr>
          <p:spPr bwMode="auto">
            <a:xfrm>
              <a:off x="2056" y="2165"/>
              <a:ext cx="66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22" name="Group 65">
            <a:extLst>
              <a:ext uri="{FF2B5EF4-FFF2-40B4-BE49-F238E27FC236}">
                <a16:creationId xmlns:a16="http://schemas.microsoft.com/office/drawing/2014/main" id="{31452E8E-8FE2-46D9-81DB-FF9AE009E804}"/>
              </a:ext>
            </a:extLst>
          </p:cNvPr>
          <p:cNvGrpSpPr>
            <a:grpSpLocks/>
          </p:cNvGrpSpPr>
          <p:nvPr/>
        </p:nvGrpSpPr>
        <p:grpSpPr bwMode="auto">
          <a:xfrm>
            <a:off x="3317875" y="4065588"/>
            <a:ext cx="2151063" cy="519112"/>
            <a:chOff x="2090" y="2737"/>
            <a:chExt cx="1355" cy="327"/>
          </a:xfrm>
        </p:grpSpPr>
        <p:sp>
          <p:nvSpPr>
            <p:cNvPr id="23" name="Text Box 66">
              <a:extLst>
                <a:ext uri="{FF2B5EF4-FFF2-40B4-BE49-F238E27FC236}">
                  <a16:creationId xmlns:a16="http://schemas.microsoft.com/office/drawing/2014/main" id="{D1DB4FF8-0A2F-43B7-B64F-A81F690D9EFF}"/>
                </a:ext>
              </a:extLst>
            </p:cNvPr>
            <p:cNvSpPr txBox="1">
              <a:spLocks noChangeArrowheads="1"/>
            </p:cNvSpPr>
            <p:nvPr/>
          </p:nvSpPr>
          <p:spPr bwMode="auto">
            <a:xfrm>
              <a:off x="2090" y="2737"/>
              <a:ext cx="66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Line 67">
              <a:extLst>
                <a:ext uri="{FF2B5EF4-FFF2-40B4-BE49-F238E27FC236}">
                  <a16:creationId xmlns:a16="http://schemas.microsoft.com/office/drawing/2014/main" id="{A54B54CE-5F87-4CD9-9115-346066783452}"/>
                </a:ext>
              </a:extLst>
            </p:cNvPr>
            <p:cNvSpPr>
              <a:spLocks noChangeShapeType="1"/>
            </p:cNvSpPr>
            <p:nvPr/>
          </p:nvSpPr>
          <p:spPr bwMode="auto">
            <a:xfrm>
              <a:off x="2586" y="2982"/>
              <a:ext cx="85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7" name="Freeform 80">
            <a:extLst>
              <a:ext uri="{FF2B5EF4-FFF2-40B4-BE49-F238E27FC236}">
                <a16:creationId xmlns:a16="http://schemas.microsoft.com/office/drawing/2014/main" id="{7090B884-9932-46BB-B527-BC0A85EFBCBF}"/>
              </a:ext>
            </a:extLst>
          </p:cNvPr>
          <p:cNvSpPr>
            <a:spLocks/>
          </p:cNvSpPr>
          <p:nvPr/>
        </p:nvSpPr>
        <p:spPr bwMode="auto">
          <a:xfrm>
            <a:off x="4822825" y="3324225"/>
            <a:ext cx="233363" cy="447675"/>
          </a:xfrm>
          <a:custGeom>
            <a:avLst/>
            <a:gdLst>
              <a:gd name="T0" fmla="*/ 0 w 147"/>
              <a:gd name="T1" fmla="*/ 2147483647 h 282"/>
              <a:gd name="T2" fmla="*/ 0 w 147"/>
              <a:gd name="T3" fmla="*/ 0 h 282"/>
              <a:gd name="T4" fmla="*/ 2147483647 w 147"/>
              <a:gd name="T5" fmla="*/ 0 h 282"/>
              <a:gd name="T6" fmla="*/ 0 60000 65536"/>
              <a:gd name="T7" fmla="*/ 0 60000 65536"/>
              <a:gd name="T8" fmla="*/ 0 60000 65536"/>
            </a:gdLst>
            <a:ahLst/>
            <a:cxnLst>
              <a:cxn ang="T6">
                <a:pos x="T0" y="T1"/>
              </a:cxn>
              <a:cxn ang="T7">
                <a:pos x="T2" y="T3"/>
              </a:cxn>
              <a:cxn ang="T8">
                <a:pos x="T4" y="T5"/>
              </a:cxn>
            </a:cxnLst>
            <a:rect l="0" t="0" r="r" b="b"/>
            <a:pathLst>
              <a:path w="147" h="282">
                <a:moveTo>
                  <a:pt x="0" y="282"/>
                </a:moveTo>
                <a:lnTo>
                  <a:pt x="0" y="0"/>
                </a:lnTo>
                <a:lnTo>
                  <a:pt x="14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87">
            <a:extLst>
              <a:ext uri="{FF2B5EF4-FFF2-40B4-BE49-F238E27FC236}">
                <a16:creationId xmlns:a16="http://schemas.microsoft.com/office/drawing/2014/main" id="{75963630-E311-4C95-9CE0-B5179F42380A}"/>
              </a:ext>
            </a:extLst>
          </p:cNvPr>
          <p:cNvSpPr>
            <a:spLocks noChangeShapeType="1"/>
          </p:cNvSpPr>
          <p:nvPr/>
        </p:nvSpPr>
        <p:spPr bwMode="auto">
          <a:xfrm>
            <a:off x="5056188" y="3324225"/>
            <a:ext cx="4127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88">
            <a:extLst>
              <a:ext uri="{FF2B5EF4-FFF2-40B4-BE49-F238E27FC236}">
                <a16:creationId xmlns:a16="http://schemas.microsoft.com/office/drawing/2014/main" id="{37277EF9-14D0-44A1-8AFF-ABA2BD396C2D}"/>
              </a:ext>
            </a:extLst>
          </p:cNvPr>
          <p:cNvSpPr>
            <a:spLocks noChangeShapeType="1"/>
          </p:cNvSpPr>
          <p:nvPr/>
        </p:nvSpPr>
        <p:spPr bwMode="auto">
          <a:xfrm>
            <a:off x="5468938" y="3324225"/>
            <a:ext cx="698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Freeform 89">
            <a:extLst>
              <a:ext uri="{FF2B5EF4-FFF2-40B4-BE49-F238E27FC236}">
                <a16:creationId xmlns:a16="http://schemas.microsoft.com/office/drawing/2014/main" id="{425F1AC9-9820-4DC1-94A3-33A76E5E9C87}"/>
              </a:ext>
            </a:extLst>
          </p:cNvPr>
          <p:cNvSpPr>
            <a:spLocks/>
          </p:cNvSpPr>
          <p:nvPr/>
        </p:nvSpPr>
        <p:spPr bwMode="auto">
          <a:xfrm>
            <a:off x="5468938" y="4005263"/>
            <a:ext cx="1344612" cy="449262"/>
          </a:xfrm>
          <a:custGeom>
            <a:avLst/>
            <a:gdLst>
              <a:gd name="T0" fmla="*/ 0 w 847"/>
              <a:gd name="T1" fmla="*/ 2147483647 h 283"/>
              <a:gd name="T2" fmla="*/ 0 w 847"/>
              <a:gd name="T3" fmla="*/ 0 h 283"/>
              <a:gd name="T4" fmla="*/ 2147483647 w 847"/>
              <a:gd name="T5" fmla="*/ 0 h 283"/>
              <a:gd name="T6" fmla="*/ 0 60000 65536"/>
              <a:gd name="T7" fmla="*/ 0 60000 65536"/>
              <a:gd name="T8" fmla="*/ 0 60000 65536"/>
            </a:gdLst>
            <a:ahLst/>
            <a:cxnLst>
              <a:cxn ang="T6">
                <a:pos x="T0" y="T1"/>
              </a:cxn>
              <a:cxn ang="T7">
                <a:pos x="T2" y="T3"/>
              </a:cxn>
              <a:cxn ang="T8">
                <a:pos x="T4" y="T5"/>
              </a:cxn>
            </a:cxnLst>
            <a:rect l="0" t="0" r="r" b="b"/>
            <a:pathLst>
              <a:path w="847" h="283">
                <a:moveTo>
                  <a:pt x="0" y="283"/>
                </a:moveTo>
                <a:lnTo>
                  <a:pt x="0" y="0"/>
                </a:lnTo>
                <a:lnTo>
                  <a:pt x="84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Freeform 96">
            <a:extLst>
              <a:ext uri="{FF2B5EF4-FFF2-40B4-BE49-F238E27FC236}">
                <a16:creationId xmlns:a16="http://schemas.microsoft.com/office/drawing/2014/main" id="{00DB7E6C-99D8-4E8C-886A-B74F8560D899}"/>
              </a:ext>
            </a:extLst>
          </p:cNvPr>
          <p:cNvSpPr>
            <a:spLocks/>
          </p:cNvSpPr>
          <p:nvPr/>
        </p:nvSpPr>
        <p:spPr bwMode="auto">
          <a:xfrm>
            <a:off x="6167438" y="3324225"/>
            <a:ext cx="304800" cy="447675"/>
          </a:xfrm>
          <a:custGeom>
            <a:avLst/>
            <a:gdLst>
              <a:gd name="T0" fmla="*/ 0 w 192"/>
              <a:gd name="T1" fmla="*/ 0 h 282"/>
              <a:gd name="T2" fmla="*/ 0 w 192"/>
              <a:gd name="T3" fmla="*/ 2147483647 h 282"/>
              <a:gd name="T4" fmla="*/ 2147483647 w 192"/>
              <a:gd name="T5" fmla="*/ 2147483647 h 282"/>
              <a:gd name="T6" fmla="*/ 0 60000 65536"/>
              <a:gd name="T7" fmla="*/ 0 60000 65536"/>
              <a:gd name="T8" fmla="*/ 0 60000 65536"/>
            </a:gdLst>
            <a:ahLst/>
            <a:cxnLst>
              <a:cxn ang="T6">
                <a:pos x="T0" y="T1"/>
              </a:cxn>
              <a:cxn ang="T7">
                <a:pos x="T2" y="T3"/>
              </a:cxn>
              <a:cxn ang="T8">
                <a:pos x="T4" y="T5"/>
              </a:cxn>
            </a:cxnLst>
            <a:rect l="0" t="0" r="r" b="b"/>
            <a:pathLst>
              <a:path w="192" h="282">
                <a:moveTo>
                  <a:pt x="0" y="0"/>
                </a:moveTo>
                <a:lnTo>
                  <a:pt x="0" y="282"/>
                </a:lnTo>
                <a:lnTo>
                  <a:pt x="192" y="28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Line 106">
            <a:extLst>
              <a:ext uri="{FF2B5EF4-FFF2-40B4-BE49-F238E27FC236}">
                <a16:creationId xmlns:a16="http://schemas.microsoft.com/office/drawing/2014/main" id="{36D50223-A0A0-4C1A-A0AE-BA7FC6B73223}"/>
              </a:ext>
            </a:extLst>
          </p:cNvPr>
          <p:cNvSpPr>
            <a:spLocks noChangeShapeType="1"/>
          </p:cNvSpPr>
          <p:nvPr/>
        </p:nvSpPr>
        <p:spPr bwMode="auto">
          <a:xfrm>
            <a:off x="6472238" y="3771900"/>
            <a:ext cx="1039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Freeform 107">
            <a:extLst>
              <a:ext uri="{FF2B5EF4-FFF2-40B4-BE49-F238E27FC236}">
                <a16:creationId xmlns:a16="http://schemas.microsoft.com/office/drawing/2014/main" id="{3F14EC24-179D-4944-8385-A0023402D5EB}"/>
              </a:ext>
            </a:extLst>
          </p:cNvPr>
          <p:cNvSpPr>
            <a:spLocks/>
          </p:cNvSpPr>
          <p:nvPr/>
        </p:nvSpPr>
        <p:spPr bwMode="auto">
          <a:xfrm>
            <a:off x="6831013" y="4005263"/>
            <a:ext cx="1381125" cy="449262"/>
          </a:xfrm>
          <a:custGeom>
            <a:avLst/>
            <a:gdLst>
              <a:gd name="T0" fmla="*/ 0 w 870"/>
              <a:gd name="T1" fmla="*/ 0 h 283"/>
              <a:gd name="T2" fmla="*/ 0 w 870"/>
              <a:gd name="T3" fmla="*/ 2147483647 h 283"/>
              <a:gd name="T4" fmla="*/ 2147483647 w 870"/>
              <a:gd name="T5" fmla="*/ 2147483647 h 283"/>
              <a:gd name="T6" fmla="*/ 0 60000 65536"/>
              <a:gd name="T7" fmla="*/ 0 60000 65536"/>
              <a:gd name="T8" fmla="*/ 0 60000 65536"/>
            </a:gdLst>
            <a:ahLst/>
            <a:cxnLst>
              <a:cxn ang="T6">
                <a:pos x="T0" y="T1"/>
              </a:cxn>
              <a:cxn ang="T7">
                <a:pos x="T2" y="T3"/>
              </a:cxn>
              <a:cxn ang="T8">
                <a:pos x="T4" y="T5"/>
              </a:cxn>
            </a:cxnLst>
            <a:rect l="0" t="0" r="r" b="b"/>
            <a:pathLst>
              <a:path w="870" h="283">
                <a:moveTo>
                  <a:pt x="0" y="0"/>
                </a:moveTo>
                <a:lnTo>
                  <a:pt x="0" y="283"/>
                </a:lnTo>
                <a:lnTo>
                  <a:pt x="870" y="283"/>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Text Box 110">
            <a:extLst>
              <a:ext uri="{FF2B5EF4-FFF2-40B4-BE49-F238E27FC236}">
                <a16:creationId xmlns:a16="http://schemas.microsoft.com/office/drawing/2014/main" id="{2F5123C8-F388-4533-AD46-04ABA3FFBB6C}"/>
              </a:ext>
            </a:extLst>
          </p:cNvPr>
          <p:cNvSpPr txBox="1">
            <a:spLocks noChangeArrowheads="1"/>
          </p:cNvSpPr>
          <p:nvPr/>
        </p:nvSpPr>
        <p:spPr bwMode="auto">
          <a:xfrm>
            <a:off x="214986" y="2533305"/>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68" name="Freeform 111">
            <a:extLst>
              <a:ext uri="{FF2B5EF4-FFF2-40B4-BE49-F238E27FC236}">
                <a16:creationId xmlns:a16="http://schemas.microsoft.com/office/drawing/2014/main" id="{2D5FA028-A983-449F-BA33-334A7BA821C9}"/>
              </a:ext>
            </a:extLst>
          </p:cNvPr>
          <p:cNvSpPr>
            <a:spLocks/>
          </p:cNvSpPr>
          <p:nvPr/>
        </p:nvSpPr>
        <p:spPr bwMode="auto">
          <a:xfrm>
            <a:off x="7512050" y="3324225"/>
            <a:ext cx="1201738" cy="447675"/>
          </a:xfrm>
          <a:custGeom>
            <a:avLst/>
            <a:gdLst>
              <a:gd name="T0" fmla="*/ 0 w 757"/>
              <a:gd name="T1" fmla="*/ 2147483647 h 282"/>
              <a:gd name="T2" fmla="*/ 0 w 757"/>
              <a:gd name="T3" fmla="*/ 0 h 282"/>
              <a:gd name="T4" fmla="*/ 2147483647 w 757"/>
              <a:gd name="T5" fmla="*/ 0 h 282"/>
              <a:gd name="T6" fmla="*/ 0 60000 65536"/>
              <a:gd name="T7" fmla="*/ 0 60000 65536"/>
              <a:gd name="T8" fmla="*/ 0 60000 65536"/>
            </a:gdLst>
            <a:ahLst/>
            <a:cxnLst>
              <a:cxn ang="T6">
                <a:pos x="T0" y="T1"/>
              </a:cxn>
              <a:cxn ang="T7">
                <a:pos x="T2" y="T3"/>
              </a:cxn>
              <a:cxn ang="T8">
                <a:pos x="T4" y="T5"/>
              </a:cxn>
            </a:cxnLst>
            <a:rect l="0" t="0" r="r" b="b"/>
            <a:pathLst>
              <a:path w="757" h="282">
                <a:moveTo>
                  <a:pt x="0" y="282"/>
                </a:moveTo>
                <a:lnTo>
                  <a:pt x="0" y="0"/>
                </a:lnTo>
                <a:lnTo>
                  <a:pt x="75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Freeform 112">
            <a:extLst>
              <a:ext uri="{FF2B5EF4-FFF2-40B4-BE49-F238E27FC236}">
                <a16:creationId xmlns:a16="http://schemas.microsoft.com/office/drawing/2014/main" id="{66762817-F2BB-4B19-A770-CBB5DC07853B}"/>
              </a:ext>
            </a:extLst>
          </p:cNvPr>
          <p:cNvSpPr>
            <a:spLocks/>
          </p:cNvSpPr>
          <p:nvPr/>
        </p:nvSpPr>
        <p:spPr bwMode="auto">
          <a:xfrm>
            <a:off x="8212138" y="4005263"/>
            <a:ext cx="501650" cy="449262"/>
          </a:xfrm>
          <a:custGeom>
            <a:avLst/>
            <a:gdLst>
              <a:gd name="T0" fmla="*/ 0 w 316"/>
              <a:gd name="T1" fmla="*/ 2147483647 h 283"/>
              <a:gd name="T2" fmla="*/ 0 w 316"/>
              <a:gd name="T3" fmla="*/ 0 h 283"/>
              <a:gd name="T4" fmla="*/ 2147483647 w 316"/>
              <a:gd name="T5" fmla="*/ 0 h 283"/>
              <a:gd name="T6" fmla="*/ 0 60000 65536"/>
              <a:gd name="T7" fmla="*/ 0 60000 65536"/>
              <a:gd name="T8" fmla="*/ 0 60000 65536"/>
            </a:gdLst>
            <a:ahLst/>
            <a:cxnLst>
              <a:cxn ang="T6">
                <a:pos x="T0" y="T1"/>
              </a:cxn>
              <a:cxn ang="T7">
                <a:pos x="T2" y="T3"/>
              </a:cxn>
              <a:cxn ang="T8">
                <a:pos x="T4" y="T5"/>
              </a:cxn>
            </a:cxnLst>
            <a:rect l="0" t="0" r="r" b="b"/>
            <a:pathLst>
              <a:path w="316" h="283">
                <a:moveTo>
                  <a:pt x="0" y="283"/>
                </a:moveTo>
                <a:lnTo>
                  <a:pt x="0" y="0"/>
                </a:lnTo>
                <a:lnTo>
                  <a:pt x="31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70" name="Group 113">
            <a:extLst>
              <a:ext uri="{FF2B5EF4-FFF2-40B4-BE49-F238E27FC236}">
                <a16:creationId xmlns:a16="http://schemas.microsoft.com/office/drawing/2014/main" id="{04D4E915-0D09-4233-B078-8499ABAB467D}"/>
              </a:ext>
            </a:extLst>
          </p:cNvPr>
          <p:cNvGrpSpPr>
            <a:grpSpLocks/>
          </p:cNvGrpSpPr>
          <p:nvPr/>
        </p:nvGrpSpPr>
        <p:grpSpPr bwMode="auto">
          <a:xfrm>
            <a:off x="405448" y="5128260"/>
            <a:ext cx="8515350" cy="1355725"/>
            <a:chOff x="169" y="3240"/>
            <a:chExt cx="5364" cy="854"/>
          </a:xfrm>
        </p:grpSpPr>
        <p:sp>
          <p:nvSpPr>
            <p:cNvPr id="71" name="Rectangle 114" descr="小纸屑">
              <a:extLst>
                <a:ext uri="{FF2B5EF4-FFF2-40B4-BE49-F238E27FC236}">
                  <a16:creationId xmlns:a16="http://schemas.microsoft.com/office/drawing/2014/main" id="{1743057E-DE17-466D-8E9D-300DE15A5D64}"/>
                </a:ext>
              </a:extLst>
            </p:cNvPr>
            <p:cNvSpPr>
              <a:spLocks noChangeArrowheads="1"/>
            </p:cNvSpPr>
            <p:nvPr/>
          </p:nvSpPr>
          <p:spPr bwMode="auto">
            <a:xfrm>
              <a:off x="169" y="3240"/>
              <a:ext cx="5364" cy="854"/>
            </a:xfrm>
            <a:prstGeom prst="rect">
              <a:avLst/>
            </a:prstGeom>
            <a:pattFill prst="smConfetti">
              <a:fgClr>
                <a:schemeClr val="accent1"/>
              </a:fgClr>
              <a:bgClr>
                <a:srgbClr val="FFFFFF"/>
              </a:bgClr>
            </a:patt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2" name="Text Box 115" descr="小纸屑">
              <a:extLst>
                <a:ext uri="{FF2B5EF4-FFF2-40B4-BE49-F238E27FC236}">
                  <a16:creationId xmlns:a16="http://schemas.microsoft.com/office/drawing/2014/main" id="{889133D2-4BB9-41E2-A1C4-C7D411C3122A}"/>
                </a:ext>
              </a:extLst>
            </p:cNvPr>
            <p:cNvSpPr txBox="1">
              <a:spLocks noChangeArrowheads="1"/>
            </p:cNvSpPr>
            <p:nvPr/>
          </p:nvSpPr>
          <p:spPr bwMode="auto">
            <a:xfrm>
              <a:off x="224" y="3284"/>
              <a:ext cx="5240" cy="795"/>
            </a:xfrm>
            <a:prstGeom prst="rect">
              <a:avLst/>
            </a:prstGeom>
            <a:pattFill prst="smConfetti">
              <a:fgClr>
                <a:schemeClr val="accent1"/>
              </a:fgClr>
              <a:bgClr>
                <a:schemeClr val="bg1"/>
              </a:bgClr>
            </a:pattFill>
            <a:ln w="381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400" b="0" i="0" u="none" strike="noStrike" kern="1200" cap="none" spc="0" normalizeH="0" baseline="0" noProof="0" dirty="0">
                  <a:ln>
                    <a:solidFill>
                      <a:schemeClr val="tx1"/>
                    </a:solidFill>
                  </a:ln>
                  <a:effectLst/>
                  <a:uLnTx/>
                  <a:uFillTx/>
                  <a:latin typeface="+mn-lt"/>
                  <a:ea typeface="黑体" pitchFamily="49" charset="-122"/>
                </a:rPr>
                <a:t>在</a:t>
              </a:r>
              <a:r>
                <a:rPr kumimoji="1" lang="en-US" altLang="zh-CN" sz="2400" b="0" i="0" u="none" strike="noStrike" kern="1200" cap="none" spc="0" normalizeH="0" baseline="0" noProof="0" dirty="0">
                  <a:ln>
                    <a:solidFill>
                      <a:schemeClr val="tx1"/>
                    </a:solidFill>
                  </a:ln>
                  <a:effectLst/>
                  <a:uLnTx/>
                  <a:uFillTx/>
                  <a:latin typeface="+mn-lt"/>
                  <a:ea typeface="黑体" pitchFamily="49" charset="-122"/>
                </a:rPr>
                <a:t>CP=1</a:t>
              </a:r>
              <a:r>
                <a:rPr kumimoji="1" lang="zh-CN" altLang="en-US" sz="2400" b="0" i="0" u="none" strike="noStrike" kern="1200" cap="none" spc="0" normalizeH="0" baseline="0" noProof="0" dirty="0">
                  <a:ln>
                    <a:solidFill>
                      <a:schemeClr val="tx1"/>
                    </a:solidFill>
                  </a:ln>
                  <a:effectLst/>
                  <a:uLnTx/>
                  <a:uFillTx/>
                  <a:latin typeface="+mn-lt"/>
                  <a:ea typeface="黑体" pitchFamily="49" charset="-122"/>
                </a:rPr>
                <a:t>期间，</a:t>
              </a:r>
              <a:r>
                <a:rPr kumimoji="1" lang="en-US" altLang="zh-CN" sz="2400" b="0" i="0" u="none" strike="noStrike" kern="1200" cap="none" spc="0" normalizeH="0" baseline="0" noProof="0" dirty="0">
                  <a:ln>
                    <a:solidFill>
                      <a:schemeClr val="tx1"/>
                    </a:solidFill>
                  </a:ln>
                  <a:effectLst/>
                  <a:uLnTx/>
                  <a:uFillTx/>
                  <a:latin typeface="+mn-lt"/>
                  <a:ea typeface="黑体" pitchFamily="49" charset="-122"/>
                </a:rPr>
                <a:t>Q</a:t>
              </a:r>
              <a:r>
                <a:rPr kumimoji="1" lang="zh-CN" altLang="en-US" sz="2400" b="0" i="0" u="none" strike="noStrike" kern="1200" cap="none" spc="0" normalizeH="0" baseline="0" noProof="0" dirty="0">
                  <a:ln>
                    <a:solidFill>
                      <a:schemeClr val="tx1"/>
                    </a:solidFill>
                  </a:ln>
                  <a:effectLst/>
                  <a:uLnTx/>
                  <a:uFillTx/>
                  <a:latin typeface="+mn-lt"/>
                  <a:ea typeface="黑体" pitchFamily="49" charset="-122"/>
                </a:rPr>
                <a:t>的状态不发生变化，无论</a:t>
              </a:r>
              <a:r>
                <a:rPr kumimoji="1" lang="en-US" altLang="zh-CN" sz="2400" b="0" i="0" u="none" strike="noStrike" kern="1200" cap="none" spc="0" normalizeH="0" baseline="0" noProof="0" dirty="0">
                  <a:ln>
                    <a:solidFill>
                      <a:schemeClr val="tx1"/>
                    </a:solidFill>
                  </a:ln>
                  <a:effectLst/>
                  <a:uLnTx/>
                  <a:uFillTx/>
                  <a:latin typeface="+mn-lt"/>
                  <a:ea typeface="黑体" pitchFamily="49" charset="-122"/>
                </a:rPr>
                <a:t>J—K</a:t>
              </a:r>
              <a:r>
                <a:rPr kumimoji="1" lang="zh-CN" altLang="en-US" sz="2400" b="0" i="0" u="none" strike="noStrike" kern="1200" cap="none" spc="0" normalizeH="0" baseline="0" noProof="0" dirty="0">
                  <a:ln>
                    <a:solidFill>
                      <a:schemeClr val="tx1"/>
                    </a:solidFill>
                  </a:ln>
                  <a:effectLst/>
                  <a:uLnTx/>
                  <a:uFillTx/>
                  <a:latin typeface="+mn-lt"/>
                  <a:ea typeface="黑体" pitchFamily="49" charset="-122"/>
                </a:rPr>
                <a:t>的状态变化多少次，</a:t>
              </a:r>
              <a:r>
                <a:rPr kumimoji="1" lang="en-US" altLang="zh-CN" sz="2400" b="0" i="0" u="none" strike="noStrike" kern="1200" cap="none" spc="0" normalizeH="0" baseline="0" noProof="0" dirty="0">
                  <a:ln>
                    <a:solidFill>
                      <a:schemeClr val="tx1"/>
                    </a:solidFill>
                  </a:ln>
                  <a:effectLst/>
                  <a:uLnTx/>
                  <a:uFillTx/>
                  <a:latin typeface="+mn-lt"/>
                  <a:ea typeface="黑体" pitchFamily="49" charset="-122"/>
                </a:rPr>
                <a:t>Q</a:t>
              </a:r>
              <a:r>
                <a:rPr kumimoji="1" lang="en-US" altLang="zh-CN"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a:t>
              </a:r>
              <a:r>
                <a:rPr kumimoji="1" lang="zh-CN" altLang="en-US"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的状态只变化一次。当</a:t>
              </a:r>
              <a:r>
                <a:rPr kumimoji="1" lang="en-US" altLang="zh-CN"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CP=0</a:t>
              </a:r>
              <a:r>
                <a:rPr kumimoji="1" lang="zh-CN" altLang="en-US"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，从触发器跟随主触发器的状态时与此时的</a:t>
              </a:r>
              <a:r>
                <a:rPr kumimoji="1" lang="en-US" altLang="zh-CN"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J—K</a:t>
              </a:r>
              <a:r>
                <a:rPr kumimoji="1" lang="zh-CN" altLang="en-US" sz="2400" b="0" i="0" u="none" strike="noStrike" kern="1200" cap="none" spc="0" normalizeH="0" baseline="0" noProof="0" dirty="0">
                  <a:ln>
                    <a:solidFill>
                      <a:schemeClr val="tx1"/>
                    </a:solidFill>
                  </a:ln>
                  <a:effectLst/>
                  <a:uLnTx/>
                  <a:uFillTx/>
                  <a:latin typeface="+mn-lt"/>
                  <a:ea typeface="黑体" pitchFamily="49" charset="-122"/>
                  <a:sym typeface="Symbol" panose="05050102010706020507" pitchFamily="18" charset="2"/>
                </a:rPr>
                <a:t>状态有可能不符合功能表。</a:t>
              </a:r>
              <a:endParaRPr kumimoji="1" lang="zh-CN" altLang="en-US" sz="2400" b="0" i="0" u="none" strike="noStrike" kern="1200" cap="none" spc="0" normalizeH="0" baseline="0" noProof="0" dirty="0">
                <a:ln>
                  <a:solidFill>
                    <a:schemeClr val="tx1"/>
                  </a:solidFill>
                </a:ln>
                <a:effectLst/>
                <a:uLnTx/>
                <a:uFillTx/>
                <a:latin typeface="+mn-lt"/>
                <a:ea typeface="黑体" pitchFamily="49" charset="-122"/>
              </a:endParaRPr>
            </a:p>
          </p:txBody>
        </p:sp>
      </p:grpSp>
      <p:grpSp>
        <p:nvGrpSpPr>
          <p:cNvPr id="73" name="Group 118">
            <a:extLst>
              <a:ext uri="{FF2B5EF4-FFF2-40B4-BE49-F238E27FC236}">
                <a16:creationId xmlns:a16="http://schemas.microsoft.com/office/drawing/2014/main" id="{D69C7361-B57A-45B7-9200-155CEF71071A}"/>
              </a:ext>
            </a:extLst>
          </p:cNvPr>
          <p:cNvGrpSpPr>
            <a:grpSpLocks/>
          </p:cNvGrpSpPr>
          <p:nvPr/>
        </p:nvGrpSpPr>
        <p:grpSpPr bwMode="auto">
          <a:xfrm>
            <a:off x="722313" y="1014413"/>
            <a:ext cx="2414587" cy="3600449"/>
            <a:chOff x="810" y="389"/>
            <a:chExt cx="1521" cy="2268"/>
          </a:xfrm>
        </p:grpSpPr>
        <p:grpSp>
          <p:nvGrpSpPr>
            <p:cNvPr id="74" name="Group 119">
              <a:extLst>
                <a:ext uri="{FF2B5EF4-FFF2-40B4-BE49-F238E27FC236}">
                  <a16:creationId xmlns:a16="http://schemas.microsoft.com/office/drawing/2014/main" id="{EE191F95-857E-474C-B19A-4DB54127FE57}"/>
                </a:ext>
              </a:extLst>
            </p:cNvPr>
            <p:cNvGrpSpPr>
              <a:grpSpLocks/>
            </p:cNvGrpSpPr>
            <p:nvPr/>
          </p:nvGrpSpPr>
          <p:grpSpPr bwMode="auto">
            <a:xfrm>
              <a:off x="810" y="389"/>
              <a:ext cx="1521" cy="2268"/>
              <a:chOff x="810" y="488"/>
              <a:chExt cx="1521" cy="2268"/>
            </a:xfrm>
          </p:grpSpPr>
          <p:sp>
            <p:nvSpPr>
              <p:cNvPr id="76" name="Rectangle 120">
                <a:extLst>
                  <a:ext uri="{FF2B5EF4-FFF2-40B4-BE49-F238E27FC236}">
                    <a16:creationId xmlns:a16="http://schemas.microsoft.com/office/drawing/2014/main" id="{EB0C7753-01EA-4D5C-8D64-AC299AD89879}"/>
                  </a:ext>
                </a:extLst>
              </p:cNvPr>
              <p:cNvSpPr>
                <a:spLocks noChangeArrowheads="1"/>
              </p:cNvSpPr>
              <p:nvPr/>
            </p:nvSpPr>
            <p:spPr bwMode="auto">
              <a:xfrm>
                <a:off x="987" y="977"/>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7" name="Line 121">
                <a:extLst>
                  <a:ext uri="{FF2B5EF4-FFF2-40B4-BE49-F238E27FC236}">
                    <a16:creationId xmlns:a16="http://schemas.microsoft.com/office/drawing/2014/main" id="{51B225C0-0670-4A5A-9398-F90C16D0130D}"/>
                  </a:ext>
                </a:extLst>
              </p:cNvPr>
              <p:cNvSpPr>
                <a:spLocks noChangeShapeType="1"/>
              </p:cNvSpPr>
              <p:nvPr/>
            </p:nvSpPr>
            <p:spPr bwMode="auto">
              <a:xfrm flipH="1">
                <a:off x="1371" y="2321"/>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Oval 122">
                <a:extLst>
                  <a:ext uri="{FF2B5EF4-FFF2-40B4-BE49-F238E27FC236}">
                    <a16:creationId xmlns:a16="http://schemas.microsoft.com/office/drawing/2014/main" id="{F372502D-258C-4324-8E6D-493A26E05EB2}"/>
                  </a:ext>
                </a:extLst>
              </p:cNvPr>
              <p:cNvSpPr>
                <a:spLocks noChangeArrowheads="1"/>
              </p:cNvSpPr>
              <p:nvPr/>
            </p:nvSpPr>
            <p:spPr bwMode="auto">
              <a:xfrm>
                <a:off x="1563" y="91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9" name="Line 123">
                <a:extLst>
                  <a:ext uri="{FF2B5EF4-FFF2-40B4-BE49-F238E27FC236}">
                    <a16:creationId xmlns:a16="http://schemas.microsoft.com/office/drawing/2014/main" id="{62790B6F-1893-459C-B143-55510B11CD80}"/>
                  </a:ext>
                </a:extLst>
              </p:cNvPr>
              <p:cNvSpPr>
                <a:spLocks noChangeShapeType="1"/>
              </p:cNvSpPr>
              <p:nvPr/>
            </p:nvSpPr>
            <p:spPr bwMode="auto">
              <a:xfrm>
                <a:off x="1131" y="737"/>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Line 124">
                <a:extLst>
                  <a:ext uri="{FF2B5EF4-FFF2-40B4-BE49-F238E27FC236}">
                    <a16:creationId xmlns:a16="http://schemas.microsoft.com/office/drawing/2014/main" id="{E6B42E5D-98B3-4A2B-A745-5AE8FC1CF3AD}"/>
                  </a:ext>
                </a:extLst>
              </p:cNvPr>
              <p:cNvSpPr>
                <a:spLocks noChangeShapeType="1"/>
              </p:cNvSpPr>
              <p:nvPr/>
            </p:nvSpPr>
            <p:spPr bwMode="auto">
              <a:xfrm>
                <a:off x="1591" y="727"/>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Rectangle 125">
                <a:extLst>
                  <a:ext uri="{FF2B5EF4-FFF2-40B4-BE49-F238E27FC236}">
                    <a16:creationId xmlns:a16="http://schemas.microsoft.com/office/drawing/2014/main" id="{22B1648A-263D-42DE-B45C-3016739024FE}"/>
                  </a:ext>
                </a:extLst>
              </p:cNvPr>
              <p:cNvSpPr>
                <a:spLocks noChangeArrowheads="1"/>
              </p:cNvSpPr>
              <p:nvPr/>
            </p:nvSpPr>
            <p:spPr bwMode="auto">
              <a:xfrm>
                <a:off x="925" y="488"/>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82" name="Rectangle 126">
                <a:extLst>
                  <a:ext uri="{FF2B5EF4-FFF2-40B4-BE49-F238E27FC236}">
                    <a16:creationId xmlns:a16="http://schemas.microsoft.com/office/drawing/2014/main" id="{55B88E32-40CE-4F84-AA84-506B7B139A65}"/>
                  </a:ext>
                </a:extLst>
              </p:cNvPr>
              <p:cNvSpPr>
                <a:spLocks noChangeArrowheads="1"/>
              </p:cNvSpPr>
              <p:nvPr/>
            </p:nvSpPr>
            <p:spPr bwMode="auto">
              <a:xfrm>
                <a:off x="1563" y="501"/>
                <a:ext cx="265" cy="2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83" name="Line 127">
                <a:extLst>
                  <a:ext uri="{FF2B5EF4-FFF2-40B4-BE49-F238E27FC236}">
                    <a16:creationId xmlns:a16="http://schemas.microsoft.com/office/drawing/2014/main" id="{1A15B407-150C-4425-B1C5-E578E5565FC0}"/>
                  </a:ext>
                </a:extLst>
              </p:cNvPr>
              <p:cNvSpPr>
                <a:spLocks noChangeShapeType="1"/>
              </p:cNvSpPr>
              <p:nvPr/>
            </p:nvSpPr>
            <p:spPr bwMode="auto">
              <a:xfrm>
                <a:off x="1622" y="54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Rectangle 128">
                <a:extLst>
                  <a:ext uri="{FF2B5EF4-FFF2-40B4-BE49-F238E27FC236}">
                    <a16:creationId xmlns:a16="http://schemas.microsoft.com/office/drawing/2014/main" id="{0F94DF1E-3922-4498-BBFC-577650D5E1A7}"/>
                  </a:ext>
                </a:extLst>
              </p:cNvPr>
              <p:cNvSpPr>
                <a:spLocks noChangeArrowheads="1"/>
              </p:cNvSpPr>
              <p:nvPr/>
            </p:nvSpPr>
            <p:spPr bwMode="auto">
              <a:xfrm>
                <a:off x="987" y="1169"/>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85" name="Rectangle 129">
                <a:extLst>
                  <a:ext uri="{FF2B5EF4-FFF2-40B4-BE49-F238E27FC236}">
                    <a16:creationId xmlns:a16="http://schemas.microsoft.com/office/drawing/2014/main" id="{6963624C-CEC5-447E-B33C-7FF860405287}"/>
                  </a:ext>
                </a:extLst>
              </p:cNvPr>
              <p:cNvSpPr>
                <a:spLocks noChangeArrowheads="1"/>
              </p:cNvSpPr>
              <p:nvPr/>
            </p:nvSpPr>
            <p:spPr bwMode="auto">
              <a:xfrm>
                <a:off x="1515" y="1169"/>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86" name="Line 130">
                <a:extLst>
                  <a:ext uri="{FF2B5EF4-FFF2-40B4-BE49-F238E27FC236}">
                    <a16:creationId xmlns:a16="http://schemas.microsoft.com/office/drawing/2014/main" id="{3CF003BE-CD32-4320-B7C1-485EB9939961}"/>
                  </a:ext>
                </a:extLst>
              </p:cNvPr>
              <p:cNvSpPr>
                <a:spLocks noChangeShapeType="1"/>
              </p:cNvSpPr>
              <p:nvPr/>
            </p:nvSpPr>
            <p:spPr bwMode="auto">
              <a:xfrm>
                <a:off x="1371" y="1409"/>
                <a:ext cx="0"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 name="Rectangle 131">
                <a:extLst>
                  <a:ext uri="{FF2B5EF4-FFF2-40B4-BE49-F238E27FC236}">
                    <a16:creationId xmlns:a16="http://schemas.microsoft.com/office/drawing/2014/main" id="{266DB340-D1F9-4926-B718-72141C636FCC}"/>
                  </a:ext>
                </a:extLst>
              </p:cNvPr>
              <p:cNvSpPr>
                <a:spLocks noChangeArrowheads="1"/>
              </p:cNvSpPr>
              <p:nvPr/>
            </p:nvSpPr>
            <p:spPr bwMode="auto">
              <a:xfrm>
                <a:off x="1157" y="1169"/>
                <a:ext cx="46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8" name="Rectangle 132">
                <a:extLst>
                  <a:ext uri="{FF2B5EF4-FFF2-40B4-BE49-F238E27FC236}">
                    <a16:creationId xmlns:a16="http://schemas.microsoft.com/office/drawing/2014/main" id="{9B62DD50-89C5-4DDE-9C9A-55F9EF0688BC}"/>
                  </a:ext>
                </a:extLst>
              </p:cNvPr>
              <p:cNvSpPr>
                <a:spLocks noChangeArrowheads="1"/>
              </p:cNvSpPr>
              <p:nvPr/>
            </p:nvSpPr>
            <p:spPr bwMode="auto">
              <a:xfrm>
                <a:off x="987" y="1770"/>
                <a:ext cx="768" cy="4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主</a:t>
                </a:r>
              </a:p>
            </p:txBody>
          </p:sp>
          <p:sp>
            <p:nvSpPr>
              <p:cNvPr id="89" name="Line 133">
                <a:extLst>
                  <a:ext uri="{FF2B5EF4-FFF2-40B4-BE49-F238E27FC236}">
                    <a16:creationId xmlns:a16="http://schemas.microsoft.com/office/drawing/2014/main" id="{499A0BF9-5CEC-4834-BBAC-EA23F5C2C2FD}"/>
                  </a:ext>
                </a:extLst>
              </p:cNvPr>
              <p:cNvSpPr>
                <a:spLocks noChangeShapeType="1"/>
              </p:cNvSpPr>
              <p:nvPr/>
            </p:nvSpPr>
            <p:spPr bwMode="auto">
              <a:xfrm>
                <a:off x="1127"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 name="Line 134">
                <a:extLst>
                  <a:ext uri="{FF2B5EF4-FFF2-40B4-BE49-F238E27FC236}">
                    <a16:creationId xmlns:a16="http://schemas.microsoft.com/office/drawing/2014/main" id="{DEC82D01-2465-4E54-AE81-FC995CA27652}"/>
                  </a:ext>
                </a:extLst>
              </p:cNvPr>
              <p:cNvSpPr>
                <a:spLocks noChangeShapeType="1"/>
              </p:cNvSpPr>
              <p:nvPr/>
            </p:nvSpPr>
            <p:spPr bwMode="auto">
              <a:xfrm>
                <a:off x="1626"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91" name="Group 135">
                <a:extLst>
                  <a:ext uri="{FF2B5EF4-FFF2-40B4-BE49-F238E27FC236}">
                    <a16:creationId xmlns:a16="http://schemas.microsoft.com/office/drawing/2014/main" id="{EED0B5CA-03FD-4EAA-A15E-49A798EB3607}"/>
                  </a:ext>
                </a:extLst>
              </p:cNvPr>
              <p:cNvGrpSpPr>
                <a:grpSpLocks/>
              </p:cNvGrpSpPr>
              <p:nvPr/>
            </p:nvGrpSpPr>
            <p:grpSpPr bwMode="auto">
              <a:xfrm>
                <a:off x="1611" y="1409"/>
                <a:ext cx="48" cy="344"/>
                <a:chOff x="1248" y="2233"/>
                <a:chExt cx="48" cy="344"/>
              </a:xfrm>
            </p:grpSpPr>
            <p:sp>
              <p:nvSpPr>
                <p:cNvPr id="113" name="Line 136">
                  <a:extLst>
                    <a:ext uri="{FF2B5EF4-FFF2-40B4-BE49-F238E27FC236}">
                      <a16:creationId xmlns:a16="http://schemas.microsoft.com/office/drawing/2014/main" id="{62CDEDB1-1401-4CD5-975F-0A47EECAA43D}"/>
                    </a:ext>
                  </a:extLst>
                </p:cNvPr>
                <p:cNvSpPr>
                  <a:spLocks noChangeShapeType="1"/>
                </p:cNvSpPr>
                <p:nvPr/>
              </p:nvSpPr>
              <p:spPr bwMode="auto">
                <a:xfrm>
                  <a:off x="1276" y="22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4" name="Oval 137">
                  <a:extLst>
                    <a:ext uri="{FF2B5EF4-FFF2-40B4-BE49-F238E27FC236}">
                      <a16:creationId xmlns:a16="http://schemas.microsoft.com/office/drawing/2014/main" id="{F6407319-ECE8-4412-B411-9FEA3B08EEBF}"/>
                    </a:ext>
                  </a:extLst>
                </p:cNvPr>
                <p:cNvSpPr>
                  <a:spLocks noChangeArrowheads="1"/>
                </p:cNvSpPr>
                <p:nvPr/>
              </p:nvSpPr>
              <p:spPr bwMode="auto">
                <a:xfrm>
                  <a:off x="1248" y="252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92" name="Line 138">
                <a:extLst>
                  <a:ext uri="{FF2B5EF4-FFF2-40B4-BE49-F238E27FC236}">
                    <a16:creationId xmlns:a16="http://schemas.microsoft.com/office/drawing/2014/main" id="{80F1F916-1BD6-4A33-AEF2-EB2C163AE03D}"/>
                  </a:ext>
                </a:extLst>
              </p:cNvPr>
              <p:cNvSpPr>
                <a:spLocks noChangeShapeType="1"/>
              </p:cNvSpPr>
              <p:nvPr/>
            </p:nvSpPr>
            <p:spPr bwMode="auto">
              <a:xfrm>
                <a:off x="1131" y="1419"/>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3" name="Rectangle 139">
                <a:extLst>
                  <a:ext uri="{FF2B5EF4-FFF2-40B4-BE49-F238E27FC236}">
                    <a16:creationId xmlns:a16="http://schemas.microsoft.com/office/drawing/2014/main" id="{FB2D90D8-F0C1-4D0E-81AF-74300F7035CB}"/>
                  </a:ext>
                </a:extLst>
              </p:cNvPr>
              <p:cNvSpPr>
                <a:spLocks noChangeArrowheads="1"/>
              </p:cNvSpPr>
              <p:nvPr/>
            </p:nvSpPr>
            <p:spPr bwMode="auto">
              <a:xfrm>
                <a:off x="990" y="2462"/>
                <a:ext cx="192"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94" name="Rectangle 140">
                <a:extLst>
                  <a:ext uri="{FF2B5EF4-FFF2-40B4-BE49-F238E27FC236}">
                    <a16:creationId xmlns:a16="http://schemas.microsoft.com/office/drawing/2014/main" id="{9252FDA2-2FC8-4AC0-8A13-FBEC7C0882FC}"/>
                  </a:ext>
                </a:extLst>
              </p:cNvPr>
              <p:cNvSpPr>
                <a:spLocks noChangeArrowheads="1"/>
              </p:cNvSpPr>
              <p:nvPr/>
            </p:nvSpPr>
            <p:spPr bwMode="auto">
              <a:xfrm>
                <a:off x="1557" y="2462"/>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95" name="Line 141">
                <a:extLst>
                  <a:ext uri="{FF2B5EF4-FFF2-40B4-BE49-F238E27FC236}">
                    <a16:creationId xmlns:a16="http://schemas.microsoft.com/office/drawing/2014/main" id="{5215F5E1-804B-4B30-8E64-DD34CAA55631}"/>
                  </a:ext>
                </a:extLst>
              </p:cNvPr>
              <p:cNvSpPr>
                <a:spLocks noChangeShapeType="1"/>
              </p:cNvSpPr>
              <p:nvPr/>
            </p:nvSpPr>
            <p:spPr bwMode="auto">
              <a:xfrm>
                <a:off x="2139" y="2033"/>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6" name="Line 142">
                <a:extLst>
                  <a:ext uri="{FF2B5EF4-FFF2-40B4-BE49-F238E27FC236}">
                    <a16:creationId xmlns:a16="http://schemas.microsoft.com/office/drawing/2014/main" id="{66860898-31DE-4F21-842B-0DEA6BF4428D}"/>
                  </a:ext>
                </a:extLst>
              </p:cNvPr>
              <p:cNvSpPr>
                <a:spLocks noChangeShapeType="1"/>
              </p:cNvSpPr>
              <p:nvPr/>
            </p:nvSpPr>
            <p:spPr bwMode="auto">
              <a:xfrm>
                <a:off x="1371" y="2215"/>
                <a:ext cx="0"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7" name="Rectangle 143">
                <a:extLst>
                  <a:ext uri="{FF2B5EF4-FFF2-40B4-BE49-F238E27FC236}">
                    <a16:creationId xmlns:a16="http://schemas.microsoft.com/office/drawing/2014/main" id="{53989B75-52D4-4BB4-8160-FC02744451F2}"/>
                  </a:ext>
                </a:extLst>
              </p:cNvPr>
              <p:cNvSpPr>
                <a:spLocks noChangeArrowheads="1"/>
              </p:cNvSpPr>
              <p:nvPr/>
            </p:nvSpPr>
            <p:spPr bwMode="auto">
              <a:xfrm>
                <a:off x="1227" y="2465"/>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98" name="Rectangle 144">
                <a:extLst>
                  <a:ext uri="{FF2B5EF4-FFF2-40B4-BE49-F238E27FC236}">
                    <a16:creationId xmlns:a16="http://schemas.microsoft.com/office/drawing/2014/main" id="{00BF70B7-2FAE-4CB9-8DEA-62F0C99CD648}"/>
                  </a:ext>
                </a:extLst>
              </p:cNvPr>
              <p:cNvSpPr>
                <a:spLocks noChangeArrowheads="1"/>
              </p:cNvSpPr>
              <p:nvPr/>
            </p:nvSpPr>
            <p:spPr bwMode="auto">
              <a:xfrm>
                <a:off x="1947" y="1793"/>
                <a:ext cx="384" cy="2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Oval 145">
                <a:extLst>
                  <a:ext uri="{FF2B5EF4-FFF2-40B4-BE49-F238E27FC236}">
                    <a16:creationId xmlns:a16="http://schemas.microsoft.com/office/drawing/2014/main" id="{456AE008-A662-44E7-AE9B-D2F0621C358C}"/>
                  </a:ext>
                </a:extLst>
              </p:cNvPr>
              <p:cNvSpPr>
                <a:spLocks noChangeArrowheads="1"/>
              </p:cNvSpPr>
              <p:nvPr/>
            </p:nvSpPr>
            <p:spPr bwMode="auto">
              <a:xfrm>
                <a:off x="2116" y="1745"/>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Line 146">
                <a:extLst>
                  <a:ext uri="{FF2B5EF4-FFF2-40B4-BE49-F238E27FC236}">
                    <a16:creationId xmlns:a16="http://schemas.microsoft.com/office/drawing/2014/main" id="{B2FB6122-169D-4667-8977-2CBD92A9EF08}"/>
                  </a:ext>
                </a:extLst>
              </p:cNvPr>
              <p:cNvSpPr>
                <a:spLocks noChangeShapeType="1"/>
              </p:cNvSpPr>
              <p:nvPr/>
            </p:nvSpPr>
            <p:spPr bwMode="auto">
              <a:xfrm>
                <a:off x="2139" y="1505"/>
                <a:ext cx="0"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1" name="Line 147">
                <a:extLst>
                  <a:ext uri="{FF2B5EF4-FFF2-40B4-BE49-F238E27FC236}">
                    <a16:creationId xmlns:a16="http://schemas.microsoft.com/office/drawing/2014/main" id="{C3C610D6-B976-494C-8693-ECE690E0B00A}"/>
                  </a:ext>
                </a:extLst>
              </p:cNvPr>
              <p:cNvSpPr>
                <a:spLocks noChangeShapeType="1"/>
              </p:cNvSpPr>
              <p:nvPr/>
            </p:nvSpPr>
            <p:spPr bwMode="auto">
              <a:xfrm>
                <a:off x="1371" y="1505"/>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 name="Rectangle 148">
                <a:extLst>
                  <a:ext uri="{FF2B5EF4-FFF2-40B4-BE49-F238E27FC236}">
                    <a16:creationId xmlns:a16="http://schemas.microsoft.com/office/drawing/2014/main" id="{3CB7D5AA-7DAA-4E9D-B3D0-CA143B014339}"/>
                  </a:ext>
                </a:extLst>
              </p:cNvPr>
              <p:cNvSpPr>
                <a:spLocks noChangeArrowheads="1"/>
              </p:cNvSpPr>
              <p:nvPr/>
            </p:nvSpPr>
            <p:spPr bwMode="auto">
              <a:xfrm>
                <a:off x="1179" y="929"/>
                <a:ext cx="30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从</a:t>
                </a:r>
              </a:p>
            </p:txBody>
          </p:sp>
          <p:sp>
            <p:nvSpPr>
              <p:cNvPr id="103" name="Oval 149">
                <a:extLst>
                  <a:ext uri="{FF2B5EF4-FFF2-40B4-BE49-F238E27FC236}">
                    <a16:creationId xmlns:a16="http://schemas.microsoft.com/office/drawing/2014/main" id="{8B9BE9B0-3958-49D1-B123-A69AA925674B}"/>
                  </a:ext>
                </a:extLst>
              </p:cNvPr>
              <p:cNvSpPr>
                <a:spLocks noChangeArrowheads="1"/>
              </p:cNvSpPr>
              <p:nvPr/>
            </p:nvSpPr>
            <p:spPr bwMode="auto">
              <a:xfrm>
                <a:off x="1343" y="2293"/>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4" name="Rectangle 150">
                <a:extLst>
                  <a:ext uri="{FF2B5EF4-FFF2-40B4-BE49-F238E27FC236}">
                    <a16:creationId xmlns:a16="http://schemas.microsoft.com/office/drawing/2014/main" id="{BCE3CA41-4445-4DF4-88A9-D45BA76AA7DB}"/>
                  </a:ext>
                </a:extLst>
              </p:cNvPr>
              <p:cNvSpPr>
                <a:spLocks noChangeArrowheads="1"/>
              </p:cNvSpPr>
              <p:nvPr/>
            </p:nvSpPr>
            <p:spPr bwMode="auto">
              <a:xfrm>
                <a:off x="843" y="1457"/>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105" name="Group 151">
                <a:extLst>
                  <a:ext uri="{FF2B5EF4-FFF2-40B4-BE49-F238E27FC236}">
                    <a16:creationId xmlns:a16="http://schemas.microsoft.com/office/drawing/2014/main" id="{F99D0D09-0493-4B1D-86E0-42830C249EE8}"/>
                  </a:ext>
                </a:extLst>
              </p:cNvPr>
              <p:cNvGrpSpPr>
                <a:grpSpLocks/>
              </p:cNvGrpSpPr>
              <p:nvPr/>
            </p:nvGrpSpPr>
            <p:grpSpPr bwMode="auto">
              <a:xfrm>
                <a:off x="1615" y="1505"/>
                <a:ext cx="313" cy="288"/>
                <a:chOff x="4574" y="1234"/>
                <a:chExt cx="313" cy="288"/>
              </a:xfrm>
            </p:grpSpPr>
            <p:sp>
              <p:nvSpPr>
                <p:cNvPr id="111" name="Rectangle 152">
                  <a:extLst>
                    <a:ext uri="{FF2B5EF4-FFF2-40B4-BE49-F238E27FC236}">
                      <a16:creationId xmlns:a16="http://schemas.microsoft.com/office/drawing/2014/main" id="{7B731F2B-3D3E-4B8A-9301-87CAF4A88AAB}"/>
                    </a:ext>
                  </a:extLst>
                </p:cNvPr>
                <p:cNvSpPr>
                  <a:spLocks noChangeArrowheads="1"/>
                </p:cNvSpPr>
                <p:nvPr/>
              </p:nvSpPr>
              <p:spPr bwMode="auto">
                <a:xfrm>
                  <a:off x="4574" y="1234"/>
                  <a:ext cx="31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112" name="Line 153">
                  <a:extLst>
                    <a:ext uri="{FF2B5EF4-FFF2-40B4-BE49-F238E27FC236}">
                      <a16:creationId xmlns:a16="http://schemas.microsoft.com/office/drawing/2014/main" id="{E290E799-A191-4EC1-819B-1D6EE0135E2E}"/>
                    </a:ext>
                  </a:extLst>
                </p:cNvPr>
                <p:cNvSpPr>
                  <a:spLocks noChangeShapeType="1"/>
                </p:cNvSpPr>
                <p:nvPr/>
              </p:nvSpPr>
              <p:spPr bwMode="auto">
                <a:xfrm>
                  <a:off x="4634" y="128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6" name="Rectangle 154">
                <a:extLst>
                  <a:ext uri="{FF2B5EF4-FFF2-40B4-BE49-F238E27FC236}">
                    <a16:creationId xmlns:a16="http://schemas.microsoft.com/office/drawing/2014/main" id="{08DFF621-5546-464B-8089-ED890E3439CD}"/>
                  </a:ext>
                </a:extLst>
              </p:cNvPr>
              <p:cNvSpPr>
                <a:spLocks noChangeArrowheads="1"/>
              </p:cNvSpPr>
              <p:nvPr/>
            </p:nvSpPr>
            <p:spPr bwMode="auto">
              <a:xfrm>
                <a:off x="1512" y="1942"/>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107" name="Rectangle 155">
                <a:extLst>
                  <a:ext uri="{FF2B5EF4-FFF2-40B4-BE49-F238E27FC236}">
                    <a16:creationId xmlns:a16="http://schemas.microsoft.com/office/drawing/2014/main" id="{631FF0E5-98E7-47E8-9CC3-4CAD7065F9A5}"/>
                  </a:ext>
                </a:extLst>
              </p:cNvPr>
              <p:cNvSpPr>
                <a:spLocks noChangeArrowheads="1"/>
              </p:cNvSpPr>
              <p:nvPr/>
            </p:nvSpPr>
            <p:spPr bwMode="auto">
              <a:xfrm>
                <a:off x="981" y="1954"/>
                <a:ext cx="22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p>
            </p:txBody>
          </p:sp>
          <p:sp>
            <p:nvSpPr>
              <p:cNvPr id="108" name="Freeform 156">
                <a:extLst>
                  <a:ext uri="{FF2B5EF4-FFF2-40B4-BE49-F238E27FC236}">
                    <a16:creationId xmlns:a16="http://schemas.microsoft.com/office/drawing/2014/main" id="{937E0ED5-AC56-4285-AF9A-5704728E27EB}"/>
                  </a:ext>
                </a:extLst>
              </p:cNvPr>
              <p:cNvSpPr>
                <a:spLocks/>
              </p:cNvSpPr>
              <p:nvPr/>
            </p:nvSpPr>
            <p:spPr bwMode="auto">
              <a:xfrm>
                <a:off x="810" y="858"/>
                <a:ext cx="780" cy="1457"/>
              </a:xfrm>
              <a:custGeom>
                <a:avLst/>
                <a:gdLst>
                  <a:gd name="T0" fmla="*/ 698 w 802"/>
                  <a:gd name="T1" fmla="*/ 0 h 1457"/>
                  <a:gd name="T2" fmla="*/ 0 w 802"/>
                  <a:gd name="T3" fmla="*/ 0 h 1457"/>
                  <a:gd name="T4" fmla="*/ 0 w 802"/>
                  <a:gd name="T5" fmla="*/ 1457 h 1457"/>
                  <a:gd name="T6" fmla="*/ 226 w 802"/>
                  <a:gd name="T7" fmla="*/ 1457 h 1457"/>
                  <a:gd name="T8" fmla="*/ 226 w 802"/>
                  <a:gd name="T9" fmla="*/ 1344 h 1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2" h="1457">
                    <a:moveTo>
                      <a:pt x="802" y="0"/>
                    </a:moveTo>
                    <a:lnTo>
                      <a:pt x="0" y="0"/>
                    </a:lnTo>
                    <a:lnTo>
                      <a:pt x="0" y="1457"/>
                    </a:lnTo>
                    <a:lnTo>
                      <a:pt x="260" y="1457"/>
                    </a:lnTo>
                    <a:lnTo>
                      <a:pt x="260" y="134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9" name="Freeform 157">
                <a:extLst>
                  <a:ext uri="{FF2B5EF4-FFF2-40B4-BE49-F238E27FC236}">
                    <a16:creationId xmlns:a16="http://schemas.microsoft.com/office/drawing/2014/main" id="{D3F29B26-D88F-4C9F-B856-7BC5B59F293D}"/>
                  </a:ext>
                </a:extLst>
              </p:cNvPr>
              <p:cNvSpPr>
                <a:spLocks/>
              </p:cNvSpPr>
              <p:nvPr/>
            </p:nvSpPr>
            <p:spPr bwMode="auto">
              <a:xfrm>
                <a:off x="1127" y="790"/>
                <a:ext cx="757" cy="1468"/>
              </a:xfrm>
              <a:custGeom>
                <a:avLst/>
                <a:gdLst>
                  <a:gd name="T0" fmla="*/ 0 w 723"/>
                  <a:gd name="T1" fmla="*/ 0 h 1468"/>
                  <a:gd name="T2" fmla="*/ 910 w 723"/>
                  <a:gd name="T3" fmla="*/ 0 h 1468"/>
                  <a:gd name="T4" fmla="*/ 910 w 723"/>
                  <a:gd name="T5" fmla="*/ 1468 h 1468"/>
                  <a:gd name="T6" fmla="*/ 712 w 723"/>
                  <a:gd name="T7" fmla="*/ 1468 h 14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3" h="1468">
                    <a:moveTo>
                      <a:pt x="0" y="0"/>
                    </a:moveTo>
                    <a:lnTo>
                      <a:pt x="723" y="0"/>
                    </a:lnTo>
                    <a:lnTo>
                      <a:pt x="723" y="1468"/>
                    </a:lnTo>
                    <a:lnTo>
                      <a:pt x="565" y="146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0" name="Line 158">
                <a:extLst>
                  <a:ext uri="{FF2B5EF4-FFF2-40B4-BE49-F238E27FC236}">
                    <a16:creationId xmlns:a16="http://schemas.microsoft.com/office/drawing/2014/main" id="{4CE9ED95-9E37-44DF-8C97-F2C4D10ABB65}"/>
                  </a:ext>
                </a:extLst>
              </p:cNvPr>
              <p:cNvSpPr>
                <a:spLocks noChangeShapeType="1"/>
              </p:cNvSpPr>
              <p:nvPr/>
            </p:nvSpPr>
            <p:spPr bwMode="auto">
              <a:xfrm>
                <a:off x="1711" y="2202"/>
                <a:ext cx="1" cy="6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75" name="Text Box 159">
              <a:extLst>
                <a:ext uri="{FF2B5EF4-FFF2-40B4-BE49-F238E27FC236}">
                  <a16:creationId xmlns:a16="http://schemas.microsoft.com/office/drawing/2014/main" id="{EDE9511F-8F59-4195-AAB8-C45A9DFC0622}"/>
                </a:ext>
              </a:extLst>
            </p:cNvPr>
            <p:cNvSpPr txBox="1">
              <a:spLocks noChangeArrowheads="1"/>
            </p:cNvSpPr>
            <p:nvPr/>
          </p:nvSpPr>
          <p:spPr bwMode="auto">
            <a:xfrm>
              <a:off x="1935" y="1674"/>
              <a:ext cx="250" cy="23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115" name="TextBox 114"/>
          <p:cNvSpPr txBox="1"/>
          <p:nvPr/>
        </p:nvSpPr>
        <p:spPr bwMode="auto">
          <a:xfrm>
            <a:off x="537327" y="169683"/>
            <a:ext cx="68532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三、</a:t>
            </a:r>
            <a:r>
              <a:rPr lang="zh-CN" altLang="en-US" sz="2800" dirty="0">
                <a:solidFill>
                  <a:schemeClr val="tx1"/>
                </a:solidFill>
                <a:latin typeface="Times New Roman" pitchFamily="18" charset="0"/>
                <a:ea typeface="黑体" pitchFamily="49" charset="-122"/>
                <a:cs typeface="Times New Roman" pitchFamily="18" charset="0"/>
              </a:rPr>
              <a:t>主从</a:t>
            </a:r>
            <a:r>
              <a:rPr lang="en-US" altLang="zh-CN" sz="2800" dirty="0">
                <a:solidFill>
                  <a:schemeClr val="tx1"/>
                </a:solidFill>
                <a:latin typeface="Times New Roman" pitchFamily="18" charset="0"/>
                <a:ea typeface="黑体" pitchFamily="49" charset="-122"/>
                <a:cs typeface="Times New Roman" pitchFamily="18" charset="0"/>
              </a:rPr>
              <a:t>J-K</a:t>
            </a:r>
            <a:r>
              <a:rPr lang="zh-CN" altLang="en-US" sz="2800" dirty="0">
                <a:solidFill>
                  <a:schemeClr val="tx1"/>
                </a:solidFill>
                <a:latin typeface="Times New Roman" pitchFamily="18" charset="0"/>
                <a:ea typeface="黑体" pitchFamily="49" charset="-122"/>
                <a:cs typeface="Times New Roman" pitchFamily="18" charset="0"/>
              </a:rPr>
              <a:t>触发器的“一次翻转”问题</a:t>
            </a:r>
          </a:p>
        </p:txBody>
      </p:sp>
      <p:sp>
        <p:nvSpPr>
          <p:cNvPr id="116" name="灯片编号占位符 116"/>
          <p:cNvSpPr txBox="1">
            <a:spLocks/>
          </p:cNvSpPr>
          <p:nvPr/>
        </p:nvSpPr>
        <p:spPr>
          <a:xfrm>
            <a:off x="30480" y="6461760"/>
            <a:ext cx="670560" cy="35052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7BF59E8-3B5B-4FD1-ABC6-5D0A35914F4F}"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25</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118" name="Text Box 110">
            <a:extLst>
              <a:ext uri="{FF2B5EF4-FFF2-40B4-BE49-F238E27FC236}">
                <a16:creationId xmlns:a16="http://schemas.microsoft.com/office/drawing/2014/main" id="{251CC811-1218-498D-91A3-941BA5E68393}"/>
              </a:ext>
            </a:extLst>
          </p:cNvPr>
          <p:cNvSpPr txBox="1">
            <a:spLocks noChangeArrowheads="1"/>
          </p:cNvSpPr>
          <p:nvPr/>
        </p:nvSpPr>
        <p:spPr bwMode="auto">
          <a:xfrm>
            <a:off x="2355849" y="4251981"/>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19" name="Text Box 110">
            <a:extLst>
              <a:ext uri="{FF2B5EF4-FFF2-40B4-BE49-F238E27FC236}">
                <a16:creationId xmlns:a16="http://schemas.microsoft.com/office/drawing/2014/main" id="{B55232DA-7BBD-495D-8303-A55BBB50C8CB}"/>
              </a:ext>
            </a:extLst>
          </p:cNvPr>
          <p:cNvSpPr txBox="1">
            <a:spLocks noChangeArrowheads="1"/>
          </p:cNvSpPr>
          <p:nvPr/>
        </p:nvSpPr>
        <p:spPr bwMode="auto">
          <a:xfrm>
            <a:off x="575865" y="903289"/>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1" name="Text Box 110">
            <a:extLst>
              <a:ext uri="{FF2B5EF4-FFF2-40B4-BE49-F238E27FC236}">
                <a16:creationId xmlns:a16="http://schemas.microsoft.com/office/drawing/2014/main" id="{6B65B71A-44A2-4C63-B61F-66F4D007677B}"/>
              </a:ext>
            </a:extLst>
          </p:cNvPr>
          <p:cNvSpPr txBox="1">
            <a:spLocks noChangeArrowheads="1"/>
          </p:cNvSpPr>
          <p:nvPr/>
        </p:nvSpPr>
        <p:spPr bwMode="auto">
          <a:xfrm>
            <a:off x="224113" y="2528612"/>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1</a:t>
            </a:r>
          </a:p>
        </p:txBody>
      </p:sp>
      <p:sp>
        <p:nvSpPr>
          <p:cNvPr id="124" name="Text Box 110">
            <a:extLst>
              <a:ext uri="{FF2B5EF4-FFF2-40B4-BE49-F238E27FC236}">
                <a16:creationId xmlns:a16="http://schemas.microsoft.com/office/drawing/2014/main" id="{9E0167F4-ED78-4220-BC0F-B82F0BE81AF9}"/>
              </a:ext>
            </a:extLst>
          </p:cNvPr>
          <p:cNvSpPr txBox="1">
            <a:spLocks noChangeArrowheads="1"/>
          </p:cNvSpPr>
          <p:nvPr/>
        </p:nvSpPr>
        <p:spPr bwMode="auto">
          <a:xfrm>
            <a:off x="566736" y="872988"/>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1</a:t>
            </a:r>
          </a:p>
        </p:txBody>
      </p:sp>
      <p:sp>
        <p:nvSpPr>
          <p:cNvPr id="127" name="Text Box 110">
            <a:extLst>
              <a:ext uri="{FF2B5EF4-FFF2-40B4-BE49-F238E27FC236}">
                <a16:creationId xmlns:a16="http://schemas.microsoft.com/office/drawing/2014/main" id="{22745561-4315-4C32-AF26-0F67ADEA0C59}"/>
              </a:ext>
            </a:extLst>
          </p:cNvPr>
          <p:cNvSpPr txBox="1">
            <a:spLocks noChangeArrowheads="1"/>
          </p:cNvSpPr>
          <p:nvPr/>
        </p:nvSpPr>
        <p:spPr bwMode="auto">
          <a:xfrm>
            <a:off x="219076" y="2507250"/>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8" name="Text Box 110">
            <a:extLst>
              <a:ext uri="{FF2B5EF4-FFF2-40B4-BE49-F238E27FC236}">
                <a16:creationId xmlns:a16="http://schemas.microsoft.com/office/drawing/2014/main" id="{A213B561-69FA-4E79-994C-015B504A6CCE}"/>
              </a:ext>
            </a:extLst>
          </p:cNvPr>
          <p:cNvSpPr txBox="1">
            <a:spLocks noChangeArrowheads="1"/>
          </p:cNvSpPr>
          <p:nvPr/>
        </p:nvSpPr>
        <p:spPr bwMode="auto">
          <a:xfrm>
            <a:off x="577850" y="4212600"/>
            <a:ext cx="300038" cy="523220"/>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9" name="Text Box 110">
            <a:extLst>
              <a:ext uri="{FF2B5EF4-FFF2-40B4-BE49-F238E27FC236}">
                <a16:creationId xmlns:a16="http://schemas.microsoft.com/office/drawing/2014/main" id="{9CE9C67D-72D3-4286-9BE8-B99544DE11E4}"/>
              </a:ext>
            </a:extLst>
          </p:cNvPr>
          <p:cNvSpPr txBox="1">
            <a:spLocks noChangeArrowheads="1"/>
          </p:cNvSpPr>
          <p:nvPr/>
        </p:nvSpPr>
        <p:spPr bwMode="auto">
          <a:xfrm>
            <a:off x="2368549" y="4228169"/>
            <a:ext cx="300038" cy="523220"/>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1</a:t>
            </a:r>
          </a:p>
        </p:txBody>
      </p:sp>
      <p:sp>
        <p:nvSpPr>
          <p:cNvPr id="130" name="Text Box 110">
            <a:extLst>
              <a:ext uri="{FF2B5EF4-FFF2-40B4-BE49-F238E27FC236}">
                <a16:creationId xmlns:a16="http://schemas.microsoft.com/office/drawing/2014/main" id="{CEBCFB86-259D-4BB1-B02B-200C9EF977E5}"/>
              </a:ext>
            </a:extLst>
          </p:cNvPr>
          <p:cNvSpPr txBox="1">
            <a:spLocks noChangeArrowheads="1"/>
          </p:cNvSpPr>
          <p:nvPr/>
        </p:nvSpPr>
        <p:spPr bwMode="auto">
          <a:xfrm>
            <a:off x="561458" y="851694"/>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0" name="Text Box 110">
            <a:extLst>
              <a:ext uri="{FF2B5EF4-FFF2-40B4-BE49-F238E27FC236}">
                <a16:creationId xmlns:a16="http://schemas.microsoft.com/office/drawing/2014/main" id="{AA551817-F42A-4D04-B363-578963D51865}"/>
              </a:ext>
            </a:extLst>
          </p:cNvPr>
          <p:cNvSpPr txBox="1">
            <a:spLocks noChangeArrowheads="1"/>
          </p:cNvSpPr>
          <p:nvPr/>
        </p:nvSpPr>
        <p:spPr bwMode="auto">
          <a:xfrm>
            <a:off x="571585" y="4201501"/>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1</a:t>
            </a:r>
          </a:p>
        </p:txBody>
      </p:sp>
      <p:sp>
        <p:nvSpPr>
          <p:cNvPr id="123" name="Text Box 110">
            <a:extLst>
              <a:ext uri="{FF2B5EF4-FFF2-40B4-BE49-F238E27FC236}">
                <a16:creationId xmlns:a16="http://schemas.microsoft.com/office/drawing/2014/main" id="{D7BBCC40-E734-450E-96C0-15B8B8792D7E}"/>
              </a:ext>
            </a:extLst>
          </p:cNvPr>
          <p:cNvSpPr txBox="1">
            <a:spLocks noChangeArrowheads="1"/>
          </p:cNvSpPr>
          <p:nvPr/>
        </p:nvSpPr>
        <p:spPr bwMode="auto">
          <a:xfrm>
            <a:off x="553243" y="4189772"/>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5" name="Text Box 110">
            <a:extLst>
              <a:ext uri="{FF2B5EF4-FFF2-40B4-BE49-F238E27FC236}">
                <a16:creationId xmlns:a16="http://schemas.microsoft.com/office/drawing/2014/main" id="{FCAAA182-925A-4807-8143-7B90B75CC2E4}"/>
              </a:ext>
            </a:extLst>
          </p:cNvPr>
          <p:cNvSpPr txBox="1">
            <a:spLocks noChangeArrowheads="1"/>
          </p:cNvSpPr>
          <p:nvPr/>
        </p:nvSpPr>
        <p:spPr bwMode="auto">
          <a:xfrm>
            <a:off x="2313780" y="4216708"/>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0</a:t>
            </a:r>
          </a:p>
        </p:txBody>
      </p:sp>
      <p:sp>
        <p:nvSpPr>
          <p:cNvPr id="126" name="Text Box 110">
            <a:extLst>
              <a:ext uri="{FF2B5EF4-FFF2-40B4-BE49-F238E27FC236}">
                <a16:creationId xmlns:a16="http://schemas.microsoft.com/office/drawing/2014/main" id="{77EA1FD2-2C19-4543-8028-E88B2E8B82D1}"/>
              </a:ext>
            </a:extLst>
          </p:cNvPr>
          <p:cNvSpPr txBox="1">
            <a:spLocks noChangeArrowheads="1"/>
          </p:cNvSpPr>
          <p:nvPr/>
        </p:nvSpPr>
        <p:spPr bwMode="auto">
          <a:xfrm>
            <a:off x="574069" y="4200871"/>
            <a:ext cx="337345" cy="519112"/>
          </a:xfrm>
          <a:prstGeom prst="rect">
            <a:avLst/>
          </a:prstGeom>
          <a:solidFill>
            <a:srgbClr val="FFFF00"/>
          </a:solidFill>
          <a:ln w="38100">
            <a:solidFill>
              <a:srgbClr val="F6F000"/>
            </a:solidFill>
            <a:miter lim="800000"/>
            <a:headEnd/>
            <a:tailEnd/>
          </a:ln>
          <a:effectLst/>
        </p:spPr>
        <p:txBody>
          <a:bodyPr wrap="square">
            <a:spAutoFit/>
          </a:bodyPr>
          <a:lstStyle>
            <a:defPPr>
              <a:defRPr lang="zh-CN"/>
            </a:defPPr>
            <a:lvl1pPr marL="0" marR="0" lvl="0" indent="0" defTabSz="914400" eaLnBrk="1" latinLnBrk="0" hangingPunct="1">
              <a:lnSpc>
                <a:spcPct val="100000"/>
              </a:lnSpc>
              <a:spcBef>
                <a:spcPct val="50000"/>
              </a:spcBef>
              <a:buClrTx/>
              <a:buSzTx/>
              <a:buFontTx/>
              <a:buNone/>
              <a:tabLst/>
              <a:defRPr i="0" u="none" strike="noStrike" cap="none" spc="0" normalizeH="0" baseline="0">
                <a:ln>
                  <a:solidFill>
                    <a:schemeClr val="tx1"/>
                  </a:solidFill>
                </a:ln>
                <a:solidFill>
                  <a:srgbClr val="FFFF00"/>
                </a:solidFill>
                <a:effectLst/>
                <a:uLnTx/>
                <a:uFillTx/>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b="0" dirty="0">
                <a:solidFill>
                  <a:schemeClr val="tx1"/>
                </a:solidFill>
              </a:rPr>
              <a:t>1</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down)">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dissolve">
                                      <p:cBhvr>
                                        <p:cTn id="12" dur="500"/>
                                        <p:tgtEl>
                                          <p:spTgt spid="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left)">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2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2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wipe(left)">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wipe(left)">
                                      <p:cBhvr>
                                        <p:cTn id="73" dur="500"/>
                                        <p:tgtEl>
                                          <p:spTgt spid="4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24"/>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left)">
                                      <p:cBhvr>
                                        <p:cTn id="82" dur="500"/>
                                        <p:tgtEl>
                                          <p:spTgt spid="46"/>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wipe(left)">
                                      <p:cBhvr>
                                        <p:cTn id="91" dur="500"/>
                                        <p:tgtEl>
                                          <p:spTgt spid="53"/>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125"/>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26"/>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63"/>
                                        </p:tgtEl>
                                        <p:attrNameLst>
                                          <p:attrName>style.visibility</p:attrName>
                                        </p:attrNameLst>
                                      </p:cBhvr>
                                      <p:to>
                                        <p:strVal val="visible"/>
                                      </p:to>
                                    </p:set>
                                    <p:animEffect transition="in" filter="wipe(left)">
                                      <p:cBhvr>
                                        <p:cTn id="104" dur="500"/>
                                        <p:tgtEl>
                                          <p:spTgt spid="63"/>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3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wipe(left)">
                                      <p:cBhvr>
                                        <p:cTn id="113" dur="500"/>
                                        <p:tgtEl>
                                          <p:spTgt spid="64"/>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68"/>
                                        </p:tgtEl>
                                        <p:attrNameLst>
                                          <p:attrName>style.visibility</p:attrName>
                                        </p:attrNameLst>
                                      </p:cBhvr>
                                      <p:to>
                                        <p:strVal val="visible"/>
                                      </p:to>
                                    </p:set>
                                    <p:animEffect transition="in" filter="wipe(left)">
                                      <p:cBhvr>
                                        <p:cTn id="118" dur="500"/>
                                        <p:tgtEl>
                                          <p:spTgt spid="6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69"/>
                                        </p:tgtEl>
                                        <p:attrNameLst>
                                          <p:attrName>style.visibility</p:attrName>
                                        </p:attrNameLst>
                                      </p:cBhvr>
                                      <p:to>
                                        <p:strVal val="visible"/>
                                      </p:to>
                                    </p:set>
                                    <p:animEffect transition="in" filter="wipe(left)">
                                      <p:cBhvr>
                                        <p:cTn id="123" dur="500"/>
                                        <p:tgtEl>
                                          <p:spTgt spid="69"/>
                                        </p:tgtEl>
                                      </p:cBhvr>
                                    </p:animEffect>
                                  </p:childTnLst>
                                </p:cTn>
                              </p:par>
                            </p:childTnLst>
                          </p:cTn>
                        </p:par>
                      </p:childTnLst>
                    </p:cTn>
                  </p:par>
                  <p:par>
                    <p:cTn id="124" fill="hold">
                      <p:stCondLst>
                        <p:cond delay="indefinite"/>
                      </p:stCondLst>
                      <p:childTnLst>
                        <p:par>
                          <p:cTn id="125" fill="hold">
                            <p:stCondLst>
                              <p:cond delay="0"/>
                            </p:stCondLst>
                            <p:childTnLst>
                              <p:par>
                                <p:cTn id="126" presetID="23" presetClass="entr" presetSubtype="16" fill="hold" nodeType="clickEffect">
                                  <p:stCondLst>
                                    <p:cond delay="0"/>
                                  </p:stCondLst>
                                  <p:childTnLst>
                                    <p:set>
                                      <p:cBhvr>
                                        <p:cTn id="127" dur="1" fill="hold">
                                          <p:stCondLst>
                                            <p:cond delay="0"/>
                                          </p:stCondLst>
                                        </p:cTn>
                                        <p:tgtEl>
                                          <p:spTgt spid="70"/>
                                        </p:tgtEl>
                                        <p:attrNameLst>
                                          <p:attrName>style.visibility</p:attrName>
                                        </p:attrNameLst>
                                      </p:cBhvr>
                                      <p:to>
                                        <p:strVal val="visible"/>
                                      </p:to>
                                    </p:set>
                                    <p:anim calcmode="lin" valueType="num">
                                      <p:cBhvr>
                                        <p:cTn id="128" dur="500" fill="hold"/>
                                        <p:tgtEl>
                                          <p:spTgt spid="70"/>
                                        </p:tgtEl>
                                        <p:attrNameLst>
                                          <p:attrName>ppt_w</p:attrName>
                                        </p:attrNameLst>
                                      </p:cBhvr>
                                      <p:tavLst>
                                        <p:tav tm="0">
                                          <p:val>
                                            <p:fltVal val="0"/>
                                          </p:val>
                                        </p:tav>
                                        <p:tav tm="100000">
                                          <p:val>
                                            <p:strVal val="#ppt_w"/>
                                          </p:val>
                                        </p:tav>
                                      </p:tavLst>
                                    </p:anim>
                                    <p:anim calcmode="lin" valueType="num">
                                      <p:cBhvr>
                                        <p:cTn id="12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115" grpId="0"/>
      <p:bldP spid="118" grpId="0" animBg="1"/>
      <p:bldP spid="119" grpId="0" animBg="1"/>
      <p:bldP spid="121" grpId="0" animBg="1"/>
      <p:bldP spid="124" grpId="0" animBg="1"/>
      <p:bldP spid="127" grpId="0" animBg="1"/>
      <p:bldP spid="128" grpId="0" animBg="1"/>
      <p:bldP spid="129" grpId="0" animBg="1"/>
      <p:bldP spid="130" grpId="0" animBg="1"/>
      <p:bldP spid="120" grpId="0" animBg="1"/>
      <p:bldP spid="123" grpId="0" animBg="1"/>
      <p:bldP spid="125" grpId="0" animBg="1"/>
      <p:bldP spid="1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26</a:t>
            </a:fld>
            <a:endParaRPr lang="en-US" altLang="zh-CN" dirty="0"/>
          </a:p>
        </p:txBody>
      </p:sp>
      <p:sp>
        <p:nvSpPr>
          <p:cNvPr id="5" name="Text Box 3">
            <a:extLst>
              <a:ext uri="{FF2B5EF4-FFF2-40B4-BE49-F238E27FC236}">
                <a16:creationId xmlns:a16="http://schemas.microsoft.com/office/drawing/2014/main" id="{88FF52C6-15BA-4E0D-B318-D55CA8A0D9D7}"/>
              </a:ext>
            </a:extLst>
          </p:cNvPr>
          <p:cNvSpPr txBox="1">
            <a:spLocks noChangeArrowheads="1"/>
          </p:cNvSpPr>
          <p:nvPr/>
        </p:nvSpPr>
        <p:spPr bwMode="auto">
          <a:xfrm>
            <a:off x="287338" y="1042035"/>
            <a:ext cx="8499475" cy="115993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31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主从</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触发器在</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期间，主触发器只变化（翻转）一次，这种现象称为一次变化现象。</a:t>
            </a:r>
          </a:p>
        </p:txBody>
      </p:sp>
      <p:grpSp>
        <p:nvGrpSpPr>
          <p:cNvPr id="6" name="Group 4">
            <a:extLst>
              <a:ext uri="{FF2B5EF4-FFF2-40B4-BE49-F238E27FC236}">
                <a16:creationId xmlns:a16="http://schemas.microsoft.com/office/drawing/2014/main" id="{D0354203-A8C0-49DB-8F57-EBBAA1A0C251}"/>
              </a:ext>
            </a:extLst>
          </p:cNvPr>
          <p:cNvGrpSpPr>
            <a:grpSpLocks/>
          </p:cNvGrpSpPr>
          <p:nvPr/>
        </p:nvGrpSpPr>
        <p:grpSpPr bwMode="auto">
          <a:xfrm>
            <a:off x="2420938" y="3067685"/>
            <a:ext cx="3998912" cy="2709863"/>
            <a:chOff x="1525" y="1750"/>
            <a:chExt cx="2519" cy="1707"/>
          </a:xfrm>
        </p:grpSpPr>
        <p:sp>
          <p:nvSpPr>
            <p:cNvPr id="7" name="Line 5">
              <a:extLst>
                <a:ext uri="{FF2B5EF4-FFF2-40B4-BE49-F238E27FC236}">
                  <a16:creationId xmlns:a16="http://schemas.microsoft.com/office/drawing/2014/main" id="{32DD7823-96FD-4ED8-8605-983DA1E4D2E9}"/>
                </a:ext>
              </a:extLst>
            </p:cNvPr>
            <p:cNvSpPr>
              <a:spLocks noChangeShapeType="1"/>
            </p:cNvSpPr>
            <p:nvPr/>
          </p:nvSpPr>
          <p:spPr bwMode="auto">
            <a:xfrm>
              <a:off x="1525" y="1761"/>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6">
              <a:extLst>
                <a:ext uri="{FF2B5EF4-FFF2-40B4-BE49-F238E27FC236}">
                  <a16:creationId xmlns:a16="http://schemas.microsoft.com/office/drawing/2014/main" id="{0EBB395F-7A5F-4134-9174-AFE4B63FF526}"/>
                </a:ext>
              </a:extLst>
            </p:cNvPr>
            <p:cNvSpPr>
              <a:spLocks noChangeShapeType="1"/>
            </p:cNvSpPr>
            <p:nvPr/>
          </p:nvSpPr>
          <p:spPr bwMode="auto">
            <a:xfrm>
              <a:off x="2034" y="1761"/>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7">
              <a:extLst>
                <a:ext uri="{FF2B5EF4-FFF2-40B4-BE49-F238E27FC236}">
                  <a16:creationId xmlns:a16="http://schemas.microsoft.com/office/drawing/2014/main" id="{3C6F0E4C-B9BD-421A-ADF3-77A81227E6AE}"/>
                </a:ext>
              </a:extLst>
            </p:cNvPr>
            <p:cNvSpPr>
              <a:spLocks noChangeShapeType="1"/>
            </p:cNvSpPr>
            <p:nvPr/>
          </p:nvSpPr>
          <p:spPr bwMode="auto">
            <a:xfrm>
              <a:off x="2587" y="1772"/>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8">
              <a:extLst>
                <a:ext uri="{FF2B5EF4-FFF2-40B4-BE49-F238E27FC236}">
                  <a16:creationId xmlns:a16="http://schemas.microsoft.com/office/drawing/2014/main" id="{92756376-C6CA-4B14-B732-E1C7EE3DA885}"/>
                </a:ext>
              </a:extLst>
            </p:cNvPr>
            <p:cNvSpPr>
              <a:spLocks noChangeShapeType="1"/>
            </p:cNvSpPr>
            <p:nvPr/>
          </p:nvSpPr>
          <p:spPr bwMode="auto">
            <a:xfrm>
              <a:off x="3061" y="1750"/>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9">
              <a:extLst>
                <a:ext uri="{FF2B5EF4-FFF2-40B4-BE49-F238E27FC236}">
                  <a16:creationId xmlns:a16="http://schemas.microsoft.com/office/drawing/2014/main" id="{5EC47FF1-EE08-4C8A-A62C-DC9E6683E6E6}"/>
                </a:ext>
              </a:extLst>
            </p:cNvPr>
            <p:cNvSpPr>
              <a:spLocks noChangeShapeType="1"/>
            </p:cNvSpPr>
            <p:nvPr/>
          </p:nvSpPr>
          <p:spPr bwMode="auto">
            <a:xfrm>
              <a:off x="3592" y="1761"/>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0">
              <a:extLst>
                <a:ext uri="{FF2B5EF4-FFF2-40B4-BE49-F238E27FC236}">
                  <a16:creationId xmlns:a16="http://schemas.microsoft.com/office/drawing/2014/main" id="{8B875BE9-463B-47B0-9674-564C86C03427}"/>
                </a:ext>
              </a:extLst>
            </p:cNvPr>
            <p:cNvSpPr>
              <a:spLocks noChangeShapeType="1"/>
            </p:cNvSpPr>
            <p:nvPr/>
          </p:nvSpPr>
          <p:spPr bwMode="auto">
            <a:xfrm>
              <a:off x="4044" y="1772"/>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11">
              <a:extLst>
                <a:ext uri="{FF2B5EF4-FFF2-40B4-BE49-F238E27FC236}">
                  <a16:creationId xmlns:a16="http://schemas.microsoft.com/office/drawing/2014/main" id="{9EF28353-89EB-416B-AE0D-32103B35D515}"/>
                </a:ext>
              </a:extLst>
            </p:cNvPr>
            <p:cNvSpPr>
              <a:spLocks noChangeShapeType="1"/>
            </p:cNvSpPr>
            <p:nvPr/>
          </p:nvSpPr>
          <p:spPr bwMode="auto">
            <a:xfrm>
              <a:off x="1661" y="1761"/>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2">
              <a:extLst>
                <a:ext uri="{FF2B5EF4-FFF2-40B4-BE49-F238E27FC236}">
                  <a16:creationId xmlns:a16="http://schemas.microsoft.com/office/drawing/2014/main" id="{5ED6AF3C-B884-4AFA-BCCD-D7B086166D1E}"/>
                </a:ext>
              </a:extLst>
            </p:cNvPr>
            <p:cNvSpPr>
              <a:spLocks noChangeShapeType="1"/>
            </p:cNvSpPr>
            <p:nvPr/>
          </p:nvSpPr>
          <p:spPr bwMode="auto">
            <a:xfrm>
              <a:off x="1875" y="1785"/>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3">
              <a:extLst>
                <a:ext uri="{FF2B5EF4-FFF2-40B4-BE49-F238E27FC236}">
                  <a16:creationId xmlns:a16="http://schemas.microsoft.com/office/drawing/2014/main" id="{BA08909A-2CB8-4C0A-A21C-0BF76C98ED0A}"/>
                </a:ext>
              </a:extLst>
            </p:cNvPr>
            <p:cNvSpPr>
              <a:spLocks noChangeShapeType="1"/>
            </p:cNvSpPr>
            <p:nvPr/>
          </p:nvSpPr>
          <p:spPr bwMode="auto">
            <a:xfrm>
              <a:off x="3838" y="1785"/>
              <a:ext cx="0" cy="16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6" name="Group 16">
            <a:extLst>
              <a:ext uri="{FF2B5EF4-FFF2-40B4-BE49-F238E27FC236}">
                <a16:creationId xmlns:a16="http://schemas.microsoft.com/office/drawing/2014/main" id="{7CB43785-63C1-4F2D-8958-09123C906291}"/>
              </a:ext>
            </a:extLst>
          </p:cNvPr>
          <p:cNvGrpSpPr>
            <a:grpSpLocks/>
          </p:cNvGrpSpPr>
          <p:nvPr/>
        </p:nvGrpSpPr>
        <p:grpSpPr bwMode="auto">
          <a:xfrm>
            <a:off x="1182688" y="2673985"/>
            <a:ext cx="5881687" cy="2008188"/>
            <a:chOff x="745" y="1502"/>
            <a:chExt cx="3705" cy="1265"/>
          </a:xfrm>
        </p:grpSpPr>
        <p:grpSp>
          <p:nvGrpSpPr>
            <p:cNvPr id="17" name="Group 17">
              <a:extLst>
                <a:ext uri="{FF2B5EF4-FFF2-40B4-BE49-F238E27FC236}">
                  <a16:creationId xmlns:a16="http://schemas.microsoft.com/office/drawing/2014/main" id="{9485CB4C-1E0F-44AE-B6BE-072C241E3417}"/>
                </a:ext>
              </a:extLst>
            </p:cNvPr>
            <p:cNvGrpSpPr>
              <a:grpSpLocks/>
            </p:cNvGrpSpPr>
            <p:nvPr/>
          </p:nvGrpSpPr>
          <p:grpSpPr bwMode="auto">
            <a:xfrm>
              <a:off x="745" y="1502"/>
              <a:ext cx="3705" cy="847"/>
              <a:chOff x="745" y="1502"/>
              <a:chExt cx="3705" cy="847"/>
            </a:xfrm>
          </p:grpSpPr>
          <p:sp>
            <p:nvSpPr>
              <p:cNvPr id="21" name="Freeform 18">
                <a:extLst>
                  <a:ext uri="{FF2B5EF4-FFF2-40B4-BE49-F238E27FC236}">
                    <a16:creationId xmlns:a16="http://schemas.microsoft.com/office/drawing/2014/main" id="{9CB26576-F334-4E53-BC16-2FCE4103EE16}"/>
                  </a:ext>
                </a:extLst>
              </p:cNvPr>
              <p:cNvSpPr>
                <a:spLocks/>
              </p:cNvSpPr>
              <p:nvPr/>
            </p:nvSpPr>
            <p:spPr bwMode="auto">
              <a:xfrm>
                <a:off x="1129" y="1502"/>
                <a:ext cx="3321" cy="271"/>
              </a:xfrm>
              <a:custGeom>
                <a:avLst/>
                <a:gdLst>
                  <a:gd name="T0" fmla="*/ 0 w 3321"/>
                  <a:gd name="T1" fmla="*/ 271 h 271"/>
                  <a:gd name="T2" fmla="*/ 407 w 3321"/>
                  <a:gd name="T3" fmla="*/ 271 h 271"/>
                  <a:gd name="T4" fmla="*/ 407 w 3321"/>
                  <a:gd name="T5" fmla="*/ 0 h 271"/>
                  <a:gd name="T6" fmla="*/ 915 w 3321"/>
                  <a:gd name="T7" fmla="*/ 0 h 271"/>
                  <a:gd name="T8" fmla="*/ 915 w 3321"/>
                  <a:gd name="T9" fmla="*/ 271 h 271"/>
                  <a:gd name="T10" fmla="*/ 1457 w 3321"/>
                  <a:gd name="T11" fmla="*/ 271 h 271"/>
                  <a:gd name="T12" fmla="*/ 1457 w 3321"/>
                  <a:gd name="T13" fmla="*/ 0 h 271"/>
                  <a:gd name="T14" fmla="*/ 1932 w 3321"/>
                  <a:gd name="T15" fmla="*/ 0 h 271"/>
                  <a:gd name="T16" fmla="*/ 1932 w 3321"/>
                  <a:gd name="T17" fmla="*/ 271 h 271"/>
                  <a:gd name="T18" fmla="*/ 2463 w 3321"/>
                  <a:gd name="T19" fmla="*/ 271 h 271"/>
                  <a:gd name="T20" fmla="*/ 2463 w 3321"/>
                  <a:gd name="T21" fmla="*/ 0 h 271"/>
                  <a:gd name="T22" fmla="*/ 2914 w 3321"/>
                  <a:gd name="T23" fmla="*/ 0 h 271"/>
                  <a:gd name="T24" fmla="*/ 2914 w 3321"/>
                  <a:gd name="T25" fmla="*/ 271 h 271"/>
                  <a:gd name="T26" fmla="*/ 3321 w 3321"/>
                  <a:gd name="T27" fmla="*/ 271 h 2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21" h="271">
                    <a:moveTo>
                      <a:pt x="0" y="271"/>
                    </a:moveTo>
                    <a:lnTo>
                      <a:pt x="407" y="271"/>
                    </a:lnTo>
                    <a:lnTo>
                      <a:pt x="407" y="0"/>
                    </a:lnTo>
                    <a:lnTo>
                      <a:pt x="915" y="0"/>
                    </a:lnTo>
                    <a:lnTo>
                      <a:pt x="915" y="271"/>
                    </a:lnTo>
                    <a:lnTo>
                      <a:pt x="1457" y="271"/>
                    </a:lnTo>
                    <a:lnTo>
                      <a:pt x="1457" y="0"/>
                    </a:lnTo>
                    <a:lnTo>
                      <a:pt x="1932" y="0"/>
                    </a:lnTo>
                    <a:lnTo>
                      <a:pt x="1932" y="271"/>
                    </a:lnTo>
                    <a:lnTo>
                      <a:pt x="2463" y="271"/>
                    </a:lnTo>
                    <a:lnTo>
                      <a:pt x="2463" y="0"/>
                    </a:lnTo>
                    <a:lnTo>
                      <a:pt x="2914" y="0"/>
                    </a:lnTo>
                    <a:lnTo>
                      <a:pt x="2914" y="271"/>
                    </a:lnTo>
                    <a:lnTo>
                      <a:pt x="3321"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Freeform 19">
                <a:extLst>
                  <a:ext uri="{FF2B5EF4-FFF2-40B4-BE49-F238E27FC236}">
                    <a16:creationId xmlns:a16="http://schemas.microsoft.com/office/drawing/2014/main" id="{38EB301D-B83F-42BF-AFF6-723DB1502C0D}"/>
                  </a:ext>
                </a:extLst>
              </p:cNvPr>
              <p:cNvSpPr>
                <a:spLocks/>
              </p:cNvSpPr>
              <p:nvPr/>
            </p:nvSpPr>
            <p:spPr bwMode="auto">
              <a:xfrm>
                <a:off x="1129" y="1909"/>
                <a:ext cx="3310" cy="271"/>
              </a:xfrm>
              <a:custGeom>
                <a:avLst/>
                <a:gdLst>
                  <a:gd name="T0" fmla="*/ 0 w 3310"/>
                  <a:gd name="T1" fmla="*/ 271 h 271"/>
                  <a:gd name="T2" fmla="*/ 531 w 3310"/>
                  <a:gd name="T3" fmla="*/ 271 h 271"/>
                  <a:gd name="T4" fmla="*/ 531 w 3310"/>
                  <a:gd name="T5" fmla="*/ 0 h 271"/>
                  <a:gd name="T6" fmla="*/ 746 w 3310"/>
                  <a:gd name="T7" fmla="*/ 0 h 271"/>
                  <a:gd name="T8" fmla="*/ 746 w 3310"/>
                  <a:gd name="T9" fmla="*/ 271 h 271"/>
                  <a:gd name="T10" fmla="*/ 1209 w 3310"/>
                  <a:gd name="T11" fmla="*/ 271 h 271"/>
                  <a:gd name="T12" fmla="*/ 1209 w 3310"/>
                  <a:gd name="T13" fmla="*/ 0 h 271"/>
                  <a:gd name="T14" fmla="*/ 3050 w 3310"/>
                  <a:gd name="T15" fmla="*/ 0 h 271"/>
                  <a:gd name="T16" fmla="*/ 3050 w 3310"/>
                  <a:gd name="T17" fmla="*/ 271 h 271"/>
                  <a:gd name="T18" fmla="*/ 3310 w 3310"/>
                  <a:gd name="T19" fmla="*/ 271 h 2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10" h="271">
                    <a:moveTo>
                      <a:pt x="0" y="271"/>
                    </a:moveTo>
                    <a:lnTo>
                      <a:pt x="531" y="271"/>
                    </a:lnTo>
                    <a:lnTo>
                      <a:pt x="531" y="0"/>
                    </a:lnTo>
                    <a:lnTo>
                      <a:pt x="746" y="0"/>
                    </a:lnTo>
                    <a:lnTo>
                      <a:pt x="746" y="271"/>
                    </a:lnTo>
                    <a:lnTo>
                      <a:pt x="1209" y="271"/>
                    </a:lnTo>
                    <a:lnTo>
                      <a:pt x="1209" y="0"/>
                    </a:lnTo>
                    <a:lnTo>
                      <a:pt x="3050" y="0"/>
                    </a:lnTo>
                    <a:lnTo>
                      <a:pt x="3050" y="271"/>
                    </a:lnTo>
                    <a:lnTo>
                      <a:pt x="3310"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Text Box 20">
                <a:extLst>
                  <a:ext uri="{FF2B5EF4-FFF2-40B4-BE49-F238E27FC236}">
                    <a16:creationId xmlns:a16="http://schemas.microsoft.com/office/drawing/2014/main" id="{B97E652A-009B-472D-9040-1422A29E8DFE}"/>
                  </a:ext>
                </a:extLst>
              </p:cNvPr>
              <p:cNvSpPr txBox="1">
                <a:spLocks noChangeArrowheads="1"/>
              </p:cNvSpPr>
              <p:nvPr/>
            </p:nvSpPr>
            <p:spPr bwMode="auto">
              <a:xfrm>
                <a:off x="745" y="1605"/>
                <a:ext cx="46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24" name="Text Box 21">
                <a:extLst>
                  <a:ext uri="{FF2B5EF4-FFF2-40B4-BE49-F238E27FC236}">
                    <a16:creationId xmlns:a16="http://schemas.microsoft.com/office/drawing/2014/main" id="{DA0610AB-F118-4894-9A7C-4956CBA207A2}"/>
                  </a:ext>
                </a:extLst>
              </p:cNvPr>
              <p:cNvSpPr txBox="1">
                <a:spLocks noChangeArrowheads="1"/>
              </p:cNvSpPr>
              <p:nvPr/>
            </p:nvSpPr>
            <p:spPr bwMode="auto">
              <a:xfrm>
                <a:off x="881" y="2022"/>
                <a:ext cx="27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a:t>
                </a:r>
              </a:p>
            </p:txBody>
          </p:sp>
        </p:grpSp>
        <p:grpSp>
          <p:nvGrpSpPr>
            <p:cNvPr id="18" name="Group 22">
              <a:extLst>
                <a:ext uri="{FF2B5EF4-FFF2-40B4-BE49-F238E27FC236}">
                  <a16:creationId xmlns:a16="http://schemas.microsoft.com/office/drawing/2014/main" id="{6E31CA9F-FC03-4AFE-B025-005248AE098B}"/>
                </a:ext>
              </a:extLst>
            </p:cNvPr>
            <p:cNvGrpSpPr>
              <a:grpSpLocks/>
            </p:cNvGrpSpPr>
            <p:nvPr/>
          </p:nvGrpSpPr>
          <p:grpSpPr bwMode="auto">
            <a:xfrm>
              <a:off x="870" y="2337"/>
              <a:ext cx="3575" cy="430"/>
              <a:chOff x="870" y="2337"/>
              <a:chExt cx="3575" cy="430"/>
            </a:xfrm>
          </p:grpSpPr>
          <p:sp>
            <p:nvSpPr>
              <p:cNvPr id="19" name="Text Box 23">
                <a:extLst>
                  <a:ext uri="{FF2B5EF4-FFF2-40B4-BE49-F238E27FC236}">
                    <a16:creationId xmlns:a16="http://schemas.microsoft.com/office/drawing/2014/main" id="{F619C654-A2F2-4FFA-B94B-79690657C673}"/>
                  </a:ext>
                </a:extLst>
              </p:cNvPr>
              <p:cNvSpPr txBox="1">
                <a:spLocks noChangeArrowheads="1"/>
              </p:cNvSpPr>
              <p:nvPr/>
            </p:nvSpPr>
            <p:spPr bwMode="auto">
              <a:xfrm>
                <a:off x="870" y="2440"/>
                <a:ext cx="27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20" name="Freeform 24">
                <a:extLst>
                  <a:ext uri="{FF2B5EF4-FFF2-40B4-BE49-F238E27FC236}">
                    <a16:creationId xmlns:a16="http://schemas.microsoft.com/office/drawing/2014/main" id="{CC4A7770-ADDD-4312-BD80-11B18D2D1E17}"/>
                  </a:ext>
                </a:extLst>
              </p:cNvPr>
              <p:cNvSpPr>
                <a:spLocks/>
              </p:cNvSpPr>
              <p:nvPr/>
            </p:nvSpPr>
            <p:spPr bwMode="auto">
              <a:xfrm>
                <a:off x="1152" y="2337"/>
                <a:ext cx="3293" cy="271"/>
              </a:xfrm>
              <a:custGeom>
                <a:avLst/>
                <a:gdLst>
                  <a:gd name="T0" fmla="*/ 0 w 3293"/>
                  <a:gd name="T1" fmla="*/ 271 h 271"/>
                  <a:gd name="T2" fmla="*/ 2391 w 3293"/>
                  <a:gd name="T3" fmla="*/ 271 h 271"/>
                  <a:gd name="T4" fmla="*/ 2391 w 3293"/>
                  <a:gd name="T5" fmla="*/ 0 h 271"/>
                  <a:gd name="T6" fmla="*/ 2684 w 3293"/>
                  <a:gd name="T7" fmla="*/ 0 h 271"/>
                  <a:gd name="T8" fmla="*/ 2684 w 3293"/>
                  <a:gd name="T9" fmla="*/ 271 h 271"/>
                  <a:gd name="T10" fmla="*/ 3293 w 3293"/>
                  <a:gd name="T11" fmla="*/ 271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93" h="271">
                    <a:moveTo>
                      <a:pt x="0" y="271"/>
                    </a:moveTo>
                    <a:lnTo>
                      <a:pt x="2391" y="271"/>
                    </a:lnTo>
                    <a:lnTo>
                      <a:pt x="2391" y="0"/>
                    </a:lnTo>
                    <a:lnTo>
                      <a:pt x="2684" y="0"/>
                    </a:lnTo>
                    <a:lnTo>
                      <a:pt x="2684" y="271"/>
                    </a:lnTo>
                    <a:lnTo>
                      <a:pt x="3293"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26" name="Freeform 26">
            <a:extLst>
              <a:ext uri="{FF2B5EF4-FFF2-40B4-BE49-F238E27FC236}">
                <a16:creationId xmlns:a16="http://schemas.microsoft.com/office/drawing/2014/main" id="{9B940F94-FDC7-4ECB-AC20-7F3BB14575CB}"/>
              </a:ext>
            </a:extLst>
          </p:cNvPr>
          <p:cNvSpPr>
            <a:spLocks/>
          </p:cNvSpPr>
          <p:nvPr/>
        </p:nvSpPr>
        <p:spPr bwMode="auto">
          <a:xfrm>
            <a:off x="2635250" y="4664710"/>
            <a:ext cx="3090863" cy="430213"/>
          </a:xfrm>
          <a:custGeom>
            <a:avLst/>
            <a:gdLst>
              <a:gd name="T0" fmla="*/ 0 w 2078"/>
              <a:gd name="T1" fmla="*/ 2147483647 h 271"/>
              <a:gd name="T2" fmla="*/ 0 w 2078"/>
              <a:gd name="T3" fmla="*/ 0 h 271"/>
              <a:gd name="T4" fmla="*/ 2147483647 w 2078"/>
              <a:gd name="T5" fmla="*/ 0 h 271"/>
              <a:gd name="T6" fmla="*/ 0 60000 65536"/>
              <a:gd name="T7" fmla="*/ 0 60000 65536"/>
              <a:gd name="T8" fmla="*/ 0 60000 65536"/>
            </a:gdLst>
            <a:ahLst/>
            <a:cxnLst>
              <a:cxn ang="T6">
                <a:pos x="T0" y="T1"/>
              </a:cxn>
              <a:cxn ang="T7">
                <a:pos x="T2" y="T3"/>
              </a:cxn>
              <a:cxn ang="T8">
                <a:pos x="T4" y="T5"/>
              </a:cxn>
            </a:cxnLst>
            <a:rect l="0" t="0" r="r" b="b"/>
            <a:pathLst>
              <a:path w="2078" h="271">
                <a:moveTo>
                  <a:pt x="0" y="271"/>
                </a:moveTo>
                <a:lnTo>
                  <a:pt x="0" y="0"/>
                </a:lnTo>
                <a:lnTo>
                  <a:pt x="207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Freeform 27">
            <a:extLst>
              <a:ext uri="{FF2B5EF4-FFF2-40B4-BE49-F238E27FC236}">
                <a16:creationId xmlns:a16="http://schemas.microsoft.com/office/drawing/2014/main" id="{24AC0B88-4988-4852-B7EE-A4163A53D6F2}"/>
              </a:ext>
            </a:extLst>
          </p:cNvPr>
          <p:cNvSpPr>
            <a:spLocks/>
          </p:cNvSpPr>
          <p:nvPr/>
        </p:nvSpPr>
        <p:spPr bwMode="auto">
          <a:xfrm>
            <a:off x="5710238" y="4664710"/>
            <a:ext cx="1336675" cy="430213"/>
          </a:xfrm>
          <a:custGeom>
            <a:avLst/>
            <a:gdLst>
              <a:gd name="T0" fmla="*/ 0 w 701"/>
              <a:gd name="T1" fmla="*/ 0 h 271"/>
              <a:gd name="T2" fmla="*/ 0 w 701"/>
              <a:gd name="T3" fmla="*/ 2147483647 h 271"/>
              <a:gd name="T4" fmla="*/ 2147483647 w 701"/>
              <a:gd name="T5" fmla="*/ 2147483647 h 271"/>
              <a:gd name="T6" fmla="*/ 0 60000 65536"/>
              <a:gd name="T7" fmla="*/ 0 60000 65536"/>
              <a:gd name="T8" fmla="*/ 0 60000 65536"/>
            </a:gdLst>
            <a:ahLst/>
            <a:cxnLst>
              <a:cxn ang="T6">
                <a:pos x="T0" y="T1"/>
              </a:cxn>
              <a:cxn ang="T7">
                <a:pos x="T2" y="T3"/>
              </a:cxn>
              <a:cxn ang="T8">
                <a:pos x="T4" y="T5"/>
              </a:cxn>
            </a:cxnLst>
            <a:rect l="0" t="0" r="r" b="b"/>
            <a:pathLst>
              <a:path w="701" h="271">
                <a:moveTo>
                  <a:pt x="0" y="0"/>
                </a:moveTo>
                <a:lnTo>
                  <a:pt x="0" y="271"/>
                </a:lnTo>
                <a:lnTo>
                  <a:pt x="701" y="27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28">
            <a:extLst>
              <a:ext uri="{FF2B5EF4-FFF2-40B4-BE49-F238E27FC236}">
                <a16:creationId xmlns:a16="http://schemas.microsoft.com/office/drawing/2014/main" id="{4183324A-D50B-4705-8636-682BF2F73181}"/>
              </a:ext>
            </a:extLst>
          </p:cNvPr>
          <p:cNvSpPr>
            <a:spLocks noChangeShapeType="1"/>
          </p:cNvSpPr>
          <p:nvPr/>
        </p:nvSpPr>
        <p:spPr bwMode="auto">
          <a:xfrm flipV="1">
            <a:off x="1792288" y="5091748"/>
            <a:ext cx="836612" cy="3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9" name="Group 29">
            <a:extLst>
              <a:ext uri="{FF2B5EF4-FFF2-40B4-BE49-F238E27FC236}">
                <a16:creationId xmlns:a16="http://schemas.microsoft.com/office/drawing/2014/main" id="{00070F6B-28BA-428D-B576-F53D76759123}"/>
              </a:ext>
            </a:extLst>
          </p:cNvPr>
          <p:cNvGrpSpPr>
            <a:grpSpLocks/>
          </p:cNvGrpSpPr>
          <p:nvPr/>
        </p:nvGrpSpPr>
        <p:grpSpPr bwMode="auto">
          <a:xfrm>
            <a:off x="950913" y="5267960"/>
            <a:ext cx="6037262" cy="611188"/>
            <a:chOff x="599" y="3136"/>
            <a:chExt cx="3803" cy="385"/>
          </a:xfrm>
        </p:grpSpPr>
        <p:sp>
          <p:nvSpPr>
            <p:cNvPr id="30" name="Text Box 30">
              <a:extLst>
                <a:ext uri="{FF2B5EF4-FFF2-40B4-BE49-F238E27FC236}">
                  <a16:creationId xmlns:a16="http://schemas.microsoft.com/office/drawing/2014/main" id="{001E4023-A6C7-45A4-8F1C-46D1FAE78BE0}"/>
                </a:ext>
              </a:extLst>
            </p:cNvPr>
            <p:cNvSpPr txBox="1">
              <a:spLocks noChangeArrowheads="1"/>
            </p:cNvSpPr>
            <p:nvPr/>
          </p:nvSpPr>
          <p:spPr bwMode="auto">
            <a:xfrm>
              <a:off x="599" y="3194"/>
              <a:ext cx="666"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Freeform 31">
              <a:extLst>
                <a:ext uri="{FF2B5EF4-FFF2-40B4-BE49-F238E27FC236}">
                  <a16:creationId xmlns:a16="http://schemas.microsoft.com/office/drawing/2014/main" id="{7EA625E1-F6A1-4A82-82D7-C5B2DA1D6690}"/>
                </a:ext>
              </a:extLst>
            </p:cNvPr>
            <p:cNvSpPr>
              <a:spLocks/>
            </p:cNvSpPr>
            <p:nvPr/>
          </p:nvSpPr>
          <p:spPr bwMode="auto">
            <a:xfrm>
              <a:off x="2030" y="3136"/>
              <a:ext cx="2012" cy="271"/>
            </a:xfrm>
            <a:custGeom>
              <a:avLst/>
              <a:gdLst>
                <a:gd name="T0" fmla="*/ 0 w 2078"/>
                <a:gd name="T1" fmla="*/ 271 h 271"/>
                <a:gd name="T2" fmla="*/ 0 w 2078"/>
                <a:gd name="T3" fmla="*/ 0 h 271"/>
                <a:gd name="T4" fmla="*/ 1768 w 2078"/>
                <a:gd name="T5" fmla="*/ 0 h 271"/>
                <a:gd name="T6" fmla="*/ 0 60000 65536"/>
                <a:gd name="T7" fmla="*/ 0 60000 65536"/>
                <a:gd name="T8" fmla="*/ 0 60000 65536"/>
              </a:gdLst>
              <a:ahLst/>
              <a:cxnLst>
                <a:cxn ang="T6">
                  <a:pos x="T0" y="T1"/>
                </a:cxn>
                <a:cxn ang="T7">
                  <a:pos x="T2" y="T3"/>
                </a:cxn>
                <a:cxn ang="T8">
                  <a:pos x="T4" y="T5"/>
                </a:cxn>
              </a:cxnLst>
              <a:rect l="0" t="0" r="r" b="b"/>
              <a:pathLst>
                <a:path w="2078" h="271">
                  <a:moveTo>
                    <a:pt x="0" y="271"/>
                  </a:moveTo>
                  <a:lnTo>
                    <a:pt x="0" y="0"/>
                  </a:lnTo>
                  <a:lnTo>
                    <a:pt x="207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32">
              <a:extLst>
                <a:ext uri="{FF2B5EF4-FFF2-40B4-BE49-F238E27FC236}">
                  <a16:creationId xmlns:a16="http://schemas.microsoft.com/office/drawing/2014/main" id="{9ACA4D78-A563-4DF3-8763-AE42E5EE58F9}"/>
                </a:ext>
              </a:extLst>
            </p:cNvPr>
            <p:cNvSpPr>
              <a:spLocks noChangeShapeType="1"/>
            </p:cNvSpPr>
            <p:nvPr/>
          </p:nvSpPr>
          <p:spPr bwMode="auto">
            <a:xfrm flipH="1">
              <a:off x="1130" y="3391"/>
              <a:ext cx="89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Freeform 33">
              <a:extLst>
                <a:ext uri="{FF2B5EF4-FFF2-40B4-BE49-F238E27FC236}">
                  <a16:creationId xmlns:a16="http://schemas.microsoft.com/office/drawing/2014/main" id="{F853D620-52C9-46A3-9F16-6F2A01351122}"/>
                </a:ext>
              </a:extLst>
            </p:cNvPr>
            <p:cNvSpPr>
              <a:spLocks/>
            </p:cNvSpPr>
            <p:nvPr/>
          </p:nvSpPr>
          <p:spPr bwMode="auto">
            <a:xfrm>
              <a:off x="4043" y="3141"/>
              <a:ext cx="359" cy="261"/>
            </a:xfrm>
            <a:custGeom>
              <a:avLst/>
              <a:gdLst>
                <a:gd name="T0" fmla="*/ 0 w 359"/>
                <a:gd name="T1" fmla="*/ 0 h 195"/>
                <a:gd name="T2" fmla="*/ 0 w 359"/>
                <a:gd name="T3" fmla="*/ 837 h 195"/>
                <a:gd name="T4" fmla="*/ 359 w 359"/>
                <a:gd name="T5" fmla="*/ 837 h 195"/>
                <a:gd name="T6" fmla="*/ 0 60000 65536"/>
                <a:gd name="T7" fmla="*/ 0 60000 65536"/>
                <a:gd name="T8" fmla="*/ 0 60000 65536"/>
              </a:gdLst>
              <a:ahLst/>
              <a:cxnLst>
                <a:cxn ang="T6">
                  <a:pos x="T0" y="T1"/>
                </a:cxn>
                <a:cxn ang="T7">
                  <a:pos x="T2" y="T3"/>
                </a:cxn>
                <a:cxn ang="T8">
                  <a:pos x="T4" y="T5"/>
                </a:cxn>
              </a:cxnLst>
              <a:rect l="0" t="0" r="r" b="b"/>
              <a:pathLst>
                <a:path w="359" h="195">
                  <a:moveTo>
                    <a:pt x="0" y="0"/>
                  </a:moveTo>
                  <a:lnTo>
                    <a:pt x="0" y="195"/>
                  </a:lnTo>
                  <a:lnTo>
                    <a:pt x="359" y="19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6" name="组合 35"/>
          <p:cNvGrpSpPr/>
          <p:nvPr/>
        </p:nvGrpSpPr>
        <p:grpSpPr>
          <a:xfrm>
            <a:off x="952501" y="4604385"/>
            <a:ext cx="845819" cy="519113"/>
            <a:chOff x="952500" y="4604385"/>
            <a:chExt cx="1057275" cy="519113"/>
          </a:xfrm>
        </p:grpSpPr>
        <p:sp>
          <p:nvSpPr>
            <p:cNvPr id="25" name="Text Box 25">
              <a:extLst>
                <a:ext uri="{FF2B5EF4-FFF2-40B4-BE49-F238E27FC236}">
                  <a16:creationId xmlns:a16="http://schemas.microsoft.com/office/drawing/2014/main" id="{95295F36-FD4E-4B0E-8FCE-757F2EB8606A}"/>
                </a:ext>
              </a:extLst>
            </p:cNvPr>
            <p:cNvSpPr txBox="1">
              <a:spLocks noChangeArrowheads="1"/>
            </p:cNvSpPr>
            <p:nvPr/>
          </p:nvSpPr>
          <p:spPr bwMode="auto">
            <a:xfrm>
              <a:off x="952500" y="4604385"/>
              <a:ext cx="1057275"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cxnSp>
          <p:nvCxnSpPr>
            <p:cNvPr id="35" name="直接连接符 34"/>
            <p:cNvCxnSpPr/>
            <p:nvPr/>
          </p:nvCxnSpPr>
          <p:spPr bwMode="auto">
            <a:xfrm>
              <a:off x="1082040" y="4663440"/>
              <a:ext cx="198120" cy="0"/>
            </a:xfrm>
            <a:prstGeom prst="line">
              <a:avLst/>
            </a:prstGeom>
            <a:noFill/>
            <a:ln w="38100"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linds(horizont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27</a:t>
            </a:fld>
            <a:endParaRPr lang="en-US" altLang="zh-CN" dirty="0"/>
          </a:p>
        </p:txBody>
      </p:sp>
      <p:sp>
        <p:nvSpPr>
          <p:cNvPr id="5" name="Rectangle 2">
            <a:extLst>
              <a:ext uri="{FF2B5EF4-FFF2-40B4-BE49-F238E27FC236}">
                <a16:creationId xmlns:a16="http://schemas.microsoft.com/office/drawing/2014/main" id="{6E9FA72C-BA9B-4AAB-9551-1D862E13FD64}"/>
              </a:ext>
            </a:extLst>
          </p:cNvPr>
          <p:cNvSpPr>
            <a:spLocks noGrp="1" noChangeArrowheads="1"/>
          </p:cNvSpPr>
          <p:nvPr>
            <p:ph type="title"/>
          </p:nvPr>
        </p:nvSpPr>
        <p:spPr>
          <a:xfrm>
            <a:off x="1101113" y="981605"/>
            <a:ext cx="3306075" cy="552450"/>
          </a:xfrm>
          <a:ln>
            <a:noFill/>
          </a:ln>
        </p:spPr>
        <p:txBody>
          <a:bodyPr/>
          <a:lstStyle/>
          <a:p>
            <a:pPr algn="l" eaLnBrk="1" hangingPunct="1"/>
            <a:r>
              <a:rPr kumimoji="0" lang="zh-CN" altLang="en-US" sz="2800" dirty="0">
                <a:ln>
                  <a:solidFill>
                    <a:schemeClr val="tx1"/>
                  </a:solidFill>
                </a:ln>
                <a:solidFill>
                  <a:schemeClr val="tx1"/>
                </a:solidFill>
                <a:latin typeface="黑体" pitchFamily="49" charset="-122"/>
                <a:ea typeface="黑体" pitchFamily="49" charset="-122"/>
              </a:rPr>
              <a:t>四、几点注意</a:t>
            </a:r>
          </a:p>
        </p:txBody>
      </p:sp>
      <p:sp>
        <p:nvSpPr>
          <p:cNvPr id="6" name="Text Box 3">
            <a:extLst>
              <a:ext uri="{FF2B5EF4-FFF2-40B4-BE49-F238E27FC236}">
                <a16:creationId xmlns:a16="http://schemas.microsoft.com/office/drawing/2014/main" id="{762A9E15-4ACD-4731-8C89-FF594509E532}"/>
              </a:ext>
            </a:extLst>
          </p:cNvPr>
          <p:cNvSpPr txBox="1">
            <a:spLocks noChangeArrowheads="1"/>
          </p:cNvSpPr>
          <p:nvPr/>
        </p:nvSpPr>
        <p:spPr bwMode="auto">
          <a:xfrm>
            <a:off x="393700" y="1601153"/>
            <a:ext cx="8461375" cy="116046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在</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期间，</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J</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K</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不允许变化</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如果</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J</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K</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在</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1</a:t>
            </a:r>
          </a:p>
          <a:p>
            <a:pPr marL="0" marR="0" lvl="0" indent="0" algn="l" defTabSz="914400" rtl="0" eaLnBrk="1" fontAlgn="base" latinLnBrk="0" hangingPunct="1">
              <a:lnSpc>
                <a:spcPct val="100000"/>
              </a:lnSpc>
              <a:spcBef>
                <a:spcPct val="50000"/>
              </a:spcBef>
              <a:spcAft>
                <a:spcPct val="0"/>
              </a:spcAft>
              <a:buClr>
                <a:srgbClr val="FF0000"/>
              </a:buClr>
              <a:buSzPct val="70000"/>
              <a:buFont typeface="Wingdings" panose="05000000000000000000" pitchFamily="2" charset="2"/>
              <a:buNone/>
              <a:tabLst/>
              <a:defRPr/>
            </a:pP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  </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期间变化的话，触发器的状态就不满足功能表。</a:t>
            </a:r>
          </a:p>
        </p:txBody>
      </p:sp>
      <p:sp>
        <p:nvSpPr>
          <p:cNvPr id="7" name="Text Box 4">
            <a:extLst>
              <a:ext uri="{FF2B5EF4-FFF2-40B4-BE49-F238E27FC236}">
                <a16:creationId xmlns:a16="http://schemas.microsoft.com/office/drawing/2014/main" id="{02399180-B358-462D-8F3E-8FF39ED88E81}"/>
              </a:ext>
            </a:extLst>
          </p:cNvPr>
          <p:cNvSpPr txBox="1">
            <a:spLocks noChangeArrowheads="1"/>
          </p:cNvSpPr>
          <p:nvPr/>
        </p:nvSpPr>
        <p:spPr bwMode="auto">
          <a:xfrm>
            <a:off x="430213" y="3008313"/>
            <a:ext cx="8605837" cy="103187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虽然</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触发器的最终状态是在负脉冲时的状态，</a:t>
            </a:r>
          </a:p>
          <a:p>
            <a:pPr marL="0" marR="0" lvl="0" indent="0" algn="l" defTabSz="914400" rtl="0" eaLnBrk="1" fontAlgn="base" latinLnBrk="0" hangingPunct="1">
              <a:lnSpc>
                <a:spcPct val="100000"/>
              </a:lnSpc>
              <a:spcBef>
                <a:spcPct val="20000"/>
              </a:spcBef>
              <a:spcAft>
                <a:spcPct val="0"/>
              </a:spcAft>
              <a:buClr>
                <a:srgbClr val="FF0000"/>
              </a:buClr>
              <a:buSzPct val="70000"/>
              <a:buFont typeface="Wingdings" panose="05000000000000000000" pitchFamily="2" charset="2"/>
              <a:buNone/>
              <a:tabLst/>
              <a:defRPr/>
            </a:pP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  但不是边沿触发器，而只能是 “主</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从触发器”。</a:t>
            </a:r>
            <a:endPar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8" name="Text Box 5">
            <a:extLst>
              <a:ext uri="{FF2B5EF4-FFF2-40B4-BE49-F238E27FC236}">
                <a16:creationId xmlns:a16="http://schemas.microsoft.com/office/drawing/2014/main" id="{D68E46C8-D759-40C6-9DEF-A466F94609A2}"/>
              </a:ext>
            </a:extLst>
          </p:cNvPr>
          <p:cNvSpPr txBox="1">
            <a:spLocks noChangeArrowheads="1"/>
          </p:cNvSpPr>
          <p:nvPr/>
        </p:nvSpPr>
        <p:spPr bwMode="auto">
          <a:xfrm>
            <a:off x="447993" y="4363086"/>
            <a:ext cx="5165725" cy="4762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触发器抗干扰能力差。</a:t>
            </a:r>
            <a:endPar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9" name="Text Box 6">
            <a:extLst>
              <a:ext uri="{FF2B5EF4-FFF2-40B4-BE49-F238E27FC236}">
                <a16:creationId xmlns:a16="http://schemas.microsoft.com/office/drawing/2014/main" id="{29E48688-6EBE-4CDB-A76F-8E83FBB69E94}"/>
              </a:ext>
            </a:extLst>
          </p:cNvPr>
          <p:cNvSpPr txBox="1">
            <a:spLocks noChangeArrowheads="1"/>
          </p:cNvSpPr>
          <p:nvPr/>
        </p:nvSpPr>
        <p:spPr bwMode="auto">
          <a:xfrm>
            <a:off x="417513" y="5162234"/>
            <a:ext cx="8264525" cy="116046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使用主从</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触发器时，</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的宽度不宜过大，</a:t>
            </a:r>
          </a:p>
          <a:p>
            <a:pPr marL="0" marR="0" lvl="0" indent="0" algn="l" defTabSz="914400" rtl="0" eaLnBrk="1" fontAlgn="base" latinLnBrk="0" hangingPunct="1">
              <a:lnSpc>
                <a:spcPct val="100000"/>
              </a:lnSpc>
              <a:spcBef>
                <a:spcPct val="50000"/>
              </a:spcBef>
              <a:spcAft>
                <a:spcPct val="0"/>
              </a:spcAft>
              <a:buClr>
                <a:srgbClr val="FF0000"/>
              </a:buClr>
              <a:buSzPct val="70000"/>
              <a:buFont typeface="Wingdings" panose="05000000000000000000" pitchFamily="2" charset="2"/>
              <a:buNone/>
              <a:tabLst/>
              <a:defRPr/>
            </a:pP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  应以窄正脉冲、宽负脉冲的</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为宜。</a:t>
            </a:r>
          </a:p>
        </p:txBody>
      </p:sp>
      <p:sp>
        <p:nvSpPr>
          <p:cNvPr id="10" name="标题 1"/>
          <p:cNvSpPr txBox="1">
            <a:spLocks/>
          </p:cNvSpPr>
          <p:nvPr/>
        </p:nvSpPr>
        <p:spPr bwMode="auto">
          <a:xfrm>
            <a:off x="1277161" y="309671"/>
            <a:ext cx="6954715" cy="588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a:ln>
                  <a:noFill/>
                </a:ln>
                <a:solidFill>
                  <a:schemeClr val="tx2"/>
                </a:solidFill>
                <a:effectLst/>
                <a:uLnTx/>
                <a:uFillTx/>
                <a:latin typeface="黑体" pitchFamily="49" charset="-122"/>
                <a:ea typeface="黑体" panose="02010609060101010101" pitchFamily="49" charset="-122"/>
                <a:cs typeface="+mj-cs"/>
              </a:rPr>
              <a:t>§ 6.8 </a:t>
            </a:r>
            <a:r>
              <a:rPr kumimoji="1" lang="zh-CN" altLang="en-US" sz="4000" b="1" i="0" u="none" strike="noStrike" kern="1200" cap="none" spc="0" normalizeH="0" baseline="0" noProof="0">
                <a:ln>
                  <a:noFill/>
                </a:ln>
                <a:solidFill>
                  <a:schemeClr val="tx2"/>
                </a:solidFill>
                <a:effectLst/>
                <a:uLnTx/>
                <a:uFillTx/>
                <a:latin typeface="黑体" pitchFamily="49" charset="-122"/>
                <a:ea typeface="黑体" panose="02010609060101010101" pitchFamily="49" charset="-122"/>
                <a:cs typeface="+mj-cs"/>
              </a:rPr>
              <a:t>主从触发器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autoUpdateAnimBg="0"/>
      <p:bldP spid="7" grpId="0" animBg="1" autoUpdateAnimBg="0"/>
      <p:bldP spid="8" grpId="0" animBg="1" autoUpdateAnimBg="0"/>
      <p:bldP spid="9"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5192" y="174999"/>
            <a:ext cx="8388220" cy="588136"/>
          </a:xfrm>
        </p:spPr>
        <p:txBody>
          <a:bodyPr/>
          <a:lstStyle/>
          <a:p>
            <a:r>
              <a:rPr lang="en-US" altLang="zh-CN" dirty="0">
                <a:latin typeface="黑体" pitchFamily="49" charset="-122"/>
                <a:ea typeface="黑体" pitchFamily="49" charset="-122"/>
              </a:rPr>
              <a:t>§ 6.9 </a:t>
            </a:r>
            <a:r>
              <a:rPr lang="zh-CN" altLang="en-US" dirty="0">
                <a:latin typeface="黑体" pitchFamily="49" charset="-122"/>
                <a:ea typeface="黑体" pitchFamily="49" charset="-122"/>
              </a:rPr>
              <a:t>边沿触发器</a:t>
            </a:r>
            <a:r>
              <a:rPr lang="zh-CN" altLang="en-US" sz="3200" dirty="0">
                <a:latin typeface="黑体" pitchFamily="49" charset="-122"/>
                <a:ea typeface="黑体" pitchFamily="49" charset="-122"/>
              </a:rPr>
              <a:t>（维持阻塞</a:t>
            </a:r>
            <a:r>
              <a:rPr lang="en-US" altLang="zh-CN" sz="3200" dirty="0">
                <a:latin typeface="Times New Roman" pitchFamily="18" charset="0"/>
                <a:ea typeface="黑体" pitchFamily="49" charset="-122"/>
                <a:cs typeface="Times New Roman" pitchFamily="18" charset="0"/>
              </a:rPr>
              <a:t>D</a:t>
            </a:r>
            <a:r>
              <a:rPr lang="zh-CN" altLang="en-US" sz="3200" dirty="0">
                <a:latin typeface="黑体" pitchFamily="49" charset="-122"/>
                <a:ea typeface="黑体" pitchFamily="49" charset="-122"/>
              </a:rPr>
              <a:t>触发器）</a:t>
            </a:r>
            <a:endParaRPr lang="zh-CN" altLang="en-US" sz="3200" dirty="0">
              <a:solidFill>
                <a:schemeClr val="tx1"/>
              </a:solidFill>
              <a:latin typeface="黑体" pitchFamily="49" charset="-122"/>
              <a:ea typeface="黑体" pitchFamily="49" charset="-122"/>
            </a:endParaRPr>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28</a:t>
            </a:fld>
            <a:endParaRPr lang="en-US" altLang="zh-CN" dirty="0"/>
          </a:p>
        </p:txBody>
      </p:sp>
      <p:sp>
        <p:nvSpPr>
          <p:cNvPr id="5" name="Text Box 4">
            <a:extLst>
              <a:ext uri="{FF2B5EF4-FFF2-40B4-BE49-F238E27FC236}">
                <a16:creationId xmlns:a16="http://schemas.microsoft.com/office/drawing/2014/main" id="{995FF0B2-B219-41E5-830F-986D775B54AD}"/>
              </a:ext>
            </a:extLst>
          </p:cNvPr>
          <p:cNvSpPr txBox="1">
            <a:spLocks noChangeArrowheads="1"/>
          </p:cNvSpPr>
          <p:nvPr/>
        </p:nvSpPr>
        <p:spPr bwMode="auto">
          <a:xfrm>
            <a:off x="1222637" y="1030304"/>
            <a:ext cx="2321842"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scene3d>
              <a:camera prst="orthographicFront"/>
              <a:lightRig rig="soft" dir="t">
                <a:rot lat="0" lon="0" rev="15600000"/>
              </a:lightRig>
            </a:scene3d>
            <a:sp3d extrusionH="57150" prstMaterial="softEdge">
              <a:bevelT w="25400" h="38100"/>
            </a:sp3d>
          </a:bodyPr>
          <a:lstStyle>
            <a:defPPr>
              <a:defRPr lang="zh-CN"/>
            </a:defPPr>
            <a:lvl1pPr eaLnBrk="1" hangingPunct="1">
              <a:spcBef>
                <a:spcPct val="50000"/>
              </a:spcBef>
              <a:defRPr>
                <a:ln>
                  <a:solidFill>
                    <a:schemeClr val="accent6">
                      <a:lumMod val="60000"/>
                      <a:lumOff val="40000"/>
                    </a:schemeClr>
                  </a:solidFill>
                </a:ln>
                <a:solidFill>
                  <a:srgbClr val="9090F4"/>
                </a:solidFill>
                <a:latin typeface="Times New Roman" panose="02020603050405020304" pitchFamily="18" charset="0"/>
              </a:defRPr>
            </a:lvl1pPr>
            <a:lvl2pPr algn="ctr">
              <a:defRPr sz="4400">
                <a:solidFill>
                  <a:schemeClr val="tx2"/>
                </a:solidFill>
                <a:latin typeface="Times New Roman" pitchFamily="18" charset="0"/>
              </a:defRPr>
            </a:lvl2pPr>
            <a:lvl3pPr algn="ctr">
              <a:defRPr sz="4400">
                <a:solidFill>
                  <a:schemeClr val="tx2"/>
                </a:solidFill>
                <a:latin typeface="Times New Roman" pitchFamily="18" charset="0"/>
              </a:defRPr>
            </a:lvl3pPr>
            <a:lvl4pPr algn="ctr">
              <a:defRPr sz="4400">
                <a:solidFill>
                  <a:schemeClr val="tx2"/>
                </a:solidFill>
                <a:latin typeface="Times New Roman" pitchFamily="18" charset="0"/>
              </a:defRPr>
            </a:lvl4pPr>
            <a:lvl5pPr algn="ctr">
              <a:defRPr sz="4400">
                <a:solidFill>
                  <a:schemeClr val="tx2"/>
                </a:solidFill>
                <a:latin typeface="Times New Roman" pitchFamily="18" charset="0"/>
              </a:defRPr>
            </a:lvl5pPr>
            <a:lvl6pPr marL="457200" algn="ctr" fontAlgn="base">
              <a:spcBef>
                <a:spcPct val="0"/>
              </a:spcBef>
              <a:spcAft>
                <a:spcPct val="0"/>
              </a:spcAft>
              <a:defRPr sz="4400">
                <a:solidFill>
                  <a:schemeClr val="tx2"/>
                </a:solidFill>
                <a:latin typeface="Times New Roman" pitchFamily="18" charset="0"/>
              </a:defRPr>
            </a:lvl6pPr>
            <a:lvl7pPr marL="914400" algn="ctr" fontAlgn="base">
              <a:spcBef>
                <a:spcPct val="0"/>
              </a:spcBef>
              <a:spcAft>
                <a:spcPct val="0"/>
              </a:spcAft>
              <a:defRPr sz="4400">
                <a:solidFill>
                  <a:schemeClr val="tx2"/>
                </a:solidFill>
                <a:latin typeface="Times New Roman" pitchFamily="18" charset="0"/>
              </a:defRPr>
            </a:lvl7pPr>
            <a:lvl8pPr marL="1371600" algn="ctr" fontAlgn="base">
              <a:spcBef>
                <a:spcPct val="0"/>
              </a:spcBef>
              <a:spcAft>
                <a:spcPct val="0"/>
              </a:spcAft>
              <a:defRPr sz="4400">
                <a:solidFill>
                  <a:schemeClr val="tx2"/>
                </a:solidFill>
                <a:latin typeface="Times New Roman" pitchFamily="18" charset="0"/>
              </a:defRPr>
            </a:lvl8pPr>
            <a:lvl9pPr marL="1828800" algn="ctr" fontAlgn="base">
              <a:spcBef>
                <a:spcPct val="0"/>
              </a:spcBef>
              <a:spcAft>
                <a:spcPct val="0"/>
              </a:spcAft>
              <a:defRPr sz="4400">
                <a:solidFill>
                  <a:schemeClr val="tx2"/>
                </a:solidFill>
                <a:latin typeface="Times New Roman" pitchFamily="18" charset="0"/>
              </a:defRPr>
            </a:lvl9pPr>
          </a:lstStyle>
          <a:p>
            <a:r>
              <a:rPr kumimoji="0" lang="zh-CN" altLang="en-US" dirty="0">
                <a:ln>
                  <a:solidFill>
                    <a:schemeClr val="tx1"/>
                  </a:solidFill>
                </a:ln>
                <a:solidFill>
                  <a:schemeClr val="tx1"/>
                </a:solidFill>
                <a:latin typeface="黑体" pitchFamily="49" charset="-122"/>
                <a:ea typeface="黑体" pitchFamily="49" charset="-122"/>
              </a:rPr>
              <a:t>一、结构</a:t>
            </a:r>
            <a:endParaRPr lang="zh-CN" altLang="en-US" dirty="0">
              <a:latin typeface="黑体" pitchFamily="49" charset="-122"/>
              <a:ea typeface="黑体" pitchFamily="49" charset="-122"/>
            </a:endParaRPr>
          </a:p>
        </p:txBody>
      </p:sp>
      <p:sp>
        <p:nvSpPr>
          <p:cNvPr id="6" name="Text Box 100">
            <a:extLst>
              <a:ext uri="{FF2B5EF4-FFF2-40B4-BE49-F238E27FC236}">
                <a16:creationId xmlns:a16="http://schemas.microsoft.com/office/drawing/2014/main" id="{084024D1-1C82-4607-9E13-DC89AE079E07}"/>
              </a:ext>
            </a:extLst>
          </p:cNvPr>
          <p:cNvSpPr txBox="1">
            <a:spLocks noChangeArrowheads="1"/>
          </p:cNvSpPr>
          <p:nvPr/>
        </p:nvSpPr>
        <p:spPr bwMode="auto">
          <a:xfrm>
            <a:off x="5788076" y="1051443"/>
            <a:ext cx="2740103"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二、工作原理</a:t>
            </a:r>
          </a:p>
        </p:txBody>
      </p:sp>
      <p:sp>
        <p:nvSpPr>
          <p:cNvPr id="7" name="Text Box 108">
            <a:extLst>
              <a:ext uri="{FF2B5EF4-FFF2-40B4-BE49-F238E27FC236}">
                <a16:creationId xmlns:a16="http://schemas.microsoft.com/office/drawing/2014/main" id="{AB7C551E-95AE-444B-9D4E-D718730B0D89}"/>
              </a:ext>
            </a:extLst>
          </p:cNvPr>
          <p:cNvSpPr txBox="1">
            <a:spLocks noChangeArrowheads="1"/>
          </p:cNvSpPr>
          <p:nvPr/>
        </p:nvSpPr>
        <p:spPr bwMode="auto">
          <a:xfrm>
            <a:off x="5676900" y="1655763"/>
            <a:ext cx="2241550"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黑体" pitchFamily="49" charset="-122"/>
                <a:ea typeface="黑体" pitchFamily="49" charset="-122"/>
              </a:rPr>
              <a:t>1</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D=1</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时：</a:t>
            </a:r>
          </a:p>
        </p:txBody>
      </p:sp>
      <p:sp>
        <p:nvSpPr>
          <p:cNvPr id="8" name="Text Box 109">
            <a:extLst>
              <a:ext uri="{FF2B5EF4-FFF2-40B4-BE49-F238E27FC236}">
                <a16:creationId xmlns:a16="http://schemas.microsoft.com/office/drawing/2014/main" id="{3EB3AD8E-5373-4542-9C87-0376ACB3FFEB}"/>
              </a:ext>
            </a:extLst>
          </p:cNvPr>
          <p:cNvSpPr txBox="1">
            <a:spLocks noChangeArrowheads="1"/>
          </p:cNvSpPr>
          <p:nvPr/>
        </p:nvSpPr>
        <p:spPr bwMode="auto">
          <a:xfrm>
            <a:off x="5229225" y="2295525"/>
            <a:ext cx="1998663"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若</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CP=0</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                  </a:t>
            </a:r>
            <a:endParaRPr kumimoji="1" lang="zh-CN" altLang="en-US" sz="2800" b="0" i="0" u="none" strike="noStrike" kern="1200" cap="none" spc="0" normalizeH="0" baseline="30000" noProof="0" dirty="0">
              <a:ln>
                <a:solidFill>
                  <a:schemeClr val="tx1"/>
                </a:solidFill>
              </a:ln>
              <a:effectLst/>
              <a:uLnTx/>
              <a:uFillTx/>
              <a:latin typeface="黑体" pitchFamily="49" charset="-122"/>
              <a:ea typeface="黑体" pitchFamily="49" charset="-122"/>
            </a:endParaRPr>
          </a:p>
        </p:txBody>
      </p:sp>
      <p:sp>
        <p:nvSpPr>
          <p:cNvPr id="9" name="Text Box 110">
            <a:extLst>
              <a:ext uri="{FF2B5EF4-FFF2-40B4-BE49-F238E27FC236}">
                <a16:creationId xmlns:a16="http://schemas.microsoft.com/office/drawing/2014/main" id="{58FCF533-1157-44CD-85EF-63533DDB3581}"/>
              </a:ext>
            </a:extLst>
          </p:cNvPr>
          <p:cNvSpPr txBox="1">
            <a:spLocks noChangeArrowheads="1"/>
          </p:cNvSpPr>
          <p:nvPr/>
        </p:nvSpPr>
        <p:spPr bwMode="auto">
          <a:xfrm>
            <a:off x="5835650" y="3657600"/>
            <a:ext cx="2432050"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若</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从</a:t>
            </a:r>
            <a:r>
              <a:rPr kumimoji="1" lang="en-US" altLang="zh-CN" sz="2800" b="0" i="0" u="none" strike="noStrike" kern="1200" cap="none" spc="0" normalizeH="0" baseline="0" noProof="0" dirty="0">
                <a:ln>
                  <a:solidFill>
                    <a:schemeClr val="tx1"/>
                  </a:solidFill>
                </a:ln>
                <a:effectLst/>
                <a:uLnTx/>
                <a:uFillTx/>
                <a:latin typeface="黑体" pitchFamily="49" charset="-122"/>
                <a:ea typeface="黑体" pitchFamily="49" charset="-122"/>
              </a:rPr>
              <a:t>0</a:t>
            </a:r>
            <a:r>
              <a:rPr kumimoji="1" lang="en-US" altLang="zh-CN"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1</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a:t>
            </a:r>
            <a:endPar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endParaRPr>
          </a:p>
        </p:txBody>
      </p:sp>
      <p:sp>
        <p:nvSpPr>
          <p:cNvPr id="10" name="Text Box 120">
            <a:extLst>
              <a:ext uri="{FF2B5EF4-FFF2-40B4-BE49-F238E27FC236}">
                <a16:creationId xmlns:a16="http://schemas.microsoft.com/office/drawing/2014/main" id="{45E7C1F1-5F93-4D9C-9D33-B46B924BA851}"/>
              </a:ext>
            </a:extLst>
          </p:cNvPr>
          <p:cNvSpPr txBox="1">
            <a:spLocks noChangeArrowheads="1"/>
          </p:cNvSpPr>
          <p:nvPr/>
        </p:nvSpPr>
        <p:spPr bwMode="auto">
          <a:xfrm>
            <a:off x="6745288" y="2295525"/>
            <a:ext cx="2398712"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门</a:t>
            </a: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3</a:t>
            </a:r>
            <a:r>
              <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4</a:t>
            </a:r>
            <a:r>
              <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封锁，</a:t>
            </a:r>
          </a:p>
        </p:txBody>
      </p:sp>
      <p:sp>
        <p:nvSpPr>
          <p:cNvPr id="11" name="Text Box 121">
            <a:extLst>
              <a:ext uri="{FF2B5EF4-FFF2-40B4-BE49-F238E27FC236}">
                <a16:creationId xmlns:a16="http://schemas.microsoft.com/office/drawing/2014/main" id="{D42D2B0E-80AF-4881-B2CC-E4F52C013922}"/>
              </a:ext>
            </a:extLst>
          </p:cNvPr>
          <p:cNvSpPr txBox="1">
            <a:spLocks noChangeArrowheads="1"/>
          </p:cNvSpPr>
          <p:nvPr/>
        </p:nvSpPr>
        <p:spPr bwMode="auto">
          <a:xfrm>
            <a:off x="6281738" y="3084513"/>
            <a:ext cx="1673225" cy="402674"/>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7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 name="Text Box 122">
            <a:extLst>
              <a:ext uri="{FF2B5EF4-FFF2-40B4-BE49-F238E27FC236}">
                <a16:creationId xmlns:a16="http://schemas.microsoft.com/office/drawing/2014/main" id="{1C1C88F9-16AE-48E4-A96D-4A953A2A6786}"/>
              </a:ext>
            </a:extLst>
          </p:cNvPr>
          <p:cNvSpPr txBox="1">
            <a:spLocks noChangeArrowheads="1"/>
          </p:cNvSpPr>
          <p:nvPr/>
        </p:nvSpPr>
        <p:spPr bwMode="auto">
          <a:xfrm>
            <a:off x="5970588" y="4278313"/>
            <a:ext cx="2536825"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门</a:t>
            </a:r>
            <a:r>
              <a:rPr kumimoji="1" lang="en-US" altLang="zh-CN"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3</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a:t>
            </a:r>
            <a:r>
              <a:rPr kumimoji="1" lang="en-US" altLang="zh-CN"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4</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打开，</a:t>
            </a:r>
            <a:endPar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endParaRPr>
          </a:p>
        </p:txBody>
      </p:sp>
      <p:sp>
        <p:nvSpPr>
          <p:cNvPr id="13" name="Text Box 123">
            <a:extLst>
              <a:ext uri="{FF2B5EF4-FFF2-40B4-BE49-F238E27FC236}">
                <a16:creationId xmlns:a16="http://schemas.microsoft.com/office/drawing/2014/main" id="{8738EF68-0CCC-4B96-AD6B-3EC9FE6EDE66}"/>
              </a:ext>
            </a:extLst>
          </p:cNvPr>
          <p:cNvSpPr txBox="1">
            <a:spLocks noChangeArrowheads="1"/>
          </p:cNvSpPr>
          <p:nvPr/>
        </p:nvSpPr>
        <p:spPr bwMode="auto">
          <a:xfrm>
            <a:off x="6393656" y="4980223"/>
            <a:ext cx="1449387"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p>
        </p:txBody>
      </p:sp>
      <p:sp>
        <p:nvSpPr>
          <p:cNvPr id="14" name="Text Box 130">
            <a:extLst>
              <a:ext uri="{FF2B5EF4-FFF2-40B4-BE49-F238E27FC236}">
                <a16:creationId xmlns:a16="http://schemas.microsoft.com/office/drawing/2014/main" id="{44CED6D7-5556-478F-8AFB-E223559B2F04}"/>
              </a:ext>
            </a:extLst>
          </p:cNvPr>
          <p:cNvSpPr txBox="1">
            <a:spLocks noChangeArrowheads="1"/>
          </p:cNvSpPr>
          <p:nvPr/>
        </p:nvSpPr>
        <p:spPr bwMode="auto">
          <a:xfrm>
            <a:off x="5867400" y="5727700"/>
            <a:ext cx="2744788"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能否发生空翻？</a:t>
            </a:r>
          </a:p>
        </p:txBody>
      </p:sp>
      <p:sp>
        <p:nvSpPr>
          <p:cNvPr id="15" name="AutoShape 172">
            <a:extLst>
              <a:ext uri="{FF2B5EF4-FFF2-40B4-BE49-F238E27FC236}">
                <a16:creationId xmlns:a16="http://schemas.microsoft.com/office/drawing/2014/main" id="{335B04E3-A5B9-477C-8064-9EE154B091A4}"/>
              </a:ext>
            </a:extLst>
          </p:cNvPr>
          <p:cNvSpPr>
            <a:spLocks noChangeArrowheads="1"/>
          </p:cNvSpPr>
          <p:nvPr/>
        </p:nvSpPr>
        <p:spPr bwMode="auto">
          <a:xfrm>
            <a:off x="363538" y="4221163"/>
            <a:ext cx="533400" cy="2054225"/>
          </a:xfrm>
          <a:prstGeom prst="wedgeRoundRectCallout">
            <a:avLst>
              <a:gd name="adj1" fmla="val 166069"/>
              <a:gd name="adj2" fmla="val -74806"/>
              <a:gd name="adj3" fmla="val 16667"/>
            </a:avLst>
          </a:prstGeom>
          <a:solidFill>
            <a:schemeClr val="bg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400" dirty="0">
                <a:solidFill>
                  <a:schemeClr val="tx2"/>
                </a:solidFill>
              </a:rPr>
              <a:t>置</a:t>
            </a:r>
            <a:r>
              <a:rPr lang="en-US" altLang="zh-CN" sz="2400" dirty="0">
                <a:solidFill>
                  <a:schemeClr val="tx2"/>
                </a:solidFill>
              </a:rPr>
              <a:t>1</a:t>
            </a:r>
            <a:r>
              <a:rPr lang="zh-CN" altLang="en-US" sz="2400" dirty="0">
                <a:solidFill>
                  <a:schemeClr val="tx2"/>
                </a:solidFill>
              </a:rPr>
              <a:t>维持线</a:t>
            </a:r>
          </a:p>
        </p:txBody>
      </p:sp>
      <p:sp>
        <p:nvSpPr>
          <p:cNvPr id="16" name="AutoShape 181">
            <a:extLst>
              <a:ext uri="{FF2B5EF4-FFF2-40B4-BE49-F238E27FC236}">
                <a16:creationId xmlns:a16="http://schemas.microsoft.com/office/drawing/2014/main" id="{425D1288-3AF3-4AC4-901D-D416EE2C5813}"/>
              </a:ext>
            </a:extLst>
          </p:cNvPr>
          <p:cNvSpPr>
            <a:spLocks noChangeArrowheads="1"/>
          </p:cNvSpPr>
          <p:nvPr/>
        </p:nvSpPr>
        <p:spPr bwMode="auto">
          <a:xfrm>
            <a:off x="279400" y="1373188"/>
            <a:ext cx="533400" cy="2054225"/>
          </a:xfrm>
          <a:prstGeom prst="wedgeRoundRectCallout">
            <a:avLst>
              <a:gd name="adj1" fmla="val 369347"/>
              <a:gd name="adj2" fmla="val 56181"/>
              <a:gd name="adj3" fmla="val 16667"/>
            </a:avLst>
          </a:prstGeom>
          <a:no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i="0" u="none" strike="noStrike" kern="1200" cap="none" spc="0" normalizeH="0" baseline="0" noProof="0" dirty="0">
                <a:solidFill>
                  <a:schemeClr val="tx2"/>
                </a:solidFill>
                <a:effectLst/>
                <a:uLnTx/>
                <a:uFillTx/>
                <a:latin typeface="Times New Roman" panose="02020603050405020304" pitchFamily="18" charset="0"/>
                <a:ea typeface="宋体" panose="02010600030101010101" pitchFamily="2" charset="-122"/>
                <a:cs typeface="+mn-cs"/>
              </a:rPr>
              <a:t>置</a:t>
            </a:r>
            <a:r>
              <a:rPr kumimoji="1" lang="en-US" altLang="zh-CN" sz="2400" i="0" u="none" strike="noStrike" kern="1200" cap="none" spc="0" normalizeH="0" baseline="0" noProof="0" dirty="0">
                <a:solidFill>
                  <a:schemeClr val="tx2"/>
                </a:solidFill>
                <a:effectLst/>
                <a:uLnTx/>
                <a:uFillTx/>
                <a:latin typeface="Times New Roman" panose="02020603050405020304" pitchFamily="18" charset="0"/>
                <a:ea typeface="宋体" panose="02010600030101010101" pitchFamily="2" charset="-122"/>
                <a:cs typeface="+mn-cs"/>
              </a:rPr>
              <a:t>0</a:t>
            </a:r>
            <a:r>
              <a:rPr kumimoji="1" lang="zh-CN" altLang="en-US" sz="2400" i="0" u="none" strike="noStrike" kern="1200" cap="none" spc="0" normalizeH="0" baseline="0" noProof="0" dirty="0">
                <a:solidFill>
                  <a:schemeClr val="tx2"/>
                </a:solidFill>
                <a:effectLst/>
                <a:uLnTx/>
                <a:uFillTx/>
                <a:latin typeface="Times New Roman" panose="02020603050405020304" pitchFamily="18" charset="0"/>
                <a:ea typeface="宋体" panose="02010600030101010101" pitchFamily="2" charset="-122"/>
                <a:cs typeface="+mn-cs"/>
              </a:rPr>
              <a:t>阻塞线</a:t>
            </a:r>
          </a:p>
        </p:txBody>
      </p:sp>
      <p:grpSp>
        <p:nvGrpSpPr>
          <p:cNvPr id="17" name="Group 184">
            <a:extLst>
              <a:ext uri="{FF2B5EF4-FFF2-40B4-BE49-F238E27FC236}">
                <a16:creationId xmlns:a16="http://schemas.microsoft.com/office/drawing/2014/main" id="{CBD6E971-C0CA-4E25-BD86-11230227ED56}"/>
              </a:ext>
            </a:extLst>
          </p:cNvPr>
          <p:cNvGrpSpPr>
            <a:grpSpLocks/>
          </p:cNvGrpSpPr>
          <p:nvPr/>
        </p:nvGrpSpPr>
        <p:grpSpPr bwMode="auto">
          <a:xfrm>
            <a:off x="1714500" y="1876425"/>
            <a:ext cx="3254375" cy="4256088"/>
            <a:chOff x="1080" y="1218"/>
            <a:chExt cx="2050" cy="2681"/>
          </a:xfrm>
        </p:grpSpPr>
        <p:grpSp>
          <p:nvGrpSpPr>
            <p:cNvPr id="18" name="Group 183">
              <a:extLst>
                <a:ext uri="{FF2B5EF4-FFF2-40B4-BE49-F238E27FC236}">
                  <a16:creationId xmlns:a16="http://schemas.microsoft.com/office/drawing/2014/main" id="{2CD500BD-BE02-4E14-BCA4-5CCD4334376E}"/>
                </a:ext>
              </a:extLst>
            </p:cNvPr>
            <p:cNvGrpSpPr>
              <a:grpSpLocks/>
            </p:cNvGrpSpPr>
            <p:nvPr/>
          </p:nvGrpSpPr>
          <p:grpSpPr bwMode="auto">
            <a:xfrm>
              <a:off x="1080" y="1218"/>
              <a:ext cx="2050" cy="2681"/>
              <a:chOff x="1080" y="1218"/>
              <a:chExt cx="2050" cy="2681"/>
            </a:xfrm>
          </p:grpSpPr>
          <p:sp>
            <p:nvSpPr>
              <p:cNvPr id="25" name="Text Box 52">
                <a:extLst>
                  <a:ext uri="{FF2B5EF4-FFF2-40B4-BE49-F238E27FC236}">
                    <a16:creationId xmlns:a16="http://schemas.microsoft.com/office/drawing/2014/main" id="{A85B88B6-E8B9-4E2F-AF07-D8E74D045C3C}"/>
                  </a:ext>
                </a:extLst>
              </p:cNvPr>
              <p:cNvSpPr txBox="1">
                <a:spLocks noChangeArrowheads="1"/>
              </p:cNvSpPr>
              <p:nvPr/>
            </p:nvSpPr>
            <p:spPr bwMode="auto">
              <a:xfrm>
                <a:off x="2758" y="2812"/>
                <a:ext cx="372" cy="2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CP</a:t>
                </a:r>
              </a:p>
            </p:txBody>
          </p:sp>
          <p:sp>
            <p:nvSpPr>
              <p:cNvPr id="26" name="Text Box 53">
                <a:extLst>
                  <a:ext uri="{FF2B5EF4-FFF2-40B4-BE49-F238E27FC236}">
                    <a16:creationId xmlns:a16="http://schemas.microsoft.com/office/drawing/2014/main" id="{14170471-6F20-4361-8F85-A5DAB2541A3E}"/>
                  </a:ext>
                </a:extLst>
              </p:cNvPr>
              <p:cNvSpPr txBox="1">
                <a:spLocks noChangeArrowheads="1"/>
              </p:cNvSpPr>
              <p:nvPr/>
            </p:nvSpPr>
            <p:spPr bwMode="auto">
              <a:xfrm>
                <a:off x="2236" y="3611"/>
                <a:ext cx="255" cy="288"/>
              </a:xfrm>
              <a:prstGeom prst="rect">
                <a:avLst/>
              </a:prstGeom>
              <a:no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D</a:t>
                </a:r>
              </a:p>
            </p:txBody>
          </p:sp>
          <p:sp>
            <p:nvSpPr>
              <p:cNvPr id="27" name="Text Box 54">
                <a:extLst>
                  <a:ext uri="{FF2B5EF4-FFF2-40B4-BE49-F238E27FC236}">
                    <a16:creationId xmlns:a16="http://schemas.microsoft.com/office/drawing/2014/main" id="{2E9FC15E-F6DB-4170-B021-CA10E31BE145}"/>
                  </a:ext>
                </a:extLst>
              </p:cNvPr>
              <p:cNvSpPr txBox="1">
                <a:spLocks noChangeArrowheads="1"/>
              </p:cNvSpPr>
              <p:nvPr/>
            </p:nvSpPr>
            <p:spPr bwMode="auto">
              <a:xfrm>
                <a:off x="1272" y="1218"/>
                <a:ext cx="265" cy="2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grpSp>
            <p:nvGrpSpPr>
              <p:cNvPr id="28" name="Group 182">
                <a:extLst>
                  <a:ext uri="{FF2B5EF4-FFF2-40B4-BE49-F238E27FC236}">
                    <a16:creationId xmlns:a16="http://schemas.microsoft.com/office/drawing/2014/main" id="{5C1E9C86-8930-4B5F-9207-6100236A23C5}"/>
                  </a:ext>
                </a:extLst>
              </p:cNvPr>
              <p:cNvGrpSpPr>
                <a:grpSpLocks/>
              </p:cNvGrpSpPr>
              <p:nvPr/>
            </p:nvGrpSpPr>
            <p:grpSpPr bwMode="auto">
              <a:xfrm>
                <a:off x="2257" y="1310"/>
                <a:ext cx="184" cy="269"/>
                <a:chOff x="2257" y="1310"/>
                <a:chExt cx="184" cy="269"/>
              </a:xfrm>
            </p:grpSpPr>
            <p:sp>
              <p:nvSpPr>
                <p:cNvPr id="76" name="Line 93">
                  <a:extLst>
                    <a:ext uri="{FF2B5EF4-FFF2-40B4-BE49-F238E27FC236}">
                      <a16:creationId xmlns:a16="http://schemas.microsoft.com/office/drawing/2014/main" id="{E173447E-DAE1-4264-A586-03C5E157E1D5}"/>
                    </a:ext>
                  </a:extLst>
                </p:cNvPr>
                <p:cNvSpPr>
                  <a:spLocks noChangeShapeType="1"/>
                </p:cNvSpPr>
                <p:nvPr/>
              </p:nvSpPr>
              <p:spPr bwMode="auto">
                <a:xfrm>
                  <a:off x="2268" y="1329"/>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Rectangle 94">
                  <a:extLst>
                    <a:ext uri="{FF2B5EF4-FFF2-40B4-BE49-F238E27FC236}">
                      <a16:creationId xmlns:a16="http://schemas.microsoft.com/office/drawing/2014/main" id="{DFEE36D0-7D21-453C-81A3-9FBB0B90F620}"/>
                    </a:ext>
                  </a:extLst>
                </p:cNvPr>
                <p:cNvSpPr>
                  <a:spLocks noChangeArrowheads="1"/>
                </p:cNvSpPr>
                <p:nvPr/>
              </p:nvSpPr>
              <p:spPr bwMode="auto">
                <a:xfrm>
                  <a:off x="2257" y="1310"/>
                  <a:ext cx="184" cy="2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Q</a:t>
                  </a:r>
                  <a:endParaRPr kumimoji="1" lang="en-US" altLang="zh-CN" sz="2800" b="1" i="0" u="none" strike="noStrike" kern="1200" cap="none" spc="0" normalizeH="0" baseline="0" noProof="0" dirty="0">
                    <a:ln>
                      <a:noFill/>
                    </a:ln>
                    <a:effectLst/>
                    <a:uLnTx/>
                    <a:uFillTx/>
                    <a:ea typeface="宋体" panose="02010600030101010101" pitchFamily="2" charset="-122"/>
                    <a:cs typeface="+mn-cs"/>
                  </a:endParaRPr>
                </a:p>
              </p:txBody>
            </p:sp>
          </p:grpSp>
          <p:sp>
            <p:nvSpPr>
              <p:cNvPr id="29" name="Line 7">
                <a:extLst>
                  <a:ext uri="{FF2B5EF4-FFF2-40B4-BE49-F238E27FC236}">
                    <a16:creationId xmlns:a16="http://schemas.microsoft.com/office/drawing/2014/main" id="{08154711-4655-4E17-BECC-4A2F6616A66A}"/>
                  </a:ext>
                </a:extLst>
              </p:cNvPr>
              <p:cNvSpPr>
                <a:spLocks noChangeShapeType="1"/>
              </p:cNvSpPr>
              <p:nvPr/>
            </p:nvSpPr>
            <p:spPr bwMode="auto">
              <a:xfrm flipV="1">
                <a:off x="1498" y="1393"/>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8">
                <a:extLst>
                  <a:ext uri="{FF2B5EF4-FFF2-40B4-BE49-F238E27FC236}">
                    <a16:creationId xmlns:a16="http://schemas.microsoft.com/office/drawing/2014/main" id="{6C183CFE-DFAD-4B5C-B5BC-7963A241D997}"/>
                  </a:ext>
                </a:extLst>
              </p:cNvPr>
              <p:cNvSpPr>
                <a:spLocks noChangeShapeType="1"/>
              </p:cNvSpPr>
              <p:nvPr/>
            </p:nvSpPr>
            <p:spPr bwMode="auto">
              <a:xfrm flipV="1">
                <a:off x="2239" y="1393"/>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9">
                <a:extLst>
                  <a:ext uri="{FF2B5EF4-FFF2-40B4-BE49-F238E27FC236}">
                    <a16:creationId xmlns:a16="http://schemas.microsoft.com/office/drawing/2014/main" id="{CC70E484-92A5-4075-9CEB-29EF19D83307}"/>
                  </a:ext>
                </a:extLst>
              </p:cNvPr>
              <p:cNvSpPr>
                <a:spLocks noChangeShapeType="1"/>
              </p:cNvSpPr>
              <p:nvPr/>
            </p:nvSpPr>
            <p:spPr bwMode="auto">
              <a:xfrm>
                <a:off x="1498" y="1590"/>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10">
                <a:extLst>
                  <a:ext uri="{FF2B5EF4-FFF2-40B4-BE49-F238E27FC236}">
                    <a16:creationId xmlns:a16="http://schemas.microsoft.com/office/drawing/2014/main" id="{F3D00522-DE49-4434-B76B-E216800A552E}"/>
                  </a:ext>
                </a:extLst>
              </p:cNvPr>
              <p:cNvSpPr>
                <a:spLocks noChangeShapeType="1"/>
              </p:cNvSpPr>
              <p:nvPr/>
            </p:nvSpPr>
            <p:spPr bwMode="auto">
              <a:xfrm flipH="1">
                <a:off x="1979" y="1590"/>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11">
                <a:extLst>
                  <a:ext uri="{FF2B5EF4-FFF2-40B4-BE49-F238E27FC236}">
                    <a16:creationId xmlns:a16="http://schemas.microsoft.com/office/drawing/2014/main" id="{55588B73-772D-4869-B44B-F9923A5F6DEA}"/>
                  </a:ext>
                </a:extLst>
              </p:cNvPr>
              <p:cNvSpPr>
                <a:spLocks noChangeShapeType="1"/>
              </p:cNvSpPr>
              <p:nvPr/>
            </p:nvSpPr>
            <p:spPr bwMode="auto">
              <a:xfrm flipV="1">
                <a:off x="1387" y="2063"/>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12">
                <a:extLst>
                  <a:ext uri="{FF2B5EF4-FFF2-40B4-BE49-F238E27FC236}">
                    <a16:creationId xmlns:a16="http://schemas.microsoft.com/office/drawing/2014/main" id="{CB1F96AC-EED1-4517-9359-D19B5449D3B0}"/>
                  </a:ext>
                </a:extLst>
              </p:cNvPr>
              <p:cNvSpPr>
                <a:spLocks noChangeShapeType="1"/>
              </p:cNvSpPr>
              <p:nvPr/>
            </p:nvSpPr>
            <p:spPr bwMode="auto">
              <a:xfrm flipV="1">
                <a:off x="2350" y="2063"/>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13">
                <a:extLst>
                  <a:ext uri="{FF2B5EF4-FFF2-40B4-BE49-F238E27FC236}">
                    <a16:creationId xmlns:a16="http://schemas.microsoft.com/office/drawing/2014/main" id="{64570D8A-DFC7-414D-B935-49A041F66A6F}"/>
                  </a:ext>
                </a:extLst>
              </p:cNvPr>
              <p:cNvSpPr>
                <a:spLocks noChangeShapeType="1"/>
              </p:cNvSpPr>
              <p:nvPr/>
            </p:nvSpPr>
            <p:spPr bwMode="auto">
              <a:xfrm flipV="1">
                <a:off x="2276" y="2771"/>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14">
                <a:extLst>
                  <a:ext uri="{FF2B5EF4-FFF2-40B4-BE49-F238E27FC236}">
                    <a16:creationId xmlns:a16="http://schemas.microsoft.com/office/drawing/2014/main" id="{50D53529-B300-4FD2-913C-C80BC13AF64A}"/>
                  </a:ext>
                </a:extLst>
              </p:cNvPr>
              <p:cNvSpPr>
                <a:spLocks noChangeShapeType="1"/>
              </p:cNvSpPr>
              <p:nvPr/>
            </p:nvSpPr>
            <p:spPr bwMode="auto">
              <a:xfrm flipV="1">
                <a:off x="1275" y="2771"/>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19">
                <a:extLst>
                  <a:ext uri="{FF2B5EF4-FFF2-40B4-BE49-F238E27FC236}">
                    <a16:creationId xmlns:a16="http://schemas.microsoft.com/office/drawing/2014/main" id="{436C1228-66F7-403E-8002-A8C868A6EA68}"/>
                  </a:ext>
                </a:extLst>
              </p:cNvPr>
              <p:cNvSpPr>
                <a:spLocks noChangeShapeType="1"/>
              </p:cNvSpPr>
              <p:nvPr/>
            </p:nvSpPr>
            <p:spPr bwMode="auto">
              <a:xfrm flipH="1">
                <a:off x="2330" y="3429"/>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20">
                <a:extLst>
                  <a:ext uri="{FF2B5EF4-FFF2-40B4-BE49-F238E27FC236}">
                    <a16:creationId xmlns:a16="http://schemas.microsoft.com/office/drawing/2014/main" id="{C06B4278-4514-4C80-8D69-DA861B7647C5}"/>
                  </a:ext>
                </a:extLst>
              </p:cNvPr>
              <p:cNvSpPr>
                <a:spLocks noChangeShapeType="1"/>
              </p:cNvSpPr>
              <p:nvPr/>
            </p:nvSpPr>
            <p:spPr bwMode="auto">
              <a:xfrm>
                <a:off x="1387" y="2771"/>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21">
                <a:extLst>
                  <a:ext uri="{FF2B5EF4-FFF2-40B4-BE49-F238E27FC236}">
                    <a16:creationId xmlns:a16="http://schemas.microsoft.com/office/drawing/2014/main" id="{0BAB4056-9E77-480C-BAFA-D8FBCCA2E02E}"/>
                  </a:ext>
                </a:extLst>
              </p:cNvPr>
              <p:cNvSpPr>
                <a:spLocks noChangeShapeType="1"/>
              </p:cNvSpPr>
              <p:nvPr/>
            </p:nvSpPr>
            <p:spPr bwMode="auto">
              <a:xfrm>
                <a:off x="1386" y="2968"/>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Oval 29">
                <a:extLst>
                  <a:ext uri="{FF2B5EF4-FFF2-40B4-BE49-F238E27FC236}">
                    <a16:creationId xmlns:a16="http://schemas.microsoft.com/office/drawing/2014/main" id="{7616A6A4-8D3C-4C5E-9254-EBE0D8D499FD}"/>
                  </a:ext>
                </a:extLst>
              </p:cNvPr>
              <p:cNvSpPr>
                <a:spLocks noChangeAspect="1" noChangeArrowheads="1"/>
              </p:cNvSpPr>
              <p:nvPr/>
            </p:nvSpPr>
            <p:spPr bwMode="auto">
              <a:xfrm>
                <a:off x="2238" y="2996"/>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1" name="Line 36">
                <a:extLst>
                  <a:ext uri="{FF2B5EF4-FFF2-40B4-BE49-F238E27FC236}">
                    <a16:creationId xmlns:a16="http://schemas.microsoft.com/office/drawing/2014/main" id="{1A903BF0-9EE5-45AD-A611-740675CFF028}"/>
                  </a:ext>
                </a:extLst>
              </p:cNvPr>
              <p:cNvSpPr>
                <a:spLocks noChangeShapeType="1"/>
              </p:cNvSpPr>
              <p:nvPr/>
            </p:nvSpPr>
            <p:spPr bwMode="auto">
              <a:xfrm>
                <a:off x="2425" y="2771"/>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Oval 37">
                <a:extLst>
                  <a:ext uri="{FF2B5EF4-FFF2-40B4-BE49-F238E27FC236}">
                    <a16:creationId xmlns:a16="http://schemas.microsoft.com/office/drawing/2014/main" id="{8D7F46E8-9697-47B9-AA38-D73F92A5509A}"/>
                  </a:ext>
                </a:extLst>
              </p:cNvPr>
              <p:cNvSpPr>
                <a:spLocks noChangeAspect="1" noChangeArrowheads="1"/>
              </p:cNvSpPr>
              <p:nvPr/>
            </p:nvSpPr>
            <p:spPr bwMode="auto">
              <a:xfrm>
                <a:off x="2387" y="2928"/>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3" name="Oval 38">
                <a:extLst>
                  <a:ext uri="{FF2B5EF4-FFF2-40B4-BE49-F238E27FC236}">
                    <a16:creationId xmlns:a16="http://schemas.microsoft.com/office/drawing/2014/main" id="{14992995-063A-4E7A-8545-72B817FB512E}"/>
                  </a:ext>
                </a:extLst>
              </p:cNvPr>
              <p:cNvSpPr>
                <a:spLocks noChangeAspect="1" noChangeArrowheads="1"/>
              </p:cNvSpPr>
              <p:nvPr/>
            </p:nvSpPr>
            <p:spPr bwMode="auto">
              <a:xfrm>
                <a:off x="2206" y="1552"/>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4" name="Oval 39">
                <a:extLst>
                  <a:ext uri="{FF2B5EF4-FFF2-40B4-BE49-F238E27FC236}">
                    <a16:creationId xmlns:a16="http://schemas.microsoft.com/office/drawing/2014/main" id="{547E5D7B-DB91-4CF1-8595-5237D436AF35}"/>
                  </a:ext>
                </a:extLst>
              </p:cNvPr>
              <p:cNvSpPr>
                <a:spLocks noChangeAspect="1" noChangeArrowheads="1"/>
              </p:cNvSpPr>
              <p:nvPr/>
            </p:nvSpPr>
            <p:spPr bwMode="auto">
              <a:xfrm>
                <a:off x="1460" y="1551"/>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45" name="Line 40">
                <a:extLst>
                  <a:ext uri="{FF2B5EF4-FFF2-40B4-BE49-F238E27FC236}">
                    <a16:creationId xmlns:a16="http://schemas.microsoft.com/office/drawing/2014/main" id="{6A01F8E8-26AB-471C-815F-310372DB1320}"/>
                  </a:ext>
                </a:extLst>
              </p:cNvPr>
              <p:cNvSpPr>
                <a:spLocks noChangeShapeType="1"/>
              </p:cNvSpPr>
              <p:nvPr/>
            </p:nvSpPr>
            <p:spPr bwMode="auto">
              <a:xfrm>
                <a:off x="1534" y="2063"/>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41">
                <a:extLst>
                  <a:ext uri="{FF2B5EF4-FFF2-40B4-BE49-F238E27FC236}">
                    <a16:creationId xmlns:a16="http://schemas.microsoft.com/office/drawing/2014/main" id="{371DF89B-C968-4A55-A86F-ED557A5B639F}"/>
                  </a:ext>
                </a:extLst>
              </p:cNvPr>
              <p:cNvSpPr>
                <a:spLocks noChangeShapeType="1"/>
              </p:cNvSpPr>
              <p:nvPr/>
            </p:nvSpPr>
            <p:spPr bwMode="auto">
              <a:xfrm>
                <a:off x="2165" y="2063"/>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42">
                <a:extLst>
                  <a:ext uri="{FF2B5EF4-FFF2-40B4-BE49-F238E27FC236}">
                    <a16:creationId xmlns:a16="http://schemas.microsoft.com/office/drawing/2014/main" id="{5F4AB883-D3D5-45C8-A007-9C5DBE60731C}"/>
                  </a:ext>
                </a:extLst>
              </p:cNvPr>
              <p:cNvSpPr>
                <a:spLocks noChangeShapeType="1"/>
              </p:cNvSpPr>
              <p:nvPr/>
            </p:nvSpPr>
            <p:spPr bwMode="auto">
              <a:xfrm>
                <a:off x="1534" y="2181"/>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43">
                <a:extLst>
                  <a:ext uri="{FF2B5EF4-FFF2-40B4-BE49-F238E27FC236}">
                    <a16:creationId xmlns:a16="http://schemas.microsoft.com/office/drawing/2014/main" id="{2C0A4809-742E-43D5-A096-6ADC29113FF0}"/>
                  </a:ext>
                </a:extLst>
              </p:cNvPr>
              <p:cNvSpPr>
                <a:spLocks noChangeShapeType="1"/>
              </p:cNvSpPr>
              <p:nvPr/>
            </p:nvSpPr>
            <p:spPr bwMode="auto">
              <a:xfrm flipH="1">
                <a:off x="1720" y="1590"/>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44">
                <a:extLst>
                  <a:ext uri="{FF2B5EF4-FFF2-40B4-BE49-F238E27FC236}">
                    <a16:creationId xmlns:a16="http://schemas.microsoft.com/office/drawing/2014/main" id="{A9CC6C86-AB73-473E-A17C-6E71DC1BFEB6}"/>
                  </a:ext>
                </a:extLst>
              </p:cNvPr>
              <p:cNvSpPr>
                <a:spLocks noChangeShapeType="1"/>
              </p:cNvSpPr>
              <p:nvPr/>
            </p:nvSpPr>
            <p:spPr bwMode="auto">
              <a:xfrm flipH="1">
                <a:off x="1942" y="2181"/>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45">
                <a:extLst>
                  <a:ext uri="{FF2B5EF4-FFF2-40B4-BE49-F238E27FC236}">
                    <a16:creationId xmlns:a16="http://schemas.microsoft.com/office/drawing/2014/main" id="{3EF07A43-BE41-4A73-AE18-25DF3C17F1DA}"/>
                  </a:ext>
                </a:extLst>
              </p:cNvPr>
              <p:cNvSpPr>
                <a:spLocks noChangeShapeType="1"/>
              </p:cNvSpPr>
              <p:nvPr/>
            </p:nvSpPr>
            <p:spPr bwMode="auto">
              <a:xfrm>
                <a:off x="1720" y="1590"/>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Rectangle 58">
                <a:extLst>
                  <a:ext uri="{FF2B5EF4-FFF2-40B4-BE49-F238E27FC236}">
                    <a16:creationId xmlns:a16="http://schemas.microsoft.com/office/drawing/2014/main" id="{A1E3C74B-60A1-4571-815F-F84C15878302}"/>
                  </a:ext>
                </a:extLst>
              </p:cNvPr>
              <p:cNvSpPr>
                <a:spLocks noChangeArrowheads="1"/>
              </p:cNvSpPr>
              <p:nvPr/>
            </p:nvSpPr>
            <p:spPr bwMode="auto">
              <a:xfrm>
                <a:off x="1302" y="1817"/>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2" name="Oval 59">
                <a:extLst>
                  <a:ext uri="{FF2B5EF4-FFF2-40B4-BE49-F238E27FC236}">
                    <a16:creationId xmlns:a16="http://schemas.microsoft.com/office/drawing/2014/main" id="{2EDE3FB3-83F8-447D-BB62-D81EFEFBAB7A}"/>
                  </a:ext>
                </a:extLst>
              </p:cNvPr>
              <p:cNvSpPr>
                <a:spLocks noChangeArrowheads="1"/>
              </p:cNvSpPr>
              <p:nvPr/>
            </p:nvSpPr>
            <p:spPr bwMode="auto">
              <a:xfrm>
                <a:off x="1450" y="1740"/>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3" name="Rectangle 60">
                <a:extLst>
                  <a:ext uri="{FF2B5EF4-FFF2-40B4-BE49-F238E27FC236}">
                    <a16:creationId xmlns:a16="http://schemas.microsoft.com/office/drawing/2014/main" id="{33C8BAB2-82FC-4925-A919-7DEE4CBE5B66}"/>
                  </a:ext>
                </a:extLst>
              </p:cNvPr>
              <p:cNvSpPr>
                <a:spLocks noChangeArrowheads="1"/>
              </p:cNvSpPr>
              <p:nvPr/>
            </p:nvSpPr>
            <p:spPr bwMode="auto">
              <a:xfrm>
                <a:off x="1302" y="1817"/>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4" name="Oval 61">
                <a:extLst>
                  <a:ext uri="{FF2B5EF4-FFF2-40B4-BE49-F238E27FC236}">
                    <a16:creationId xmlns:a16="http://schemas.microsoft.com/office/drawing/2014/main" id="{FD913951-BCA6-456F-8B95-CEA3AE1AAB8E}"/>
                  </a:ext>
                </a:extLst>
              </p:cNvPr>
              <p:cNvSpPr>
                <a:spLocks noChangeArrowheads="1"/>
              </p:cNvSpPr>
              <p:nvPr/>
            </p:nvSpPr>
            <p:spPr bwMode="auto">
              <a:xfrm>
                <a:off x="1450" y="1740"/>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5" name="Rectangle 64">
                <a:extLst>
                  <a:ext uri="{FF2B5EF4-FFF2-40B4-BE49-F238E27FC236}">
                    <a16:creationId xmlns:a16="http://schemas.microsoft.com/office/drawing/2014/main" id="{8490A5A0-C85B-44A0-B9B0-79B1DE3496C9}"/>
                  </a:ext>
                </a:extLst>
              </p:cNvPr>
              <p:cNvSpPr>
                <a:spLocks noChangeArrowheads="1"/>
              </p:cNvSpPr>
              <p:nvPr/>
            </p:nvSpPr>
            <p:spPr bwMode="auto">
              <a:xfrm>
                <a:off x="2051" y="182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6" name="Oval 65">
                <a:extLst>
                  <a:ext uri="{FF2B5EF4-FFF2-40B4-BE49-F238E27FC236}">
                    <a16:creationId xmlns:a16="http://schemas.microsoft.com/office/drawing/2014/main" id="{B056C6EE-7B13-4329-AEBB-52B14D3BBAAE}"/>
                  </a:ext>
                </a:extLst>
              </p:cNvPr>
              <p:cNvSpPr>
                <a:spLocks noChangeArrowheads="1"/>
              </p:cNvSpPr>
              <p:nvPr/>
            </p:nvSpPr>
            <p:spPr bwMode="auto">
              <a:xfrm>
                <a:off x="2199" y="174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7" name="Rectangle 66">
                <a:extLst>
                  <a:ext uri="{FF2B5EF4-FFF2-40B4-BE49-F238E27FC236}">
                    <a16:creationId xmlns:a16="http://schemas.microsoft.com/office/drawing/2014/main" id="{7593E430-A18B-4DC1-931C-AA391092CE29}"/>
                  </a:ext>
                </a:extLst>
              </p:cNvPr>
              <p:cNvSpPr>
                <a:spLocks noChangeArrowheads="1"/>
              </p:cNvSpPr>
              <p:nvPr/>
            </p:nvSpPr>
            <p:spPr bwMode="auto">
              <a:xfrm>
                <a:off x="2051" y="182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8" name="Oval 67">
                <a:extLst>
                  <a:ext uri="{FF2B5EF4-FFF2-40B4-BE49-F238E27FC236}">
                    <a16:creationId xmlns:a16="http://schemas.microsoft.com/office/drawing/2014/main" id="{6457BEB7-BEAF-4FD3-934C-D3038ADD622F}"/>
                  </a:ext>
                </a:extLst>
              </p:cNvPr>
              <p:cNvSpPr>
                <a:spLocks noChangeArrowheads="1"/>
              </p:cNvSpPr>
              <p:nvPr/>
            </p:nvSpPr>
            <p:spPr bwMode="auto">
              <a:xfrm>
                <a:off x="2199" y="174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9" name="Rectangle 70">
                <a:extLst>
                  <a:ext uri="{FF2B5EF4-FFF2-40B4-BE49-F238E27FC236}">
                    <a16:creationId xmlns:a16="http://schemas.microsoft.com/office/drawing/2014/main" id="{9D88980E-8419-4798-8483-2E2ED84B2EE6}"/>
                  </a:ext>
                </a:extLst>
              </p:cNvPr>
              <p:cNvSpPr>
                <a:spLocks noChangeArrowheads="1"/>
              </p:cNvSpPr>
              <p:nvPr/>
            </p:nvSpPr>
            <p:spPr bwMode="auto">
              <a:xfrm>
                <a:off x="1199" y="2532"/>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0" name="Oval 71">
                <a:extLst>
                  <a:ext uri="{FF2B5EF4-FFF2-40B4-BE49-F238E27FC236}">
                    <a16:creationId xmlns:a16="http://schemas.microsoft.com/office/drawing/2014/main" id="{7346DC55-18FC-4713-9021-AFDCDD33CE5C}"/>
                  </a:ext>
                </a:extLst>
              </p:cNvPr>
              <p:cNvSpPr>
                <a:spLocks noChangeArrowheads="1"/>
              </p:cNvSpPr>
              <p:nvPr/>
            </p:nvSpPr>
            <p:spPr bwMode="auto">
              <a:xfrm>
                <a:off x="1346" y="2455"/>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1" name="Rectangle 72">
                <a:extLst>
                  <a:ext uri="{FF2B5EF4-FFF2-40B4-BE49-F238E27FC236}">
                    <a16:creationId xmlns:a16="http://schemas.microsoft.com/office/drawing/2014/main" id="{99E4E578-E119-45A3-990B-E14250CCD23F}"/>
                  </a:ext>
                </a:extLst>
              </p:cNvPr>
              <p:cNvSpPr>
                <a:spLocks noChangeArrowheads="1"/>
              </p:cNvSpPr>
              <p:nvPr/>
            </p:nvSpPr>
            <p:spPr bwMode="auto">
              <a:xfrm>
                <a:off x="1199" y="2532"/>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2" name="Oval 73">
                <a:extLst>
                  <a:ext uri="{FF2B5EF4-FFF2-40B4-BE49-F238E27FC236}">
                    <a16:creationId xmlns:a16="http://schemas.microsoft.com/office/drawing/2014/main" id="{82A920C3-7F62-4BCE-8F21-EFAEC842CC47}"/>
                  </a:ext>
                </a:extLst>
              </p:cNvPr>
              <p:cNvSpPr>
                <a:spLocks noChangeArrowheads="1"/>
              </p:cNvSpPr>
              <p:nvPr/>
            </p:nvSpPr>
            <p:spPr bwMode="auto">
              <a:xfrm>
                <a:off x="1346" y="2455"/>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3" name="Rectangle 76">
                <a:extLst>
                  <a:ext uri="{FF2B5EF4-FFF2-40B4-BE49-F238E27FC236}">
                    <a16:creationId xmlns:a16="http://schemas.microsoft.com/office/drawing/2014/main" id="{DE2D5D1A-EC93-4731-9F59-41614E50F5CD}"/>
                  </a:ext>
                </a:extLst>
              </p:cNvPr>
              <p:cNvSpPr>
                <a:spLocks noChangeArrowheads="1"/>
              </p:cNvSpPr>
              <p:nvPr/>
            </p:nvSpPr>
            <p:spPr bwMode="auto">
              <a:xfrm>
                <a:off x="2162" y="2525"/>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4" name="Oval 77">
                <a:extLst>
                  <a:ext uri="{FF2B5EF4-FFF2-40B4-BE49-F238E27FC236}">
                    <a16:creationId xmlns:a16="http://schemas.microsoft.com/office/drawing/2014/main" id="{269FE486-CDBB-418F-8A65-43E2868009A9}"/>
                  </a:ext>
                </a:extLst>
              </p:cNvPr>
              <p:cNvSpPr>
                <a:spLocks noChangeArrowheads="1"/>
              </p:cNvSpPr>
              <p:nvPr/>
            </p:nvSpPr>
            <p:spPr bwMode="auto">
              <a:xfrm>
                <a:off x="2310" y="2448"/>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5" name="Rectangle 78">
                <a:extLst>
                  <a:ext uri="{FF2B5EF4-FFF2-40B4-BE49-F238E27FC236}">
                    <a16:creationId xmlns:a16="http://schemas.microsoft.com/office/drawing/2014/main" id="{D0CC29AB-C448-4978-B8A5-BFA8F8DE3B28}"/>
                  </a:ext>
                </a:extLst>
              </p:cNvPr>
              <p:cNvSpPr>
                <a:spLocks noChangeArrowheads="1"/>
              </p:cNvSpPr>
              <p:nvPr/>
            </p:nvSpPr>
            <p:spPr bwMode="auto">
              <a:xfrm>
                <a:off x="2162" y="2525"/>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6" name="Oval 79">
                <a:extLst>
                  <a:ext uri="{FF2B5EF4-FFF2-40B4-BE49-F238E27FC236}">
                    <a16:creationId xmlns:a16="http://schemas.microsoft.com/office/drawing/2014/main" id="{D97B9259-0EDE-45E3-BF7E-FAE524E169BF}"/>
                  </a:ext>
                </a:extLst>
              </p:cNvPr>
              <p:cNvSpPr>
                <a:spLocks noChangeArrowheads="1"/>
              </p:cNvSpPr>
              <p:nvPr/>
            </p:nvSpPr>
            <p:spPr bwMode="auto">
              <a:xfrm>
                <a:off x="2310" y="2448"/>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7" name="Rectangle 82">
                <a:extLst>
                  <a:ext uri="{FF2B5EF4-FFF2-40B4-BE49-F238E27FC236}">
                    <a16:creationId xmlns:a16="http://schemas.microsoft.com/office/drawing/2014/main" id="{75753946-DF47-4EDC-9CB0-DD0B9EE16CFD}"/>
                  </a:ext>
                </a:extLst>
              </p:cNvPr>
              <p:cNvSpPr>
                <a:spLocks noChangeArrowheads="1"/>
              </p:cNvSpPr>
              <p:nvPr/>
            </p:nvSpPr>
            <p:spPr bwMode="auto">
              <a:xfrm>
                <a:off x="1080" y="319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8" name="Oval 83">
                <a:extLst>
                  <a:ext uri="{FF2B5EF4-FFF2-40B4-BE49-F238E27FC236}">
                    <a16:creationId xmlns:a16="http://schemas.microsoft.com/office/drawing/2014/main" id="{74D1A88D-7042-4012-B106-1C1FC7117FAC}"/>
                  </a:ext>
                </a:extLst>
              </p:cNvPr>
              <p:cNvSpPr>
                <a:spLocks noChangeArrowheads="1"/>
              </p:cNvSpPr>
              <p:nvPr/>
            </p:nvSpPr>
            <p:spPr bwMode="auto">
              <a:xfrm>
                <a:off x="1228" y="311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9" name="Rectangle 84">
                <a:extLst>
                  <a:ext uri="{FF2B5EF4-FFF2-40B4-BE49-F238E27FC236}">
                    <a16:creationId xmlns:a16="http://schemas.microsoft.com/office/drawing/2014/main" id="{ABD25511-C17F-48AE-AE5D-D8B675CFC9F0}"/>
                  </a:ext>
                </a:extLst>
              </p:cNvPr>
              <p:cNvSpPr>
                <a:spLocks noChangeArrowheads="1"/>
              </p:cNvSpPr>
              <p:nvPr/>
            </p:nvSpPr>
            <p:spPr bwMode="auto">
              <a:xfrm>
                <a:off x="1080" y="319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0" name="Oval 85">
                <a:extLst>
                  <a:ext uri="{FF2B5EF4-FFF2-40B4-BE49-F238E27FC236}">
                    <a16:creationId xmlns:a16="http://schemas.microsoft.com/office/drawing/2014/main" id="{A4E9976E-CC04-41D0-8003-B7F8C6F56B29}"/>
                  </a:ext>
                </a:extLst>
              </p:cNvPr>
              <p:cNvSpPr>
                <a:spLocks noChangeArrowheads="1"/>
              </p:cNvSpPr>
              <p:nvPr/>
            </p:nvSpPr>
            <p:spPr bwMode="auto">
              <a:xfrm>
                <a:off x="1228" y="311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1" name="Rectangle 88">
                <a:extLst>
                  <a:ext uri="{FF2B5EF4-FFF2-40B4-BE49-F238E27FC236}">
                    <a16:creationId xmlns:a16="http://schemas.microsoft.com/office/drawing/2014/main" id="{182346BA-B998-49B9-8D47-F05E98FF6446}"/>
                  </a:ext>
                </a:extLst>
              </p:cNvPr>
              <p:cNvSpPr>
                <a:spLocks noChangeArrowheads="1"/>
              </p:cNvSpPr>
              <p:nvPr/>
            </p:nvSpPr>
            <p:spPr bwMode="auto">
              <a:xfrm>
                <a:off x="2081" y="3194"/>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2" name="Oval 89">
                <a:extLst>
                  <a:ext uri="{FF2B5EF4-FFF2-40B4-BE49-F238E27FC236}">
                    <a16:creationId xmlns:a16="http://schemas.microsoft.com/office/drawing/2014/main" id="{29DAEABB-151D-48B2-AECB-95551C2D0822}"/>
                  </a:ext>
                </a:extLst>
              </p:cNvPr>
              <p:cNvSpPr>
                <a:spLocks noChangeArrowheads="1"/>
              </p:cNvSpPr>
              <p:nvPr/>
            </p:nvSpPr>
            <p:spPr bwMode="auto">
              <a:xfrm>
                <a:off x="2229" y="3117"/>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3" name="Rectangle 90">
                <a:extLst>
                  <a:ext uri="{FF2B5EF4-FFF2-40B4-BE49-F238E27FC236}">
                    <a16:creationId xmlns:a16="http://schemas.microsoft.com/office/drawing/2014/main" id="{FCEA521B-4076-4DCA-A84B-7F3472586D0C}"/>
                  </a:ext>
                </a:extLst>
              </p:cNvPr>
              <p:cNvSpPr>
                <a:spLocks noChangeArrowheads="1"/>
              </p:cNvSpPr>
              <p:nvPr/>
            </p:nvSpPr>
            <p:spPr bwMode="auto">
              <a:xfrm>
                <a:off x="2081" y="3194"/>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4" name="Oval 91">
                <a:extLst>
                  <a:ext uri="{FF2B5EF4-FFF2-40B4-BE49-F238E27FC236}">
                    <a16:creationId xmlns:a16="http://schemas.microsoft.com/office/drawing/2014/main" id="{E764D14E-5394-4A35-B332-54C4727FCF2C}"/>
                  </a:ext>
                </a:extLst>
              </p:cNvPr>
              <p:cNvSpPr>
                <a:spLocks noChangeArrowheads="1"/>
              </p:cNvSpPr>
              <p:nvPr/>
            </p:nvSpPr>
            <p:spPr bwMode="auto">
              <a:xfrm>
                <a:off x="2229" y="3117"/>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75" name="Freeform 98">
                <a:extLst>
                  <a:ext uri="{FF2B5EF4-FFF2-40B4-BE49-F238E27FC236}">
                    <a16:creationId xmlns:a16="http://schemas.microsoft.com/office/drawing/2014/main" id="{A588257D-7C1C-44A0-BB48-FFD22CD1AA9E}"/>
                  </a:ext>
                </a:extLst>
              </p:cNvPr>
              <p:cNvSpPr>
                <a:spLocks/>
              </p:cNvSpPr>
              <p:nvPr/>
            </p:nvSpPr>
            <p:spPr bwMode="auto">
              <a:xfrm>
                <a:off x="1337" y="3043"/>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9" name="Text Box 101">
              <a:extLst>
                <a:ext uri="{FF2B5EF4-FFF2-40B4-BE49-F238E27FC236}">
                  <a16:creationId xmlns:a16="http://schemas.microsoft.com/office/drawing/2014/main" id="{81216652-7C37-4299-81E5-0586E2A88F37}"/>
                </a:ext>
              </a:extLst>
            </p:cNvPr>
            <p:cNvSpPr txBox="1">
              <a:spLocks noChangeArrowheads="1"/>
            </p:cNvSpPr>
            <p:nvPr/>
          </p:nvSpPr>
          <p:spPr bwMode="auto">
            <a:xfrm>
              <a:off x="1370" y="178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sp>
          <p:nvSpPr>
            <p:cNvPr id="20" name="Text Box 102">
              <a:extLst>
                <a:ext uri="{FF2B5EF4-FFF2-40B4-BE49-F238E27FC236}">
                  <a16:creationId xmlns:a16="http://schemas.microsoft.com/office/drawing/2014/main" id="{7411FBC9-6BBF-4F36-AD79-8ADCB21DE4A4}"/>
                </a:ext>
              </a:extLst>
            </p:cNvPr>
            <p:cNvSpPr txBox="1">
              <a:spLocks noChangeArrowheads="1"/>
            </p:cNvSpPr>
            <p:nvPr/>
          </p:nvSpPr>
          <p:spPr bwMode="auto">
            <a:xfrm>
              <a:off x="2142" y="178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2</a:t>
              </a:r>
            </a:p>
          </p:txBody>
        </p:sp>
        <p:sp>
          <p:nvSpPr>
            <p:cNvPr id="21" name="Text Box 103">
              <a:extLst>
                <a:ext uri="{FF2B5EF4-FFF2-40B4-BE49-F238E27FC236}">
                  <a16:creationId xmlns:a16="http://schemas.microsoft.com/office/drawing/2014/main" id="{CC98B048-0545-4695-9955-31E68009DBB8}"/>
                </a:ext>
              </a:extLst>
            </p:cNvPr>
            <p:cNvSpPr txBox="1">
              <a:spLocks noChangeArrowheads="1"/>
            </p:cNvSpPr>
            <p:nvPr/>
          </p:nvSpPr>
          <p:spPr bwMode="auto">
            <a:xfrm>
              <a:off x="1273" y="2501"/>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3</a:t>
              </a:r>
            </a:p>
          </p:txBody>
        </p:sp>
        <p:sp>
          <p:nvSpPr>
            <p:cNvPr id="22" name="Text Box 104">
              <a:extLst>
                <a:ext uri="{FF2B5EF4-FFF2-40B4-BE49-F238E27FC236}">
                  <a16:creationId xmlns:a16="http://schemas.microsoft.com/office/drawing/2014/main" id="{F9649B8C-2175-425C-9929-43422D835419}"/>
                </a:ext>
              </a:extLst>
            </p:cNvPr>
            <p:cNvSpPr txBox="1">
              <a:spLocks noChangeArrowheads="1"/>
            </p:cNvSpPr>
            <p:nvPr/>
          </p:nvSpPr>
          <p:spPr bwMode="auto">
            <a:xfrm>
              <a:off x="2240" y="2490"/>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4</a:t>
              </a:r>
            </a:p>
          </p:txBody>
        </p:sp>
        <p:sp>
          <p:nvSpPr>
            <p:cNvPr id="23" name="Text Box 105">
              <a:extLst>
                <a:ext uri="{FF2B5EF4-FFF2-40B4-BE49-F238E27FC236}">
                  <a16:creationId xmlns:a16="http://schemas.microsoft.com/office/drawing/2014/main" id="{B4D79DCB-0114-4FF9-9D5B-B877CE9AA46D}"/>
                </a:ext>
              </a:extLst>
            </p:cNvPr>
            <p:cNvSpPr txBox="1">
              <a:spLocks noChangeArrowheads="1"/>
            </p:cNvSpPr>
            <p:nvPr/>
          </p:nvSpPr>
          <p:spPr bwMode="auto">
            <a:xfrm>
              <a:off x="1154" y="3164"/>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5</a:t>
              </a:r>
            </a:p>
          </p:txBody>
        </p:sp>
        <p:sp>
          <p:nvSpPr>
            <p:cNvPr id="24" name="Text Box 106">
              <a:extLst>
                <a:ext uri="{FF2B5EF4-FFF2-40B4-BE49-F238E27FC236}">
                  <a16:creationId xmlns:a16="http://schemas.microsoft.com/office/drawing/2014/main" id="{D59C146B-4768-4CE2-A5C5-DA29E5D3C3A6}"/>
                </a:ext>
              </a:extLst>
            </p:cNvPr>
            <p:cNvSpPr txBox="1">
              <a:spLocks noChangeArrowheads="1"/>
            </p:cNvSpPr>
            <p:nvPr/>
          </p:nvSpPr>
          <p:spPr bwMode="auto">
            <a:xfrm>
              <a:off x="2154" y="315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6</a:t>
              </a:r>
            </a:p>
          </p:txBody>
        </p:sp>
      </p:grpSp>
      <p:sp>
        <p:nvSpPr>
          <p:cNvPr id="78" name="Text Box 111">
            <a:extLst>
              <a:ext uri="{FF2B5EF4-FFF2-40B4-BE49-F238E27FC236}">
                <a16:creationId xmlns:a16="http://schemas.microsoft.com/office/drawing/2014/main" id="{48172AFE-943B-47EC-A998-3C7E34FE85A6}"/>
              </a:ext>
            </a:extLst>
          </p:cNvPr>
          <p:cNvSpPr txBox="1">
            <a:spLocks noChangeArrowheads="1"/>
          </p:cNvSpPr>
          <p:nvPr/>
        </p:nvSpPr>
        <p:spPr bwMode="auto">
          <a:xfrm>
            <a:off x="3798888" y="5394325"/>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0000"/>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79" name="Text Box 112">
            <a:extLst>
              <a:ext uri="{FF2B5EF4-FFF2-40B4-BE49-F238E27FC236}">
                <a16:creationId xmlns:a16="http://schemas.microsoft.com/office/drawing/2014/main" id="{963757A1-94B6-4CF1-ADD1-DDE05711842D}"/>
              </a:ext>
            </a:extLst>
          </p:cNvPr>
          <p:cNvSpPr txBox="1">
            <a:spLocks noChangeArrowheads="1"/>
          </p:cNvSpPr>
          <p:nvPr/>
        </p:nvSpPr>
        <p:spPr bwMode="auto">
          <a:xfrm>
            <a:off x="3694470" y="4644577"/>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sp>
        <p:nvSpPr>
          <p:cNvPr id="80" name="Text Box 113">
            <a:extLst>
              <a:ext uri="{FF2B5EF4-FFF2-40B4-BE49-F238E27FC236}">
                <a16:creationId xmlns:a16="http://schemas.microsoft.com/office/drawing/2014/main" id="{8DD486F2-9FF9-4162-A5C9-58D72C2E0E83}"/>
              </a:ext>
            </a:extLst>
          </p:cNvPr>
          <p:cNvSpPr txBox="1">
            <a:spLocks noChangeArrowheads="1"/>
          </p:cNvSpPr>
          <p:nvPr/>
        </p:nvSpPr>
        <p:spPr bwMode="auto">
          <a:xfrm>
            <a:off x="2127250" y="5325270"/>
            <a:ext cx="60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sp>
        <p:nvSpPr>
          <p:cNvPr id="81" name="Text Box 114">
            <a:extLst>
              <a:ext uri="{FF2B5EF4-FFF2-40B4-BE49-F238E27FC236}">
                <a16:creationId xmlns:a16="http://schemas.microsoft.com/office/drawing/2014/main" id="{F1001963-5F08-4CDC-9ECB-5A3CF6A4FD6E}"/>
              </a:ext>
            </a:extLst>
          </p:cNvPr>
          <p:cNvSpPr txBox="1">
            <a:spLocks noChangeArrowheads="1"/>
          </p:cNvSpPr>
          <p:nvPr/>
        </p:nvSpPr>
        <p:spPr bwMode="auto">
          <a:xfrm>
            <a:off x="1968500" y="4549774"/>
            <a:ext cx="509585" cy="46166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2" name="Text Box 115">
            <a:extLst>
              <a:ext uri="{FF2B5EF4-FFF2-40B4-BE49-F238E27FC236}">
                <a16:creationId xmlns:a16="http://schemas.microsoft.com/office/drawing/2014/main" id="{475FD5B7-68E9-41DE-AB4C-85B202C95253}"/>
              </a:ext>
            </a:extLst>
          </p:cNvPr>
          <p:cNvSpPr txBox="1">
            <a:spLocks noChangeArrowheads="1"/>
          </p:cNvSpPr>
          <p:nvPr/>
        </p:nvSpPr>
        <p:spPr bwMode="auto">
          <a:xfrm>
            <a:off x="3898106" y="4206827"/>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3" name="Text Box 116">
            <a:extLst>
              <a:ext uri="{FF2B5EF4-FFF2-40B4-BE49-F238E27FC236}">
                <a16:creationId xmlns:a16="http://schemas.microsoft.com/office/drawing/2014/main" id="{2B8E9E40-B67D-4336-9306-09B3C00292ED}"/>
              </a:ext>
            </a:extLst>
          </p:cNvPr>
          <p:cNvSpPr txBox="1">
            <a:spLocks noChangeArrowheads="1"/>
          </p:cNvSpPr>
          <p:nvPr/>
        </p:nvSpPr>
        <p:spPr bwMode="auto">
          <a:xfrm>
            <a:off x="2174875" y="4221163"/>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4" name="Text Box 117">
            <a:extLst>
              <a:ext uri="{FF2B5EF4-FFF2-40B4-BE49-F238E27FC236}">
                <a16:creationId xmlns:a16="http://schemas.microsoft.com/office/drawing/2014/main" id="{227CECCC-63DE-47AA-AE5E-73826F96C5AA}"/>
              </a:ext>
            </a:extLst>
          </p:cNvPr>
          <p:cNvSpPr txBox="1">
            <a:spLocks noChangeArrowheads="1"/>
          </p:cNvSpPr>
          <p:nvPr/>
        </p:nvSpPr>
        <p:spPr bwMode="auto">
          <a:xfrm>
            <a:off x="3767932" y="3495425"/>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5" name="Text Box 118">
            <a:extLst>
              <a:ext uri="{FF2B5EF4-FFF2-40B4-BE49-F238E27FC236}">
                <a16:creationId xmlns:a16="http://schemas.microsoft.com/office/drawing/2014/main" id="{8E9FEDB3-F959-4C3C-89BA-C4AFB3B2026C}"/>
              </a:ext>
            </a:extLst>
          </p:cNvPr>
          <p:cNvSpPr txBox="1">
            <a:spLocks noChangeArrowheads="1"/>
          </p:cNvSpPr>
          <p:nvPr/>
        </p:nvSpPr>
        <p:spPr bwMode="auto">
          <a:xfrm>
            <a:off x="1881669" y="3502026"/>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sp>
        <p:nvSpPr>
          <p:cNvPr id="86" name="Text Box 119">
            <a:extLst>
              <a:ext uri="{FF2B5EF4-FFF2-40B4-BE49-F238E27FC236}">
                <a16:creationId xmlns:a16="http://schemas.microsoft.com/office/drawing/2014/main" id="{C3ABB2AD-BC79-4A35-97DD-8D5D61B48337}"/>
              </a:ext>
            </a:extLst>
          </p:cNvPr>
          <p:cNvSpPr txBox="1">
            <a:spLocks noChangeArrowheads="1"/>
          </p:cNvSpPr>
          <p:nvPr/>
        </p:nvSpPr>
        <p:spPr bwMode="auto">
          <a:xfrm>
            <a:off x="1954213" y="2212976"/>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nvGrpSpPr>
          <p:cNvPr id="87" name="Group 134">
            <a:extLst>
              <a:ext uri="{FF2B5EF4-FFF2-40B4-BE49-F238E27FC236}">
                <a16:creationId xmlns:a16="http://schemas.microsoft.com/office/drawing/2014/main" id="{8C8D4608-7C36-4BE0-BB36-3C9A708AC647}"/>
              </a:ext>
            </a:extLst>
          </p:cNvPr>
          <p:cNvGrpSpPr>
            <a:grpSpLocks/>
          </p:cNvGrpSpPr>
          <p:nvPr/>
        </p:nvGrpSpPr>
        <p:grpSpPr bwMode="auto">
          <a:xfrm>
            <a:off x="3775076" y="5445529"/>
            <a:ext cx="276225" cy="457200"/>
            <a:chOff x="532" y="3653"/>
            <a:chExt cx="163" cy="288"/>
          </a:xfrm>
        </p:grpSpPr>
        <p:sp>
          <p:nvSpPr>
            <p:cNvPr id="88" name="Rectangle 135">
              <a:extLst>
                <a:ext uri="{FF2B5EF4-FFF2-40B4-BE49-F238E27FC236}">
                  <a16:creationId xmlns:a16="http://schemas.microsoft.com/office/drawing/2014/main" id="{54DE3A12-FC6E-4E39-B600-B92857B65F98}"/>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89" name="Text Box 136">
              <a:extLst>
                <a:ext uri="{FF2B5EF4-FFF2-40B4-BE49-F238E27FC236}">
                  <a16:creationId xmlns:a16="http://schemas.microsoft.com/office/drawing/2014/main" id="{C2BBB0F6-1ADD-42E9-9A80-CA8BF81B64EF}"/>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grpSp>
        <p:nvGrpSpPr>
          <p:cNvPr id="90" name="Group 137">
            <a:extLst>
              <a:ext uri="{FF2B5EF4-FFF2-40B4-BE49-F238E27FC236}">
                <a16:creationId xmlns:a16="http://schemas.microsoft.com/office/drawing/2014/main" id="{0BB90A80-A387-418B-80F8-99F337E0BFB0}"/>
              </a:ext>
            </a:extLst>
          </p:cNvPr>
          <p:cNvGrpSpPr>
            <a:grpSpLocks/>
          </p:cNvGrpSpPr>
          <p:nvPr/>
        </p:nvGrpSpPr>
        <p:grpSpPr bwMode="auto">
          <a:xfrm>
            <a:off x="3697698" y="4648439"/>
            <a:ext cx="276225" cy="457200"/>
            <a:chOff x="532" y="3653"/>
            <a:chExt cx="163" cy="288"/>
          </a:xfrm>
        </p:grpSpPr>
        <p:sp>
          <p:nvSpPr>
            <p:cNvPr id="91" name="Rectangle 138">
              <a:extLst>
                <a:ext uri="{FF2B5EF4-FFF2-40B4-BE49-F238E27FC236}">
                  <a16:creationId xmlns:a16="http://schemas.microsoft.com/office/drawing/2014/main" id="{E6847FB9-5F3E-49B4-BF2C-AACC82141C0C}"/>
                </a:ext>
              </a:extLst>
            </p:cNvPr>
            <p:cNvSpPr>
              <a:spLocks noChangeArrowheads="1"/>
            </p:cNvSpPr>
            <p:nvPr/>
          </p:nvSpPr>
          <p:spPr bwMode="auto">
            <a:xfrm>
              <a:off x="565" y="3706"/>
              <a:ext cx="109" cy="174"/>
            </a:xfrm>
            <a:prstGeom prst="rect">
              <a:avLst/>
            </a:prstGeom>
            <a:solidFill>
              <a:srgbClr val="0000C8"/>
            </a:solidFill>
            <a:ln>
              <a:noFill/>
            </a:ln>
            <a:effectLst/>
            <a:extLs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2" name="Text Box 139">
              <a:extLst>
                <a:ext uri="{FF2B5EF4-FFF2-40B4-BE49-F238E27FC236}">
                  <a16:creationId xmlns:a16="http://schemas.microsoft.com/office/drawing/2014/main" id="{58FB85BC-A85B-42EA-87EC-4CB949BA4B32}"/>
                </a:ext>
              </a:extLst>
            </p:cNvPr>
            <p:cNvSpPr txBox="1">
              <a:spLocks noChangeArrowheads="1"/>
            </p:cNvSpPr>
            <p:nvPr/>
          </p:nvSpPr>
          <p:spPr bwMode="auto">
            <a:xfrm>
              <a:off x="532" y="3653"/>
              <a:ext cx="163" cy="288"/>
            </a:xfrm>
            <a:prstGeom prst="rect">
              <a:avLst/>
            </a:prstGeom>
            <a:noFill/>
            <a:ln>
              <a:noFill/>
            </a:ln>
            <a:effectLst/>
            <a:extLst>
              <a:ext uri="{909E8E84-426E-40DD-AFC4-6F175D3DCCD1}">
                <a14:hiddenFill xmlns:a14="http://schemas.microsoft.com/office/drawing/2010/main">
                  <a:solidFill>
                    <a:srgbClr val="0000C8"/>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93" name="Group 140">
            <a:extLst>
              <a:ext uri="{FF2B5EF4-FFF2-40B4-BE49-F238E27FC236}">
                <a16:creationId xmlns:a16="http://schemas.microsoft.com/office/drawing/2014/main" id="{1D1ADC69-095D-45A4-9ED4-A655C7A359C9}"/>
              </a:ext>
            </a:extLst>
          </p:cNvPr>
          <p:cNvGrpSpPr>
            <a:grpSpLocks/>
          </p:cNvGrpSpPr>
          <p:nvPr/>
        </p:nvGrpSpPr>
        <p:grpSpPr bwMode="auto">
          <a:xfrm>
            <a:off x="2120900" y="5327650"/>
            <a:ext cx="276225" cy="457200"/>
            <a:chOff x="532" y="3653"/>
            <a:chExt cx="163" cy="288"/>
          </a:xfrm>
        </p:grpSpPr>
        <p:sp>
          <p:nvSpPr>
            <p:cNvPr id="94" name="Rectangle 141">
              <a:extLst>
                <a:ext uri="{FF2B5EF4-FFF2-40B4-BE49-F238E27FC236}">
                  <a16:creationId xmlns:a16="http://schemas.microsoft.com/office/drawing/2014/main" id="{5A12E987-0935-4267-B322-61F3F9D2EDCA}"/>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5" name="Text Box 142">
              <a:extLst>
                <a:ext uri="{FF2B5EF4-FFF2-40B4-BE49-F238E27FC236}">
                  <a16:creationId xmlns:a16="http://schemas.microsoft.com/office/drawing/2014/main" id="{66B18A82-FCFD-4A2C-80CF-F2AB5CA1959A}"/>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96" name="Group 147">
            <a:extLst>
              <a:ext uri="{FF2B5EF4-FFF2-40B4-BE49-F238E27FC236}">
                <a16:creationId xmlns:a16="http://schemas.microsoft.com/office/drawing/2014/main" id="{5DA33BA2-A750-4B98-8564-C6E82ADD01E3}"/>
              </a:ext>
            </a:extLst>
          </p:cNvPr>
          <p:cNvGrpSpPr>
            <a:grpSpLocks/>
          </p:cNvGrpSpPr>
          <p:nvPr/>
        </p:nvGrpSpPr>
        <p:grpSpPr bwMode="auto">
          <a:xfrm>
            <a:off x="1995220" y="4552006"/>
            <a:ext cx="276225" cy="457200"/>
            <a:chOff x="532" y="3653"/>
            <a:chExt cx="163" cy="288"/>
          </a:xfrm>
        </p:grpSpPr>
        <p:sp>
          <p:nvSpPr>
            <p:cNvPr id="97" name="Rectangle 148">
              <a:extLst>
                <a:ext uri="{FF2B5EF4-FFF2-40B4-BE49-F238E27FC236}">
                  <a16:creationId xmlns:a16="http://schemas.microsoft.com/office/drawing/2014/main" id="{D4268693-265A-4FA7-B312-1FBF8E76D07E}"/>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8" name="Text Box 149">
              <a:extLst>
                <a:ext uri="{FF2B5EF4-FFF2-40B4-BE49-F238E27FC236}">
                  <a16:creationId xmlns:a16="http://schemas.microsoft.com/office/drawing/2014/main" id="{10A5145A-3B27-4AFE-90CF-B19CF11767C7}"/>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grpSp>
        <p:nvGrpSpPr>
          <p:cNvPr id="99" name="Group 150">
            <a:extLst>
              <a:ext uri="{FF2B5EF4-FFF2-40B4-BE49-F238E27FC236}">
                <a16:creationId xmlns:a16="http://schemas.microsoft.com/office/drawing/2014/main" id="{6569B3B1-02D5-46E0-8AEF-CD1919A05369}"/>
              </a:ext>
            </a:extLst>
          </p:cNvPr>
          <p:cNvGrpSpPr>
            <a:grpSpLocks/>
          </p:cNvGrpSpPr>
          <p:nvPr/>
        </p:nvGrpSpPr>
        <p:grpSpPr bwMode="auto">
          <a:xfrm>
            <a:off x="1895475" y="3533775"/>
            <a:ext cx="276225" cy="457200"/>
            <a:chOff x="532" y="3653"/>
            <a:chExt cx="163" cy="288"/>
          </a:xfrm>
        </p:grpSpPr>
        <p:sp>
          <p:nvSpPr>
            <p:cNvPr id="100" name="Rectangle 151">
              <a:extLst>
                <a:ext uri="{FF2B5EF4-FFF2-40B4-BE49-F238E27FC236}">
                  <a16:creationId xmlns:a16="http://schemas.microsoft.com/office/drawing/2014/main" id="{1329EEE0-70D4-46C6-889D-79C090174743}"/>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01" name="Text Box 152">
              <a:extLst>
                <a:ext uri="{FF2B5EF4-FFF2-40B4-BE49-F238E27FC236}">
                  <a16:creationId xmlns:a16="http://schemas.microsoft.com/office/drawing/2014/main" id="{69BADFD6-92F8-4270-9E46-3E96AB3F741A}"/>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102" name="Group 153">
            <a:extLst>
              <a:ext uri="{FF2B5EF4-FFF2-40B4-BE49-F238E27FC236}">
                <a16:creationId xmlns:a16="http://schemas.microsoft.com/office/drawing/2014/main" id="{C6E4ADC4-BCE0-48BD-91D1-C1364CC654C8}"/>
              </a:ext>
            </a:extLst>
          </p:cNvPr>
          <p:cNvGrpSpPr>
            <a:grpSpLocks/>
          </p:cNvGrpSpPr>
          <p:nvPr/>
        </p:nvGrpSpPr>
        <p:grpSpPr bwMode="auto">
          <a:xfrm>
            <a:off x="3745706" y="3546461"/>
            <a:ext cx="276225" cy="457200"/>
            <a:chOff x="532" y="3653"/>
            <a:chExt cx="163" cy="288"/>
          </a:xfrm>
        </p:grpSpPr>
        <p:sp>
          <p:nvSpPr>
            <p:cNvPr id="103" name="Rectangle 154">
              <a:extLst>
                <a:ext uri="{FF2B5EF4-FFF2-40B4-BE49-F238E27FC236}">
                  <a16:creationId xmlns:a16="http://schemas.microsoft.com/office/drawing/2014/main" id="{ACC69386-277D-4FB5-A222-7F8371AF5174}"/>
                </a:ext>
              </a:extLst>
            </p:cNvPr>
            <p:cNvSpPr>
              <a:spLocks noChangeArrowheads="1"/>
            </p:cNvSpPr>
            <p:nvPr/>
          </p:nvSpPr>
          <p:spPr bwMode="auto">
            <a:xfrm>
              <a:off x="565" y="3706"/>
              <a:ext cx="109" cy="174"/>
            </a:xfrm>
            <a:prstGeom prst="rect">
              <a:avLst/>
            </a:prstGeom>
            <a:solidFill>
              <a:srgbClr val="0000C8"/>
            </a:solidFill>
            <a:ln>
              <a:noFill/>
            </a:ln>
            <a:effectLst/>
            <a:extLs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4" name="Text Box 155">
              <a:extLst>
                <a:ext uri="{FF2B5EF4-FFF2-40B4-BE49-F238E27FC236}">
                  <a16:creationId xmlns:a16="http://schemas.microsoft.com/office/drawing/2014/main" id="{CD9A6641-6414-44F7-B24D-6EC3E0286655}"/>
                </a:ext>
              </a:extLst>
            </p:cNvPr>
            <p:cNvSpPr txBox="1">
              <a:spLocks noChangeArrowheads="1"/>
            </p:cNvSpPr>
            <p:nvPr/>
          </p:nvSpPr>
          <p:spPr bwMode="auto">
            <a:xfrm>
              <a:off x="532" y="3653"/>
              <a:ext cx="163" cy="288"/>
            </a:xfrm>
            <a:prstGeom prst="rect">
              <a:avLst/>
            </a:prstGeom>
            <a:noFill/>
            <a:ln>
              <a:noFill/>
            </a:ln>
            <a:effectLst/>
            <a:extLst>
              <a:ext uri="{909E8E84-426E-40DD-AFC4-6F175D3DCCD1}">
                <a14:hiddenFill xmlns:a14="http://schemas.microsoft.com/office/drawing/2010/main">
                  <a:solidFill>
                    <a:srgbClr val="0000C8"/>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p>
          </p:txBody>
        </p:sp>
      </p:grpSp>
      <p:grpSp>
        <p:nvGrpSpPr>
          <p:cNvPr id="105" name="Group 156">
            <a:extLst>
              <a:ext uri="{FF2B5EF4-FFF2-40B4-BE49-F238E27FC236}">
                <a16:creationId xmlns:a16="http://schemas.microsoft.com/office/drawing/2014/main" id="{8E68D44D-2E99-488B-BEFE-D65AC4AD7979}"/>
              </a:ext>
            </a:extLst>
          </p:cNvPr>
          <p:cNvGrpSpPr>
            <a:grpSpLocks/>
          </p:cNvGrpSpPr>
          <p:nvPr/>
        </p:nvGrpSpPr>
        <p:grpSpPr bwMode="auto">
          <a:xfrm>
            <a:off x="2007083" y="2188981"/>
            <a:ext cx="260973" cy="461963"/>
            <a:chOff x="520" y="3641"/>
            <a:chExt cx="154" cy="239"/>
          </a:xfrm>
        </p:grpSpPr>
        <p:sp>
          <p:nvSpPr>
            <p:cNvPr id="106" name="Rectangle 157">
              <a:extLst>
                <a:ext uri="{FF2B5EF4-FFF2-40B4-BE49-F238E27FC236}">
                  <a16:creationId xmlns:a16="http://schemas.microsoft.com/office/drawing/2014/main" id="{6C2CCE44-6496-4A97-A4B3-BA4FC5013845}"/>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07" name="Text Box 158">
              <a:extLst>
                <a:ext uri="{FF2B5EF4-FFF2-40B4-BE49-F238E27FC236}">
                  <a16:creationId xmlns:a16="http://schemas.microsoft.com/office/drawing/2014/main" id="{C9CC8791-746F-4FA0-B04F-0577C03FFD41}"/>
                </a:ext>
              </a:extLst>
            </p:cNvPr>
            <p:cNvSpPr txBox="1">
              <a:spLocks noChangeArrowheads="1"/>
            </p:cNvSpPr>
            <p:nvPr/>
          </p:nvSpPr>
          <p:spPr bwMode="auto">
            <a:xfrm>
              <a:off x="520" y="3641"/>
              <a:ext cx="149" cy="189"/>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grpSp>
        <p:nvGrpSpPr>
          <p:cNvPr id="108" name="Group 162">
            <a:extLst>
              <a:ext uri="{FF2B5EF4-FFF2-40B4-BE49-F238E27FC236}">
                <a16:creationId xmlns:a16="http://schemas.microsoft.com/office/drawing/2014/main" id="{51AD9774-B551-4BEB-9D66-920ABBB9EE5C}"/>
              </a:ext>
            </a:extLst>
          </p:cNvPr>
          <p:cNvGrpSpPr>
            <a:grpSpLocks/>
          </p:cNvGrpSpPr>
          <p:nvPr/>
        </p:nvGrpSpPr>
        <p:grpSpPr bwMode="auto">
          <a:xfrm>
            <a:off x="2011932" y="2225677"/>
            <a:ext cx="276225" cy="457200"/>
            <a:chOff x="532" y="3653"/>
            <a:chExt cx="163" cy="288"/>
          </a:xfrm>
        </p:grpSpPr>
        <p:sp>
          <p:nvSpPr>
            <p:cNvPr id="109" name="Rectangle 163">
              <a:extLst>
                <a:ext uri="{FF2B5EF4-FFF2-40B4-BE49-F238E27FC236}">
                  <a16:creationId xmlns:a16="http://schemas.microsoft.com/office/drawing/2014/main" id="{8EEAF86C-FCA3-496F-A003-680D3C185104}"/>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10" name="Text Box 164">
              <a:extLst>
                <a:ext uri="{FF2B5EF4-FFF2-40B4-BE49-F238E27FC236}">
                  <a16:creationId xmlns:a16="http://schemas.microsoft.com/office/drawing/2014/main" id="{8BA1FD72-C83D-4A54-8922-227FF5AD48DC}"/>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111" name="Group 165">
            <a:extLst>
              <a:ext uri="{FF2B5EF4-FFF2-40B4-BE49-F238E27FC236}">
                <a16:creationId xmlns:a16="http://schemas.microsoft.com/office/drawing/2014/main" id="{008F3146-E910-4C74-9324-08101CA2F966}"/>
              </a:ext>
            </a:extLst>
          </p:cNvPr>
          <p:cNvGrpSpPr>
            <a:grpSpLocks/>
          </p:cNvGrpSpPr>
          <p:nvPr/>
        </p:nvGrpSpPr>
        <p:grpSpPr bwMode="auto">
          <a:xfrm>
            <a:off x="1936137" y="3565526"/>
            <a:ext cx="276225" cy="457200"/>
            <a:chOff x="532" y="3653"/>
            <a:chExt cx="163" cy="288"/>
          </a:xfrm>
        </p:grpSpPr>
        <p:sp>
          <p:nvSpPr>
            <p:cNvPr id="112" name="Rectangle 166">
              <a:extLst>
                <a:ext uri="{FF2B5EF4-FFF2-40B4-BE49-F238E27FC236}">
                  <a16:creationId xmlns:a16="http://schemas.microsoft.com/office/drawing/2014/main" id="{A729DC1F-2DB8-436F-801E-4D072ECE3263}"/>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13" name="Text Box 167">
              <a:extLst>
                <a:ext uri="{FF2B5EF4-FFF2-40B4-BE49-F238E27FC236}">
                  <a16:creationId xmlns:a16="http://schemas.microsoft.com/office/drawing/2014/main" id="{E36ACB8A-09AF-42D9-B498-B3E79893A7FF}"/>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grpSp>
        <p:nvGrpSpPr>
          <p:cNvPr id="114" name="Group 168">
            <a:extLst>
              <a:ext uri="{FF2B5EF4-FFF2-40B4-BE49-F238E27FC236}">
                <a16:creationId xmlns:a16="http://schemas.microsoft.com/office/drawing/2014/main" id="{6CE84C5D-C4A7-4A6D-8758-FC31F9C1EF75}"/>
              </a:ext>
            </a:extLst>
          </p:cNvPr>
          <p:cNvGrpSpPr>
            <a:grpSpLocks/>
          </p:cNvGrpSpPr>
          <p:nvPr/>
        </p:nvGrpSpPr>
        <p:grpSpPr bwMode="auto">
          <a:xfrm>
            <a:off x="1981994" y="4598468"/>
            <a:ext cx="276225" cy="457200"/>
            <a:chOff x="532" y="3653"/>
            <a:chExt cx="163" cy="288"/>
          </a:xfrm>
        </p:grpSpPr>
        <p:sp>
          <p:nvSpPr>
            <p:cNvPr id="115" name="Rectangle 169">
              <a:extLst>
                <a:ext uri="{FF2B5EF4-FFF2-40B4-BE49-F238E27FC236}">
                  <a16:creationId xmlns:a16="http://schemas.microsoft.com/office/drawing/2014/main" id="{BDEEF8EE-6D41-43BE-BD17-3CFCDFB178A5}"/>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16" name="Text Box 170">
              <a:extLst>
                <a:ext uri="{FF2B5EF4-FFF2-40B4-BE49-F238E27FC236}">
                  <a16:creationId xmlns:a16="http://schemas.microsoft.com/office/drawing/2014/main" id="{2E7A306A-0DE4-46BD-8C03-60DCEF52E561}"/>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sp>
        <p:nvSpPr>
          <p:cNvPr id="117" name="Freeform 171">
            <a:extLst>
              <a:ext uri="{FF2B5EF4-FFF2-40B4-BE49-F238E27FC236}">
                <a16:creationId xmlns:a16="http://schemas.microsoft.com/office/drawing/2014/main" id="{6B818E59-6176-4642-A6ED-780C658FB380}"/>
              </a:ext>
            </a:extLst>
          </p:cNvPr>
          <p:cNvSpPr>
            <a:spLocks/>
          </p:cNvSpPr>
          <p:nvPr/>
        </p:nvSpPr>
        <p:spPr bwMode="auto">
          <a:xfrm>
            <a:off x="1552575" y="3565525"/>
            <a:ext cx="655638" cy="2208213"/>
          </a:xfrm>
          <a:custGeom>
            <a:avLst/>
            <a:gdLst>
              <a:gd name="T0" fmla="*/ 2147483647 w 413"/>
              <a:gd name="T1" fmla="*/ 0 h 1391"/>
              <a:gd name="T2" fmla="*/ 0 w 413"/>
              <a:gd name="T3" fmla="*/ 0 h 1391"/>
              <a:gd name="T4" fmla="*/ 0 w 413"/>
              <a:gd name="T5" fmla="*/ 2147483647 h 1391"/>
              <a:gd name="T6" fmla="*/ 2147483647 w 413"/>
              <a:gd name="T7" fmla="*/ 2147483647 h 1391"/>
              <a:gd name="T8" fmla="*/ 2147483647 w 413"/>
              <a:gd name="T9" fmla="*/ 2147483647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rgbClr val="FF66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18" name="Group 173">
            <a:extLst>
              <a:ext uri="{FF2B5EF4-FFF2-40B4-BE49-F238E27FC236}">
                <a16:creationId xmlns:a16="http://schemas.microsoft.com/office/drawing/2014/main" id="{184732CD-5E25-4313-8D4C-081BD1BF4820}"/>
              </a:ext>
            </a:extLst>
          </p:cNvPr>
          <p:cNvGrpSpPr>
            <a:grpSpLocks/>
          </p:cNvGrpSpPr>
          <p:nvPr/>
        </p:nvGrpSpPr>
        <p:grpSpPr bwMode="auto">
          <a:xfrm>
            <a:off x="3779526" y="3549459"/>
            <a:ext cx="276225" cy="457200"/>
            <a:chOff x="532" y="3653"/>
            <a:chExt cx="163" cy="288"/>
          </a:xfrm>
        </p:grpSpPr>
        <p:sp>
          <p:nvSpPr>
            <p:cNvPr id="119" name="Rectangle 174">
              <a:extLst>
                <a:ext uri="{FF2B5EF4-FFF2-40B4-BE49-F238E27FC236}">
                  <a16:creationId xmlns:a16="http://schemas.microsoft.com/office/drawing/2014/main" id="{94A6D8C3-0E8C-4DCD-A64C-C96E1A4DCC93}"/>
                </a:ext>
              </a:extLst>
            </p:cNvPr>
            <p:cNvSpPr>
              <a:spLocks noChangeArrowheads="1"/>
            </p:cNvSpPr>
            <p:nvPr/>
          </p:nvSpPr>
          <p:spPr bwMode="auto">
            <a:xfrm>
              <a:off x="565" y="3706"/>
              <a:ext cx="109" cy="174"/>
            </a:xfrm>
            <a:prstGeom prst="rect">
              <a:avLst/>
            </a:prstGeom>
            <a:solidFill>
              <a:srgbClr val="0000C8"/>
            </a:solidFill>
            <a:ln>
              <a:noFill/>
            </a:ln>
            <a:effectLst/>
            <a:extLs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20" name="Text Box 175">
              <a:extLst>
                <a:ext uri="{FF2B5EF4-FFF2-40B4-BE49-F238E27FC236}">
                  <a16:creationId xmlns:a16="http://schemas.microsoft.com/office/drawing/2014/main" id="{5E8232D3-0B60-4DE2-AC2F-C4D235AF6FA7}"/>
                </a:ext>
              </a:extLst>
            </p:cNvPr>
            <p:cNvSpPr txBox="1">
              <a:spLocks noChangeArrowheads="1"/>
            </p:cNvSpPr>
            <p:nvPr/>
          </p:nvSpPr>
          <p:spPr bwMode="auto">
            <a:xfrm>
              <a:off x="532" y="3653"/>
              <a:ext cx="163" cy="288"/>
            </a:xfrm>
            <a:prstGeom prst="rect">
              <a:avLst/>
            </a:prstGeom>
            <a:noFill/>
            <a:ln>
              <a:noFill/>
            </a:ln>
            <a:effectLst/>
            <a:extLst>
              <a:ext uri="{909E8E84-426E-40DD-AFC4-6F175D3DCCD1}">
                <a14:hiddenFill xmlns:a14="http://schemas.microsoft.com/office/drawing/2010/main">
                  <a:solidFill>
                    <a:srgbClr val="0000C8"/>
                  </a:solidFill>
                </a14:hiddenFill>
              </a:ext>
              <a:ext uri="{91240B29-F687-4F45-9708-019B960494DF}">
                <a14:hiddenLine xmlns:a14="http://schemas.microsoft.com/office/drawing/2010/main" w="3810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sp>
        <p:nvSpPr>
          <p:cNvPr id="121" name="Freeform 179">
            <a:extLst>
              <a:ext uri="{FF2B5EF4-FFF2-40B4-BE49-F238E27FC236}">
                <a16:creationId xmlns:a16="http://schemas.microsoft.com/office/drawing/2014/main" id="{645E6333-0D5D-4038-97CF-741E3B1D5B46}"/>
              </a:ext>
            </a:extLst>
          </p:cNvPr>
          <p:cNvSpPr>
            <a:spLocks/>
          </p:cNvSpPr>
          <p:nvPr/>
        </p:nvSpPr>
        <p:spPr bwMode="auto">
          <a:xfrm>
            <a:off x="2190750" y="3565525"/>
            <a:ext cx="1293813" cy="914400"/>
          </a:xfrm>
          <a:custGeom>
            <a:avLst/>
            <a:gdLst>
              <a:gd name="T0" fmla="*/ 0 w 815"/>
              <a:gd name="T1" fmla="*/ 0 h 576"/>
              <a:gd name="T2" fmla="*/ 2147483647 w 815"/>
              <a:gd name="T3" fmla="*/ 0 h 576"/>
              <a:gd name="T4" fmla="*/ 2147483647 w 815"/>
              <a:gd name="T5" fmla="*/ 2147483647 h 576"/>
              <a:gd name="T6" fmla="*/ 2147483647 w 815"/>
              <a:gd name="T7" fmla="*/ 2147483647 h 576"/>
              <a:gd name="T8" fmla="*/ 2147483647 w 815"/>
              <a:gd name="T9" fmla="*/ 2147483647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p:cTn id="59" dur="500" fill="hold"/>
                                        <p:tgtEl>
                                          <p:spTgt spid="14"/>
                                        </p:tgtEl>
                                        <p:attrNameLst>
                                          <p:attrName>ppt_w</p:attrName>
                                        </p:attrNameLst>
                                      </p:cBhvr>
                                      <p:tavLst>
                                        <p:tav tm="0">
                                          <p:val>
                                            <p:fltVal val="0"/>
                                          </p:val>
                                        </p:tav>
                                        <p:tav tm="100000">
                                          <p:val>
                                            <p:strVal val="#ppt_w"/>
                                          </p:val>
                                        </p:tav>
                                      </p:tavLst>
                                    </p:anim>
                                    <p:anim calcmode="lin" valueType="num">
                                      <p:cBhvr>
                                        <p:cTn id="6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dissolve">
                                      <p:cBhvr>
                                        <p:cTn id="65" dur="500"/>
                                        <p:tgtEl>
                                          <p:spTgt spid="78"/>
                                        </p:tgtEl>
                                      </p:cBhvr>
                                    </p:animEffect>
                                  </p:childTnLst>
                                </p:cTn>
                              </p:par>
                            </p:childTnLst>
                          </p:cTn>
                        </p:par>
                        <p:par>
                          <p:cTn id="66" fill="hold">
                            <p:stCondLst>
                              <p:cond delay="500"/>
                            </p:stCondLst>
                            <p:childTnLst>
                              <p:par>
                                <p:cTn id="67" presetID="9" presetClass="entr" presetSubtype="0" fill="hold" grpId="0" nodeType="afterEffect">
                                  <p:stCondLst>
                                    <p:cond delay="1000"/>
                                  </p:stCondLst>
                                  <p:childTnLst>
                                    <p:set>
                                      <p:cBhvr>
                                        <p:cTn id="68" dur="1" fill="hold">
                                          <p:stCondLst>
                                            <p:cond delay="0"/>
                                          </p:stCondLst>
                                        </p:cTn>
                                        <p:tgtEl>
                                          <p:spTgt spid="79"/>
                                        </p:tgtEl>
                                        <p:attrNameLst>
                                          <p:attrName>style.visibility</p:attrName>
                                        </p:attrNameLst>
                                      </p:cBhvr>
                                      <p:to>
                                        <p:strVal val="visible"/>
                                      </p:to>
                                    </p:set>
                                    <p:animEffect transition="in" filter="dissolve">
                                      <p:cBhvr>
                                        <p:cTn id="69" dur="500"/>
                                        <p:tgtEl>
                                          <p:spTgt spid="79"/>
                                        </p:tgtEl>
                                      </p:cBhvr>
                                    </p:animEffect>
                                  </p:childTnLst>
                                </p:cTn>
                              </p:par>
                            </p:childTnLst>
                          </p:cTn>
                        </p:par>
                        <p:par>
                          <p:cTn id="70" fill="hold">
                            <p:stCondLst>
                              <p:cond delay="2000"/>
                            </p:stCondLst>
                            <p:childTnLst>
                              <p:par>
                                <p:cTn id="71" presetID="9" presetClass="entr" presetSubtype="0" fill="hold" grpId="0" nodeType="afterEffect">
                                  <p:stCondLst>
                                    <p:cond delay="1000"/>
                                  </p:stCondLst>
                                  <p:childTnLst>
                                    <p:set>
                                      <p:cBhvr>
                                        <p:cTn id="72" dur="1" fill="hold">
                                          <p:stCondLst>
                                            <p:cond delay="0"/>
                                          </p:stCondLst>
                                        </p:cTn>
                                        <p:tgtEl>
                                          <p:spTgt spid="80"/>
                                        </p:tgtEl>
                                        <p:attrNameLst>
                                          <p:attrName>style.visibility</p:attrName>
                                        </p:attrNameLst>
                                      </p:cBhvr>
                                      <p:to>
                                        <p:strVal val="visible"/>
                                      </p:to>
                                    </p:set>
                                    <p:animEffect transition="in" filter="dissolve">
                                      <p:cBhvr>
                                        <p:cTn id="73" dur="500"/>
                                        <p:tgtEl>
                                          <p:spTgt spid="80"/>
                                        </p:tgtEl>
                                      </p:cBhvr>
                                    </p:animEffect>
                                  </p:childTnLst>
                                </p:cTn>
                              </p:par>
                            </p:childTnLst>
                          </p:cTn>
                        </p:par>
                        <p:par>
                          <p:cTn id="74" fill="hold">
                            <p:stCondLst>
                              <p:cond delay="3500"/>
                            </p:stCondLst>
                            <p:childTnLst>
                              <p:par>
                                <p:cTn id="75" presetID="9" presetClass="entr" presetSubtype="0" fill="hold" grpId="0" nodeType="afterEffect">
                                  <p:stCondLst>
                                    <p:cond delay="1000"/>
                                  </p:stCondLst>
                                  <p:childTnLst>
                                    <p:set>
                                      <p:cBhvr>
                                        <p:cTn id="76" dur="1" fill="hold">
                                          <p:stCondLst>
                                            <p:cond delay="0"/>
                                          </p:stCondLst>
                                        </p:cTn>
                                        <p:tgtEl>
                                          <p:spTgt spid="81"/>
                                        </p:tgtEl>
                                        <p:attrNameLst>
                                          <p:attrName>style.visibility</p:attrName>
                                        </p:attrNameLst>
                                      </p:cBhvr>
                                      <p:to>
                                        <p:strVal val="visible"/>
                                      </p:to>
                                    </p:set>
                                    <p:animEffect transition="in" filter="dissolve">
                                      <p:cBhvr>
                                        <p:cTn id="77" dur="500"/>
                                        <p:tgtEl>
                                          <p:spTgt spid="81"/>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dissolve">
                                      <p:cBhvr>
                                        <p:cTn id="82" dur="500"/>
                                        <p:tgtEl>
                                          <p:spTgt spid="82"/>
                                        </p:tgtEl>
                                      </p:cBhvr>
                                    </p:animEffect>
                                  </p:childTnLst>
                                </p:cTn>
                              </p:par>
                            </p:childTnLst>
                          </p:cTn>
                        </p:par>
                        <p:par>
                          <p:cTn id="83" fill="hold">
                            <p:stCondLst>
                              <p:cond delay="500"/>
                            </p:stCondLst>
                            <p:childTnLst>
                              <p:par>
                                <p:cTn id="84" presetID="9" presetClass="entr" presetSubtype="0" fill="hold" grpId="0" nodeType="afterEffect">
                                  <p:stCondLst>
                                    <p:cond delay="1000"/>
                                  </p:stCondLst>
                                  <p:childTnLst>
                                    <p:set>
                                      <p:cBhvr>
                                        <p:cTn id="85" dur="1" fill="hold">
                                          <p:stCondLst>
                                            <p:cond delay="0"/>
                                          </p:stCondLst>
                                        </p:cTn>
                                        <p:tgtEl>
                                          <p:spTgt spid="83"/>
                                        </p:tgtEl>
                                        <p:attrNameLst>
                                          <p:attrName>style.visibility</p:attrName>
                                        </p:attrNameLst>
                                      </p:cBhvr>
                                      <p:to>
                                        <p:strVal val="visible"/>
                                      </p:to>
                                    </p:set>
                                    <p:animEffect transition="in" filter="dissolve">
                                      <p:cBhvr>
                                        <p:cTn id="86" dur="500"/>
                                        <p:tgtEl>
                                          <p:spTgt spid="83"/>
                                        </p:tgtEl>
                                      </p:cBhvr>
                                    </p:animEffect>
                                  </p:childTnLst>
                                </p:cTn>
                              </p:par>
                            </p:childTnLst>
                          </p:cTn>
                        </p:par>
                        <p:par>
                          <p:cTn id="87" fill="hold">
                            <p:stCondLst>
                              <p:cond delay="2000"/>
                            </p:stCondLst>
                            <p:childTnLst>
                              <p:par>
                                <p:cTn id="88" presetID="9" presetClass="entr" presetSubtype="0" fill="hold" grpId="0" nodeType="afterEffect">
                                  <p:stCondLst>
                                    <p:cond delay="1000"/>
                                  </p:stCondLst>
                                  <p:childTnLst>
                                    <p:set>
                                      <p:cBhvr>
                                        <p:cTn id="89" dur="1" fill="hold">
                                          <p:stCondLst>
                                            <p:cond delay="0"/>
                                          </p:stCondLst>
                                        </p:cTn>
                                        <p:tgtEl>
                                          <p:spTgt spid="84"/>
                                        </p:tgtEl>
                                        <p:attrNameLst>
                                          <p:attrName>style.visibility</p:attrName>
                                        </p:attrNameLst>
                                      </p:cBhvr>
                                      <p:to>
                                        <p:strVal val="visible"/>
                                      </p:to>
                                    </p:set>
                                    <p:animEffect transition="in" filter="dissolve">
                                      <p:cBhvr>
                                        <p:cTn id="90" dur="500"/>
                                        <p:tgtEl>
                                          <p:spTgt spid="84"/>
                                        </p:tgtEl>
                                      </p:cBhvr>
                                    </p:animEffect>
                                  </p:childTnLst>
                                </p:cTn>
                              </p:par>
                            </p:childTnLst>
                          </p:cTn>
                        </p:par>
                        <p:par>
                          <p:cTn id="91" fill="hold">
                            <p:stCondLst>
                              <p:cond delay="3500"/>
                            </p:stCondLst>
                            <p:childTnLst>
                              <p:par>
                                <p:cTn id="92" presetID="9" presetClass="entr" presetSubtype="0" fill="hold" grpId="0" nodeType="afterEffect">
                                  <p:stCondLst>
                                    <p:cond delay="1000"/>
                                  </p:stCondLst>
                                  <p:childTnLst>
                                    <p:set>
                                      <p:cBhvr>
                                        <p:cTn id="93" dur="1" fill="hold">
                                          <p:stCondLst>
                                            <p:cond delay="0"/>
                                          </p:stCondLst>
                                        </p:cTn>
                                        <p:tgtEl>
                                          <p:spTgt spid="85"/>
                                        </p:tgtEl>
                                        <p:attrNameLst>
                                          <p:attrName>style.visibility</p:attrName>
                                        </p:attrNameLst>
                                      </p:cBhvr>
                                      <p:to>
                                        <p:strVal val="visible"/>
                                      </p:to>
                                    </p:set>
                                    <p:animEffect transition="in" filter="dissolve">
                                      <p:cBhvr>
                                        <p:cTn id="94" dur="500"/>
                                        <p:tgtEl>
                                          <p:spTgt spid="85"/>
                                        </p:tgtEl>
                                      </p:cBhvr>
                                    </p:animEffect>
                                  </p:childTnLst>
                                </p:cTn>
                              </p:par>
                            </p:childTnLst>
                          </p:cTn>
                        </p:par>
                        <p:par>
                          <p:cTn id="95" fill="hold">
                            <p:stCondLst>
                              <p:cond delay="5000"/>
                            </p:stCondLst>
                            <p:childTnLst>
                              <p:par>
                                <p:cTn id="96" presetID="9" presetClass="entr" presetSubtype="0" fill="hold" grpId="0" nodeType="afterEffect">
                                  <p:stCondLst>
                                    <p:cond delay="1000"/>
                                  </p:stCondLst>
                                  <p:childTnLst>
                                    <p:set>
                                      <p:cBhvr>
                                        <p:cTn id="97" dur="1" fill="hold">
                                          <p:stCondLst>
                                            <p:cond delay="0"/>
                                          </p:stCondLst>
                                        </p:cTn>
                                        <p:tgtEl>
                                          <p:spTgt spid="86"/>
                                        </p:tgtEl>
                                        <p:attrNameLst>
                                          <p:attrName>style.visibility</p:attrName>
                                        </p:attrNameLst>
                                      </p:cBhvr>
                                      <p:to>
                                        <p:strVal val="visible"/>
                                      </p:to>
                                    </p:set>
                                    <p:animEffect transition="in" filter="dissolve">
                                      <p:cBhvr>
                                        <p:cTn id="98" dur="500"/>
                                        <p:tgtEl>
                                          <p:spTgt spid="86"/>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87"/>
                                        </p:tgtEl>
                                        <p:attrNameLst>
                                          <p:attrName>style.visibility</p:attrName>
                                        </p:attrNameLst>
                                      </p:cBhvr>
                                      <p:to>
                                        <p:strVal val="visible"/>
                                      </p:to>
                                    </p:set>
                                    <p:animEffect transition="in" filter="dissolve">
                                      <p:cBhvr>
                                        <p:cTn id="103" dur="500"/>
                                        <p:tgtEl>
                                          <p:spTgt spid="87"/>
                                        </p:tgtEl>
                                      </p:cBhvr>
                                    </p:animEffect>
                                  </p:childTnLst>
                                </p:cTn>
                              </p:par>
                            </p:childTnLst>
                          </p:cTn>
                        </p:par>
                        <p:par>
                          <p:cTn id="104" fill="hold">
                            <p:stCondLst>
                              <p:cond delay="500"/>
                            </p:stCondLst>
                            <p:childTnLst>
                              <p:par>
                                <p:cTn id="105" presetID="9" presetClass="entr" presetSubtype="0" fill="hold" nodeType="afterEffect">
                                  <p:stCondLst>
                                    <p:cond delay="1000"/>
                                  </p:stCondLst>
                                  <p:childTnLst>
                                    <p:set>
                                      <p:cBhvr>
                                        <p:cTn id="106" dur="1" fill="hold">
                                          <p:stCondLst>
                                            <p:cond delay="0"/>
                                          </p:stCondLst>
                                        </p:cTn>
                                        <p:tgtEl>
                                          <p:spTgt spid="90"/>
                                        </p:tgtEl>
                                        <p:attrNameLst>
                                          <p:attrName>style.visibility</p:attrName>
                                        </p:attrNameLst>
                                      </p:cBhvr>
                                      <p:to>
                                        <p:strVal val="visible"/>
                                      </p:to>
                                    </p:set>
                                    <p:animEffect transition="in" filter="dissolve">
                                      <p:cBhvr>
                                        <p:cTn id="107" dur="500"/>
                                        <p:tgtEl>
                                          <p:spTgt spid="90"/>
                                        </p:tgtEl>
                                      </p:cBhvr>
                                    </p:animEffect>
                                  </p:childTnLst>
                                </p:cTn>
                              </p:par>
                            </p:childTnLst>
                          </p:cTn>
                        </p:par>
                        <p:par>
                          <p:cTn id="108" fill="hold">
                            <p:stCondLst>
                              <p:cond delay="2000"/>
                            </p:stCondLst>
                            <p:childTnLst>
                              <p:par>
                                <p:cTn id="109" presetID="9" presetClass="entr" presetSubtype="0" fill="hold" nodeType="afterEffect">
                                  <p:stCondLst>
                                    <p:cond delay="1000"/>
                                  </p:stCondLst>
                                  <p:childTnLst>
                                    <p:set>
                                      <p:cBhvr>
                                        <p:cTn id="110" dur="1" fill="hold">
                                          <p:stCondLst>
                                            <p:cond delay="0"/>
                                          </p:stCondLst>
                                        </p:cTn>
                                        <p:tgtEl>
                                          <p:spTgt spid="93"/>
                                        </p:tgtEl>
                                        <p:attrNameLst>
                                          <p:attrName>style.visibility</p:attrName>
                                        </p:attrNameLst>
                                      </p:cBhvr>
                                      <p:to>
                                        <p:strVal val="visible"/>
                                      </p:to>
                                    </p:set>
                                    <p:animEffect transition="in" filter="dissolve">
                                      <p:cBhvr>
                                        <p:cTn id="111" dur="500"/>
                                        <p:tgtEl>
                                          <p:spTgt spid="93"/>
                                        </p:tgtEl>
                                      </p:cBhvr>
                                    </p:animEffect>
                                  </p:childTnLst>
                                </p:cTn>
                              </p:par>
                            </p:childTnLst>
                          </p:cTn>
                        </p:par>
                        <p:par>
                          <p:cTn id="112" fill="hold">
                            <p:stCondLst>
                              <p:cond delay="3500"/>
                            </p:stCondLst>
                            <p:childTnLst>
                              <p:par>
                                <p:cTn id="113" presetID="9" presetClass="entr" presetSubtype="0" fill="hold" nodeType="afterEffect">
                                  <p:stCondLst>
                                    <p:cond delay="1000"/>
                                  </p:stCondLst>
                                  <p:childTnLst>
                                    <p:set>
                                      <p:cBhvr>
                                        <p:cTn id="114" dur="1" fill="hold">
                                          <p:stCondLst>
                                            <p:cond delay="0"/>
                                          </p:stCondLst>
                                        </p:cTn>
                                        <p:tgtEl>
                                          <p:spTgt spid="96"/>
                                        </p:tgtEl>
                                        <p:attrNameLst>
                                          <p:attrName>style.visibility</p:attrName>
                                        </p:attrNameLst>
                                      </p:cBhvr>
                                      <p:to>
                                        <p:strVal val="visible"/>
                                      </p:to>
                                    </p:set>
                                    <p:animEffect transition="in" filter="dissolve">
                                      <p:cBhvr>
                                        <p:cTn id="115" dur="500"/>
                                        <p:tgtEl>
                                          <p:spTgt spid="96"/>
                                        </p:tgtEl>
                                      </p:cBhvr>
                                    </p:animEffect>
                                  </p:childTnLst>
                                </p:cTn>
                              </p:par>
                            </p:childTnLst>
                          </p:cTn>
                        </p:par>
                        <p:par>
                          <p:cTn id="116" fill="hold">
                            <p:stCondLst>
                              <p:cond delay="5000"/>
                            </p:stCondLst>
                            <p:childTnLst>
                              <p:par>
                                <p:cTn id="117" presetID="9" presetClass="entr" presetSubtype="0" fill="hold" nodeType="afterEffect">
                                  <p:stCondLst>
                                    <p:cond delay="1000"/>
                                  </p:stCondLst>
                                  <p:childTnLst>
                                    <p:set>
                                      <p:cBhvr>
                                        <p:cTn id="118" dur="1" fill="hold">
                                          <p:stCondLst>
                                            <p:cond delay="0"/>
                                          </p:stCondLst>
                                        </p:cTn>
                                        <p:tgtEl>
                                          <p:spTgt spid="99"/>
                                        </p:tgtEl>
                                        <p:attrNameLst>
                                          <p:attrName>style.visibility</p:attrName>
                                        </p:attrNameLst>
                                      </p:cBhvr>
                                      <p:to>
                                        <p:strVal val="visible"/>
                                      </p:to>
                                    </p:set>
                                    <p:animEffect transition="in" filter="dissolve">
                                      <p:cBhvr>
                                        <p:cTn id="119" dur="500"/>
                                        <p:tgtEl>
                                          <p:spTgt spid="99"/>
                                        </p:tgtEl>
                                      </p:cBhvr>
                                    </p:animEffect>
                                  </p:childTnLst>
                                </p:cTn>
                              </p:par>
                            </p:childTnLst>
                          </p:cTn>
                        </p:par>
                        <p:par>
                          <p:cTn id="120" fill="hold">
                            <p:stCondLst>
                              <p:cond delay="6500"/>
                            </p:stCondLst>
                            <p:childTnLst>
                              <p:par>
                                <p:cTn id="121" presetID="9" presetClass="entr" presetSubtype="0" fill="hold" nodeType="afterEffect">
                                  <p:stCondLst>
                                    <p:cond delay="1000"/>
                                  </p:stCondLst>
                                  <p:childTnLst>
                                    <p:set>
                                      <p:cBhvr>
                                        <p:cTn id="122" dur="1" fill="hold">
                                          <p:stCondLst>
                                            <p:cond delay="0"/>
                                          </p:stCondLst>
                                        </p:cTn>
                                        <p:tgtEl>
                                          <p:spTgt spid="102"/>
                                        </p:tgtEl>
                                        <p:attrNameLst>
                                          <p:attrName>style.visibility</p:attrName>
                                        </p:attrNameLst>
                                      </p:cBhvr>
                                      <p:to>
                                        <p:strVal val="visible"/>
                                      </p:to>
                                    </p:set>
                                    <p:animEffect transition="in" filter="dissolve">
                                      <p:cBhvr>
                                        <p:cTn id="123" dur="500"/>
                                        <p:tgtEl>
                                          <p:spTgt spid="102"/>
                                        </p:tgtEl>
                                      </p:cBhvr>
                                    </p:animEffect>
                                  </p:childTnLst>
                                </p:cTn>
                              </p:par>
                            </p:childTnLst>
                          </p:cTn>
                        </p:par>
                        <p:par>
                          <p:cTn id="124" fill="hold">
                            <p:stCondLst>
                              <p:cond delay="8000"/>
                            </p:stCondLst>
                            <p:childTnLst>
                              <p:par>
                                <p:cTn id="125" presetID="9" presetClass="entr" presetSubtype="0" fill="hold" nodeType="afterEffect">
                                  <p:stCondLst>
                                    <p:cond delay="1000"/>
                                  </p:stCondLst>
                                  <p:childTnLst>
                                    <p:set>
                                      <p:cBhvr>
                                        <p:cTn id="126" dur="1" fill="hold">
                                          <p:stCondLst>
                                            <p:cond delay="0"/>
                                          </p:stCondLst>
                                        </p:cTn>
                                        <p:tgtEl>
                                          <p:spTgt spid="105"/>
                                        </p:tgtEl>
                                        <p:attrNameLst>
                                          <p:attrName>style.visibility</p:attrName>
                                        </p:attrNameLst>
                                      </p:cBhvr>
                                      <p:to>
                                        <p:strVal val="visible"/>
                                      </p:to>
                                    </p:set>
                                    <p:animEffect transition="in" filter="dissolve">
                                      <p:cBhvr>
                                        <p:cTn id="127" dur="500"/>
                                        <p:tgtEl>
                                          <p:spTgt spid="105"/>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nodeType="clickEffect">
                                  <p:stCondLst>
                                    <p:cond delay="0"/>
                                  </p:stCondLst>
                                  <p:childTnLst>
                                    <p:set>
                                      <p:cBhvr>
                                        <p:cTn id="131" dur="1" fill="hold">
                                          <p:stCondLst>
                                            <p:cond delay="0"/>
                                          </p:stCondLst>
                                        </p:cTn>
                                        <p:tgtEl>
                                          <p:spTgt spid="108"/>
                                        </p:tgtEl>
                                        <p:attrNameLst>
                                          <p:attrName>style.visibility</p:attrName>
                                        </p:attrNameLst>
                                      </p:cBhvr>
                                      <p:to>
                                        <p:strVal val="visible"/>
                                      </p:to>
                                    </p:set>
                                    <p:animEffect transition="in" filter="dissolve">
                                      <p:cBhvr>
                                        <p:cTn id="132" dur="500"/>
                                        <p:tgtEl>
                                          <p:spTgt spid="108"/>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nodeType="clickEffect">
                                  <p:stCondLst>
                                    <p:cond delay="0"/>
                                  </p:stCondLst>
                                  <p:childTnLst>
                                    <p:set>
                                      <p:cBhvr>
                                        <p:cTn id="136" dur="1" fill="hold">
                                          <p:stCondLst>
                                            <p:cond delay="0"/>
                                          </p:stCondLst>
                                        </p:cTn>
                                        <p:tgtEl>
                                          <p:spTgt spid="111"/>
                                        </p:tgtEl>
                                        <p:attrNameLst>
                                          <p:attrName>style.visibility</p:attrName>
                                        </p:attrNameLst>
                                      </p:cBhvr>
                                      <p:to>
                                        <p:strVal val="visible"/>
                                      </p:to>
                                    </p:set>
                                    <p:animEffect transition="in" filter="dissolve">
                                      <p:cBhvr>
                                        <p:cTn id="137" dur="500"/>
                                        <p:tgtEl>
                                          <p:spTgt spid="111"/>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nodeType="clickEffect">
                                  <p:stCondLst>
                                    <p:cond delay="0"/>
                                  </p:stCondLst>
                                  <p:childTnLst>
                                    <p:set>
                                      <p:cBhvr>
                                        <p:cTn id="141" dur="1" fill="hold">
                                          <p:stCondLst>
                                            <p:cond delay="0"/>
                                          </p:stCondLst>
                                        </p:cTn>
                                        <p:tgtEl>
                                          <p:spTgt spid="114"/>
                                        </p:tgtEl>
                                        <p:attrNameLst>
                                          <p:attrName>style.visibility</p:attrName>
                                        </p:attrNameLst>
                                      </p:cBhvr>
                                      <p:to>
                                        <p:strVal val="visible"/>
                                      </p:to>
                                    </p:set>
                                    <p:animEffect transition="in" filter="dissolve">
                                      <p:cBhvr>
                                        <p:cTn id="142" dur="500"/>
                                        <p:tgtEl>
                                          <p:spTgt spid="11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nodeType="clickEffect">
                                  <p:stCondLst>
                                    <p:cond delay="0"/>
                                  </p:stCondLst>
                                  <p:childTnLst>
                                    <p:set>
                                      <p:cBhvr>
                                        <p:cTn id="146" dur="1" fill="hold">
                                          <p:stCondLst>
                                            <p:cond delay="0"/>
                                          </p:stCondLst>
                                        </p:cTn>
                                        <p:tgtEl>
                                          <p:spTgt spid="117"/>
                                        </p:tgtEl>
                                        <p:attrNameLst>
                                          <p:attrName>style.visibility</p:attrName>
                                        </p:attrNameLst>
                                      </p:cBhvr>
                                      <p:to>
                                        <p:strVal val="visible"/>
                                      </p:to>
                                    </p:set>
                                    <p:animEffect transition="in" filter="wipe(up)">
                                      <p:cBhvr>
                                        <p:cTn id="147" dur="500"/>
                                        <p:tgtEl>
                                          <p:spTgt spid="117"/>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nodeType="clickEffect">
                                  <p:stCondLst>
                                    <p:cond delay="0"/>
                                  </p:stCondLst>
                                  <p:childTnLst>
                                    <p:set>
                                      <p:cBhvr>
                                        <p:cTn id="151" dur="1" fill="hold">
                                          <p:stCondLst>
                                            <p:cond delay="0"/>
                                          </p:stCondLst>
                                        </p:cTn>
                                        <p:tgtEl>
                                          <p:spTgt spid="118"/>
                                        </p:tgtEl>
                                        <p:attrNameLst>
                                          <p:attrName>style.visibility</p:attrName>
                                        </p:attrNameLst>
                                      </p:cBhvr>
                                      <p:to>
                                        <p:strVal val="visible"/>
                                      </p:to>
                                    </p:set>
                                    <p:animEffect transition="in" filter="dissolve">
                                      <p:cBhvr>
                                        <p:cTn id="152" dur="500"/>
                                        <p:tgtEl>
                                          <p:spTgt spid="118"/>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121"/>
                                        </p:tgtEl>
                                        <p:attrNameLst>
                                          <p:attrName>style.visibility</p:attrName>
                                        </p:attrNameLst>
                                      </p:cBhvr>
                                      <p:to>
                                        <p:strVal val="visible"/>
                                      </p:to>
                                    </p:set>
                                    <p:animEffect transition="in" filter="wipe(left)">
                                      <p:cBhvr>
                                        <p:cTn id="157" dur="500"/>
                                        <p:tgtEl>
                                          <p:spTgt spid="121"/>
                                        </p:tgtEl>
                                      </p:cBhvr>
                                    </p:animEffect>
                                  </p:childTnLst>
                                </p:cTn>
                              </p:par>
                            </p:childTnLst>
                          </p:cTn>
                        </p:par>
                      </p:childTnLst>
                    </p:cTn>
                  </p:par>
                  <p:par>
                    <p:cTn id="158" fill="hold">
                      <p:stCondLst>
                        <p:cond delay="indefinite"/>
                      </p:stCondLst>
                      <p:childTnLst>
                        <p:par>
                          <p:cTn id="159" fill="hold">
                            <p:stCondLst>
                              <p:cond delay="0"/>
                            </p:stCondLst>
                            <p:childTnLst>
                              <p:par>
                                <p:cTn id="160" presetID="2" presetClass="entr" presetSubtype="12" fill="hold" grpId="0" nodeType="clickEffect">
                                  <p:stCondLst>
                                    <p:cond delay="0"/>
                                  </p:stCondLst>
                                  <p:childTnLst>
                                    <p:set>
                                      <p:cBhvr>
                                        <p:cTn id="161" dur="1" fill="hold">
                                          <p:stCondLst>
                                            <p:cond delay="0"/>
                                          </p:stCondLst>
                                        </p:cTn>
                                        <p:tgtEl>
                                          <p:spTgt spid="15"/>
                                        </p:tgtEl>
                                        <p:attrNameLst>
                                          <p:attrName>style.visibility</p:attrName>
                                        </p:attrNameLst>
                                      </p:cBhvr>
                                      <p:to>
                                        <p:strVal val="visible"/>
                                      </p:to>
                                    </p:set>
                                    <p:anim calcmode="lin" valueType="num">
                                      <p:cBhvr additive="base">
                                        <p:cTn id="162" dur="500" fill="hold"/>
                                        <p:tgtEl>
                                          <p:spTgt spid="15"/>
                                        </p:tgtEl>
                                        <p:attrNameLst>
                                          <p:attrName>ppt_x</p:attrName>
                                        </p:attrNameLst>
                                      </p:cBhvr>
                                      <p:tavLst>
                                        <p:tav tm="0">
                                          <p:val>
                                            <p:strVal val="0-#ppt_w/2"/>
                                          </p:val>
                                        </p:tav>
                                        <p:tav tm="100000">
                                          <p:val>
                                            <p:strVal val="#ppt_x"/>
                                          </p:val>
                                        </p:tav>
                                      </p:tavLst>
                                    </p:anim>
                                    <p:anim calcmode="lin" valueType="num">
                                      <p:cBhvr additive="base">
                                        <p:cTn id="163" dur="500" fill="hold"/>
                                        <p:tgtEl>
                                          <p:spTgt spid="15"/>
                                        </p:tgtEl>
                                        <p:attrNameLst>
                                          <p:attrName>ppt_y</p:attrName>
                                        </p:attrNameLst>
                                      </p:cBhvr>
                                      <p:tavLst>
                                        <p:tav tm="0">
                                          <p:val>
                                            <p:strVal val="1+#ppt_h/2"/>
                                          </p:val>
                                        </p:tav>
                                        <p:tav tm="100000">
                                          <p:val>
                                            <p:strVal val="#ppt_y"/>
                                          </p:val>
                                        </p:tav>
                                      </p:tavLst>
                                    </p:anim>
                                  </p:childTnLst>
                                </p:cTn>
                              </p:par>
                            </p:childTnLst>
                          </p:cTn>
                        </p:par>
                        <p:par>
                          <p:cTn id="164" fill="hold">
                            <p:stCondLst>
                              <p:cond delay="500"/>
                            </p:stCondLst>
                            <p:childTnLst>
                              <p:par>
                                <p:cTn id="165" presetID="2" presetClass="entr" presetSubtype="9" fill="hold" grpId="0" nodeType="afterEffect">
                                  <p:stCondLst>
                                    <p:cond delay="1000"/>
                                  </p:stCondLst>
                                  <p:childTnLst>
                                    <p:set>
                                      <p:cBhvr>
                                        <p:cTn id="166" dur="1" fill="hold">
                                          <p:stCondLst>
                                            <p:cond delay="0"/>
                                          </p:stCondLst>
                                        </p:cTn>
                                        <p:tgtEl>
                                          <p:spTgt spid="16"/>
                                        </p:tgtEl>
                                        <p:attrNameLst>
                                          <p:attrName>style.visibility</p:attrName>
                                        </p:attrNameLst>
                                      </p:cBhvr>
                                      <p:to>
                                        <p:strVal val="visible"/>
                                      </p:to>
                                    </p:set>
                                    <p:anim calcmode="lin" valueType="num">
                                      <p:cBhvr additive="base">
                                        <p:cTn id="167" dur="500" fill="hold"/>
                                        <p:tgtEl>
                                          <p:spTgt spid="16"/>
                                        </p:tgtEl>
                                        <p:attrNameLst>
                                          <p:attrName>ppt_x</p:attrName>
                                        </p:attrNameLst>
                                      </p:cBhvr>
                                      <p:tavLst>
                                        <p:tav tm="0">
                                          <p:val>
                                            <p:strVal val="0-#ppt_w/2"/>
                                          </p:val>
                                        </p:tav>
                                        <p:tav tm="100000">
                                          <p:val>
                                            <p:strVal val="#ppt_x"/>
                                          </p:val>
                                        </p:tav>
                                      </p:tavLst>
                                    </p:anim>
                                    <p:anim calcmode="lin" valueType="num">
                                      <p:cBhvr additive="base">
                                        <p:cTn id="16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autoUpdateAnimBg="0"/>
      <p:bldP spid="15" grpId="0" animBg="1" autoUpdateAnimBg="0"/>
      <p:bldP spid="16" grpId="0" animBg="1" autoUpdateAnimBg="0"/>
      <p:bldP spid="78" grpId="0" autoUpdateAnimBg="0"/>
      <p:bldP spid="79" grpId="0" autoUpdateAnimBg="0"/>
      <p:bldP spid="80" grpId="0" autoUpdateAnimBg="0"/>
      <p:bldP spid="81" grpId="0" autoUpdateAnimBg="0"/>
      <p:bldP spid="82" grpId="0" autoUpdateAnimBg="0"/>
      <p:bldP spid="83" grpId="0" autoUpdateAnimBg="0"/>
      <p:bldP spid="84" grpId="0" autoUpdateAnimBg="0"/>
      <p:bldP spid="85" grpId="0" autoUpdateAnimBg="0"/>
      <p:bldP spid="8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z="1800" smtClean="0">
                <a:solidFill>
                  <a:schemeClr val="tx2"/>
                </a:solidFill>
              </a:rPr>
              <a:pPr>
                <a:defRPr/>
              </a:pPr>
              <a:t>29</a:t>
            </a:fld>
            <a:endParaRPr lang="en-US" altLang="zh-CN" sz="1800" dirty="0">
              <a:solidFill>
                <a:schemeClr val="tx2"/>
              </a:solidFill>
            </a:endParaRPr>
          </a:p>
        </p:txBody>
      </p:sp>
      <p:sp>
        <p:nvSpPr>
          <p:cNvPr id="5" name="Rectangle 2">
            <a:extLst>
              <a:ext uri="{FF2B5EF4-FFF2-40B4-BE49-F238E27FC236}">
                <a16:creationId xmlns:a16="http://schemas.microsoft.com/office/drawing/2014/main" id="{1453D422-0F6E-4961-A330-26DCFCD32AF9}"/>
              </a:ext>
            </a:extLst>
          </p:cNvPr>
          <p:cNvSpPr txBox="1">
            <a:spLocks noChangeArrowheads="1"/>
          </p:cNvSpPr>
          <p:nvPr/>
        </p:nvSpPr>
        <p:spPr>
          <a:xfrm>
            <a:off x="547688" y="317500"/>
            <a:ext cx="2244725" cy="487363"/>
          </a:xfrm>
          <a:prstGeom prst="rect">
            <a:avLst/>
          </a:prstGeom>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2</a:t>
            </a:r>
            <a:r>
              <a:rPr kumimoji="1" lang="zh-CN" altLang="en-US"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a:t>
            </a:r>
            <a:r>
              <a:rPr kumimoji="1" lang="en-US" altLang="zh-CN" sz="2800" b="1" i="0" u="none" strike="noStrike" kern="1200" cap="none" spc="0" normalizeH="0" baseline="0" noProof="0">
                <a:ln>
                  <a:solidFill>
                    <a:schemeClr val="tx1"/>
                  </a:solidFill>
                </a:ln>
                <a:solidFill>
                  <a:schemeClr val="tx1"/>
                </a:solidFill>
                <a:effectLst/>
                <a:uLnTx/>
                <a:uFillTx/>
                <a:latin typeface="Times New Roman" pitchFamily="18" charset="0"/>
                <a:ea typeface="黑体" pitchFamily="49" charset="-122"/>
                <a:cs typeface="Times New Roman" pitchFamily="18" charset="0"/>
              </a:rPr>
              <a:t>D=0</a:t>
            </a:r>
            <a:r>
              <a:rPr kumimoji="1" lang="zh-CN" altLang="en-US"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时：</a:t>
            </a:r>
            <a:endParaRPr kumimoji="1" lang="zh-CN" altLang="en-US"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endParaRPr>
          </a:p>
        </p:txBody>
      </p:sp>
      <p:sp>
        <p:nvSpPr>
          <p:cNvPr id="6" name="Text Box 69">
            <a:extLst>
              <a:ext uri="{FF2B5EF4-FFF2-40B4-BE49-F238E27FC236}">
                <a16:creationId xmlns:a16="http://schemas.microsoft.com/office/drawing/2014/main" id="{199C1FD3-D8B1-4233-9396-3B61F63A9635}"/>
              </a:ext>
            </a:extLst>
          </p:cNvPr>
          <p:cNvSpPr txBox="1">
            <a:spLocks noChangeArrowheads="1"/>
          </p:cNvSpPr>
          <p:nvPr/>
        </p:nvSpPr>
        <p:spPr bwMode="auto">
          <a:xfrm>
            <a:off x="2552700" y="4435475"/>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sp>
        <p:nvSpPr>
          <p:cNvPr id="7" name="Text Box 71">
            <a:extLst>
              <a:ext uri="{FF2B5EF4-FFF2-40B4-BE49-F238E27FC236}">
                <a16:creationId xmlns:a16="http://schemas.microsoft.com/office/drawing/2014/main" id="{0B1CAA94-E419-48E3-8BF7-775861C5C3B7}"/>
              </a:ext>
            </a:extLst>
          </p:cNvPr>
          <p:cNvSpPr txBox="1">
            <a:spLocks noChangeArrowheads="1"/>
          </p:cNvSpPr>
          <p:nvPr/>
        </p:nvSpPr>
        <p:spPr bwMode="auto">
          <a:xfrm>
            <a:off x="2838451" y="2454276"/>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 </a:t>
            </a:r>
          </a:p>
        </p:txBody>
      </p:sp>
      <p:grpSp>
        <p:nvGrpSpPr>
          <p:cNvPr id="8" name="Group 158">
            <a:extLst>
              <a:ext uri="{FF2B5EF4-FFF2-40B4-BE49-F238E27FC236}">
                <a16:creationId xmlns:a16="http://schemas.microsoft.com/office/drawing/2014/main" id="{A05E2719-FF97-4538-8A99-E188357306A6}"/>
              </a:ext>
            </a:extLst>
          </p:cNvPr>
          <p:cNvGrpSpPr>
            <a:grpSpLocks/>
          </p:cNvGrpSpPr>
          <p:nvPr/>
        </p:nvGrpSpPr>
        <p:grpSpPr bwMode="auto">
          <a:xfrm>
            <a:off x="585788" y="863600"/>
            <a:ext cx="3387725" cy="4308475"/>
            <a:chOff x="369" y="544"/>
            <a:chExt cx="2134" cy="2714"/>
          </a:xfrm>
        </p:grpSpPr>
        <p:grpSp>
          <p:nvGrpSpPr>
            <p:cNvPr id="9" name="Group 157">
              <a:extLst>
                <a:ext uri="{FF2B5EF4-FFF2-40B4-BE49-F238E27FC236}">
                  <a16:creationId xmlns:a16="http://schemas.microsoft.com/office/drawing/2014/main" id="{F8EC2221-8FFB-44DE-904F-FE585BD93B0E}"/>
                </a:ext>
              </a:extLst>
            </p:cNvPr>
            <p:cNvGrpSpPr>
              <a:grpSpLocks/>
            </p:cNvGrpSpPr>
            <p:nvPr/>
          </p:nvGrpSpPr>
          <p:grpSpPr bwMode="auto">
            <a:xfrm>
              <a:off x="471" y="544"/>
              <a:ext cx="2032" cy="2714"/>
              <a:chOff x="471" y="544"/>
              <a:chExt cx="2032" cy="2714"/>
            </a:xfrm>
          </p:grpSpPr>
          <p:grpSp>
            <p:nvGrpSpPr>
              <p:cNvPr id="13" name="Group 156">
                <a:extLst>
                  <a:ext uri="{FF2B5EF4-FFF2-40B4-BE49-F238E27FC236}">
                    <a16:creationId xmlns:a16="http://schemas.microsoft.com/office/drawing/2014/main" id="{E80DB7B9-720B-400D-A1BE-CDD1A2FC087C}"/>
                  </a:ext>
                </a:extLst>
              </p:cNvPr>
              <p:cNvGrpSpPr>
                <a:grpSpLocks/>
              </p:cNvGrpSpPr>
              <p:nvPr/>
            </p:nvGrpSpPr>
            <p:grpSpPr bwMode="auto">
              <a:xfrm>
                <a:off x="471" y="544"/>
                <a:ext cx="2032" cy="2714"/>
                <a:chOff x="471" y="544"/>
                <a:chExt cx="2032" cy="2714"/>
              </a:xfrm>
            </p:grpSpPr>
            <p:sp>
              <p:nvSpPr>
                <p:cNvPr id="20" name="Text Box 6">
                  <a:extLst>
                    <a:ext uri="{FF2B5EF4-FFF2-40B4-BE49-F238E27FC236}">
                      <a16:creationId xmlns:a16="http://schemas.microsoft.com/office/drawing/2014/main" id="{E356C224-1F0C-4A21-8C50-3BF1D2609FCC}"/>
                    </a:ext>
                  </a:extLst>
                </p:cNvPr>
                <p:cNvSpPr txBox="1">
                  <a:spLocks noChangeArrowheads="1"/>
                </p:cNvSpPr>
                <p:nvPr/>
              </p:nvSpPr>
              <p:spPr bwMode="auto">
                <a:xfrm>
                  <a:off x="2149" y="2138"/>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21" name="Text Box 7">
                  <a:extLst>
                    <a:ext uri="{FF2B5EF4-FFF2-40B4-BE49-F238E27FC236}">
                      <a16:creationId xmlns:a16="http://schemas.microsoft.com/office/drawing/2014/main" id="{5CD292E5-A951-46DF-B728-A75D5A1F4AFD}"/>
                    </a:ext>
                  </a:extLst>
                </p:cNvPr>
                <p:cNvSpPr txBox="1">
                  <a:spLocks noChangeArrowheads="1"/>
                </p:cNvSpPr>
                <p:nvPr/>
              </p:nvSpPr>
              <p:spPr bwMode="auto">
                <a:xfrm>
                  <a:off x="1464" y="2970"/>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22" name="Text Box 8">
                  <a:extLst>
                    <a:ext uri="{FF2B5EF4-FFF2-40B4-BE49-F238E27FC236}">
                      <a16:creationId xmlns:a16="http://schemas.microsoft.com/office/drawing/2014/main" id="{A365EC0A-6E3D-47D4-97C0-B842DE52B81F}"/>
                    </a:ext>
                  </a:extLst>
                </p:cNvPr>
                <p:cNvSpPr txBox="1">
                  <a:spLocks noChangeArrowheads="1"/>
                </p:cNvSpPr>
                <p:nvPr/>
              </p:nvSpPr>
              <p:spPr bwMode="auto">
                <a:xfrm>
                  <a:off x="663" y="544"/>
                  <a:ext cx="265" cy="2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23" name="Group 155">
                  <a:extLst>
                    <a:ext uri="{FF2B5EF4-FFF2-40B4-BE49-F238E27FC236}">
                      <a16:creationId xmlns:a16="http://schemas.microsoft.com/office/drawing/2014/main" id="{042F7F20-E3F1-4FC4-8814-783362CB1733}"/>
                    </a:ext>
                  </a:extLst>
                </p:cNvPr>
                <p:cNvGrpSpPr>
                  <a:grpSpLocks/>
                </p:cNvGrpSpPr>
                <p:nvPr/>
              </p:nvGrpSpPr>
              <p:grpSpPr bwMode="auto">
                <a:xfrm>
                  <a:off x="1648" y="637"/>
                  <a:ext cx="184" cy="269"/>
                  <a:chOff x="1648" y="659"/>
                  <a:chExt cx="184" cy="269"/>
                </a:xfrm>
              </p:grpSpPr>
              <p:sp>
                <p:nvSpPr>
                  <p:cNvPr id="71" name="Line 10">
                    <a:extLst>
                      <a:ext uri="{FF2B5EF4-FFF2-40B4-BE49-F238E27FC236}">
                        <a16:creationId xmlns:a16="http://schemas.microsoft.com/office/drawing/2014/main" id="{8299C046-609F-477D-95F9-8C856DEBCC4C}"/>
                      </a:ext>
                    </a:extLst>
                  </p:cNvPr>
                  <p:cNvSpPr>
                    <a:spLocks noChangeShapeType="1"/>
                  </p:cNvSpPr>
                  <p:nvPr/>
                </p:nvSpPr>
                <p:spPr bwMode="auto">
                  <a:xfrm>
                    <a:off x="1659" y="677"/>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Rectangle 11">
                    <a:extLst>
                      <a:ext uri="{FF2B5EF4-FFF2-40B4-BE49-F238E27FC236}">
                        <a16:creationId xmlns:a16="http://schemas.microsoft.com/office/drawing/2014/main" id="{E7797669-F5AB-45AF-A6D4-51ECBB378577}"/>
                      </a:ext>
                    </a:extLst>
                  </p:cNvPr>
                  <p:cNvSpPr>
                    <a:spLocks noChangeArrowheads="1"/>
                  </p:cNvSpPr>
                  <p:nvPr/>
                </p:nvSpPr>
                <p:spPr bwMode="auto">
                  <a:xfrm>
                    <a:off x="1648" y="659"/>
                    <a:ext cx="184" cy="2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Q</a:t>
                    </a:r>
                    <a:endParaRPr kumimoji="1" lang="en-US" altLang="zh-CN" sz="2800" b="0" i="0" u="none" strike="noStrike" kern="1200" cap="none" spc="0" normalizeH="0" baseline="0" noProof="0">
                      <a:ln>
                        <a:solidFill>
                          <a:schemeClr val="tx1"/>
                        </a:solidFill>
                      </a:ln>
                      <a:effectLst/>
                      <a:uLnTx/>
                      <a:uFillTx/>
                      <a:ea typeface="宋体" panose="02010600030101010101" pitchFamily="2" charset="-122"/>
                      <a:cs typeface="+mn-cs"/>
                    </a:endParaRPr>
                  </a:p>
                </p:txBody>
              </p:sp>
            </p:grpSp>
            <p:sp>
              <p:nvSpPr>
                <p:cNvPr id="24" name="Line 12">
                  <a:extLst>
                    <a:ext uri="{FF2B5EF4-FFF2-40B4-BE49-F238E27FC236}">
                      <a16:creationId xmlns:a16="http://schemas.microsoft.com/office/drawing/2014/main" id="{1DC2B355-3211-4A9B-BC04-5F8A85C641C5}"/>
                    </a:ext>
                  </a:extLst>
                </p:cNvPr>
                <p:cNvSpPr>
                  <a:spLocks noChangeShapeType="1"/>
                </p:cNvSpPr>
                <p:nvPr/>
              </p:nvSpPr>
              <p:spPr bwMode="auto">
                <a:xfrm flipV="1">
                  <a:off x="889" y="719"/>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13">
                  <a:extLst>
                    <a:ext uri="{FF2B5EF4-FFF2-40B4-BE49-F238E27FC236}">
                      <a16:creationId xmlns:a16="http://schemas.microsoft.com/office/drawing/2014/main" id="{4B860957-CA17-48EA-9E7C-E871516B1FF1}"/>
                    </a:ext>
                  </a:extLst>
                </p:cNvPr>
                <p:cNvSpPr>
                  <a:spLocks noChangeShapeType="1"/>
                </p:cNvSpPr>
                <p:nvPr/>
              </p:nvSpPr>
              <p:spPr bwMode="auto">
                <a:xfrm flipV="1">
                  <a:off x="1630" y="719"/>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14">
                  <a:extLst>
                    <a:ext uri="{FF2B5EF4-FFF2-40B4-BE49-F238E27FC236}">
                      <a16:creationId xmlns:a16="http://schemas.microsoft.com/office/drawing/2014/main" id="{0E8EA426-118E-4646-9DE4-02950FA558C4}"/>
                    </a:ext>
                  </a:extLst>
                </p:cNvPr>
                <p:cNvSpPr>
                  <a:spLocks noChangeShapeType="1"/>
                </p:cNvSpPr>
                <p:nvPr/>
              </p:nvSpPr>
              <p:spPr bwMode="auto">
                <a:xfrm>
                  <a:off x="889" y="916"/>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15">
                  <a:extLst>
                    <a:ext uri="{FF2B5EF4-FFF2-40B4-BE49-F238E27FC236}">
                      <a16:creationId xmlns:a16="http://schemas.microsoft.com/office/drawing/2014/main" id="{B5378808-2EFA-43F5-8DD4-E58CB2C87D63}"/>
                    </a:ext>
                  </a:extLst>
                </p:cNvPr>
                <p:cNvSpPr>
                  <a:spLocks noChangeShapeType="1"/>
                </p:cNvSpPr>
                <p:nvPr/>
              </p:nvSpPr>
              <p:spPr bwMode="auto">
                <a:xfrm flipH="1">
                  <a:off x="1370" y="916"/>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16">
                  <a:extLst>
                    <a:ext uri="{FF2B5EF4-FFF2-40B4-BE49-F238E27FC236}">
                      <a16:creationId xmlns:a16="http://schemas.microsoft.com/office/drawing/2014/main" id="{9C56B759-DDA3-446E-B0F8-550A33BD3895}"/>
                    </a:ext>
                  </a:extLst>
                </p:cNvPr>
                <p:cNvSpPr>
                  <a:spLocks noChangeShapeType="1"/>
                </p:cNvSpPr>
                <p:nvPr/>
              </p:nvSpPr>
              <p:spPr bwMode="auto">
                <a:xfrm flipV="1">
                  <a:off x="778" y="1389"/>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17">
                  <a:extLst>
                    <a:ext uri="{FF2B5EF4-FFF2-40B4-BE49-F238E27FC236}">
                      <a16:creationId xmlns:a16="http://schemas.microsoft.com/office/drawing/2014/main" id="{4711B43E-D5A2-4860-98A6-BA42D1CC39AC}"/>
                    </a:ext>
                  </a:extLst>
                </p:cNvPr>
                <p:cNvSpPr>
                  <a:spLocks noChangeShapeType="1"/>
                </p:cNvSpPr>
                <p:nvPr/>
              </p:nvSpPr>
              <p:spPr bwMode="auto">
                <a:xfrm flipV="1">
                  <a:off x="1741" y="1389"/>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18">
                  <a:extLst>
                    <a:ext uri="{FF2B5EF4-FFF2-40B4-BE49-F238E27FC236}">
                      <a16:creationId xmlns:a16="http://schemas.microsoft.com/office/drawing/2014/main" id="{D65D9B6C-C3B4-4894-BC0F-D194B5CAD10D}"/>
                    </a:ext>
                  </a:extLst>
                </p:cNvPr>
                <p:cNvSpPr>
                  <a:spLocks noChangeShapeType="1"/>
                </p:cNvSpPr>
                <p:nvPr/>
              </p:nvSpPr>
              <p:spPr bwMode="auto">
                <a:xfrm flipV="1">
                  <a:off x="1667" y="209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19">
                  <a:extLst>
                    <a:ext uri="{FF2B5EF4-FFF2-40B4-BE49-F238E27FC236}">
                      <a16:creationId xmlns:a16="http://schemas.microsoft.com/office/drawing/2014/main" id="{79A5ABC5-8CC1-41E5-82A1-A9C77B983EF1}"/>
                    </a:ext>
                  </a:extLst>
                </p:cNvPr>
                <p:cNvSpPr>
                  <a:spLocks noChangeShapeType="1"/>
                </p:cNvSpPr>
                <p:nvPr/>
              </p:nvSpPr>
              <p:spPr bwMode="auto">
                <a:xfrm flipV="1">
                  <a:off x="666" y="209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20">
                  <a:extLst>
                    <a:ext uri="{FF2B5EF4-FFF2-40B4-BE49-F238E27FC236}">
                      <a16:creationId xmlns:a16="http://schemas.microsoft.com/office/drawing/2014/main" id="{DBFB4A58-D193-4365-A014-11F4D84825B3}"/>
                    </a:ext>
                  </a:extLst>
                </p:cNvPr>
                <p:cNvSpPr>
                  <a:spLocks noChangeShapeType="1"/>
                </p:cNvSpPr>
                <p:nvPr/>
              </p:nvSpPr>
              <p:spPr bwMode="auto">
                <a:xfrm flipH="1">
                  <a:off x="1633" y="2755"/>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21">
                  <a:extLst>
                    <a:ext uri="{FF2B5EF4-FFF2-40B4-BE49-F238E27FC236}">
                      <a16:creationId xmlns:a16="http://schemas.microsoft.com/office/drawing/2014/main" id="{E4204E07-A12A-4ED1-A86A-E65C5EFD332B}"/>
                    </a:ext>
                  </a:extLst>
                </p:cNvPr>
                <p:cNvSpPr>
                  <a:spLocks noChangeShapeType="1"/>
                </p:cNvSpPr>
                <p:nvPr/>
              </p:nvSpPr>
              <p:spPr bwMode="auto">
                <a:xfrm>
                  <a:off x="778" y="2097"/>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22">
                  <a:extLst>
                    <a:ext uri="{FF2B5EF4-FFF2-40B4-BE49-F238E27FC236}">
                      <a16:creationId xmlns:a16="http://schemas.microsoft.com/office/drawing/2014/main" id="{AE6D2B50-6DE1-4715-AC6D-B7B35E456191}"/>
                    </a:ext>
                  </a:extLst>
                </p:cNvPr>
                <p:cNvSpPr>
                  <a:spLocks noChangeShapeType="1"/>
                </p:cNvSpPr>
                <p:nvPr/>
              </p:nvSpPr>
              <p:spPr bwMode="auto">
                <a:xfrm>
                  <a:off x="777" y="2294"/>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Oval 23">
                  <a:extLst>
                    <a:ext uri="{FF2B5EF4-FFF2-40B4-BE49-F238E27FC236}">
                      <a16:creationId xmlns:a16="http://schemas.microsoft.com/office/drawing/2014/main" id="{64FDC552-AFFA-4CBB-89CD-506158B243FA}"/>
                    </a:ext>
                  </a:extLst>
                </p:cNvPr>
                <p:cNvSpPr>
                  <a:spLocks noChangeAspect="1" noChangeArrowheads="1"/>
                </p:cNvSpPr>
                <p:nvPr/>
              </p:nvSpPr>
              <p:spPr bwMode="auto">
                <a:xfrm>
                  <a:off x="1648" y="2349"/>
                  <a:ext cx="44" cy="49"/>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6" name="Line 24">
                  <a:extLst>
                    <a:ext uri="{FF2B5EF4-FFF2-40B4-BE49-F238E27FC236}">
                      <a16:creationId xmlns:a16="http://schemas.microsoft.com/office/drawing/2014/main" id="{E713EEA7-1BAB-444A-B6FE-4FD185C11F15}"/>
                    </a:ext>
                  </a:extLst>
                </p:cNvPr>
                <p:cNvSpPr>
                  <a:spLocks noChangeShapeType="1"/>
                </p:cNvSpPr>
                <p:nvPr/>
              </p:nvSpPr>
              <p:spPr bwMode="auto">
                <a:xfrm>
                  <a:off x="1816" y="2097"/>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Oval 25">
                  <a:extLst>
                    <a:ext uri="{FF2B5EF4-FFF2-40B4-BE49-F238E27FC236}">
                      <a16:creationId xmlns:a16="http://schemas.microsoft.com/office/drawing/2014/main" id="{84FBBE77-3276-4184-812A-E6DE118B96FF}"/>
                    </a:ext>
                  </a:extLst>
                </p:cNvPr>
                <p:cNvSpPr>
                  <a:spLocks noChangeAspect="1" noChangeArrowheads="1"/>
                </p:cNvSpPr>
                <p:nvPr/>
              </p:nvSpPr>
              <p:spPr bwMode="auto">
                <a:xfrm>
                  <a:off x="1800" y="2269"/>
                  <a:ext cx="34" cy="37"/>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Oval 26">
                  <a:extLst>
                    <a:ext uri="{FF2B5EF4-FFF2-40B4-BE49-F238E27FC236}">
                      <a16:creationId xmlns:a16="http://schemas.microsoft.com/office/drawing/2014/main" id="{BB19C28F-97F1-467C-997C-1583AECB8650}"/>
                    </a:ext>
                  </a:extLst>
                </p:cNvPr>
                <p:cNvSpPr>
                  <a:spLocks noChangeAspect="1" noChangeArrowheads="1"/>
                </p:cNvSpPr>
                <p:nvPr/>
              </p:nvSpPr>
              <p:spPr bwMode="auto">
                <a:xfrm>
                  <a:off x="1597" y="878"/>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9" name="Oval 27">
                  <a:extLst>
                    <a:ext uri="{FF2B5EF4-FFF2-40B4-BE49-F238E27FC236}">
                      <a16:creationId xmlns:a16="http://schemas.microsoft.com/office/drawing/2014/main" id="{3C364B4A-00F5-4F45-A1B9-C09558C3EBFA}"/>
                    </a:ext>
                  </a:extLst>
                </p:cNvPr>
                <p:cNvSpPr>
                  <a:spLocks noChangeAspect="1" noChangeArrowheads="1"/>
                </p:cNvSpPr>
                <p:nvPr/>
              </p:nvSpPr>
              <p:spPr bwMode="auto">
                <a:xfrm>
                  <a:off x="851" y="877"/>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0" name="Line 28">
                  <a:extLst>
                    <a:ext uri="{FF2B5EF4-FFF2-40B4-BE49-F238E27FC236}">
                      <a16:creationId xmlns:a16="http://schemas.microsoft.com/office/drawing/2014/main" id="{9D533A89-4F9D-425B-916B-490C9E0C8C22}"/>
                    </a:ext>
                  </a:extLst>
                </p:cNvPr>
                <p:cNvSpPr>
                  <a:spLocks noChangeShapeType="1"/>
                </p:cNvSpPr>
                <p:nvPr/>
              </p:nvSpPr>
              <p:spPr bwMode="auto">
                <a:xfrm>
                  <a:off x="925" y="1389"/>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Line 29">
                  <a:extLst>
                    <a:ext uri="{FF2B5EF4-FFF2-40B4-BE49-F238E27FC236}">
                      <a16:creationId xmlns:a16="http://schemas.microsoft.com/office/drawing/2014/main" id="{4BB49CEC-CED8-4390-8CA0-EA5F92A0779F}"/>
                    </a:ext>
                  </a:extLst>
                </p:cNvPr>
                <p:cNvSpPr>
                  <a:spLocks noChangeShapeType="1"/>
                </p:cNvSpPr>
                <p:nvPr/>
              </p:nvSpPr>
              <p:spPr bwMode="auto">
                <a:xfrm>
                  <a:off x="1556" y="1389"/>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30">
                  <a:extLst>
                    <a:ext uri="{FF2B5EF4-FFF2-40B4-BE49-F238E27FC236}">
                      <a16:creationId xmlns:a16="http://schemas.microsoft.com/office/drawing/2014/main" id="{B3B7FEC8-226C-4274-8016-F9F3A319E181}"/>
                    </a:ext>
                  </a:extLst>
                </p:cNvPr>
                <p:cNvSpPr>
                  <a:spLocks noChangeShapeType="1"/>
                </p:cNvSpPr>
                <p:nvPr/>
              </p:nvSpPr>
              <p:spPr bwMode="auto">
                <a:xfrm>
                  <a:off x="925" y="1507"/>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Line 31">
                  <a:extLst>
                    <a:ext uri="{FF2B5EF4-FFF2-40B4-BE49-F238E27FC236}">
                      <a16:creationId xmlns:a16="http://schemas.microsoft.com/office/drawing/2014/main" id="{D7196514-0924-446E-89B2-D4CCC732B859}"/>
                    </a:ext>
                  </a:extLst>
                </p:cNvPr>
                <p:cNvSpPr>
                  <a:spLocks noChangeShapeType="1"/>
                </p:cNvSpPr>
                <p:nvPr/>
              </p:nvSpPr>
              <p:spPr bwMode="auto">
                <a:xfrm flipH="1">
                  <a:off x="1111" y="916"/>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32">
                  <a:extLst>
                    <a:ext uri="{FF2B5EF4-FFF2-40B4-BE49-F238E27FC236}">
                      <a16:creationId xmlns:a16="http://schemas.microsoft.com/office/drawing/2014/main" id="{02D59E47-F170-469A-9198-BE5D47F16BFB}"/>
                    </a:ext>
                  </a:extLst>
                </p:cNvPr>
                <p:cNvSpPr>
                  <a:spLocks noChangeShapeType="1"/>
                </p:cNvSpPr>
                <p:nvPr/>
              </p:nvSpPr>
              <p:spPr bwMode="auto">
                <a:xfrm flipH="1">
                  <a:off x="1333" y="1507"/>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33">
                  <a:extLst>
                    <a:ext uri="{FF2B5EF4-FFF2-40B4-BE49-F238E27FC236}">
                      <a16:creationId xmlns:a16="http://schemas.microsoft.com/office/drawing/2014/main" id="{5451B67F-CC39-41B8-860B-D3EBECCD7525}"/>
                    </a:ext>
                  </a:extLst>
                </p:cNvPr>
                <p:cNvSpPr>
                  <a:spLocks noChangeShapeType="1"/>
                </p:cNvSpPr>
                <p:nvPr/>
              </p:nvSpPr>
              <p:spPr bwMode="auto">
                <a:xfrm>
                  <a:off x="1111" y="916"/>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Rectangle 34">
                  <a:extLst>
                    <a:ext uri="{FF2B5EF4-FFF2-40B4-BE49-F238E27FC236}">
                      <a16:creationId xmlns:a16="http://schemas.microsoft.com/office/drawing/2014/main" id="{0A3D5C7F-D080-4C15-9EC6-361D10CEE81E}"/>
                    </a:ext>
                  </a:extLst>
                </p:cNvPr>
                <p:cNvSpPr>
                  <a:spLocks noChangeArrowheads="1"/>
                </p:cNvSpPr>
                <p:nvPr/>
              </p:nvSpPr>
              <p:spPr bwMode="auto">
                <a:xfrm>
                  <a:off x="693" y="1143"/>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Oval 35">
                  <a:extLst>
                    <a:ext uri="{FF2B5EF4-FFF2-40B4-BE49-F238E27FC236}">
                      <a16:creationId xmlns:a16="http://schemas.microsoft.com/office/drawing/2014/main" id="{A40A8440-3C86-4FC9-A501-0647685E23B6}"/>
                    </a:ext>
                  </a:extLst>
                </p:cNvPr>
                <p:cNvSpPr>
                  <a:spLocks noChangeArrowheads="1"/>
                </p:cNvSpPr>
                <p:nvPr/>
              </p:nvSpPr>
              <p:spPr bwMode="auto">
                <a:xfrm>
                  <a:off x="841" y="1066"/>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Rectangle 36">
                  <a:extLst>
                    <a:ext uri="{FF2B5EF4-FFF2-40B4-BE49-F238E27FC236}">
                      <a16:creationId xmlns:a16="http://schemas.microsoft.com/office/drawing/2014/main" id="{1BE1F614-0D3F-4E27-A81B-ABF9D430470E}"/>
                    </a:ext>
                  </a:extLst>
                </p:cNvPr>
                <p:cNvSpPr>
                  <a:spLocks noChangeArrowheads="1"/>
                </p:cNvSpPr>
                <p:nvPr/>
              </p:nvSpPr>
              <p:spPr bwMode="auto">
                <a:xfrm>
                  <a:off x="693" y="1143"/>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Oval 37">
                  <a:extLst>
                    <a:ext uri="{FF2B5EF4-FFF2-40B4-BE49-F238E27FC236}">
                      <a16:creationId xmlns:a16="http://schemas.microsoft.com/office/drawing/2014/main" id="{83A88238-6FF2-4C82-AE66-44BD4B8C2FD6}"/>
                    </a:ext>
                  </a:extLst>
                </p:cNvPr>
                <p:cNvSpPr>
                  <a:spLocks noChangeArrowheads="1"/>
                </p:cNvSpPr>
                <p:nvPr/>
              </p:nvSpPr>
              <p:spPr bwMode="auto">
                <a:xfrm>
                  <a:off x="841" y="1066"/>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0" name="Rectangle 38">
                  <a:extLst>
                    <a:ext uri="{FF2B5EF4-FFF2-40B4-BE49-F238E27FC236}">
                      <a16:creationId xmlns:a16="http://schemas.microsoft.com/office/drawing/2014/main" id="{95D475E3-A91C-44EF-A304-7ED2464F54D2}"/>
                    </a:ext>
                  </a:extLst>
                </p:cNvPr>
                <p:cNvSpPr>
                  <a:spLocks noChangeArrowheads="1"/>
                </p:cNvSpPr>
                <p:nvPr/>
              </p:nvSpPr>
              <p:spPr bwMode="auto">
                <a:xfrm>
                  <a:off x="1442" y="1150"/>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1" name="Oval 39">
                  <a:extLst>
                    <a:ext uri="{FF2B5EF4-FFF2-40B4-BE49-F238E27FC236}">
                      <a16:creationId xmlns:a16="http://schemas.microsoft.com/office/drawing/2014/main" id="{1EBA381D-2EF8-49E0-9E55-B985092BFCD6}"/>
                    </a:ext>
                  </a:extLst>
                </p:cNvPr>
                <p:cNvSpPr>
                  <a:spLocks noChangeArrowheads="1"/>
                </p:cNvSpPr>
                <p:nvPr/>
              </p:nvSpPr>
              <p:spPr bwMode="auto">
                <a:xfrm>
                  <a:off x="1590" y="1073"/>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Rectangle 40">
                  <a:extLst>
                    <a:ext uri="{FF2B5EF4-FFF2-40B4-BE49-F238E27FC236}">
                      <a16:creationId xmlns:a16="http://schemas.microsoft.com/office/drawing/2014/main" id="{54AFBA01-4866-4751-AE70-ACE3696C9C27}"/>
                    </a:ext>
                  </a:extLst>
                </p:cNvPr>
                <p:cNvSpPr>
                  <a:spLocks noChangeArrowheads="1"/>
                </p:cNvSpPr>
                <p:nvPr/>
              </p:nvSpPr>
              <p:spPr bwMode="auto">
                <a:xfrm>
                  <a:off x="1442" y="1150"/>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Oval 41">
                  <a:extLst>
                    <a:ext uri="{FF2B5EF4-FFF2-40B4-BE49-F238E27FC236}">
                      <a16:creationId xmlns:a16="http://schemas.microsoft.com/office/drawing/2014/main" id="{406DA4A0-E875-49CB-AF3C-82F01ABA045E}"/>
                    </a:ext>
                  </a:extLst>
                </p:cNvPr>
                <p:cNvSpPr>
                  <a:spLocks noChangeArrowheads="1"/>
                </p:cNvSpPr>
                <p:nvPr/>
              </p:nvSpPr>
              <p:spPr bwMode="auto">
                <a:xfrm>
                  <a:off x="1590" y="1073"/>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Rectangle 42">
                  <a:extLst>
                    <a:ext uri="{FF2B5EF4-FFF2-40B4-BE49-F238E27FC236}">
                      <a16:creationId xmlns:a16="http://schemas.microsoft.com/office/drawing/2014/main" id="{46861DC8-02FA-4915-887F-C5EBE6FFB9E3}"/>
                    </a:ext>
                  </a:extLst>
                </p:cNvPr>
                <p:cNvSpPr>
                  <a:spLocks noChangeArrowheads="1"/>
                </p:cNvSpPr>
                <p:nvPr/>
              </p:nvSpPr>
              <p:spPr bwMode="auto">
                <a:xfrm>
                  <a:off x="590" y="185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Oval 43">
                  <a:extLst>
                    <a:ext uri="{FF2B5EF4-FFF2-40B4-BE49-F238E27FC236}">
                      <a16:creationId xmlns:a16="http://schemas.microsoft.com/office/drawing/2014/main" id="{CB25B29C-C8D0-459C-AD83-2916CCC4A7EF}"/>
                    </a:ext>
                  </a:extLst>
                </p:cNvPr>
                <p:cNvSpPr>
                  <a:spLocks noChangeArrowheads="1"/>
                </p:cNvSpPr>
                <p:nvPr/>
              </p:nvSpPr>
              <p:spPr bwMode="auto">
                <a:xfrm>
                  <a:off x="737" y="178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6" name="Rectangle 44">
                  <a:extLst>
                    <a:ext uri="{FF2B5EF4-FFF2-40B4-BE49-F238E27FC236}">
                      <a16:creationId xmlns:a16="http://schemas.microsoft.com/office/drawing/2014/main" id="{5820F0C6-A3B9-434D-A410-F4B71009D596}"/>
                    </a:ext>
                  </a:extLst>
                </p:cNvPr>
                <p:cNvSpPr>
                  <a:spLocks noChangeArrowheads="1"/>
                </p:cNvSpPr>
                <p:nvPr/>
              </p:nvSpPr>
              <p:spPr bwMode="auto">
                <a:xfrm>
                  <a:off x="590" y="185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Oval 45">
                  <a:extLst>
                    <a:ext uri="{FF2B5EF4-FFF2-40B4-BE49-F238E27FC236}">
                      <a16:creationId xmlns:a16="http://schemas.microsoft.com/office/drawing/2014/main" id="{1EC3DC77-FD8F-4828-888C-283EAC174B29}"/>
                    </a:ext>
                  </a:extLst>
                </p:cNvPr>
                <p:cNvSpPr>
                  <a:spLocks noChangeArrowheads="1"/>
                </p:cNvSpPr>
                <p:nvPr/>
              </p:nvSpPr>
              <p:spPr bwMode="auto">
                <a:xfrm>
                  <a:off x="737" y="178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Rectangle 46">
                  <a:extLst>
                    <a:ext uri="{FF2B5EF4-FFF2-40B4-BE49-F238E27FC236}">
                      <a16:creationId xmlns:a16="http://schemas.microsoft.com/office/drawing/2014/main" id="{48916384-9B56-42BF-B044-047DCC89F131}"/>
                    </a:ext>
                  </a:extLst>
                </p:cNvPr>
                <p:cNvSpPr>
                  <a:spLocks noChangeArrowheads="1"/>
                </p:cNvSpPr>
                <p:nvPr/>
              </p:nvSpPr>
              <p:spPr bwMode="auto">
                <a:xfrm>
                  <a:off x="1553" y="185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Oval 47">
                  <a:extLst>
                    <a:ext uri="{FF2B5EF4-FFF2-40B4-BE49-F238E27FC236}">
                      <a16:creationId xmlns:a16="http://schemas.microsoft.com/office/drawing/2014/main" id="{AD2A6AC8-8256-48A8-B775-6555A97D7315}"/>
                    </a:ext>
                  </a:extLst>
                </p:cNvPr>
                <p:cNvSpPr>
                  <a:spLocks noChangeArrowheads="1"/>
                </p:cNvSpPr>
                <p:nvPr/>
              </p:nvSpPr>
              <p:spPr bwMode="auto">
                <a:xfrm>
                  <a:off x="1701" y="177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0" name="Rectangle 48">
                  <a:extLst>
                    <a:ext uri="{FF2B5EF4-FFF2-40B4-BE49-F238E27FC236}">
                      <a16:creationId xmlns:a16="http://schemas.microsoft.com/office/drawing/2014/main" id="{04073D4C-89DD-4920-A894-56CB84C72FF5}"/>
                    </a:ext>
                  </a:extLst>
                </p:cNvPr>
                <p:cNvSpPr>
                  <a:spLocks noChangeArrowheads="1"/>
                </p:cNvSpPr>
                <p:nvPr/>
              </p:nvSpPr>
              <p:spPr bwMode="auto">
                <a:xfrm>
                  <a:off x="1553" y="185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1" name="Oval 49">
                  <a:extLst>
                    <a:ext uri="{FF2B5EF4-FFF2-40B4-BE49-F238E27FC236}">
                      <a16:creationId xmlns:a16="http://schemas.microsoft.com/office/drawing/2014/main" id="{F1CD7805-6BE4-4C44-AFE7-37EE4AF21E44}"/>
                    </a:ext>
                  </a:extLst>
                </p:cNvPr>
                <p:cNvSpPr>
                  <a:spLocks noChangeArrowheads="1"/>
                </p:cNvSpPr>
                <p:nvPr/>
              </p:nvSpPr>
              <p:spPr bwMode="auto">
                <a:xfrm>
                  <a:off x="1701" y="177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Rectangle 50">
                  <a:extLst>
                    <a:ext uri="{FF2B5EF4-FFF2-40B4-BE49-F238E27FC236}">
                      <a16:creationId xmlns:a16="http://schemas.microsoft.com/office/drawing/2014/main" id="{69E0AF2E-F0F0-43A5-9251-17DA57F041BB}"/>
                    </a:ext>
                  </a:extLst>
                </p:cNvPr>
                <p:cNvSpPr>
                  <a:spLocks noChangeArrowheads="1"/>
                </p:cNvSpPr>
                <p:nvPr/>
              </p:nvSpPr>
              <p:spPr bwMode="auto">
                <a:xfrm>
                  <a:off x="471" y="2520"/>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Oval 51">
                  <a:extLst>
                    <a:ext uri="{FF2B5EF4-FFF2-40B4-BE49-F238E27FC236}">
                      <a16:creationId xmlns:a16="http://schemas.microsoft.com/office/drawing/2014/main" id="{F5DFDA0B-0C05-480D-9D16-AB82B518D5ED}"/>
                    </a:ext>
                  </a:extLst>
                </p:cNvPr>
                <p:cNvSpPr>
                  <a:spLocks noChangeArrowheads="1"/>
                </p:cNvSpPr>
                <p:nvPr/>
              </p:nvSpPr>
              <p:spPr bwMode="auto">
                <a:xfrm>
                  <a:off x="619" y="2443"/>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Rectangle 52">
                  <a:extLst>
                    <a:ext uri="{FF2B5EF4-FFF2-40B4-BE49-F238E27FC236}">
                      <a16:creationId xmlns:a16="http://schemas.microsoft.com/office/drawing/2014/main" id="{D952B191-E076-478F-8491-A3A2B1F5B391}"/>
                    </a:ext>
                  </a:extLst>
                </p:cNvPr>
                <p:cNvSpPr>
                  <a:spLocks noChangeArrowheads="1"/>
                </p:cNvSpPr>
                <p:nvPr/>
              </p:nvSpPr>
              <p:spPr bwMode="auto">
                <a:xfrm>
                  <a:off x="471" y="2520"/>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5" name="Oval 53">
                  <a:extLst>
                    <a:ext uri="{FF2B5EF4-FFF2-40B4-BE49-F238E27FC236}">
                      <a16:creationId xmlns:a16="http://schemas.microsoft.com/office/drawing/2014/main" id="{3A22E4E2-20AA-4880-8CC3-55CE4FEB1F6F}"/>
                    </a:ext>
                  </a:extLst>
                </p:cNvPr>
                <p:cNvSpPr>
                  <a:spLocks noChangeArrowheads="1"/>
                </p:cNvSpPr>
                <p:nvPr/>
              </p:nvSpPr>
              <p:spPr bwMode="auto">
                <a:xfrm>
                  <a:off x="619" y="2443"/>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6" name="Rectangle 54">
                  <a:extLst>
                    <a:ext uri="{FF2B5EF4-FFF2-40B4-BE49-F238E27FC236}">
                      <a16:creationId xmlns:a16="http://schemas.microsoft.com/office/drawing/2014/main" id="{4C2B86A0-2249-413F-8F87-F8A20F08C8E1}"/>
                    </a:ext>
                  </a:extLst>
                </p:cNvPr>
                <p:cNvSpPr>
                  <a:spLocks noChangeArrowheads="1"/>
                </p:cNvSpPr>
                <p:nvPr/>
              </p:nvSpPr>
              <p:spPr bwMode="auto">
                <a:xfrm>
                  <a:off x="1472" y="2520"/>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7" name="Oval 55">
                  <a:extLst>
                    <a:ext uri="{FF2B5EF4-FFF2-40B4-BE49-F238E27FC236}">
                      <a16:creationId xmlns:a16="http://schemas.microsoft.com/office/drawing/2014/main" id="{311625C0-C5F0-4300-A1B9-A211E63CF228}"/>
                    </a:ext>
                  </a:extLst>
                </p:cNvPr>
                <p:cNvSpPr>
                  <a:spLocks noChangeArrowheads="1"/>
                </p:cNvSpPr>
                <p:nvPr/>
              </p:nvSpPr>
              <p:spPr bwMode="auto">
                <a:xfrm>
                  <a:off x="1620" y="2443"/>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8" name="Rectangle 56">
                  <a:extLst>
                    <a:ext uri="{FF2B5EF4-FFF2-40B4-BE49-F238E27FC236}">
                      <a16:creationId xmlns:a16="http://schemas.microsoft.com/office/drawing/2014/main" id="{78F94318-38EB-4C0D-9868-19A7165CAC60}"/>
                    </a:ext>
                  </a:extLst>
                </p:cNvPr>
                <p:cNvSpPr>
                  <a:spLocks noChangeArrowheads="1"/>
                </p:cNvSpPr>
                <p:nvPr/>
              </p:nvSpPr>
              <p:spPr bwMode="auto">
                <a:xfrm>
                  <a:off x="1472" y="2520"/>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9" name="Oval 57">
                  <a:extLst>
                    <a:ext uri="{FF2B5EF4-FFF2-40B4-BE49-F238E27FC236}">
                      <a16:creationId xmlns:a16="http://schemas.microsoft.com/office/drawing/2014/main" id="{ABC9BB74-1890-4400-B23F-EFF1EA0A8727}"/>
                    </a:ext>
                  </a:extLst>
                </p:cNvPr>
                <p:cNvSpPr>
                  <a:spLocks noChangeArrowheads="1"/>
                </p:cNvSpPr>
                <p:nvPr/>
              </p:nvSpPr>
              <p:spPr bwMode="auto">
                <a:xfrm>
                  <a:off x="1620" y="2443"/>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0" name="Freeform 58">
                  <a:extLst>
                    <a:ext uri="{FF2B5EF4-FFF2-40B4-BE49-F238E27FC236}">
                      <a16:creationId xmlns:a16="http://schemas.microsoft.com/office/drawing/2014/main" id="{69C8E694-AB0B-43DD-AA85-78664EC80F4E}"/>
                    </a:ext>
                  </a:extLst>
                </p:cNvPr>
                <p:cNvSpPr>
                  <a:spLocks/>
                </p:cNvSpPr>
                <p:nvPr/>
              </p:nvSpPr>
              <p:spPr bwMode="auto">
                <a:xfrm>
                  <a:off x="728" y="2369"/>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4" name="Text Box 59">
                <a:extLst>
                  <a:ext uri="{FF2B5EF4-FFF2-40B4-BE49-F238E27FC236}">
                    <a16:creationId xmlns:a16="http://schemas.microsoft.com/office/drawing/2014/main" id="{9C1CACD5-CB36-4270-A643-D30439B5CD9E}"/>
                  </a:ext>
                </a:extLst>
              </p:cNvPr>
              <p:cNvSpPr txBox="1">
                <a:spLocks noChangeArrowheads="1"/>
              </p:cNvSpPr>
              <p:nvPr/>
            </p:nvSpPr>
            <p:spPr bwMode="auto">
              <a:xfrm>
                <a:off x="761" y="1109"/>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5" name="Text Box 60">
                <a:extLst>
                  <a:ext uri="{FF2B5EF4-FFF2-40B4-BE49-F238E27FC236}">
                    <a16:creationId xmlns:a16="http://schemas.microsoft.com/office/drawing/2014/main" id="{F3090D9C-6AF4-454E-943C-329378890D57}"/>
                  </a:ext>
                </a:extLst>
              </p:cNvPr>
              <p:cNvSpPr txBox="1">
                <a:spLocks noChangeArrowheads="1"/>
              </p:cNvSpPr>
              <p:nvPr/>
            </p:nvSpPr>
            <p:spPr bwMode="auto">
              <a:xfrm>
                <a:off x="1533" y="1109"/>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16" name="Text Box 61">
                <a:extLst>
                  <a:ext uri="{FF2B5EF4-FFF2-40B4-BE49-F238E27FC236}">
                    <a16:creationId xmlns:a16="http://schemas.microsoft.com/office/drawing/2014/main" id="{198FA119-BD09-4695-9EAA-8204D221D8B6}"/>
                  </a:ext>
                </a:extLst>
              </p:cNvPr>
              <p:cNvSpPr txBox="1">
                <a:spLocks noChangeArrowheads="1"/>
              </p:cNvSpPr>
              <p:nvPr/>
            </p:nvSpPr>
            <p:spPr bwMode="auto">
              <a:xfrm>
                <a:off x="664" y="182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3</a:t>
                </a:r>
              </a:p>
            </p:txBody>
          </p:sp>
          <p:sp>
            <p:nvSpPr>
              <p:cNvPr id="17" name="Text Box 62">
                <a:extLst>
                  <a:ext uri="{FF2B5EF4-FFF2-40B4-BE49-F238E27FC236}">
                    <a16:creationId xmlns:a16="http://schemas.microsoft.com/office/drawing/2014/main" id="{103D6314-F59D-4F54-8E95-7D62F466BDB8}"/>
                  </a:ext>
                </a:extLst>
              </p:cNvPr>
              <p:cNvSpPr txBox="1">
                <a:spLocks noChangeArrowheads="1"/>
              </p:cNvSpPr>
              <p:nvPr/>
            </p:nvSpPr>
            <p:spPr bwMode="auto">
              <a:xfrm>
                <a:off x="1631" y="1816"/>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4</a:t>
                </a:r>
              </a:p>
            </p:txBody>
          </p:sp>
          <p:sp>
            <p:nvSpPr>
              <p:cNvPr id="18" name="Text Box 63">
                <a:extLst>
                  <a:ext uri="{FF2B5EF4-FFF2-40B4-BE49-F238E27FC236}">
                    <a16:creationId xmlns:a16="http://schemas.microsoft.com/office/drawing/2014/main" id="{67611763-3FCA-45BC-A03E-8BC3F5997CF4}"/>
                  </a:ext>
                </a:extLst>
              </p:cNvPr>
              <p:cNvSpPr txBox="1">
                <a:spLocks noChangeArrowheads="1"/>
              </p:cNvSpPr>
              <p:nvPr/>
            </p:nvSpPr>
            <p:spPr bwMode="auto">
              <a:xfrm>
                <a:off x="545" y="2490"/>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5</a:t>
                </a:r>
              </a:p>
            </p:txBody>
          </p:sp>
          <p:sp>
            <p:nvSpPr>
              <p:cNvPr id="19" name="Text Box 64">
                <a:extLst>
                  <a:ext uri="{FF2B5EF4-FFF2-40B4-BE49-F238E27FC236}">
                    <a16:creationId xmlns:a16="http://schemas.microsoft.com/office/drawing/2014/main" id="{8EF7D930-CFC6-4F20-8A58-02AE26B4BD4A}"/>
                  </a:ext>
                </a:extLst>
              </p:cNvPr>
              <p:cNvSpPr txBox="1">
                <a:spLocks noChangeArrowheads="1"/>
              </p:cNvSpPr>
              <p:nvPr/>
            </p:nvSpPr>
            <p:spPr bwMode="auto">
              <a:xfrm>
                <a:off x="1545" y="2479"/>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6</a:t>
                </a:r>
              </a:p>
            </p:txBody>
          </p:sp>
        </p:grpSp>
        <p:sp>
          <p:nvSpPr>
            <p:cNvPr id="10" name="Freeform 104">
              <a:extLst>
                <a:ext uri="{FF2B5EF4-FFF2-40B4-BE49-F238E27FC236}">
                  <a16:creationId xmlns:a16="http://schemas.microsoft.com/office/drawing/2014/main" id="{12AEC168-41DF-4FBC-BAB0-3412995D170E}"/>
                </a:ext>
              </a:extLst>
            </p:cNvPr>
            <p:cNvSpPr>
              <a:spLocks/>
            </p:cNvSpPr>
            <p:nvPr/>
          </p:nvSpPr>
          <p:spPr bwMode="auto">
            <a:xfrm>
              <a:off x="369" y="1608"/>
              <a:ext cx="413" cy="1391"/>
            </a:xfrm>
            <a:custGeom>
              <a:avLst/>
              <a:gdLst>
                <a:gd name="T0" fmla="*/ 413 w 413"/>
                <a:gd name="T1" fmla="*/ 0 h 1391"/>
                <a:gd name="T2" fmla="*/ 0 w 413"/>
                <a:gd name="T3" fmla="*/ 0 h 1391"/>
                <a:gd name="T4" fmla="*/ 0 w 413"/>
                <a:gd name="T5" fmla="*/ 1391 h 1391"/>
                <a:gd name="T6" fmla="*/ 207 w 413"/>
                <a:gd name="T7" fmla="*/ 1391 h 1391"/>
                <a:gd name="T8" fmla="*/ 207 w 413"/>
                <a:gd name="T9" fmla="*/ 1141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Freeform 108">
              <a:extLst>
                <a:ext uri="{FF2B5EF4-FFF2-40B4-BE49-F238E27FC236}">
                  <a16:creationId xmlns:a16="http://schemas.microsoft.com/office/drawing/2014/main" id="{3641A38D-6CC2-43E4-A0A2-E4F224E553FC}"/>
                </a:ext>
              </a:extLst>
            </p:cNvPr>
            <p:cNvSpPr>
              <a:spLocks/>
            </p:cNvSpPr>
            <p:nvPr/>
          </p:nvSpPr>
          <p:spPr bwMode="auto">
            <a:xfrm>
              <a:off x="771" y="1608"/>
              <a:ext cx="815" cy="576"/>
            </a:xfrm>
            <a:custGeom>
              <a:avLst/>
              <a:gdLst>
                <a:gd name="T0" fmla="*/ 0 w 815"/>
                <a:gd name="T1" fmla="*/ 0 h 576"/>
                <a:gd name="T2" fmla="*/ 294 w 815"/>
                <a:gd name="T3" fmla="*/ 0 h 576"/>
                <a:gd name="T4" fmla="*/ 609 w 815"/>
                <a:gd name="T5" fmla="*/ 576 h 576"/>
                <a:gd name="T6" fmla="*/ 815 w 815"/>
                <a:gd name="T7" fmla="*/ 576 h 576"/>
                <a:gd name="T8" fmla="*/ 815 w 815"/>
                <a:gd name="T9" fmla="*/ 478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Oval 109">
              <a:extLst>
                <a:ext uri="{FF2B5EF4-FFF2-40B4-BE49-F238E27FC236}">
                  <a16:creationId xmlns:a16="http://schemas.microsoft.com/office/drawing/2014/main" id="{A7E364B9-F44B-494A-AEEE-6FFE20F036C3}"/>
                </a:ext>
              </a:extLst>
            </p:cNvPr>
            <p:cNvSpPr>
              <a:spLocks noChangeArrowheads="1"/>
            </p:cNvSpPr>
            <p:nvPr/>
          </p:nvSpPr>
          <p:spPr bwMode="auto">
            <a:xfrm>
              <a:off x="739" y="1586"/>
              <a:ext cx="56" cy="5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73" name="Text Box 111">
            <a:extLst>
              <a:ext uri="{FF2B5EF4-FFF2-40B4-BE49-F238E27FC236}">
                <a16:creationId xmlns:a16="http://schemas.microsoft.com/office/drawing/2014/main" id="{C54B5617-067B-48FF-9C63-3C0F1452C316}"/>
              </a:ext>
            </a:extLst>
          </p:cNvPr>
          <p:cNvSpPr txBox="1">
            <a:spLocks noChangeArrowheads="1"/>
          </p:cNvSpPr>
          <p:nvPr/>
        </p:nvSpPr>
        <p:spPr bwMode="auto">
          <a:xfrm>
            <a:off x="5038725" y="363538"/>
            <a:ext cx="1954213"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若</a:t>
            </a:r>
            <a:r>
              <a:rPr kumimoji="1" lang="en-US" altLang="zh-CN" sz="2800" i="0" u="none" strike="noStrike" kern="1200" cap="none" spc="0" normalizeH="0" baseline="0" noProof="0" dirty="0">
                <a:ln>
                  <a:solidFill>
                    <a:schemeClr val="tx1"/>
                  </a:solidFill>
                </a:ln>
                <a:effectLst/>
                <a:uLnTx/>
                <a:uFillTx/>
                <a:latin typeface="+mn-lt"/>
                <a:ea typeface="黑体" pitchFamily="49" charset="-122"/>
              </a:rPr>
              <a:t>CP=0</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                  </a:t>
            </a:r>
            <a:endParaRPr kumimoji="1" lang="zh-CN" altLang="en-US" sz="2800" i="0" u="none" strike="noStrike" kern="1200" cap="none" spc="0" normalizeH="0" baseline="30000" noProof="0" dirty="0">
              <a:ln>
                <a:solidFill>
                  <a:schemeClr val="tx1"/>
                </a:solidFill>
              </a:ln>
              <a:effectLst/>
              <a:uLnTx/>
              <a:uFillTx/>
              <a:latin typeface="黑体" pitchFamily="49" charset="-122"/>
              <a:ea typeface="黑体" pitchFamily="49" charset="-122"/>
            </a:endParaRPr>
          </a:p>
        </p:txBody>
      </p:sp>
      <p:sp>
        <p:nvSpPr>
          <p:cNvPr id="74" name="Text Box 112">
            <a:extLst>
              <a:ext uri="{FF2B5EF4-FFF2-40B4-BE49-F238E27FC236}">
                <a16:creationId xmlns:a16="http://schemas.microsoft.com/office/drawing/2014/main" id="{965E52D5-7C31-4968-B2B7-12C317B81255}"/>
              </a:ext>
            </a:extLst>
          </p:cNvPr>
          <p:cNvSpPr txBox="1">
            <a:spLocks noChangeArrowheads="1"/>
          </p:cNvSpPr>
          <p:nvPr/>
        </p:nvSpPr>
        <p:spPr bwMode="auto">
          <a:xfrm>
            <a:off x="5557838" y="1638300"/>
            <a:ext cx="2432050"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若</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CP</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从</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0</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1</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a:t>
            </a:r>
            <a:endPar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endParaRPr>
          </a:p>
        </p:txBody>
      </p:sp>
      <p:sp>
        <p:nvSpPr>
          <p:cNvPr id="75" name="Text Box 113">
            <a:extLst>
              <a:ext uri="{FF2B5EF4-FFF2-40B4-BE49-F238E27FC236}">
                <a16:creationId xmlns:a16="http://schemas.microsoft.com/office/drawing/2014/main" id="{5BED7035-4238-46C3-B1D7-544B03D5714A}"/>
              </a:ext>
            </a:extLst>
          </p:cNvPr>
          <p:cNvSpPr txBox="1">
            <a:spLocks noChangeArrowheads="1"/>
          </p:cNvSpPr>
          <p:nvPr/>
        </p:nvSpPr>
        <p:spPr bwMode="auto">
          <a:xfrm>
            <a:off x="6538913" y="363538"/>
            <a:ext cx="2398712"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门</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3</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4</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封锁，</a:t>
            </a:r>
          </a:p>
        </p:txBody>
      </p:sp>
      <p:sp>
        <p:nvSpPr>
          <p:cNvPr id="76" name="Text Box 114">
            <a:extLst>
              <a:ext uri="{FF2B5EF4-FFF2-40B4-BE49-F238E27FC236}">
                <a16:creationId xmlns:a16="http://schemas.microsoft.com/office/drawing/2014/main" id="{6C1B68B2-C69C-425C-81E9-1EA4B815D20D}"/>
              </a:ext>
            </a:extLst>
          </p:cNvPr>
          <p:cNvSpPr txBox="1">
            <a:spLocks noChangeArrowheads="1"/>
          </p:cNvSpPr>
          <p:nvPr/>
        </p:nvSpPr>
        <p:spPr bwMode="auto">
          <a:xfrm>
            <a:off x="5867400" y="1101725"/>
            <a:ext cx="1673225" cy="402674"/>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7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7" name="Text Box 115">
            <a:extLst>
              <a:ext uri="{FF2B5EF4-FFF2-40B4-BE49-F238E27FC236}">
                <a16:creationId xmlns:a16="http://schemas.microsoft.com/office/drawing/2014/main" id="{3262EDE7-DBDF-4D52-BCE4-9C0BCA04DCA1}"/>
              </a:ext>
            </a:extLst>
          </p:cNvPr>
          <p:cNvSpPr txBox="1">
            <a:spLocks noChangeArrowheads="1"/>
          </p:cNvSpPr>
          <p:nvPr/>
        </p:nvSpPr>
        <p:spPr bwMode="auto">
          <a:xfrm>
            <a:off x="5694363" y="2328863"/>
            <a:ext cx="253682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门</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3</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4</a:t>
            </a: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sym typeface="Symbol" panose="05050102010706020507" pitchFamily="18" charset="2"/>
              </a:rPr>
              <a:t>打开，</a:t>
            </a:r>
            <a:endPar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endParaRPr>
          </a:p>
        </p:txBody>
      </p:sp>
      <p:sp>
        <p:nvSpPr>
          <p:cNvPr id="78" name="Text Box 116">
            <a:extLst>
              <a:ext uri="{FF2B5EF4-FFF2-40B4-BE49-F238E27FC236}">
                <a16:creationId xmlns:a16="http://schemas.microsoft.com/office/drawing/2014/main" id="{033D2F13-2F53-40C8-9D57-DBC19137BAFE}"/>
              </a:ext>
            </a:extLst>
          </p:cNvPr>
          <p:cNvSpPr txBox="1">
            <a:spLocks noChangeArrowheads="1"/>
          </p:cNvSpPr>
          <p:nvPr/>
        </p:nvSpPr>
        <p:spPr bwMode="auto">
          <a:xfrm>
            <a:off x="5915025" y="2901950"/>
            <a:ext cx="1449388"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p>
        </p:txBody>
      </p:sp>
      <p:sp>
        <p:nvSpPr>
          <p:cNvPr id="79" name="Text Box 117">
            <a:extLst>
              <a:ext uri="{FF2B5EF4-FFF2-40B4-BE49-F238E27FC236}">
                <a16:creationId xmlns:a16="http://schemas.microsoft.com/office/drawing/2014/main" id="{CA5EA277-8CBB-421B-B7BC-784AD355A8F1}"/>
              </a:ext>
            </a:extLst>
          </p:cNvPr>
          <p:cNvSpPr txBox="1">
            <a:spLocks noChangeArrowheads="1"/>
          </p:cNvSpPr>
          <p:nvPr/>
        </p:nvSpPr>
        <p:spPr bwMode="auto">
          <a:xfrm>
            <a:off x="2654300" y="3619864"/>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0" name="Text Box 118">
            <a:extLst>
              <a:ext uri="{FF2B5EF4-FFF2-40B4-BE49-F238E27FC236}">
                <a16:creationId xmlns:a16="http://schemas.microsoft.com/office/drawing/2014/main" id="{04C5903D-D68C-4388-AFF7-9537FF7BDC99}"/>
              </a:ext>
            </a:extLst>
          </p:cNvPr>
          <p:cNvSpPr txBox="1">
            <a:spLocks noChangeArrowheads="1"/>
          </p:cNvSpPr>
          <p:nvPr/>
        </p:nvSpPr>
        <p:spPr bwMode="auto">
          <a:xfrm>
            <a:off x="1136650" y="4297363"/>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1" name="Text Box 119">
            <a:extLst>
              <a:ext uri="{FF2B5EF4-FFF2-40B4-BE49-F238E27FC236}">
                <a16:creationId xmlns:a16="http://schemas.microsoft.com/office/drawing/2014/main" id="{41D57AD2-1A4B-4B50-8E70-8B1A5D4168C9}"/>
              </a:ext>
            </a:extLst>
          </p:cNvPr>
          <p:cNvSpPr txBox="1">
            <a:spLocks noChangeArrowheads="1"/>
          </p:cNvSpPr>
          <p:nvPr/>
        </p:nvSpPr>
        <p:spPr bwMode="auto">
          <a:xfrm>
            <a:off x="862013" y="2500313"/>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2" name="Text Box 120">
            <a:extLst>
              <a:ext uri="{FF2B5EF4-FFF2-40B4-BE49-F238E27FC236}">
                <a16:creationId xmlns:a16="http://schemas.microsoft.com/office/drawing/2014/main" id="{B543678C-3E46-48DE-B806-63F5B2E7730B}"/>
              </a:ext>
            </a:extLst>
          </p:cNvPr>
          <p:cNvSpPr txBox="1">
            <a:spLocks noChangeArrowheads="1"/>
          </p:cNvSpPr>
          <p:nvPr/>
        </p:nvSpPr>
        <p:spPr bwMode="auto">
          <a:xfrm>
            <a:off x="585788" y="4311650"/>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3" name="Text Box 121">
            <a:extLst>
              <a:ext uri="{FF2B5EF4-FFF2-40B4-BE49-F238E27FC236}">
                <a16:creationId xmlns:a16="http://schemas.microsoft.com/office/drawing/2014/main" id="{8303B6E0-165B-491D-818B-41247473A23A}"/>
              </a:ext>
            </a:extLst>
          </p:cNvPr>
          <p:cNvSpPr txBox="1">
            <a:spLocks noChangeArrowheads="1"/>
          </p:cNvSpPr>
          <p:nvPr/>
        </p:nvSpPr>
        <p:spPr bwMode="auto">
          <a:xfrm>
            <a:off x="2120900" y="3000375"/>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sp>
        <p:nvSpPr>
          <p:cNvPr id="84" name="Text Box 122">
            <a:extLst>
              <a:ext uri="{FF2B5EF4-FFF2-40B4-BE49-F238E27FC236}">
                <a16:creationId xmlns:a16="http://schemas.microsoft.com/office/drawing/2014/main" id="{C81D2458-F7D9-4B4E-B845-5683A0DC317A}"/>
              </a:ext>
            </a:extLst>
          </p:cNvPr>
          <p:cNvSpPr txBox="1">
            <a:spLocks noChangeArrowheads="1"/>
          </p:cNvSpPr>
          <p:nvPr/>
        </p:nvSpPr>
        <p:spPr bwMode="auto">
          <a:xfrm>
            <a:off x="2944070" y="3228975"/>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sp>
        <p:nvSpPr>
          <p:cNvPr id="85" name="Text Box 123">
            <a:extLst>
              <a:ext uri="{FF2B5EF4-FFF2-40B4-BE49-F238E27FC236}">
                <a16:creationId xmlns:a16="http://schemas.microsoft.com/office/drawing/2014/main" id="{2A3E9647-4777-4FA6-9155-13BEE0570855}"/>
              </a:ext>
            </a:extLst>
          </p:cNvPr>
          <p:cNvSpPr txBox="1">
            <a:spLocks noChangeArrowheads="1"/>
          </p:cNvSpPr>
          <p:nvPr/>
        </p:nvSpPr>
        <p:spPr bwMode="auto">
          <a:xfrm>
            <a:off x="1243013" y="3254376"/>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nvGrpSpPr>
          <p:cNvPr id="86" name="Group 124">
            <a:extLst>
              <a:ext uri="{FF2B5EF4-FFF2-40B4-BE49-F238E27FC236}">
                <a16:creationId xmlns:a16="http://schemas.microsoft.com/office/drawing/2014/main" id="{D9F00996-A170-42E9-864D-0BBB8B1CCF6E}"/>
              </a:ext>
            </a:extLst>
          </p:cNvPr>
          <p:cNvGrpSpPr>
            <a:grpSpLocks/>
          </p:cNvGrpSpPr>
          <p:nvPr/>
        </p:nvGrpSpPr>
        <p:grpSpPr bwMode="auto">
          <a:xfrm>
            <a:off x="2951163" y="3246438"/>
            <a:ext cx="276225" cy="457200"/>
            <a:chOff x="532" y="3653"/>
            <a:chExt cx="163" cy="288"/>
          </a:xfrm>
        </p:grpSpPr>
        <p:sp>
          <p:nvSpPr>
            <p:cNvPr id="87" name="Rectangle 125">
              <a:extLst>
                <a:ext uri="{FF2B5EF4-FFF2-40B4-BE49-F238E27FC236}">
                  <a16:creationId xmlns:a16="http://schemas.microsoft.com/office/drawing/2014/main" id="{C9C8B029-90B9-40D0-A1C2-76A924AA8640}"/>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88" name="Text Box 126">
              <a:extLst>
                <a:ext uri="{FF2B5EF4-FFF2-40B4-BE49-F238E27FC236}">
                  <a16:creationId xmlns:a16="http://schemas.microsoft.com/office/drawing/2014/main" id="{DB6B89CA-52E2-49DC-B702-58579FA8A4EC}"/>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89" name="Group 127">
            <a:extLst>
              <a:ext uri="{FF2B5EF4-FFF2-40B4-BE49-F238E27FC236}">
                <a16:creationId xmlns:a16="http://schemas.microsoft.com/office/drawing/2014/main" id="{5FA5B354-C97D-44A9-AE24-48CBF5344735}"/>
              </a:ext>
            </a:extLst>
          </p:cNvPr>
          <p:cNvGrpSpPr>
            <a:grpSpLocks/>
          </p:cNvGrpSpPr>
          <p:nvPr/>
        </p:nvGrpSpPr>
        <p:grpSpPr bwMode="auto">
          <a:xfrm>
            <a:off x="1277938" y="3243263"/>
            <a:ext cx="276225" cy="457200"/>
            <a:chOff x="532" y="3653"/>
            <a:chExt cx="163" cy="288"/>
          </a:xfrm>
        </p:grpSpPr>
        <p:sp>
          <p:nvSpPr>
            <p:cNvPr id="90" name="Rectangle 128">
              <a:extLst>
                <a:ext uri="{FF2B5EF4-FFF2-40B4-BE49-F238E27FC236}">
                  <a16:creationId xmlns:a16="http://schemas.microsoft.com/office/drawing/2014/main" id="{A6E52C31-DB0D-4945-942C-11BCA4D87FE5}"/>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1" name="Text Box 129">
              <a:extLst>
                <a:ext uri="{FF2B5EF4-FFF2-40B4-BE49-F238E27FC236}">
                  <a16:creationId xmlns:a16="http://schemas.microsoft.com/office/drawing/2014/main" id="{65AECD3D-4392-4A21-BEBF-700B0017B22C}"/>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92" name="Group 130">
            <a:extLst>
              <a:ext uri="{FF2B5EF4-FFF2-40B4-BE49-F238E27FC236}">
                <a16:creationId xmlns:a16="http://schemas.microsoft.com/office/drawing/2014/main" id="{F9FE3A83-7AAF-4A9B-902A-2C7695FB2BBF}"/>
              </a:ext>
            </a:extLst>
          </p:cNvPr>
          <p:cNvGrpSpPr>
            <a:grpSpLocks/>
          </p:cNvGrpSpPr>
          <p:nvPr/>
        </p:nvGrpSpPr>
        <p:grpSpPr bwMode="auto">
          <a:xfrm>
            <a:off x="2795588" y="2501900"/>
            <a:ext cx="293687" cy="457200"/>
            <a:chOff x="532" y="3653"/>
            <a:chExt cx="163" cy="288"/>
          </a:xfrm>
        </p:grpSpPr>
        <p:sp>
          <p:nvSpPr>
            <p:cNvPr id="93" name="Rectangle 131">
              <a:extLst>
                <a:ext uri="{FF2B5EF4-FFF2-40B4-BE49-F238E27FC236}">
                  <a16:creationId xmlns:a16="http://schemas.microsoft.com/office/drawing/2014/main" id="{CCE01099-80D7-40BA-A127-A3D4E54881C9}"/>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4" name="Text Box 132">
              <a:extLst>
                <a:ext uri="{FF2B5EF4-FFF2-40B4-BE49-F238E27FC236}">
                  <a16:creationId xmlns:a16="http://schemas.microsoft.com/office/drawing/2014/main" id="{DE41B002-28B2-43FB-9F4D-E19A9C45D3B8}"/>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sp>
        <p:nvSpPr>
          <p:cNvPr id="95" name="Text Box 133">
            <a:extLst>
              <a:ext uri="{FF2B5EF4-FFF2-40B4-BE49-F238E27FC236}">
                <a16:creationId xmlns:a16="http://schemas.microsoft.com/office/drawing/2014/main" id="{2C00044E-ECDE-4800-8075-9F52C30F179E}"/>
              </a:ext>
            </a:extLst>
          </p:cNvPr>
          <p:cNvSpPr txBox="1">
            <a:spLocks noChangeArrowheads="1"/>
          </p:cNvSpPr>
          <p:nvPr/>
        </p:nvSpPr>
        <p:spPr bwMode="auto">
          <a:xfrm>
            <a:off x="757238" y="3468688"/>
            <a:ext cx="6032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nvGrpSpPr>
          <p:cNvPr id="96" name="Group 134">
            <a:extLst>
              <a:ext uri="{FF2B5EF4-FFF2-40B4-BE49-F238E27FC236}">
                <a16:creationId xmlns:a16="http://schemas.microsoft.com/office/drawing/2014/main" id="{DE156D9F-E48E-4460-8F54-9AB50DA65772}"/>
              </a:ext>
            </a:extLst>
          </p:cNvPr>
          <p:cNvGrpSpPr>
            <a:grpSpLocks/>
          </p:cNvGrpSpPr>
          <p:nvPr/>
        </p:nvGrpSpPr>
        <p:grpSpPr bwMode="auto">
          <a:xfrm>
            <a:off x="2640013" y="1381125"/>
            <a:ext cx="309562" cy="457200"/>
            <a:chOff x="532" y="3653"/>
            <a:chExt cx="163" cy="288"/>
          </a:xfrm>
        </p:grpSpPr>
        <p:sp>
          <p:nvSpPr>
            <p:cNvPr id="97" name="Rectangle 135">
              <a:extLst>
                <a:ext uri="{FF2B5EF4-FFF2-40B4-BE49-F238E27FC236}">
                  <a16:creationId xmlns:a16="http://schemas.microsoft.com/office/drawing/2014/main" id="{28612901-91BD-4B01-B528-DCAAD29B039F}"/>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98" name="Text Box 136">
              <a:extLst>
                <a:ext uri="{FF2B5EF4-FFF2-40B4-BE49-F238E27FC236}">
                  <a16:creationId xmlns:a16="http://schemas.microsoft.com/office/drawing/2014/main" id="{6A0F27BB-823B-4D5F-8ED4-021A89FB7F54}"/>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1</a:t>
              </a:r>
            </a:p>
          </p:txBody>
        </p:sp>
      </p:grpSp>
      <p:grpSp>
        <p:nvGrpSpPr>
          <p:cNvPr id="99" name="Group 137">
            <a:extLst>
              <a:ext uri="{FF2B5EF4-FFF2-40B4-BE49-F238E27FC236}">
                <a16:creationId xmlns:a16="http://schemas.microsoft.com/office/drawing/2014/main" id="{18E3280B-3882-4EFC-869A-A6C2CA7D6F2F}"/>
              </a:ext>
            </a:extLst>
          </p:cNvPr>
          <p:cNvGrpSpPr>
            <a:grpSpLocks/>
          </p:cNvGrpSpPr>
          <p:nvPr/>
        </p:nvGrpSpPr>
        <p:grpSpPr bwMode="auto">
          <a:xfrm>
            <a:off x="1069975" y="1243013"/>
            <a:ext cx="309563" cy="457200"/>
            <a:chOff x="532" y="3653"/>
            <a:chExt cx="163" cy="288"/>
          </a:xfrm>
        </p:grpSpPr>
        <p:sp>
          <p:nvSpPr>
            <p:cNvPr id="100" name="Rectangle 138">
              <a:extLst>
                <a:ext uri="{FF2B5EF4-FFF2-40B4-BE49-F238E27FC236}">
                  <a16:creationId xmlns:a16="http://schemas.microsoft.com/office/drawing/2014/main" id="{B53C898B-8267-4A98-8929-1E8264E61F9B}"/>
                </a:ext>
              </a:extLst>
            </p:cNvPr>
            <p:cNvSpPr>
              <a:spLocks noChangeArrowheads="1"/>
            </p:cNvSpPr>
            <p:nvPr/>
          </p:nvSpPr>
          <p:spPr bwMode="auto">
            <a:xfrm>
              <a:off x="565" y="3706"/>
              <a:ext cx="109" cy="174"/>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01" name="Text Box 139">
              <a:extLst>
                <a:ext uri="{FF2B5EF4-FFF2-40B4-BE49-F238E27FC236}">
                  <a16:creationId xmlns:a16="http://schemas.microsoft.com/office/drawing/2014/main" id="{006E39B4-D4AB-4CB7-8A6A-6E65CB4B1FFB}"/>
                </a:ext>
              </a:extLst>
            </p:cNvPr>
            <p:cNvSpPr txBox="1">
              <a:spLocks noChangeArrowheads="1"/>
            </p:cNvSpPr>
            <p:nvPr/>
          </p:nvSpPr>
          <p:spPr bwMode="auto">
            <a:xfrm>
              <a:off x="532" y="3653"/>
              <a:ext cx="163" cy="288"/>
            </a:xfrm>
            <a:prstGeom prst="rect">
              <a:avLst/>
            </a:prstGeom>
            <a:noFill/>
            <a:ln w="38100">
              <a:noFill/>
              <a:miter lim="800000"/>
              <a:headEnd/>
              <a:tailEnd/>
            </a:ln>
            <a:effectLst/>
            <a:extLst>
              <a:ext uri="{909E8E84-426E-40DD-AFC4-6F175D3DCCD1}">
                <a14:hiddenFill xmlns:a14="http://schemas.microsoft.com/office/drawing/2010/main">
                  <a:solidFill>
                    <a:srgbClr val="0000C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rgbClr val="FF33CC"/>
                    </a:solidFill>
                  </a:ln>
                  <a:solidFill>
                    <a:srgbClr val="FF33CC"/>
                  </a:solidFill>
                  <a:effectLst/>
                  <a:uLnTx/>
                  <a:uFillTx/>
                  <a:latin typeface="Times New Roman" panose="02020603050405020304" pitchFamily="18" charset="0"/>
                  <a:ea typeface="宋体" panose="02010600030101010101" pitchFamily="2" charset="-122"/>
                  <a:cs typeface="+mn-cs"/>
                </a:rPr>
                <a:t>0</a:t>
              </a:r>
            </a:p>
          </p:txBody>
        </p:sp>
      </p:grpSp>
      <p:sp>
        <p:nvSpPr>
          <p:cNvPr id="102" name="Freeform 140">
            <a:extLst>
              <a:ext uri="{FF2B5EF4-FFF2-40B4-BE49-F238E27FC236}">
                <a16:creationId xmlns:a16="http://schemas.microsoft.com/office/drawing/2014/main" id="{36980027-248C-4E23-8BDF-20A3392C8521}"/>
              </a:ext>
            </a:extLst>
          </p:cNvPr>
          <p:cNvSpPr>
            <a:spLocks/>
          </p:cNvSpPr>
          <p:nvPr/>
        </p:nvSpPr>
        <p:spPr bwMode="auto">
          <a:xfrm>
            <a:off x="2743200" y="2535238"/>
            <a:ext cx="1379538" cy="2001837"/>
          </a:xfrm>
          <a:custGeom>
            <a:avLst/>
            <a:gdLst>
              <a:gd name="T0" fmla="*/ 0 w 869"/>
              <a:gd name="T1" fmla="*/ 0 h 1261"/>
              <a:gd name="T2" fmla="*/ 2147483647 w 869"/>
              <a:gd name="T3" fmla="*/ 0 h 1261"/>
              <a:gd name="T4" fmla="*/ 2147483647 w 869"/>
              <a:gd name="T5" fmla="*/ 2147483647 h 1261"/>
              <a:gd name="T6" fmla="*/ 2147483647 w 869"/>
              <a:gd name="T7" fmla="*/ 2147483647 h 1261"/>
              <a:gd name="T8" fmla="*/ 2147483647 w 869"/>
              <a:gd name="T9" fmla="*/ 2147483647 h 12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9" h="1261">
                <a:moveTo>
                  <a:pt x="0" y="0"/>
                </a:moveTo>
                <a:lnTo>
                  <a:pt x="869" y="0"/>
                </a:lnTo>
                <a:lnTo>
                  <a:pt x="869" y="1261"/>
                </a:lnTo>
                <a:lnTo>
                  <a:pt x="54" y="1261"/>
                </a:lnTo>
                <a:lnTo>
                  <a:pt x="54"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 name="AutoShape 145">
            <a:extLst>
              <a:ext uri="{FF2B5EF4-FFF2-40B4-BE49-F238E27FC236}">
                <a16:creationId xmlns:a16="http://schemas.microsoft.com/office/drawing/2014/main" id="{142E8ADA-23F9-486C-898A-81B7063B5B40}"/>
              </a:ext>
            </a:extLst>
          </p:cNvPr>
          <p:cNvSpPr>
            <a:spLocks noChangeArrowheads="1"/>
          </p:cNvSpPr>
          <p:nvPr/>
        </p:nvSpPr>
        <p:spPr bwMode="auto">
          <a:xfrm>
            <a:off x="4641850" y="1277938"/>
            <a:ext cx="533400" cy="2054225"/>
          </a:xfrm>
          <a:prstGeom prst="wedgeRoundRectCallout">
            <a:avLst>
              <a:gd name="adj1" fmla="val -147917"/>
              <a:gd name="adj2" fmla="val 77977"/>
              <a:gd name="adj3" fmla="val 16667"/>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置</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维持线</a:t>
            </a:r>
          </a:p>
        </p:txBody>
      </p:sp>
      <p:grpSp>
        <p:nvGrpSpPr>
          <p:cNvPr id="104" name="Group 150">
            <a:extLst>
              <a:ext uri="{FF2B5EF4-FFF2-40B4-BE49-F238E27FC236}">
                <a16:creationId xmlns:a16="http://schemas.microsoft.com/office/drawing/2014/main" id="{044A6782-3989-4B16-BB36-88D74270145F}"/>
              </a:ext>
            </a:extLst>
          </p:cNvPr>
          <p:cNvGrpSpPr>
            <a:grpSpLocks/>
          </p:cNvGrpSpPr>
          <p:nvPr/>
        </p:nvGrpSpPr>
        <p:grpSpPr bwMode="auto">
          <a:xfrm>
            <a:off x="5416550" y="3689350"/>
            <a:ext cx="3175000" cy="725488"/>
            <a:chOff x="3412" y="2933"/>
            <a:chExt cx="2000" cy="457"/>
          </a:xfrm>
        </p:grpSpPr>
        <p:sp>
          <p:nvSpPr>
            <p:cNvPr id="105" name="Rectangle 148">
              <a:extLst>
                <a:ext uri="{FF2B5EF4-FFF2-40B4-BE49-F238E27FC236}">
                  <a16:creationId xmlns:a16="http://schemas.microsoft.com/office/drawing/2014/main" id="{2E577A5B-8380-4318-AAC6-56D1F6AB843B}"/>
                </a:ext>
              </a:extLst>
            </p:cNvPr>
            <p:cNvSpPr>
              <a:spLocks noChangeArrowheads="1"/>
            </p:cNvSpPr>
            <p:nvPr/>
          </p:nvSpPr>
          <p:spPr bwMode="auto">
            <a:xfrm>
              <a:off x="3412" y="2933"/>
              <a:ext cx="2000" cy="457"/>
            </a:xfrm>
            <a:prstGeom prst="rect">
              <a:avLst/>
            </a:prstGeom>
            <a:gradFill rotWithShape="0">
              <a:gsLst>
                <a:gs pos="0">
                  <a:schemeClr val="bg1"/>
                </a:gs>
                <a:gs pos="50000">
                  <a:schemeClr val="accent1"/>
                </a:gs>
                <a:gs pos="100000">
                  <a:schemeClr val="bg1"/>
                </a:gs>
              </a:gsLst>
              <a:lin ang="5400000" scaled="1"/>
            </a:gra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 name="Text Box 146">
              <a:extLst>
                <a:ext uri="{FF2B5EF4-FFF2-40B4-BE49-F238E27FC236}">
                  <a16:creationId xmlns:a16="http://schemas.microsoft.com/office/drawing/2014/main" id="{7838C5BF-BF50-46EC-AE05-F55DF16F8594}"/>
                </a:ext>
              </a:extLst>
            </p:cNvPr>
            <p:cNvSpPr txBox="1">
              <a:spLocks noChangeArrowheads="1"/>
            </p:cNvSpPr>
            <p:nvPr/>
          </p:nvSpPr>
          <p:spPr bwMode="auto">
            <a:xfrm>
              <a:off x="3674" y="3022"/>
              <a:ext cx="92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07" name="Text Box 147">
              <a:extLst>
                <a:ext uri="{FF2B5EF4-FFF2-40B4-BE49-F238E27FC236}">
                  <a16:creationId xmlns:a16="http://schemas.microsoft.com/office/drawing/2014/main" id="{76CA51B7-ABE2-4316-8B99-8794F4A9BE91}"/>
                </a:ext>
              </a:extLst>
            </p:cNvPr>
            <p:cNvSpPr txBox="1">
              <a:spLocks noChangeArrowheads="1"/>
            </p:cNvSpPr>
            <p:nvPr/>
          </p:nvSpPr>
          <p:spPr bwMode="auto">
            <a:xfrm>
              <a:off x="4543" y="2999"/>
              <a:ext cx="75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108" name="Text Box 153">
            <a:extLst>
              <a:ext uri="{FF2B5EF4-FFF2-40B4-BE49-F238E27FC236}">
                <a16:creationId xmlns:a16="http://schemas.microsoft.com/office/drawing/2014/main" id="{D5307614-9531-4393-8515-F2C82A32479C}"/>
              </a:ext>
            </a:extLst>
          </p:cNvPr>
          <p:cNvSpPr txBox="1">
            <a:spLocks noChangeArrowheads="1"/>
          </p:cNvSpPr>
          <p:nvPr/>
        </p:nvSpPr>
        <p:spPr bwMode="auto">
          <a:xfrm>
            <a:off x="2830513" y="4933950"/>
            <a:ext cx="5986462"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 1. </a:t>
            </a:r>
            <a:r>
              <a:rPr kumimoji="0" lang="en-US" altLang="zh-CN" sz="2800" i="0" u="none" strike="noStrike" kern="1200" cap="none" spc="0" normalizeH="0" baseline="0" noProof="0" dirty="0">
                <a:ln>
                  <a:solidFill>
                    <a:schemeClr val="tx1"/>
                  </a:solidFill>
                </a:ln>
                <a:effectLst/>
                <a:uLnTx/>
                <a:uFillTx/>
                <a:latin typeface="+mn-lt"/>
                <a:ea typeface="黑体" pitchFamily="49" charset="-122"/>
              </a:rPr>
              <a:t>CP</a:t>
            </a:r>
            <a:r>
              <a:rPr kumimoji="0"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正跳变时，才接受输入数据。</a:t>
            </a:r>
          </a:p>
        </p:txBody>
      </p:sp>
      <p:sp>
        <p:nvSpPr>
          <p:cNvPr id="109" name="Text Box 154">
            <a:extLst>
              <a:ext uri="{FF2B5EF4-FFF2-40B4-BE49-F238E27FC236}">
                <a16:creationId xmlns:a16="http://schemas.microsoft.com/office/drawing/2014/main" id="{D28C71E0-0078-4F04-8859-D81A8B28514A}"/>
              </a:ext>
            </a:extLst>
          </p:cNvPr>
          <p:cNvSpPr txBox="1">
            <a:spLocks noChangeArrowheads="1"/>
          </p:cNvSpPr>
          <p:nvPr/>
        </p:nvSpPr>
        <p:spPr bwMode="auto">
          <a:xfrm>
            <a:off x="2881313" y="5557838"/>
            <a:ext cx="5918200" cy="104464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i="0" u="none" strike="noStrike" kern="1200" cap="none" spc="0" normalizeH="0" baseline="0" noProof="0" dirty="0">
                <a:ln>
                  <a:solidFill>
                    <a:schemeClr val="tx1"/>
                  </a:solidFill>
                </a:ln>
                <a:effectLst/>
                <a:uLnTx/>
                <a:uFillTx/>
                <a:latin typeface="黑体" pitchFamily="49" charset="-122"/>
                <a:ea typeface="黑体" pitchFamily="49" charset="-122"/>
              </a:rPr>
              <a:t> 2. </a:t>
            </a:r>
            <a:r>
              <a:rPr kumimoji="0" lang="en-US" altLang="zh-CN" sz="2800" i="0" u="none" strike="noStrike" kern="1200" cap="none" spc="0" normalizeH="0" baseline="0" noProof="0" dirty="0">
                <a:ln>
                  <a:solidFill>
                    <a:schemeClr val="tx1"/>
                  </a:solidFill>
                </a:ln>
                <a:effectLst/>
                <a:uLnTx/>
                <a:uFillTx/>
                <a:latin typeface="+mn-lt"/>
                <a:ea typeface="黑体" pitchFamily="49" charset="-122"/>
              </a:rPr>
              <a:t>CP</a:t>
            </a:r>
            <a:r>
              <a:rPr kumimoji="0" lang="zh-CN" altLang="en-US" sz="2800" i="0" u="none" strike="noStrike" kern="1200" cap="none" spc="0" normalizeH="0" baseline="0" noProof="0" dirty="0">
                <a:ln>
                  <a:solidFill>
                    <a:schemeClr val="tx1"/>
                  </a:solidFill>
                </a:ln>
                <a:effectLst/>
                <a:uLnTx/>
                <a:uFillTx/>
                <a:latin typeface="+mn-lt"/>
                <a:ea typeface="黑体" pitchFamily="49" charset="-122"/>
              </a:rPr>
              <a:t>＝</a:t>
            </a:r>
            <a:r>
              <a:rPr kumimoji="0" lang="en-US" altLang="zh-CN" sz="2800" i="0" u="none" strike="noStrike" kern="1200" cap="none" spc="0" normalizeH="0" baseline="0" noProof="0" dirty="0">
                <a:ln>
                  <a:solidFill>
                    <a:schemeClr val="tx1"/>
                  </a:solidFill>
                </a:ln>
                <a:effectLst/>
                <a:uLnTx/>
                <a:uFillTx/>
                <a:latin typeface="+mn-lt"/>
                <a:ea typeface="黑体" pitchFamily="49" charset="-122"/>
              </a:rPr>
              <a:t>1</a:t>
            </a:r>
            <a:r>
              <a:rPr kumimoji="0"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及</a:t>
            </a:r>
            <a:r>
              <a:rPr kumimoji="0" lang="en-US" altLang="zh-CN" sz="2800" i="0" u="none" strike="noStrike" kern="1200" cap="none" spc="0" normalizeH="0" baseline="0" noProof="0" dirty="0">
                <a:ln>
                  <a:solidFill>
                    <a:schemeClr val="tx1"/>
                  </a:solidFill>
                </a:ln>
                <a:effectLst/>
                <a:uLnTx/>
                <a:uFillTx/>
                <a:latin typeface="+mn-lt"/>
                <a:ea typeface="黑体" pitchFamily="49" charset="-122"/>
              </a:rPr>
              <a:t>CP</a:t>
            </a:r>
            <a:r>
              <a:rPr kumimoji="0" lang="zh-CN" altLang="en-US" sz="2800" i="0" u="none" strike="noStrike" kern="1200" cap="none" spc="0" normalizeH="0" baseline="0" noProof="0" dirty="0">
                <a:ln>
                  <a:solidFill>
                    <a:schemeClr val="tx1"/>
                  </a:solidFill>
                </a:ln>
                <a:effectLst/>
                <a:uLnTx/>
                <a:uFillTx/>
                <a:latin typeface="+mn-lt"/>
                <a:ea typeface="黑体" pitchFamily="49" charset="-122"/>
              </a:rPr>
              <a:t>＝</a:t>
            </a:r>
            <a:r>
              <a:rPr kumimoji="0" lang="en-US" altLang="zh-CN" sz="2800" i="0" u="none" strike="noStrike" kern="1200" cap="none" spc="0" normalizeH="0" baseline="0" noProof="0" dirty="0">
                <a:ln>
                  <a:solidFill>
                    <a:schemeClr val="tx1"/>
                  </a:solidFill>
                </a:ln>
                <a:effectLst/>
                <a:uLnTx/>
                <a:uFillTx/>
                <a:latin typeface="+mn-lt"/>
                <a:ea typeface="黑体" pitchFamily="49" charset="-122"/>
              </a:rPr>
              <a:t>0</a:t>
            </a:r>
            <a:r>
              <a:rPr kumimoji="0"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期间，输入数据</a:t>
            </a:r>
          </a:p>
          <a:p>
            <a:pPr marL="0" marR="0" lvl="0" indent="0" algn="l" defTabSz="914400" rtl="0" eaLnBrk="1" fontAlgn="base" latinLnBrk="0" hangingPunct="1">
              <a:lnSpc>
                <a:spcPct val="70000"/>
              </a:lnSpc>
              <a:spcBef>
                <a:spcPct val="50000"/>
              </a:spcBef>
              <a:spcAft>
                <a:spcPct val="0"/>
              </a:spcAft>
              <a:buClrTx/>
              <a:buSzTx/>
              <a:buFontTx/>
              <a:buNone/>
              <a:tabLst/>
              <a:defRPr/>
            </a:pPr>
            <a:r>
              <a:rPr kumimoji="0"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    变化不会影响触发器状态。</a:t>
            </a:r>
            <a:endPar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endParaRPr>
          </a:p>
        </p:txBody>
      </p:sp>
      <p:grpSp>
        <p:nvGrpSpPr>
          <p:cNvPr id="110" name="组合 109"/>
          <p:cNvGrpSpPr/>
          <p:nvPr/>
        </p:nvGrpSpPr>
        <p:grpSpPr>
          <a:xfrm>
            <a:off x="517208" y="5106988"/>
            <a:ext cx="1725612" cy="758825"/>
            <a:chOff x="517208" y="5106988"/>
            <a:chExt cx="1725612" cy="758825"/>
          </a:xfrm>
        </p:grpSpPr>
        <p:sp>
          <p:nvSpPr>
            <p:cNvPr id="111" name="AutoShape 152">
              <a:extLst>
                <a:ext uri="{FF2B5EF4-FFF2-40B4-BE49-F238E27FC236}">
                  <a16:creationId xmlns:a16="http://schemas.microsoft.com/office/drawing/2014/main" id="{089D68D5-A780-48DA-A9AA-16F7981E8515}"/>
                </a:ext>
              </a:extLst>
            </p:cNvPr>
            <p:cNvSpPr>
              <a:spLocks noChangeArrowheads="1"/>
            </p:cNvSpPr>
            <p:nvPr/>
          </p:nvSpPr>
          <p:spPr bwMode="auto">
            <a:xfrm>
              <a:off x="517208" y="5106988"/>
              <a:ext cx="1725612" cy="758825"/>
            </a:xfrm>
            <a:prstGeom prst="cloudCallout">
              <a:avLst>
                <a:gd name="adj1" fmla="val 91213"/>
                <a:gd name="adj2" fmla="val 67574"/>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rgbClr val="9090F4"/>
                  </a:solid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12" name="TextBox 111"/>
            <p:cNvSpPr txBox="1"/>
            <p:nvPr/>
          </p:nvSpPr>
          <p:spPr>
            <a:xfrm>
              <a:off x="868680" y="5242560"/>
              <a:ext cx="1066800" cy="523220"/>
            </a:xfrm>
            <a:prstGeom prst="rect">
              <a:avLst/>
            </a:prstGeom>
            <a:noFill/>
          </p:spPr>
          <p:txBody>
            <a:bodyPr wrap="square" rtlCol="0">
              <a:spAutoFit/>
            </a:bodyPr>
            <a:lstStyle/>
            <a:p>
              <a:r>
                <a:rPr lang="zh-CN" altLang="en-US" dirty="0">
                  <a:solidFill>
                    <a:schemeClr val="tx1"/>
                  </a:solidFill>
                  <a:latin typeface="黑体" pitchFamily="49" charset="-122"/>
                  <a:ea typeface="黑体" pitchFamily="49" charset="-122"/>
                </a:rPr>
                <a:t>特点</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childTnLst>
                          </p:cTn>
                        </p:par>
                        <p:par>
                          <p:cTn id="14" fill="hold">
                            <p:stCondLst>
                              <p:cond delay="500"/>
                            </p:stCondLst>
                            <p:childTnLst>
                              <p:par>
                                <p:cTn id="15" presetID="9" presetClass="entr" presetSubtype="0" fill="hold" grpId="0" nodeType="afterEffect">
                                  <p:stCondLst>
                                    <p:cond delay="100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par>
                          <p:cTn id="18" fill="hold">
                            <p:stCondLst>
                              <p:cond delay="2000"/>
                            </p:stCondLst>
                            <p:childTnLst>
                              <p:par>
                                <p:cTn id="19" presetID="9" presetClass="entr" presetSubtype="0" fill="hold" grpId="0" nodeType="afterEffect">
                                  <p:stCondLst>
                                    <p:cond delay="1000"/>
                                  </p:stCondLst>
                                  <p:childTnLst>
                                    <p:set>
                                      <p:cBhvr>
                                        <p:cTn id="20" dur="1" fill="hold">
                                          <p:stCondLst>
                                            <p:cond delay="0"/>
                                          </p:stCondLst>
                                        </p:cTn>
                                        <p:tgtEl>
                                          <p:spTgt spid="79"/>
                                        </p:tgtEl>
                                        <p:attrNameLst>
                                          <p:attrName>style.visibility</p:attrName>
                                        </p:attrNameLst>
                                      </p:cBhvr>
                                      <p:to>
                                        <p:strVal val="visible"/>
                                      </p:to>
                                    </p:set>
                                    <p:animEffect transition="in" filter="dissolve">
                                      <p:cBhvr>
                                        <p:cTn id="21" dur="500"/>
                                        <p:tgtEl>
                                          <p:spTgt spid="79"/>
                                        </p:tgtEl>
                                      </p:cBhvr>
                                    </p:animEffect>
                                  </p:childTnLst>
                                </p:cTn>
                              </p:par>
                            </p:childTnLst>
                          </p:cTn>
                        </p:par>
                        <p:par>
                          <p:cTn id="22" fill="hold">
                            <p:stCondLst>
                              <p:cond delay="3500"/>
                            </p:stCondLst>
                            <p:childTnLst>
                              <p:par>
                                <p:cTn id="23" presetID="9" presetClass="entr" presetSubtype="0" fill="hold" grpId="0" nodeType="afterEffect">
                                  <p:stCondLst>
                                    <p:cond delay="1000"/>
                                  </p:stCondLst>
                                  <p:childTnLst>
                                    <p:set>
                                      <p:cBhvr>
                                        <p:cTn id="24" dur="1" fill="hold">
                                          <p:stCondLst>
                                            <p:cond delay="0"/>
                                          </p:stCondLst>
                                        </p:cTn>
                                        <p:tgtEl>
                                          <p:spTgt spid="80"/>
                                        </p:tgtEl>
                                        <p:attrNameLst>
                                          <p:attrName>style.visibility</p:attrName>
                                        </p:attrNameLst>
                                      </p:cBhvr>
                                      <p:to>
                                        <p:strVal val="visible"/>
                                      </p:to>
                                    </p:set>
                                    <p:animEffect transition="in" filter="dissolve">
                                      <p:cBhvr>
                                        <p:cTn id="25" dur="500"/>
                                        <p:tgtEl>
                                          <p:spTgt spid="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3"/>
                                        </p:tgtEl>
                                        <p:attrNameLst>
                                          <p:attrName>style.visibility</p:attrName>
                                        </p:attrNameLst>
                                      </p:cBhvr>
                                      <p:to>
                                        <p:strVal val="visible"/>
                                      </p:to>
                                    </p:set>
                                    <p:animEffect transition="in" filter="wipe(left)">
                                      <p:cBhvr>
                                        <p:cTn id="30" dur="500"/>
                                        <p:tgtEl>
                                          <p:spTgt spid="73"/>
                                        </p:tgtEl>
                                      </p:cBhvr>
                                    </p:animEffect>
                                  </p:childTnLst>
                                </p:cTn>
                              </p:par>
                            </p:childTnLst>
                          </p:cTn>
                        </p:par>
                        <p:par>
                          <p:cTn id="31" fill="hold">
                            <p:stCondLst>
                              <p:cond delay="500"/>
                            </p:stCondLst>
                            <p:childTnLst>
                              <p:par>
                                <p:cTn id="32" presetID="9" presetClass="entr" presetSubtype="0" fill="hold" grpId="0" nodeType="afterEffect">
                                  <p:stCondLst>
                                    <p:cond delay="1000"/>
                                  </p:stCondLst>
                                  <p:childTnLst>
                                    <p:set>
                                      <p:cBhvr>
                                        <p:cTn id="33" dur="1" fill="hold">
                                          <p:stCondLst>
                                            <p:cond delay="0"/>
                                          </p:stCondLst>
                                        </p:cTn>
                                        <p:tgtEl>
                                          <p:spTgt spid="84"/>
                                        </p:tgtEl>
                                        <p:attrNameLst>
                                          <p:attrName>style.visibility</p:attrName>
                                        </p:attrNameLst>
                                      </p:cBhvr>
                                      <p:to>
                                        <p:strVal val="visible"/>
                                      </p:to>
                                    </p:set>
                                    <p:animEffect transition="in" filter="dissolve">
                                      <p:cBhvr>
                                        <p:cTn id="34" dur="500"/>
                                        <p:tgtEl>
                                          <p:spTgt spid="84"/>
                                        </p:tgtEl>
                                      </p:cBhvr>
                                    </p:animEffect>
                                  </p:childTnLst>
                                </p:cTn>
                              </p:par>
                            </p:childTnLst>
                          </p:cTn>
                        </p:par>
                        <p:par>
                          <p:cTn id="35" fill="hold">
                            <p:stCondLst>
                              <p:cond delay="2000"/>
                            </p:stCondLst>
                            <p:childTnLst>
                              <p:par>
                                <p:cTn id="36" presetID="9" presetClass="entr" presetSubtype="0" fill="hold" grpId="0" nodeType="afterEffect">
                                  <p:stCondLst>
                                    <p:cond delay="1000"/>
                                  </p:stCondLst>
                                  <p:childTnLst>
                                    <p:set>
                                      <p:cBhvr>
                                        <p:cTn id="37" dur="1" fill="hold">
                                          <p:stCondLst>
                                            <p:cond delay="0"/>
                                          </p:stCondLst>
                                        </p:cTn>
                                        <p:tgtEl>
                                          <p:spTgt spid="85"/>
                                        </p:tgtEl>
                                        <p:attrNameLst>
                                          <p:attrName>style.visibility</p:attrName>
                                        </p:attrNameLst>
                                      </p:cBhvr>
                                      <p:to>
                                        <p:strVal val="visible"/>
                                      </p:to>
                                    </p:set>
                                    <p:animEffect transition="in" filter="dissolve">
                                      <p:cBhvr>
                                        <p:cTn id="38" dur="500"/>
                                        <p:tgtEl>
                                          <p:spTgt spid="8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5"/>
                                        </p:tgtEl>
                                        <p:attrNameLst>
                                          <p:attrName>style.visibility</p:attrName>
                                        </p:attrNameLst>
                                      </p:cBhvr>
                                      <p:to>
                                        <p:strVal val="visible"/>
                                      </p:to>
                                    </p:set>
                                    <p:anim calcmode="lin" valueType="num">
                                      <p:cBhvr additive="base">
                                        <p:cTn id="43" dur="500" fill="hold"/>
                                        <p:tgtEl>
                                          <p:spTgt spid="75"/>
                                        </p:tgtEl>
                                        <p:attrNameLst>
                                          <p:attrName>ppt_x</p:attrName>
                                        </p:attrNameLst>
                                      </p:cBhvr>
                                      <p:tavLst>
                                        <p:tav tm="0">
                                          <p:val>
                                            <p:strVal val="1+#ppt_w/2"/>
                                          </p:val>
                                        </p:tav>
                                        <p:tav tm="100000">
                                          <p:val>
                                            <p:strVal val="#ppt_x"/>
                                          </p:val>
                                        </p:tav>
                                      </p:tavLst>
                                    </p:anim>
                                    <p:anim calcmode="lin" valueType="num">
                                      <p:cBhvr additive="base">
                                        <p:cTn id="44"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dissolve">
                                      <p:cBhvr>
                                        <p:cTn id="49" dur="500"/>
                                        <p:tgtEl>
                                          <p:spTgt spid="7"/>
                                        </p:tgtEl>
                                      </p:cBhvr>
                                    </p:animEffect>
                                  </p:childTnLst>
                                </p:cTn>
                              </p:par>
                            </p:childTnLst>
                          </p:cTn>
                        </p:par>
                        <p:par>
                          <p:cTn id="50" fill="hold">
                            <p:stCondLst>
                              <p:cond delay="500"/>
                            </p:stCondLst>
                            <p:childTnLst>
                              <p:par>
                                <p:cTn id="51" presetID="9" presetClass="entr" presetSubtype="0" fill="hold" grpId="0" nodeType="afterEffect">
                                  <p:stCondLst>
                                    <p:cond delay="1000"/>
                                  </p:stCondLst>
                                  <p:childTnLst>
                                    <p:set>
                                      <p:cBhvr>
                                        <p:cTn id="52" dur="1" fill="hold">
                                          <p:stCondLst>
                                            <p:cond delay="0"/>
                                          </p:stCondLst>
                                        </p:cTn>
                                        <p:tgtEl>
                                          <p:spTgt spid="81"/>
                                        </p:tgtEl>
                                        <p:attrNameLst>
                                          <p:attrName>style.visibility</p:attrName>
                                        </p:attrNameLst>
                                      </p:cBhvr>
                                      <p:to>
                                        <p:strVal val="visible"/>
                                      </p:to>
                                    </p:set>
                                    <p:animEffect transition="in" filter="dissolve">
                                      <p:cBhvr>
                                        <p:cTn id="53" dur="500"/>
                                        <p:tgtEl>
                                          <p:spTgt spid="81"/>
                                        </p:tgtEl>
                                      </p:cBhvr>
                                    </p:animEffect>
                                  </p:childTnLst>
                                </p:cTn>
                              </p:par>
                            </p:childTnLst>
                          </p:cTn>
                        </p:par>
                        <p:par>
                          <p:cTn id="54" fill="hold">
                            <p:stCondLst>
                              <p:cond delay="2000"/>
                            </p:stCondLst>
                            <p:childTnLst>
                              <p:par>
                                <p:cTn id="55" presetID="9" presetClass="entr" presetSubtype="0" fill="hold" grpId="0" nodeType="afterEffect">
                                  <p:stCondLst>
                                    <p:cond delay="1000"/>
                                  </p:stCondLst>
                                  <p:childTnLst>
                                    <p:set>
                                      <p:cBhvr>
                                        <p:cTn id="56" dur="1" fill="hold">
                                          <p:stCondLst>
                                            <p:cond delay="0"/>
                                          </p:stCondLst>
                                        </p:cTn>
                                        <p:tgtEl>
                                          <p:spTgt spid="82"/>
                                        </p:tgtEl>
                                        <p:attrNameLst>
                                          <p:attrName>style.visibility</p:attrName>
                                        </p:attrNameLst>
                                      </p:cBhvr>
                                      <p:to>
                                        <p:strVal val="visible"/>
                                      </p:to>
                                    </p:set>
                                    <p:animEffect transition="in" filter="dissolve">
                                      <p:cBhvr>
                                        <p:cTn id="57" dur="500"/>
                                        <p:tgtEl>
                                          <p:spTgt spid="82"/>
                                        </p:tgtEl>
                                      </p:cBhvr>
                                    </p:animEffect>
                                  </p:childTnLst>
                                </p:cTn>
                              </p:par>
                            </p:childTnLst>
                          </p:cTn>
                        </p:par>
                        <p:par>
                          <p:cTn id="58" fill="hold">
                            <p:stCondLst>
                              <p:cond delay="3500"/>
                            </p:stCondLst>
                            <p:childTnLst>
                              <p:par>
                                <p:cTn id="59" presetID="9" presetClass="entr" presetSubtype="0" fill="hold" grpId="0" nodeType="afterEffect">
                                  <p:stCondLst>
                                    <p:cond delay="1000"/>
                                  </p:stCondLst>
                                  <p:childTnLst>
                                    <p:set>
                                      <p:cBhvr>
                                        <p:cTn id="60" dur="1" fill="hold">
                                          <p:stCondLst>
                                            <p:cond delay="0"/>
                                          </p:stCondLst>
                                        </p:cTn>
                                        <p:tgtEl>
                                          <p:spTgt spid="95"/>
                                        </p:tgtEl>
                                        <p:attrNameLst>
                                          <p:attrName>style.visibility</p:attrName>
                                        </p:attrNameLst>
                                      </p:cBhvr>
                                      <p:to>
                                        <p:strVal val="visible"/>
                                      </p:to>
                                    </p:set>
                                    <p:animEffect transition="in" filter="dissolve">
                                      <p:cBhvr>
                                        <p:cTn id="61" dur="500"/>
                                        <p:tgtEl>
                                          <p:spTgt spid="95"/>
                                        </p:tgtEl>
                                      </p:cBhvr>
                                    </p:animEffect>
                                  </p:childTnLst>
                                </p:cTn>
                              </p:par>
                            </p:childTnLst>
                          </p:cTn>
                        </p:par>
                        <p:par>
                          <p:cTn id="62" fill="hold">
                            <p:stCondLst>
                              <p:cond delay="5000"/>
                            </p:stCondLst>
                            <p:childTnLst>
                              <p:par>
                                <p:cTn id="63" presetID="9" presetClass="entr" presetSubtype="0" fill="hold" grpId="0" nodeType="afterEffect">
                                  <p:stCondLst>
                                    <p:cond delay="1000"/>
                                  </p:stCondLst>
                                  <p:childTnLst>
                                    <p:set>
                                      <p:cBhvr>
                                        <p:cTn id="64" dur="1" fill="hold">
                                          <p:stCondLst>
                                            <p:cond delay="0"/>
                                          </p:stCondLst>
                                        </p:cTn>
                                        <p:tgtEl>
                                          <p:spTgt spid="83"/>
                                        </p:tgtEl>
                                        <p:attrNameLst>
                                          <p:attrName>style.visibility</p:attrName>
                                        </p:attrNameLst>
                                      </p:cBhvr>
                                      <p:to>
                                        <p:strVal val="visible"/>
                                      </p:to>
                                    </p:set>
                                    <p:animEffect transition="in" filter="dissolve">
                                      <p:cBhvr>
                                        <p:cTn id="65" dur="500"/>
                                        <p:tgtEl>
                                          <p:spTgt spid="8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6"/>
                                        </p:tgtEl>
                                        <p:attrNameLst>
                                          <p:attrName>style.visibility</p:attrName>
                                        </p:attrNameLst>
                                      </p:cBhvr>
                                      <p:to>
                                        <p:strVal val="visible"/>
                                      </p:to>
                                    </p:set>
                                    <p:animEffect transition="in" filter="wipe(left)">
                                      <p:cBhvr>
                                        <p:cTn id="70" dur="500"/>
                                        <p:tgtEl>
                                          <p:spTgt spid="76"/>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74"/>
                                        </p:tgtEl>
                                        <p:attrNameLst>
                                          <p:attrName>style.visibility</p:attrName>
                                        </p:attrNameLst>
                                      </p:cBhvr>
                                      <p:to>
                                        <p:strVal val="visible"/>
                                      </p:to>
                                    </p:set>
                                    <p:anim calcmode="lin" valueType="num">
                                      <p:cBhvr additive="base">
                                        <p:cTn id="75" dur="500" fill="hold"/>
                                        <p:tgtEl>
                                          <p:spTgt spid="74"/>
                                        </p:tgtEl>
                                        <p:attrNameLst>
                                          <p:attrName>ppt_x</p:attrName>
                                        </p:attrNameLst>
                                      </p:cBhvr>
                                      <p:tavLst>
                                        <p:tav tm="0">
                                          <p:val>
                                            <p:strVal val="1+#ppt_w/2"/>
                                          </p:val>
                                        </p:tav>
                                        <p:tav tm="100000">
                                          <p:val>
                                            <p:strVal val="#ppt_x"/>
                                          </p:val>
                                        </p:tav>
                                      </p:tavLst>
                                    </p:anim>
                                    <p:anim calcmode="lin" valueType="num">
                                      <p:cBhvr additive="base">
                                        <p:cTn id="76"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77"/>
                                        </p:tgtEl>
                                        <p:attrNameLst>
                                          <p:attrName>style.visibility</p:attrName>
                                        </p:attrNameLst>
                                      </p:cBhvr>
                                      <p:to>
                                        <p:strVal val="visible"/>
                                      </p:to>
                                    </p:set>
                                    <p:animEffect transition="in" filter="wipe(left)">
                                      <p:cBhvr>
                                        <p:cTn id="81" dur="500"/>
                                        <p:tgtEl>
                                          <p:spTgt spid="77"/>
                                        </p:tgtEl>
                                      </p:cBhvr>
                                    </p:animEffect>
                                  </p:childTnLst>
                                </p:cTn>
                              </p:par>
                            </p:childTnLst>
                          </p:cTn>
                        </p:par>
                        <p:par>
                          <p:cTn id="82" fill="hold">
                            <p:stCondLst>
                              <p:cond delay="500"/>
                            </p:stCondLst>
                            <p:childTnLst>
                              <p:par>
                                <p:cTn id="83" presetID="9" presetClass="entr" presetSubtype="0" fill="hold" nodeType="afterEffect">
                                  <p:stCondLst>
                                    <p:cond delay="1000"/>
                                  </p:stCondLst>
                                  <p:childTnLst>
                                    <p:set>
                                      <p:cBhvr>
                                        <p:cTn id="84" dur="1" fill="hold">
                                          <p:stCondLst>
                                            <p:cond delay="0"/>
                                          </p:stCondLst>
                                        </p:cTn>
                                        <p:tgtEl>
                                          <p:spTgt spid="86"/>
                                        </p:tgtEl>
                                        <p:attrNameLst>
                                          <p:attrName>style.visibility</p:attrName>
                                        </p:attrNameLst>
                                      </p:cBhvr>
                                      <p:to>
                                        <p:strVal val="visible"/>
                                      </p:to>
                                    </p:set>
                                    <p:animEffect transition="in" filter="dissolve">
                                      <p:cBhvr>
                                        <p:cTn id="85" dur="500"/>
                                        <p:tgtEl>
                                          <p:spTgt spid="86"/>
                                        </p:tgtEl>
                                      </p:cBhvr>
                                    </p:animEffect>
                                  </p:childTnLst>
                                </p:cTn>
                              </p:par>
                            </p:childTnLst>
                          </p:cTn>
                        </p:par>
                        <p:par>
                          <p:cTn id="86" fill="hold">
                            <p:stCondLst>
                              <p:cond delay="2000"/>
                            </p:stCondLst>
                            <p:childTnLst>
                              <p:par>
                                <p:cTn id="87" presetID="9" presetClass="entr" presetSubtype="0" fill="hold" nodeType="afterEffect">
                                  <p:stCondLst>
                                    <p:cond delay="1000"/>
                                  </p:stCondLst>
                                  <p:childTnLst>
                                    <p:set>
                                      <p:cBhvr>
                                        <p:cTn id="88" dur="1" fill="hold">
                                          <p:stCondLst>
                                            <p:cond delay="0"/>
                                          </p:stCondLst>
                                        </p:cTn>
                                        <p:tgtEl>
                                          <p:spTgt spid="89"/>
                                        </p:tgtEl>
                                        <p:attrNameLst>
                                          <p:attrName>style.visibility</p:attrName>
                                        </p:attrNameLst>
                                      </p:cBhvr>
                                      <p:to>
                                        <p:strVal val="visible"/>
                                      </p:to>
                                    </p:set>
                                    <p:animEffect transition="in" filter="dissolve">
                                      <p:cBhvr>
                                        <p:cTn id="89" dur="500"/>
                                        <p:tgtEl>
                                          <p:spTgt spid="89"/>
                                        </p:tgtEl>
                                      </p:cBhvr>
                                    </p:animEffect>
                                  </p:childTnLst>
                                </p:cTn>
                              </p:par>
                            </p:childTnLst>
                          </p:cTn>
                        </p:par>
                        <p:par>
                          <p:cTn id="90" fill="hold">
                            <p:stCondLst>
                              <p:cond delay="3500"/>
                            </p:stCondLst>
                            <p:childTnLst>
                              <p:par>
                                <p:cTn id="91" presetID="9" presetClass="entr" presetSubtype="0" fill="hold" nodeType="afterEffect">
                                  <p:stCondLst>
                                    <p:cond delay="1000"/>
                                  </p:stCondLst>
                                  <p:childTnLst>
                                    <p:set>
                                      <p:cBhvr>
                                        <p:cTn id="92" dur="1" fill="hold">
                                          <p:stCondLst>
                                            <p:cond delay="0"/>
                                          </p:stCondLst>
                                        </p:cTn>
                                        <p:tgtEl>
                                          <p:spTgt spid="92"/>
                                        </p:tgtEl>
                                        <p:attrNameLst>
                                          <p:attrName>style.visibility</p:attrName>
                                        </p:attrNameLst>
                                      </p:cBhvr>
                                      <p:to>
                                        <p:strVal val="visible"/>
                                      </p:to>
                                    </p:set>
                                    <p:animEffect transition="in" filter="dissolve">
                                      <p:cBhvr>
                                        <p:cTn id="93" dur="500"/>
                                        <p:tgtEl>
                                          <p:spTgt spid="92"/>
                                        </p:tgtEl>
                                      </p:cBhvr>
                                    </p:animEffect>
                                  </p:childTnLst>
                                </p:cTn>
                              </p:par>
                            </p:childTnLst>
                          </p:cTn>
                        </p:par>
                        <p:par>
                          <p:cTn id="94" fill="hold">
                            <p:stCondLst>
                              <p:cond delay="5000"/>
                            </p:stCondLst>
                            <p:childTnLst>
                              <p:par>
                                <p:cTn id="95" presetID="9" presetClass="entr" presetSubtype="0" fill="hold" nodeType="afterEffect">
                                  <p:stCondLst>
                                    <p:cond delay="1000"/>
                                  </p:stCondLst>
                                  <p:childTnLst>
                                    <p:set>
                                      <p:cBhvr>
                                        <p:cTn id="96" dur="1" fill="hold">
                                          <p:stCondLst>
                                            <p:cond delay="0"/>
                                          </p:stCondLst>
                                        </p:cTn>
                                        <p:tgtEl>
                                          <p:spTgt spid="96"/>
                                        </p:tgtEl>
                                        <p:attrNameLst>
                                          <p:attrName>style.visibility</p:attrName>
                                        </p:attrNameLst>
                                      </p:cBhvr>
                                      <p:to>
                                        <p:strVal val="visible"/>
                                      </p:to>
                                    </p:set>
                                    <p:animEffect transition="in" filter="dissolve">
                                      <p:cBhvr>
                                        <p:cTn id="97" dur="500"/>
                                        <p:tgtEl>
                                          <p:spTgt spid="96"/>
                                        </p:tgtEl>
                                      </p:cBhvr>
                                    </p:animEffect>
                                  </p:childTnLst>
                                </p:cTn>
                              </p:par>
                            </p:childTnLst>
                          </p:cTn>
                        </p:par>
                        <p:par>
                          <p:cTn id="98" fill="hold">
                            <p:stCondLst>
                              <p:cond delay="6500"/>
                            </p:stCondLst>
                            <p:childTnLst>
                              <p:par>
                                <p:cTn id="99" presetID="9" presetClass="entr" presetSubtype="0" fill="hold" nodeType="afterEffect">
                                  <p:stCondLst>
                                    <p:cond delay="1000"/>
                                  </p:stCondLst>
                                  <p:childTnLst>
                                    <p:set>
                                      <p:cBhvr>
                                        <p:cTn id="100" dur="1" fill="hold">
                                          <p:stCondLst>
                                            <p:cond delay="0"/>
                                          </p:stCondLst>
                                        </p:cTn>
                                        <p:tgtEl>
                                          <p:spTgt spid="99"/>
                                        </p:tgtEl>
                                        <p:attrNameLst>
                                          <p:attrName>style.visibility</p:attrName>
                                        </p:attrNameLst>
                                      </p:cBhvr>
                                      <p:to>
                                        <p:strVal val="visible"/>
                                      </p:to>
                                    </p:set>
                                    <p:animEffect transition="in" filter="dissolve">
                                      <p:cBhvr>
                                        <p:cTn id="101" dur="500"/>
                                        <p:tgtEl>
                                          <p:spTgt spid="99"/>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iterate type="wd">
                                    <p:tmPct val="100000"/>
                                  </p:iterate>
                                  <p:childTnLst>
                                    <p:set>
                                      <p:cBhvr>
                                        <p:cTn id="105" dur="1" fill="hold">
                                          <p:stCondLst>
                                            <p:cond delay="0"/>
                                          </p:stCondLst>
                                        </p:cTn>
                                        <p:tgtEl>
                                          <p:spTgt spid="78"/>
                                        </p:tgtEl>
                                        <p:attrNameLst>
                                          <p:attrName>style.visibility</p:attrName>
                                        </p:attrNameLst>
                                      </p:cBhvr>
                                      <p:to>
                                        <p:strVal val="visible"/>
                                      </p:to>
                                    </p:set>
                                    <p:animEffect transition="in" filter="wipe(left)">
                                      <p:cBhvr>
                                        <p:cTn id="106" dur="300"/>
                                        <p:tgtEl>
                                          <p:spTgt spid="7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102"/>
                                        </p:tgtEl>
                                        <p:attrNameLst>
                                          <p:attrName>style.visibility</p:attrName>
                                        </p:attrNameLst>
                                      </p:cBhvr>
                                      <p:to>
                                        <p:strVal val="visible"/>
                                      </p:to>
                                    </p:set>
                                    <p:animEffect transition="in" filter="wipe(up)">
                                      <p:cBhvr>
                                        <p:cTn id="111" dur="500"/>
                                        <p:tgtEl>
                                          <p:spTgt spid="102"/>
                                        </p:tgtEl>
                                      </p:cBhvr>
                                    </p:animEffect>
                                  </p:childTnLst>
                                </p:cTn>
                              </p:par>
                            </p:childTnLst>
                          </p:cTn>
                        </p:par>
                        <p:par>
                          <p:cTn id="112" fill="hold">
                            <p:stCondLst>
                              <p:cond delay="500"/>
                            </p:stCondLst>
                            <p:childTnLst>
                              <p:par>
                                <p:cTn id="113" presetID="2" presetClass="entr" presetSubtype="1" fill="hold" grpId="0" nodeType="afterEffect">
                                  <p:stCondLst>
                                    <p:cond delay="1000"/>
                                  </p:stCondLst>
                                  <p:childTnLst>
                                    <p:set>
                                      <p:cBhvr>
                                        <p:cTn id="114" dur="1" fill="hold">
                                          <p:stCondLst>
                                            <p:cond delay="0"/>
                                          </p:stCondLst>
                                        </p:cTn>
                                        <p:tgtEl>
                                          <p:spTgt spid="103"/>
                                        </p:tgtEl>
                                        <p:attrNameLst>
                                          <p:attrName>style.visibility</p:attrName>
                                        </p:attrNameLst>
                                      </p:cBhvr>
                                      <p:to>
                                        <p:strVal val="visible"/>
                                      </p:to>
                                    </p:set>
                                    <p:anim calcmode="lin" valueType="num">
                                      <p:cBhvr additive="base">
                                        <p:cTn id="115" dur="500" fill="hold"/>
                                        <p:tgtEl>
                                          <p:spTgt spid="103"/>
                                        </p:tgtEl>
                                        <p:attrNameLst>
                                          <p:attrName>ppt_x</p:attrName>
                                        </p:attrNameLst>
                                      </p:cBhvr>
                                      <p:tavLst>
                                        <p:tav tm="0">
                                          <p:val>
                                            <p:strVal val="#ppt_x"/>
                                          </p:val>
                                        </p:tav>
                                        <p:tav tm="100000">
                                          <p:val>
                                            <p:strVal val="#ppt_x"/>
                                          </p:val>
                                        </p:tav>
                                      </p:tavLst>
                                    </p:anim>
                                    <p:anim calcmode="lin" valueType="num">
                                      <p:cBhvr additive="base">
                                        <p:cTn id="116" dur="500" fill="hold"/>
                                        <p:tgtEl>
                                          <p:spTgt spid="103"/>
                                        </p:tgtEl>
                                        <p:attrNameLst>
                                          <p:attrName>ppt_y</p:attrName>
                                        </p:attrNameLst>
                                      </p:cBhvr>
                                      <p:tavLst>
                                        <p:tav tm="0">
                                          <p:val>
                                            <p:strVal val="0-#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 presetClass="entr" presetSubtype="32" fill="hold" nodeType="clickEffect">
                                  <p:stCondLst>
                                    <p:cond delay="0"/>
                                  </p:stCondLst>
                                  <p:childTnLst>
                                    <p:set>
                                      <p:cBhvr>
                                        <p:cTn id="120" dur="1" fill="hold">
                                          <p:stCondLst>
                                            <p:cond delay="0"/>
                                          </p:stCondLst>
                                        </p:cTn>
                                        <p:tgtEl>
                                          <p:spTgt spid="104"/>
                                        </p:tgtEl>
                                        <p:attrNameLst>
                                          <p:attrName>style.visibility</p:attrName>
                                        </p:attrNameLst>
                                      </p:cBhvr>
                                      <p:to>
                                        <p:strVal val="visible"/>
                                      </p:to>
                                    </p:set>
                                    <p:animEffect transition="in" filter="box(out)">
                                      <p:cBhvr>
                                        <p:cTn id="121" dur="500"/>
                                        <p:tgtEl>
                                          <p:spTgt spid="104"/>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110"/>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08"/>
                                        </p:tgtEl>
                                        <p:attrNameLst>
                                          <p:attrName>style.visibility</p:attrName>
                                        </p:attrNameLst>
                                      </p:cBhvr>
                                      <p:to>
                                        <p:strVal val="visible"/>
                                      </p:to>
                                    </p:set>
                                    <p:animEffect transition="in" filter="wipe(left)">
                                      <p:cBhvr>
                                        <p:cTn id="130" dur="500"/>
                                        <p:tgtEl>
                                          <p:spTgt spid="108"/>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09"/>
                                        </p:tgtEl>
                                        <p:attrNameLst>
                                          <p:attrName>style.visibility</p:attrName>
                                        </p:attrNameLst>
                                      </p:cBhvr>
                                      <p:to>
                                        <p:strVal val="visible"/>
                                      </p:to>
                                    </p:set>
                                    <p:animEffect transition="in" filter="wipe(left)">
                                      <p:cBhvr>
                                        <p:cTn id="135"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p:bldP spid="7" grpId="0"/>
      <p:bldP spid="73" grpId="0" animBg="1" autoUpdateAnimBg="0"/>
      <p:bldP spid="74" grpId="0" animBg="1" autoUpdateAnimBg="0"/>
      <p:bldP spid="75" grpId="0" animBg="1" autoUpdateAnimBg="0"/>
      <p:bldP spid="76" grpId="0" animBg="1" autoUpdateAnimBg="0"/>
      <p:bldP spid="77" grpId="0" autoUpdateAnimBg="0"/>
      <p:bldP spid="78" grpId="0" animBg="1" autoUpdateAnimBg="0"/>
      <p:bldP spid="79" grpId="0"/>
      <p:bldP spid="80" grpId="0"/>
      <p:bldP spid="81" grpId="0"/>
      <p:bldP spid="82" grpId="0"/>
      <p:bldP spid="83" grpId="0"/>
      <p:bldP spid="84" grpId="0"/>
      <p:bldP spid="85" grpId="0"/>
      <p:bldP spid="95" grpId="0"/>
      <p:bldP spid="103" grpId="0" animBg="1" autoUpdateAnimBg="0"/>
      <p:bldP spid="108" grpId="0" animBg="1" autoUpdateAnimBg="0"/>
      <p:bldP spid="109"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43284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30</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3" name="Group 132">
            <a:extLst>
              <a:ext uri="{FF2B5EF4-FFF2-40B4-BE49-F238E27FC236}">
                <a16:creationId xmlns:a16="http://schemas.microsoft.com/office/drawing/2014/main" id="{067AB709-F9E3-4E45-8B9D-CF52826C8DBB}"/>
              </a:ext>
            </a:extLst>
          </p:cNvPr>
          <p:cNvGrpSpPr>
            <a:grpSpLocks/>
          </p:cNvGrpSpPr>
          <p:nvPr/>
        </p:nvGrpSpPr>
        <p:grpSpPr bwMode="auto">
          <a:xfrm>
            <a:off x="1141413" y="854075"/>
            <a:ext cx="3387725" cy="4308475"/>
            <a:chOff x="719" y="538"/>
            <a:chExt cx="2134" cy="2714"/>
          </a:xfrm>
        </p:grpSpPr>
        <p:grpSp>
          <p:nvGrpSpPr>
            <p:cNvPr id="4" name="Group 131">
              <a:extLst>
                <a:ext uri="{FF2B5EF4-FFF2-40B4-BE49-F238E27FC236}">
                  <a16:creationId xmlns:a16="http://schemas.microsoft.com/office/drawing/2014/main" id="{21773659-FEB2-4957-BCE9-8696217E3A61}"/>
                </a:ext>
              </a:extLst>
            </p:cNvPr>
            <p:cNvGrpSpPr>
              <a:grpSpLocks/>
            </p:cNvGrpSpPr>
            <p:nvPr/>
          </p:nvGrpSpPr>
          <p:grpSpPr bwMode="auto">
            <a:xfrm>
              <a:off x="821" y="538"/>
              <a:ext cx="2032" cy="2714"/>
              <a:chOff x="821" y="538"/>
              <a:chExt cx="2032" cy="2714"/>
            </a:xfrm>
          </p:grpSpPr>
          <p:grpSp>
            <p:nvGrpSpPr>
              <p:cNvPr id="8" name="Group 130">
                <a:extLst>
                  <a:ext uri="{FF2B5EF4-FFF2-40B4-BE49-F238E27FC236}">
                    <a16:creationId xmlns:a16="http://schemas.microsoft.com/office/drawing/2014/main" id="{09658FE5-D8C3-4FC3-93D6-B991C4DBAC2C}"/>
                  </a:ext>
                </a:extLst>
              </p:cNvPr>
              <p:cNvGrpSpPr>
                <a:grpSpLocks/>
              </p:cNvGrpSpPr>
              <p:nvPr/>
            </p:nvGrpSpPr>
            <p:grpSpPr bwMode="auto">
              <a:xfrm>
                <a:off x="821" y="538"/>
                <a:ext cx="2032" cy="2714"/>
                <a:chOff x="821" y="538"/>
                <a:chExt cx="2032" cy="2714"/>
              </a:xfrm>
            </p:grpSpPr>
            <p:sp>
              <p:nvSpPr>
                <p:cNvPr id="15" name="Text Box 9">
                  <a:extLst>
                    <a:ext uri="{FF2B5EF4-FFF2-40B4-BE49-F238E27FC236}">
                      <a16:creationId xmlns:a16="http://schemas.microsoft.com/office/drawing/2014/main" id="{57729F02-BF0A-4596-A686-2327887D0C83}"/>
                    </a:ext>
                  </a:extLst>
                </p:cNvPr>
                <p:cNvSpPr txBox="1">
                  <a:spLocks noChangeArrowheads="1"/>
                </p:cNvSpPr>
                <p:nvPr/>
              </p:nvSpPr>
              <p:spPr bwMode="auto">
                <a:xfrm>
                  <a:off x="2499" y="2132"/>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6" name="Text Box 10">
                  <a:extLst>
                    <a:ext uri="{FF2B5EF4-FFF2-40B4-BE49-F238E27FC236}">
                      <a16:creationId xmlns:a16="http://schemas.microsoft.com/office/drawing/2014/main" id="{11E45A54-F28B-44B8-A220-5E583D36FB55}"/>
                    </a:ext>
                  </a:extLst>
                </p:cNvPr>
                <p:cNvSpPr txBox="1">
                  <a:spLocks noChangeArrowheads="1"/>
                </p:cNvSpPr>
                <p:nvPr/>
              </p:nvSpPr>
              <p:spPr bwMode="auto">
                <a:xfrm>
                  <a:off x="1814" y="2964"/>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7" name="Text Box 11">
                  <a:extLst>
                    <a:ext uri="{FF2B5EF4-FFF2-40B4-BE49-F238E27FC236}">
                      <a16:creationId xmlns:a16="http://schemas.microsoft.com/office/drawing/2014/main" id="{0D5472F4-5B04-45BF-A5B0-73B59E8BE94F}"/>
                    </a:ext>
                  </a:extLst>
                </p:cNvPr>
                <p:cNvSpPr txBox="1">
                  <a:spLocks noChangeArrowheads="1"/>
                </p:cNvSpPr>
                <p:nvPr/>
              </p:nvSpPr>
              <p:spPr bwMode="auto">
                <a:xfrm>
                  <a:off x="1013" y="538"/>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18" name="Group 129">
                  <a:extLst>
                    <a:ext uri="{FF2B5EF4-FFF2-40B4-BE49-F238E27FC236}">
                      <a16:creationId xmlns:a16="http://schemas.microsoft.com/office/drawing/2014/main" id="{2095EFCA-53FC-4862-8DE3-940C022E2ABC}"/>
                    </a:ext>
                  </a:extLst>
                </p:cNvPr>
                <p:cNvGrpSpPr>
                  <a:grpSpLocks/>
                </p:cNvGrpSpPr>
                <p:nvPr/>
              </p:nvGrpSpPr>
              <p:grpSpPr bwMode="auto">
                <a:xfrm>
                  <a:off x="1998" y="630"/>
                  <a:ext cx="158" cy="233"/>
                  <a:chOff x="1998" y="630"/>
                  <a:chExt cx="158" cy="233"/>
                </a:xfrm>
              </p:grpSpPr>
              <p:sp>
                <p:nvSpPr>
                  <p:cNvPr id="64" name="Line 13">
                    <a:extLst>
                      <a:ext uri="{FF2B5EF4-FFF2-40B4-BE49-F238E27FC236}">
                        <a16:creationId xmlns:a16="http://schemas.microsoft.com/office/drawing/2014/main" id="{935FF430-5411-4AEA-B4E2-95C1B094BE30}"/>
                      </a:ext>
                    </a:extLst>
                  </p:cNvPr>
                  <p:cNvSpPr>
                    <a:spLocks noChangeShapeType="1"/>
                  </p:cNvSpPr>
                  <p:nvPr/>
                </p:nvSpPr>
                <p:spPr bwMode="auto">
                  <a:xfrm>
                    <a:off x="2009" y="649"/>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Rectangle 14">
                    <a:extLst>
                      <a:ext uri="{FF2B5EF4-FFF2-40B4-BE49-F238E27FC236}">
                        <a16:creationId xmlns:a16="http://schemas.microsoft.com/office/drawing/2014/main" id="{5F232CA5-4C0A-4D09-BB70-A43DF6EB3592}"/>
                      </a:ext>
                    </a:extLst>
                  </p:cNvPr>
                  <p:cNvSpPr>
                    <a:spLocks noChangeArrowheads="1"/>
                  </p:cNvSpPr>
                  <p:nvPr/>
                </p:nvSpPr>
                <p:spPr bwMode="auto">
                  <a:xfrm>
                    <a:off x="1998" y="630"/>
                    <a:ext cx="140" cy="2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sp>
              <p:nvSpPr>
                <p:cNvPr id="19" name="Line 15">
                  <a:extLst>
                    <a:ext uri="{FF2B5EF4-FFF2-40B4-BE49-F238E27FC236}">
                      <a16:creationId xmlns:a16="http://schemas.microsoft.com/office/drawing/2014/main" id="{27E3B87D-FC04-4CA0-A2D4-8D47D026AF9D}"/>
                    </a:ext>
                  </a:extLst>
                </p:cNvPr>
                <p:cNvSpPr>
                  <a:spLocks noChangeShapeType="1"/>
                </p:cNvSpPr>
                <p:nvPr/>
              </p:nvSpPr>
              <p:spPr bwMode="auto">
                <a:xfrm flipV="1">
                  <a:off x="1239" y="713"/>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Line 16">
                  <a:extLst>
                    <a:ext uri="{FF2B5EF4-FFF2-40B4-BE49-F238E27FC236}">
                      <a16:creationId xmlns:a16="http://schemas.microsoft.com/office/drawing/2014/main" id="{41B110BE-75DD-4808-968D-4B123DCABFCF}"/>
                    </a:ext>
                  </a:extLst>
                </p:cNvPr>
                <p:cNvSpPr>
                  <a:spLocks noChangeShapeType="1"/>
                </p:cNvSpPr>
                <p:nvPr/>
              </p:nvSpPr>
              <p:spPr bwMode="auto">
                <a:xfrm flipV="1">
                  <a:off x="1980" y="713"/>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17">
                  <a:extLst>
                    <a:ext uri="{FF2B5EF4-FFF2-40B4-BE49-F238E27FC236}">
                      <a16:creationId xmlns:a16="http://schemas.microsoft.com/office/drawing/2014/main" id="{4E85321C-93F0-4D21-B1A6-A34EA030FAC7}"/>
                    </a:ext>
                  </a:extLst>
                </p:cNvPr>
                <p:cNvSpPr>
                  <a:spLocks noChangeShapeType="1"/>
                </p:cNvSpPr>
                <p:nvPr/>
              </p:nvSpPr>
              <p:spPr bwMode="auto">
                <a:xfrm>
                  <a:off x="1239" y="910"/>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18">
                  <a:extLst>
                    <a:ext uri="{FF2B5EF4-FFF2-40B4-BE49-F238E27FC236}">
                      <a16:creationId xmlns:a16="http://schemas.microsoft.com/office/drawing/2014/main" id="{3D05AC80-2B03-4BB2-B468-30C6ACD56FED}"/>
                    </a:ext>
                  </a:extLst>
                </p:cNvPr>
                <p:cNvSpPr>
                  <a:spLocks noChangeShapeType="1"/>
                </p:cNvSpPr>
                <p:nvPr/>
              </p:nvSpPr>
              <p:spPr bwMode="auto">
                <a:xfrm flipH="1">
                  <a:off x="1720" y="910"/>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19">
                  <a:extLst>
                    <a:ext uri="{FF2B5EF4-FFF2-40B4-BE49-F238E27FC236}">
                      <a16:creationId xmlns:a16="http://schemas.microsoft.com/office/drawing/2014/main" id="{66D2B886-B936-4F41-8E35-66129CBDF7F9}"/>
                    </a:ext>
                  </a:extLst>
                </p:cNvPr>
                <p:cNvSpPr>
                  <a:spLocks noChangeShapeType="1"/>
                </p:cNvSpPr>
                <p:nvPr/>
              </p:nvSpPr>
              <p:spPr bwMode="auto">
                <a:xfrm flipV="1">
                  <a:off x="1128" y="1383"/>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20">
                  <a:extLst>
                    <a:ext uri="{FF2B5EF4-FFF2-40B4-BE49-F238E27FC236}">
                      <a16:creationId xmlns:a16="http://schemas.microsoft.com/office/drawing/2014/main" id="{C9E81A0A-12FD-4ABE-8931-DA67349C800B}"/>
                    </a:ext>
                  </a:extLst>
                </p:cNvPr>
                <p:cNvSpPr>
                  <a:spLocks noChangeShapeType="1"/>
                </p:cNvSpPr>
                <p:nvPr/>
              </p:nvSpPr>
              <p:spPr bwMode="auto">
                <a:xfrm flipV="1">
                  <a:off x="2091" y="1383"/>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1">
                  <a:extLst>
                    <a:ext uri="{FF2B5EF4-FFF2-40B4-BE49-F238E27FC236}">
                      <a16:creationId xmlns:a16="http://schemas.microsoft.com/office/drawing/2014/main" id="{3159CBAA-B9FC-4526-B000-FD8CFFD1C822}"/>
                    </a:ext>
                  </a:extLst>
                </p:cNvPr>
                <p:cNvSpPr>
                  <a:spLocks noChangeShapeType="1"/>
                </p:cNvSpPr>
                <p:nvPr/>
              </p:nvSpPr>
              <p:spPr bwMode="auto">
                <a:xfrm flipV="1">
                  <a:off x="2017" y="2091"/>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22">
                  <a:extLst>
                    <a:ext uri="{FF2B5EF4-FFF2-40B4-BE49-F238E27FC236}">
                      <a16:creationId xmlns:a16="http://schemas.microsoft.com/office/drawing/2014/main" id="{A4250C3A-1EAD-44E9-84D1-C8423E046E64}"/>
                    </a:ext>
                  </a:extLst>
                </p:cNvPr>
                <p:cNvSpPr>
                  <a:spLocks noChangeShapeType="1"/>
                </p:cNvSpPr>
                <p:nvPr/>
              </p:nvSpPr>
              <p:spPr bwMode="auto">
                <a:xfrm flipV="1">
                  <a:off x="1016" y="2091"/>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23">
                  <a:extLst>
                    <a:ext uri="{FF2B5EF4-FFF2-40B4-BE49-F238E27FC236}">
                      <a16:creationId xmlns:a16="http://schemas.microsoft.com/office/drawing/2014/main" id="{33E9FDF9-9104-436B-81DF-9FB6B8FB27EF}"/>
                    </a:ext>
                  </a:extLst>
                </p:cNvPr>
                <p:cNvSpPr>
                  <a:spLocks noChangeShapeType="1"/>
                </p:cNvSpPr>
                <p:nvPr/>
              </p:nvSpPr>
              <p:spPr bwMode="auto">
                <a:xfrm flipH="1">
                  <a:off x="1983" y="2749"/>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24">
                  <a:extLst>
                    <a:ext uri="{FF2B5EF4-FFF2-40B4-BE49-F238E27FC236}">
                      <a16:creationId xmlns:a16="http://schemas.microsoft.com/office/drawing/2014/main" id="{2D6471FD-E20F-4DB0-8AA0-8DDAB42C1111}"/>
                    </a:ext>
                  </a:extLst>
                </p:cNvPr>
                <p:cNvSpPr>
                  <a:spLocks noChangeShapeType="1"/>
                </p:cNvSpPr>
                <p:nvPr/>
              </p:nvSpPr>
              <p:spPr bwMode="auto">
                <a:xfrm>
                  <a:off x="1128" y="2091"/>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25">
                  <a:extLst>
                    <a:ext uri="{FF2B5EF4-FFF2-40B4-BE49-F238E27FC236}">
                      <a16:creationId xmlns:a16="http://schemas.microsoft.com/office/drawing/2014/main" id="{495560C8-172A-47E7-B363-A63225C206A5}"/>
                    </a:ext>
                  </a:extLst>
                </p:cNvPr>
                <p:cNvSpPr>
                  <a:spLocks noChangeShapeType="1"/>
                </p:cNvSpPr>
                <p:nvPr/>
              </p:nvSpPr>
              <p:spPr bwMode="auto">
                <a:xfrm>
                  <a:off x="1127" y="2288"/>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Oval 26">
                  <a:extLst>
                    <a:ext uri="{FF2B5EF4-FFF2-40B4-BE49-F238E27FC236}">
                      <a16:creationId xmlns:a16="http://schemas.microsoft.com/office/drawing/2014/main" id="{93A8AAFB-2F8D-4DC7-B29D-14C2E919CB84}"/>
                    </a:ext>
                  </a:extLst>
                </p:cNvPr>
                <p:cNvSpPr>
                  <a:spLocks noChangeAspect="1" noChangeArrowheads="1"/>
                </p:cNvSpPr>
                <p:nvPr/>
              </p:nvSpPr>
              <p:spPr bwMode="auto">
                <a:xfrm>
                  <a:off x="1979" y="2316"/>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Line 27">
                  <a:extLst>
                    <a:ext uri="{FF2B5EF4-FFF2-40B4-BE49-F238E27FC236}">
                      <a16:creationId xmlns:a16="http://schemas.microsoft.com/office/drawing/2014/main" id="{82C9A448-CDEA-42D9-9377-2DC7DB644A3F}"/>
                    </a:ext>
                  </a:extLst>
                </p:cNvPr>
                <p:cNvSpPr>
                  <a:spLocks noChangeShapeType="1"/>
                </p:cNvSpPr>
                <p:nvPr/>
              </p:nvSpPr>
              <p:spPr bwMode="auto">
                <a:xfrm>
                  <a:off x="2166" y="2091"/>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Oval 28">
                  <a:extLst>
                    <a:ext uri="{FF2B5EF4-FFF2-40B4-BE49-F238E27FC236}">
                      <a16:creationId xmlns:a16="http://schemas.microsoft.com/office/drawing/2014/main" id="{D03ED1E7-9A95-4BB3-A8E0-901A5CBB63B9}"/>
                    </a:ext>
                  </a:extLst>
                </p:cNvPr>
                <p:cNvSpPr>
                  <a:spLocks noChangeAspect="1" noChangeArrowheads="1"/>
                </p:cNvSpPr>
                <p:nvPr/>
              </p:nvSpPr>
              <p:spPr bwMode="auto">
                <a:xfrm>
                  <a:off x="2128" y="2248"/>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Oval 29">
                  <a:extLst>
                    <a:ext uri="{FF2B5EF4-FFF2-40B4-BE49-F238E27FC236}">
                      <a16:creationId xmlns:a16="http://schemas.microsoft.com/office/drawing/2014/main" id="{1C8E4C19-9887-4D7E-86C5-FEC0D849C9B5}"/>
                    </a:ext>
                  </a:extLst>
                </p:cNvPr>
                <p:cNvSpPr>
                  <a:spLocks noChangeAspect="1" noChangeArrowheads="1"/>
                </p:cNvSpPr>
                <p:nvPr/>
              </p:nvSpPr>
              <p:spPr bwMode="auto">
                <a:xfrm>
                  <a:off x="1947" y="872"/>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Oval 30">
                  <a:extLst>
                    <a:ext uri="{FF2B5EF4-FFF2-40B4-BE49-F238E27FC236}">
                      <a16:creationId xmlns:a16="http://schemas.microsoft.com/office/drawing/2014/main" id="{61E2E967-0731-4EE0-AD21-2E351BC5A055}"/>
                    </a:ext>
                  </a:extLst>
                </p:cNvPr>
                <p:cNvSpPr>
                  <a:spLocks noChangeAspect="1" noChangeArrowheads="1"/>
                </p:cNvSpPr>
                <p:nvPr/>
              </p:nvSpPr>
              <p:spPr bwMode="auto">
                <a:xfrm>
                  <a:off x="1201" y="871"/>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Line 31">
                  <a:extLst>
                    <a:ext uri="{FF2B5EF4-FFF2-40B4-BE49-F238E27FC236}">
                      <a16:creationId xmlns:a16="http://schemas.microsoft.com/office/drawing/2014/main" id="{9F2031EB-B0C1-4AE3-B8F5-48A0550A5092}"/>
                    </a:ext>
                  </a:extLst>
                </p:cNvPr>
                <p:cNvSpPr>
                  <a:spLocks noChangeShapeType="1"/>
                </p:cNvSpPr>
                <p:nvPr/>
              </p:nvSpPr>
              <p:spPr bwMode="auto">
                <a:xfrm>
                  <a:off x="1275" y="1383"/>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32">
                  <a:extLst>
                    <a:ext uri="{FF2B5EF4-FFF2-40B4-BE49-F238E27FC236}">
                      <a16:creationId xmlns:a16="http://schemas.microsoft.com/office/drawing/2014/main" id="{CE83821A-A799-47ED-8B69-5D4DA19E9719}"/>
                    </a:ext>
                  </a:extLst>
                </p:cNvPr>
                <p:cNvSpPr>
                  <a:spLocks noChangeShapeType="1"/>
                </p:cNvSpPr>
                <p:nvPr/>
              </p:nvSpPr>
              <p:spPr bwMode="auto">
                <a:xfrm>
                  <a:off x="1906" y="1383"/>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33">
                  <a:extLst>
                    <a:ext uri="{FF2B5EF4-FFF2-40B4-BE49-F238E27FC236}">
                      <a16:creationId xmlns:a16="http://schemas.microsoft.com/office/drawing/2014/main" id="{694783C5-023C-43B0-AE98-2335133E4C25}"/>
                    </a:ext>
                  </a:extLst>
                </p:cNvPr>
                <p:cNvSpPr>
                  <a:spLocks noChangeShapeType="1"/>
                </p:cNvSpPr>
                <p:nvPr/>
              </p:nvSpPr>
              <p:spPr bwMode="auto">
                <a:xfrm>
                  <a:off x="1275" y="1501"/>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34">
                  <a:extLst>
                    <a:ext uri="{FF2B5EF4-FFF2-40B4-BE49-F238E27FC236}">
                      <a16:creationId xmlns:a16="http://schemas.microsoft.com/office/drawing/2014/main" id="{9D6E4746-E65A-4774-8225-6F0BDE46F20C}"/>
                    </a:ext>
                  </a:extLst>
                </p:cNvPr>
                <p:cNvSpPr>
                  <a:spLocks noChangeShapeType="1"/>
                </p:cNvSpPr>
                <p:nvPr/>
              </p:nvSpPr>
              <p:spPr bwMode="auto">
                <a:xfrm flipH="1">
                  <a:off x="1461" y="910"/>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35">
                  <a:extLst>
                    <a:ext uri="{FF2B5EF4-FFF2-40B4-BE49-F238E27FC236}">
                      <a16:creationId xmlns:a16="http://schemas.microsoft.com/office/drawing/2014/main" id="{50C881AD-EB4A-448D-92B7-102BAA385F48}"/>
                    </a:ext>
                  </a:extLst>
                </p:cNvPr>
                <p:cNvSpPr>
                  <a:spLocks noChangeShapeType="1"/>
                </p:cNvSpPr>
                <p:nvPr/>
              </p:nvSpPr>
              <p:spPr bwMode="auto">
                <a:xfrm flipH="1">
                  <a:off x="1683" y="1501"/>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36">
                  <a:extLst>
                    <a:ext uri="{FF2B5EF4-FFF2-40B4-BE49-F238E27FC236}">
                      <a16:creationId xmlns:a16="http://schemas.microsoft.com/office/drawing/2014/main" id="{27FEAB84-EFAE-4FA3-ADA8-217E0EB202D8}"/>
                    </a:ext>
                  </a:extLst>
                </p:cNvPr>
                <p:cNvSpPr>
                  <a:spLocks noChangeShapeType="1"/>
                </p:cNvSpPr>
                <p:nvPr/>
              </p:nvSpPr>
              <p:spPr bwMode="auto">
                <a:xfrm>
                  <a:off x="1461" y="910"/>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Oval 38">
                  <a:extLst>
                    <a:ext uri="{FF2B5EF4-FFF2-40B4-BE49-F238E27FC236}">
                      <a16:creationId xmlns:a16="http://schemas.microsoft.com/office/drawing/2014/main" id="{5D2B29D6-A40B-4938-A59E-8667CA2140A4}"/>
                    </a:ext>
                  </a:extLst>
                </p:cNvPr>
                <p:cNvSpPr>
                  <a:spLocks noChangeArrowheads="1"/>
                </p:cNvSpPr>
                <p:nvPr/>
              </p:nvSpPr>
              <p:spPr bwMode="auto">
                <a:xfrm>
                  <a:off x="1191" y="1060"/>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Rectangle 39">
                  <a:extLst>
                    <a:ext uri="{FF2B5EF4-FFF2-40B4-BE49-F238E27FC236}">
                      <a16:creationId xmlns:a16="http://schemas.microsoft.com/office/drawing/2014/main" id="{94B32C61-20C4-483D-9585-8006C7299CA7}"/>
                    </a:ext>
                  </a:extLst>
                </p:cNvPr>
                <p:cNvSpPr>
                  <a:spLocks noChangeArrowheads="1"/>
                </p:cNvSpPr>
                <p:nvPr/>
              </p:nvSpPr>
              <p:spPr bwMode="auto">
                <a:xfrm>
                  <a:off x="941" y="1115"/>
                  <a:ext cx="473" cy="255"/>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Oval 40">
                  <a:extLst>
                    <a:ext uri="{FF2B5EF4-FFF2-40B4-BE49-F238E27FC236}">
                      <a16:creationId xmlns:a16="http://schemas.microsoft.com/office/drawing/2014/main" id="{2B3F5D11-21C4-4A11-8F40-E1CCD461A959}"/>
                    </a:ext>
                  </a:extLst>
                </p:cNvPr>
                <p:cNvSpPr>
                  <a:spLocks noChangeArrowheads="1"/>
                </p:cNvSpPr>
                <p:nvPr/>
              </p:nvSpPr>
              <p:spPr bwMode="auto">
                <a:xfrm>
                  <a:off x="1191" y="1060"/>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Oval 42">
                  <a:extLst>
                    <a:ext uri="{FF2B5EF4-FFF2-40B4-BE49-F238E27FC236}">
                      <a16:creationId xmlns:a16="http://schemas.microsoft.com/office/drawing/2014/main" id="{9DCA83BA-887E-48B9-8A1D-26573D4ED3B1}"/>
                    </a:ext>
                  </a:extLst>
                </p:cNvPr>
                <p:cNvSpPr>
                  <a:spLocks noChangeArrowheads="1"/>
                </p:cNvSpPr>
                <p:nvPr/>
              </p:nvSpPr>
              <p:spPr bwMode="auto">
                <a:xfrm>
                  <a:off x="1940" y="106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5" name="Rectangle 43">
                  <a:extLst>
                    <a:ext uri="{FF2B5EF4-FFF2-40B4-BE49-F238E27FC236}">
                      <a16:creationId xmlns:a16="http://schemas.microsoft.com/office/drawing/2014/main" id="{D559B714-8924-4181-BDFA-3255DECB97AA}"/>
                    </a:ext>
                  </a:extLst>
                </p:cNvPr>
                <p:cNvSpPr>
                  <a:spLocks noChangeArrowheads="1"/>
                </p:cNvSpPr>
                <p:nvPr/>
              </p:nvSpPr>
              <p:spPr bwMode="auto">
                <a:xfrm>
                  <a:off x="1792" y="1144"/>
                  <a:ext cx="449" cy="244"/>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Oval 44">
                  <a:extLst>
                    <a:ext uri="{FF2B5EF4-FFF2-40B4-BE49-F238E27FC236}">
                      <a16:creationId xmlns:a16="http://schemas.microsoft.com/office/drawing/2014/main" id="{136920A6-5D4D-4F84-A93E-25B7BC496CE9}"/>
                    </a:ext>
                  </a:extLst>
                </p:cNvPr>
                <p:cNvSpPr>
                  <a:spLocks noChangeArrowheads="1"/>
                </p:cNvSpPr>
                <p:nvPr/>
              </p:nvSpPr>
              <p:spPr bwMode="auto">
                <a:xfrm>
                  <a:off x="1940" y="106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Rectangle 45">
                  <a:extLst>
                    <a:ext uri="{FF2B5EF4-FFF2-40B4-BE49-F238E27FC236}">
                      <a16:creationId xmlns:a16="http://schemas.microsoft.com/office/drawing/2014/main" id="{AA6B89DD-0DC1-4264-AE3E-65F99326C13E}"/>
                    </a:ext>
                  </a:extLst>
                </p:cNvPr>
                <p:cNvSpPr>
                  <a:spLocks noChangeArrowheads="1"/>
                </p:cNvSpPr>
                <p:nvPr/>
              </p:nvSpPr>
              <p:spPr bwMode="auto">
                <a:xfrm>
                  <a:off x="940" y="1852"/>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Oval 46">
                  <a:extLst>
                    <a:ext uri="{FF2B5EF4-FFF2-40B4-BE49-F238E27FC236}">
                      <a16:creationId xmlns:a16="http://schemas.microsoft.com/office/drawing/2014/main" id="{FC15FC54-A31D-44FD-AD81-5904A8C4D503}"/>
                    </a:ext>
                  </a:extLst>
                </p:cNvPr>
                <p:cNvSpPr>
                  <a:spLocks noChangeArrowheads="1"/>
                </p:cNvSpPr>
                <p:nvPr/>
              </p:nvSpPr>
              <p:spPr bwMode="auto">
                <a:xfrm>
                  <a:off x="1087" y="1775"/>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Rectangle 47">
                  <a:extLst>
                    <a:ext uri="{FF2B5EF4-FFF2-40B4-BE49-F238E27FC236}">
                      <a16:creationId xmlns:a16="http://schemas.microsoft.com/office/drawing/2014/main" id="{03D41761-52FE-4A59-B58E-26378D1264B7}"/>
                    </a:ext>
                  </a:extLst>
                </p:cNvPr>
                <p:cNvSpPr>
                  <a:spLocks noChangeArrowheads="1"/>
                </p:cNvSpPr>
                <p:nvPr/>
              </p:nvSpPr>
              <p:spPr bwMode="auto">
                <a:xfrm>
                  <a:off x="940" y="1852"/>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0" name="Oval 48">
                  <a:extLst>
                    <a:ext uri="{FF2B5EF4-FFF2-40B4-BE49-F238E27FC236}">
                      <a16:creationId xmlns:a16="http://schemas.microsoft.com/office/drawing/2014/main" id="{B38C148C-BCEB-4DA0-B7F9-085C13C11759}"/>
                    </a:ext>
                  </a:extLst>
                </p:cNvPr>
                <p:cNvSpPr>
                  <a:spLocks noChangeArrowheads="1"/>
                </p:cNvSpPr>
                <p:nvPr/>
              </p:nvSpPr>
              <p:spPr bwMode="auto">
                <a:xfrm>
                  <a:off x="1087" y="1775"/>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1" name="Rectangle 49">
                  <a:extLst>
                    <a:ext uri="{FF2B5EF4-FFF2-40B4-BE49-F238E27FC236}">
                      <a16:creationId xmlns:a16="http://schemas.microsoft.com/office/drawing/2014/main" id="{C353825B-A73F-4DDA-9774-E6C7E55C9D2F}"/>
                    </a:ext>
                  </a:extLst>
                </p:cNvPr>
                <p:cNvSpPr>
                  <a:spLocks noChangeArrowheads="1"/>
                </p:cNvSpPr>
                <p:nvPr/>
              </p:nvSpPr>
              <p:spPr bwMode="auto">
                <a:xfrm>
                  <a:off x="1903" y="1845"/>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Oval 50">
                  <a:extLst>
                    <a:ext uri="{FF2B5EF4-FFF2-40B4-BE49-F238E27FC236}">
                      <a16:creationId xmlns:a16="http://schemas.microsoft.com/office/drawing/2014/main" id="{F3211C0B-3DEE-43C9-830B-CFDD43F63705}"/>
                    </a:ext>
                  </a:extLst>
                </p:cNvPr>
                <p:cNvSpPr>
                  <a:spLocks noChangeArrowheads="1"/>
                </p:cNvSpPr>
                <p:nvPr/>
              </p:nvSpPr>
              <p:spPr bwMode="auto">
                <a:xfrm>
                  <a:off x="2051" y="1768"/>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Rectangle 51">
                  <a:extLst>
                    <a:ext uri="{FF2B5EF4-FFF2-40B4-BE49-F238E27FC236}">
                      <a16:creationId xmlns:a16="http://schemas.microsoft.com/office/drawing/2014/main" id="{E179DE72-BF9B-491F-98D8-8178D140AF6C}"/>
                    </a:ext>
                  </a:extLst>
                </p:cNvPr>
                <p:cNvSpPr>
                  <a:spLocks noChangeArrowheads="1"/>
                </p:cNvSpPr>
                <p:nvPr/>
              </p:nvSpPr>
              <p:spPr bwMode="auto">
                <a:xfrm>
                  <a:off x="1903" y="1845"/>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Oval 52">
                  <a:extLst>
                    <a:ext uri="{FF2B5EF4-FFF2-40B4-BE49-F238E27FC236}">
                      <a16:creationId xmlns:a16="http://schemas.microsoft.com/office/drawing/2014/main" id="{E0DA8F7B-FA17-4911-85A0-6C584EDFB7DE}"/>
                    </a:ext>
                  </a:extLst>
                </p:cNvPr>
                <p:cNvSpPr>
                  <a:spLocks noChangeArrowheads="1"/>
                </p:cNvSpPr>
                <p:nvPr/>
              </p:nvSpPr>
              <p:spPr bwMode="auto">
                <a:xfrm>
                  <a:off x="2051" y="1768"/>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Rectangle 53">
                  <a:extLst>
                    <a:ext uri="{FF2B5EF4-FFF2-40B4-BE49-F238E27FC236}">
                      <a16:creationId xmlns:a16="http://schemas.microsoft.com/office/drawing/2014/main" id="{6CB7CEF5-2399-4065-A7C2-E4C9D3E0532F}"/>
                    </a:ext>
                  </a:extLst>
                </p:cNvPr>
                <p:cNvSpPr>
                  <a:spLocks noChangeArrowheads="1"/>
                </p:cNvSpPr>
                <p:nvPr/>
              </p:nvSpPr>
              <p:spPr bwMode="auto">
                <a:xfrm>
                  <a:off x="821" y="251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6" name="Oval 54">
                  <a:extLst>
                    <a:ext uri="{FF2B5EF4-FFF2-40B4-BE49-F238E27FC236}">
                      <a16:creationId xmlns:a16="http://schemas.microsoft.com/office/drawing/2014/main" id="{ADFE13C8-4DD6-4F28-9812-85618C07934A}"/>
                    </a:ext>
                  </a:extLst>
                </p:cNvPr>
                <p:cNvSpPr>
                  <a:spLocks noChangeArrowheads="1"/>
                </p:cNvSpPr>
                <p:nvPr/>
              </p:nvSpPr>
              <p:spPr bwMode="auto">
                <a:xfrm>
                  <a:off x="969" y="243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Rectangle 55">
                  <a:extLst>
                    <a:ext uri="{FF2B5EF4-FFF2-40B4-BE49-F238E27FC236}">
                      <a16:creationId xmlns:a16="http://schemas.microsoft.com/office/drawing/2014/main" id="{5176CFDD-4EBC-4BF2-945A-C96C09AFD0EB}"/>
                    </a:ext>
                  </a:extLst>
                </p:cNvPr>
                <p:cNvSpPr>
                  <a:spLocks noChangeArrowheads="1"/>
                </p:cNvSpPr>
                <p:nvPr/>
              </p:nvSpPr>
              <p:spPr bwMode="auto">
                <a:xfrm>
                  <a:off x="821" y="2514"/>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Oval 56">
                  <a:extLst>
                    <a:ext uri="{FF2B5EF4-FFF2-40B4-BE49-F238E27FC236}">
                      <a16:creationId xmlns:a16="http://schemas.microsoft.com/office/drawing/2014/main" id="{E86B0FE7-3406-4B2C-ABF8-AA706881DB7C}"/>
                    </a:ext>
                  </a:extLst>
                </p:cNvPr>
                <p:cNvSpPr>
                  <a:spLocks noChangeArrowheads="1"/>
                </p:cNvSpPr>
                <p:nvPr/>
              </p:nvSpPr>
              <p:spPr bwMode="auto">
                <a:xfrm>
                  <a:off x="969" y="2437"/>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Rectangle 57">
                  <a:extLst>
                    <a:ext uri="{FF2B5EF4-FFF2-40B4-BE49-F238E27FC236}">
                      <a16:creationId xmlns:a16="http://schemas.microsoft.com/office/drawing/2014/main" id="{82CB5880-9B67-4856-ABBF-7B14EEF648AF}"/>
                    </a:ext>
                  </a:extLst>
                </p:cNvPr>
                <p:cNvSpPr>
                  <a:spLocks noChangeArrowheads="1"/>
                </p:cNvSpPr>
                <p:nvPr/>
              </p:nvSpPr>
              <p:spPr bwMode="auto">
                <a:xfrm>
                  <a:off x="1822" y="2514"/>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0" name="Oval 58">
                  <a:extLst>
                    <a:ext uri="{FF2B5EF4-FFF2-40B4-BE49-F238E27FC236}">
                      <a16:creationId xmlns:a16="http://schemas.microsoft.com/office/drawing/2014/main" id="{FB5C9BE5-7CA1-4E35-B38F-C9970B5785BF}"/>
                    </a:ext>
                  </a:extLst>
                </p:cNvPr>
                <p:cNvSpPr>
                  <a:spLocks noChangeArrowheads="1"/>
                </p:cNvSpPr>
                <p:nvPr/>
              </p:nvSpPr>
              <p:spPr bwMode="auto">
                <a:xfrm>
                  <a:off x="1970" y="2437"/>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1" name="Rectangle 59">
                  <a:extLst>
                    <a:ext uri="{FF2B5EF4-FFF2-40B4-BE49-F238E27FC236}">
                      <a16:creationId xmlns:a16="http://schemas.microsoft.com/office/drawing/2014/main" id="{45B21F50-9D7F-4525-9DB7-0C668C348D7F}"/>
                    </a:ext>
                  </a:extLst>
                </p:cNvPr>
                <p:cNvSpPr>
                  <a:spLocks noChangeArrowheads="1"/>
                </p:cNvSpPr>
                <p:nvPr/>
              </p:nvSpPr>
              <p:spPr bwMode="auto">
                <a:xfrm>
                  <a:off x="1822" y="2514"/>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Oval 60">
                  <a:extLst>
                    <a:ext uri="{FF2B5EF4-FFF2-40B4-BE49-F238E27FC236}">
                      <a16:creationId xmlns:a16="http://schemas.microsoft.com/office/drawing/2014/main" id="{8DF49557-2399-4A85-A67E-C44CAEFF13EC}"/>
                    </a:ext>
                  </a:extLst>
                </p:cNvPr>
                <p:cNvSpPr>
                  <a:spLocks noChangeArrowheads="1"/>
                </p:cNvSpPr>
                <p:nvPr/>
              </p:nvSpPr>
              <p:spPr bwMode="auto">
                <a:xfrm>
                  <a:off x="1970" y="2437"/>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3" name="Freeform 61">
                  <a:extLst>
                    <a:ext uri="{FF2B5EF4-FFF2-40B4-BE49-F238E27FC236}">
                      <a16:creationId xmlns:a16="http://schemas.microsoft.com/office/drawing/2014/main" id="{A78DAF0F-5730-4F2A-AE84-3E5C044DA12D}"/>
                    </a:ext>
                  </a:extLst>
                </p:cNvPr>
                <p:cNvSpPr>
                  <a:spLocks/>
                </p:cNvSpPr>
                <p:nvPr/>
              </p:nvSpPr>
              <p:spPr bwMode="auto">
                <a:xfrm>
                  <a:off x="1078" y="2363"/>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 name="Text Box 62">
                <a:extLst>
                  <a:ext uri="{FF2B5EF4-FFF2-40B4-BE49-F238E27FC236}">
                    <a16:creationId xmlns:a16="http://schemas.microsoft.com/office/drawing/2014/main" id="{91854B70-6F01-4A3F-BDA7-C7E1DDBDA2A8}"/>
                  </a:ext>
                </a:extLst>
              </p:cNvPr>
              <p:cNvSpPr txBox="1">
                <a:spLocks noChangeArrowheads="1"/>
              </p:cNvSpPr>
              <p:nvPr/>
            </p:nvSpPr>
            <p:spPr bwMode="auto">
              <a:xfrm>
                <a:off x="1111" y="110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0" name="Text Box 63">
                <a:extLst>
                  <a:ext uri="{FF2B5EF4-FFF2-40B4-BE49-F238E27FC236}">
                    <a16:creationId xmlns:a16="http://schemas.microsoft.com/office/drawing/2014/main" id="{4E53CBCB-BC6F-4480-8CAD-9025ECFC927A}"/>
                  </a:ext>
                </a:extLst>
              </p:cNvPr>
              <p:cNvSpPr txBox="1">
                <a:spLocks noChangeArrowheads="1"/>
              </p:cNvSpPr>
              <p:nvPr/>
            </p:nvSpPr>
            <p:spPr bwMode="auto">
              <a:xfrm>
                <a:off x="1883" y="110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11" name="Text Box 64">
                <a:extLst>
                  <a:ext uri="{FF2B5EF4-FFF2-40B4-BE49-F238E27FC236}">
                    <a16:creationId xmlns:a16="http://schemas.microsoft.com/office/drawing/2014/main" id="{74EC8462-6092-4260-8EF6-D533BDAAD4EB}"/>
                  </a:ext>
                </a:extLst>
              </p:cNvPr>
              <p:cNvSpPr txBox="1">
                <a:spLocks noChangeArrowheads="1"/>
              </p:cNvSpPr>
              <p:nvPr/>
            </p:nvSpPr>
            <p:spPr bwMode="auto">
              <a:xfrm>
                <a:off x="1014" y="1821"/>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3</a:t>
                </a:r>
              </a:p>
            </p:txBody>
          </p:sp>
          <p:sp>
            <p:nvSpPr>
              <p:cNvPr id="12" name="Text Box 65">
                <a:extLst>
                  <a:ext uri="{FF2B5EF4-FFF2-40B4-BE49-F238E27FC236}">
                    <a16:creationId xmlns:a16="http://schemas.microsoft.com/office/drawing/2014/main" id="{A090412D-0FDF-45E3-B93E-28DBB94872FD}"/>
                  </a:ext>
                </a:extLst>
              </p:cNvPr>
              <p:cNvSpPr txBox="1">
                <a:spLocks noChangeArrowheads="1"/>
              </p:cNvSpPr>
              <p:nvPr/>
            </p:nvSpPr>
            <p:spPr bwMode="auto">
              <a:xfrm>
                <a:off x="1981" y="1810"/>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4</a:t>
                </a:r>
              </a:p>
            </p:txBody>
          </p:sp>
          <p:sp>
            <p:nvSpPr>
              <p:cNvPr id="13" name="Text Box 66">
                <a:extLst>
                  <a:ext uri="{FF2B5EF4-FFF2-40B4-BE49-F238E27FC236}">
                    <a16:creationId xmlns:a16="http://schemas.microsoft.com/office/drawing/2014/main" id="{B9CC0E75-A792-4E39-8B23-8B4B203459A2}"/>
                  </a:ext>
                </a:extLst>
              </p:cNvPr>
              <p:cNvSpPr txBox="1">
                <a:spLocks noChangeArrowheads="1"/>
              </p:cNvSpPr>
              <p:nvPr/>
            </p:nvSpPr>
            <p:spPr bwMode="auto">
              <a:xfrm>
                <a:off x="895" y="2484"/>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5</a:t>
                </a:r>
              </a:p>
            </p:txBody>
          </p:sp>
          <p:sp>
            <p:nvSpPr>
              <p:cNvPr id="14" name="Text Box 67">
                <a:extLst>
                  <a:ext uri="{FF2B5EF4-FFF2-40B4-BE49-F238E27FC236}">
                    <a16:creationId xmlns:a16="http://schemas.microsoft.com/office/drawing/2014/main" id="{F83FE581-F5FB-40D9-A978-848CC4ADCCBC}"/>
                  </a:ext>
                </a:extLst>
              </p:cNvPr>
              <p:cNvSpPr txBox="1">
                <a:spLocks noChangeArrowheads="1"/>
              </p:cNvSpPr>
              <p:nvPr/>
            </p:nvSpPr>
            <p:spPr bwMode="auto">
              <a:xfrm>
                <a:off x="1895" y="2473"/>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6</a:t>
                </a:r>
              </a:p>
            </p:txBody>
          </p:sp>
        </p:grpSp>
        <p:sp>
          <p:nvSpPr>
            <p:cNvPr id="5" name="Freeform 68">
              <a:extLst>
                <a:ext uri="{FF2B5EF4-FFF2-40B4-BE49-F238E27FC236}">
                  <a16:creationId xmlns:a16="http://schemas.microsoft.com/office/drawing/2014/main" id="{8E2AC498-AEB6-4B4D-8F4F-2EE88843C100}"/>
                </a:ext>
              </a:extLst>
            </p:cNvPr>
            <p:cNvSpPr>
              <a:spLocks/>
            </p:cNvSpPr>
            <p:nvPr/>
          </p:nvSpPr>
          <p:spPr bwMode="auto">
            <a:xfrm>
              <a:off x="719" y="1602"/>
              <a:ext cx="413" cy="1391"/>
            </a:xfrm>
            <a:custGeom>
              <a:avLst/>
              <a:gdLst>
                <a:gd name="T0" fmla="*/ 413 w 413"/>
                <a:gd name="T1" fmla="*/ 0 h 1391"/>
                <a:gd name="T2" fmla="*/ 0 w 413"/>
                <a:gd name="T3" fmla="*/ 0 h 1391"/>
                <a:gd name="T4" fmla="*/ 0 w 413"/>
                <a:gd name="T5" fmla="*/ 1391 h 1391"/>
                <a:gd name="T6" fmla="*/ 207 w 413"/>
                <a:gd name="T7" fmla="*/ 1391 h 1391"/>
                <a:gd name="T8" fmla="*/ 207 w 413"/>
                <a:gd name="T9" fmla="*/ 1141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reeform 69">
              <a:extLst>
                <a:ext uri="{FF2B5EF4-FFF2-40B4-BE49-F238E27FC236}">
                  <a16:creationId xmlns:a16="http://schemas.microsoft.com/office/drawing/2014/main" id="{046C5747-876B-4C78-A6A3-9ABBD016ACD0}"/>
                </a:ext>
              </a:extLst>
            </p:cNvPr>
            <p:cNvSpPr>
              <a:spLocks/>
            </p:cNvSpPr>
            <p:nvPr/>
          </p:nvSpPr>
          <p:spPr bwMode="auto">
            <a:xfrm>
              <a:off x="1121" y="1602"/>
              <a:ext cx="815" cy="576"/>
            </a:xfrm>
            <a:custGeom>
              <a:avLst/>
              <a:gdLst>
                <a:gd name="T0" fmla="*/ 0 w 815"/>
                <a:gd name="T1" fmla="*/ 0 h 576"/>
                <a:gd name="T2" fmla="*/ 294 w 815"/>
                <a:gd name="T3" fmla="*/ 0 h 576"/>
                <a:gd name="T4" fmla="*/ 609 w 815"/>
                <a:gd name="T5" fmla="*/ 576 h 576"/>
                <a:gd name="T6" fmla="*/ 815 w 815"/>
                <a:gd name="T7" fmla="*/ 576 h 576"/>
                <a:gd name="T8" fmla="*/ 815 w 815"/>
                <a:gd name="T9" fmla="*/ 478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Oval 70">
              <a:extLst>
                <a:ext uri="{FF2B5EF4-FFF2-40B4-BE49-F238E27FC236}">
                  <a16:creationId xmlns:a16="http://schemas.microsoft.com/office/drawing/2014/main" id="{0D5BD39E-6A01-43EA-9C8B-3B00A4B50DC0}"/>
                </a:ext>
              </a:extLst>
            </p:cNvPr>
            <p:cNvSpPr>
              <a:spLocks noChangeArrowheads="1"/>
            </p:cNvSpPr>
            <p:nvPr/>
          </p:nvSpPr>
          <p:spPr bwMode="auto">
            <a:xfrm>
              <a:off x="1089" y="1580"/>
              <a:ext cx="56" cy="5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66" name="Group 135">
            <a:extLst>
              <a:ext uri="{FF2B5EF4-FFF2-40B4-BE49-F238E27FC236}">
                <a16:creationId xmlns:a16="http://schemas.microsoft.com/office/drawing/2014/main" id="{BD24F454-0CFD-44C7-A64E-E1EDB5716B35}"/>
              </a:ext>
            </a:extLst>
          </p:cNvPr>
          <p:cNvGrpSpPr>
            <a:grpSpLocks/>
          </p:cNvGrpSpPr>
          <p:nvPr/>
        </p:nvGrpSpPr>
        <p:grpSpPr bwMode="auto">
          <a:xfrm>
            <a:off x="250825" y="5061270"/>
            <a:ext cx="8893175" cy="1373187"/>
            <a:chOff x="158" y="3217"/>
            <a:chExt cx="5602" cy="865"/>
          </a:xfrm>
        </p:grpSpPr>
        <p:sp>
          <p:nvSpPr>
            <p:cNvPr id="67" name="Text Box 118">
              <a:extLst>
                <a:ext uri="{FF2B5EF4-FFF2-40B4-BE49-F238E27FC236}">
                  <a16:creationId xmlns:a16="http://schemas.microsoft.com/office/drawing/2014/main" id="{7C7BFA90-CA52-46DA-8653-9F1C9702FC82}"/>
                </a:ext>
              </a:extLst>
            </p:cNvPr>
            <p:cNvSpPr txBox="1">
              <a:spLocks noChangeArrowheads="1"/>
            </p:cNvSpPr>
            <p:nvPr/>
          </p:nvSpPr>
          <p:spPr bwMode="auto">
            <a:xfrm>
              <a:off x="158" y="3217"/>
              <a:ext cx="5602" cy="86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期间</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 R</a:t>
              </a:r>
              <a:r>
                <a:rPr kumimoji="0" lang="en-US" altLang="zh-CN" sz="280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使</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Q=0;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同时 使门</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4</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输出</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，门</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3</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输出</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。即使</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R</a:t>
              </a:r>
              <a:r>
                <a:rPr kumimoji="0" lang="en-US" altLang="zh-CN" sz="280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撤除，</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Q=0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也可以保持不变。</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S</a:t>
              </a:r>
              <a:r>
                <a:rPr kumimoji="0" lang="en-US" altLang="zh-CN" sz="280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也是同样考虑</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要接入门</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5</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p>
          </p:txBody>
        </p:sp>
        <p:sp>
          <p:nvSpPr>
            <p:cNvPr id="68" name="Line 122">
              <a:extLst>
                <a:ext uri="{FF2B5EF4-FFF2-40B4-BE49-F238E27FC236}">
                  <a16:creationId xmlns:a16="http://schemas.microsoft.com/office/drawing/2014/main" id="{311F1077-B021-4A1C-8483-D70A4D06DB8F}"/>
                </a:ext>
              </a:extLst>
            </p:cNvPr>
            <p:cNvSpPr>
              <a:spLocks noChangeShapeType="1"/>
            </p:cNvSpPr>
            <p:nvPr/>
          </p:nvSpPr>
          <p:spPr bwMode="auto">
            <a:xfrm>
              <a:off x="1402" y="3389"/>
              <a:ext cx="124"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123">
              <a:extLst>
                <a:ext uri="{FF2B5EF4-FFF2-40B4-BE49-F238E27FC236}">
                  <a16:creationId xmlns:a16="http://schemas.microsoft.com/office/drawing/2014/main" id="{DC957E70-9871-4A04-92EC-D5C91D77AC94}"/>
                </a:ext>
              </a:extLst>
            </p:cNvPr>
            <p:cNvSpPr>
              <a:spLocks noChangeShapeType="1"/>
            </p:cNvSpPr>
            <p:nvPr/>
          </p:nvSpPr>
          <p:spPr bwMode="auto">
            <a:xfrm>
              <a:off x="676" y="3649"/>
              <a:ext cx="124"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124">
              <a:extLst>
                <a:ext uri="{FF2B5EF4-FFF2-40B4-BE49-F238E27FC236}">
                  <a16:creationId xmlns:a16="http://schemas.microsoft.com/office/drawing/2014/main" id="{5EC4AAAD-75CD-4E17-A419-6953EA4A57CC}"/>
                </a:ext>
              </a:extLst>
            </p:cNvPr>
            <p:cNvSpPr>
              <a:spLocks noChangeShapeType="1"/>
            </p:cNvSpPr>
            <p:nvPr/>
          </p:nvSpPr>
          <p:spPr bwMode="auto">
            <a:xfrm>
              <a:off x="4069" y="3649"/>
              <a:ext cx="124"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1" name="Group 128">
            <a:extLst>
              <a:ext uri="{FF2B5EF4-FFF2-40B4-BE49-F238E27FC236}">
                <a16:creationId xmlns:a16="http://schemas.microsoft.com/office/drawing/2014/main" id="{A182B2E4-3B3C-4E60-A1A0-B8D5F52D4821}"/>
              </a:ext>
            </a:extLst>
          </p:cNvPr>
          <p:cNvGrpSpPr>
            <a:grpSpLocks/>
          </p:cNvGrpSpPr>
          <p:nvPr/>
        </p:nvGrpSpPr>
        <p:grpSpPr bwMode="auto">
          <a:xfrm>
            <a:off x="5630862" y="1543050"/>
            <a:ext cx="3513137" cy="2677665"/>
            <a:chOff x="3547" y="972"/>
            <a:chExt cx="2055" cy="1541"/>
          </a:xfrm>
        </p:grpSpPr>
        <p:sp>
          <p:nvSpPr>
            <p:cNvPr id="72" name="Text Box 114">
              <a:extLst>
                <a:ext uri="{FF2B5EF4-FFF2-40B4-BE49-F238E27FC236}">
                  <a16:creationId xmlns:a16="http://schemas.microsoft.com/office/drawing/2014/main" id="{21E2E4AC-5A00-4896-AEB2-289B73308775}"/>
                </a:ext>
              </a:extLst>
            </p:cNvPr>
            <p:cNvSpPr txBox="1">
              <a:spLocks noChangeArrowheads="1"/>
            </p:cNvSpPr>
            <p:nvPr/>
          </p:nvSpPr>
          <p:spPr bwMode="auto">
            <a:xfrm>
              <a:off x="3547" y="972"/>
              <a:ext cx="2055" cy="154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50000"/>
                </a:spcBef>
                <a:spcAft>
                  <a:spcPct val="0"/>
                </a:spcAft>
                <a:buClr>
                  <a:srgbClr val="FFFF00"/>
                </a:buClr>
                <a:buSzPct val="70000"/>
                <a:buFont typeface="Wingdings" panose="05000000000000000000" pitchFamily="2" charset="2"/>
                <a:buChar char="n"/>
                <a:tabLst/>
                <a:defRPr/>
              </a:pPr>
              <a:r>
                <a:rPr kumimoji="0"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期间</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 R</a:t>
              </a:r>
              <a:r>
                <a:rPr kumimoji="0" lang="en-US" altLang="zh-CN" sz="2800" b="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或</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S</a:t>
              </a:r>
              <a:r>
                <a:rPr kumimoji="0" lang="en-US" altLang="zh-CN" sz="2800" b="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都可以作用到基本触发器</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直接影响  </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Q</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输出</a:t>
              </a:r>
              <a:r>
                <a:rPr kumimoji="0"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 R</a:t>
              </a:r>
              <a:r>
                <a:rPr kumimoji="0" lang="en-US" altLang="zh-CN" sz="2800" b="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撤销后也能维持状态。</a:t>
              </a:r>
              <a:endPar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73" name="Line 117">
              <a:extLst>
                <a:ext uri="{FF2B5EF4-FFF2-40B4-BE49-F238E27FC236}">
                  <a16:creationId xmlns:a16="http://schemas.microsoft.com/office/drawing/2014/main" id="{390A850F-285D-45A7-9E20-27E2AB5BD580}"/>
                </a:ext>
              </a:extLst>
            </p:cNvPr>
            <p:cNvSpPr>
              <a:spLocks noChangeShapeType="1"/>
            </p:cNvSpPr>
            <p:nvPr/>
          </p:nvSpPr>
          <p:spPr bwMode="auto">
            <a:xfrm>
              <a:off x="4963" y="2044"/>
              <a:ext cx="136"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119">
              <a:extLst>
                <a:ext uri="{FF2B5EF4-FFF2-40B4-BE49-F238E27FC236}">
                  <a16:creationId xmlns:a16="http://schemas.microsoft.com/office/drawing/2014/main" id="{D62114EE-10C6-4E67-A7C9-3C4B46BE6DCC}"/>
                </a:ext>
              </a:extLst>
            </p:cNvPr>
            <p:cNvSpPr>
              <a:spLocks noChangeShapeType="1"/>
            </p:cNvSpPr>
            <p:nvPr/>
          </p:nvSpPr>
          <p:spPr bwMode="auto">
            <a:xfrm>
              <a:off x="4943" y="1078"/>
              <a:ext cx="136"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120">
              <a:extLst>
                <a:ext uri="{FF2B5EF4-FFF2-40B4-BE49-F238E27FC236}">
                  <a16:creationId xmlns:a16="http://schemas.microsoft.com/office/drawing/2014/main" id="{D928D89E-8401-4D4C-83DD-D01348E2E5DF}"/>
                </a:ext>
              </a:extLst>
            </p:cNvPr>
            <p:cNvSpPr>
              <a:spLocks noChangeShapeType="1"/>
            </p:cNvSpPr>
            <p:nvPr/>
          </p:nvSpPr>
          <p:spPr bwMode="auto">
            <a:xfrm>
              <a:off x="3833" y="1394"/>
              <a:ext cx="136"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Line 127">
              <a:extLst>
                <a:ext uri="{FF2B5EF4-FFF2-40B4-BE49-F238E27FC236}">
                  <a16:creationId xmlns:a16="http://schemas.microsoft.com/office/drawing/2014/main" id="{0988EC92-7372-4BE2-90B9-0CA868937DE4}"/>
                </a:ext>
              </a:extLst>
            </p:cNvPr>
            <p:cNvSpPr>
              <a:spLocks noChangeShapeType="1"/>
            </p:cNvSpPr>
            <p:nvPr/>
          </p:nvSpPr>
          <p:spPr bwMode="auto">
            <a:xfrm>
              <a:off x="4263" y="2044"/>
              <a:ext cx="136"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7" name="Group 134">
            <a:extLst>
              <a:ext uri="{FF2B5EF4-FFF2-40B4-BE49-F238E27FC236}">
                <a16:creationId xmlns:a16="http://schemas.microsoft.com/office/drawing/2014/main" id="{39F9A645-9DD2-4E48-852C-46CA6979552E}"/>
              </a:ext>
            </a:extLst>
          </p:cNvPr>
          <p:cNvGrpSpPr>
            <a:grpSpLocks/>
          </p:cNvGrpSpPr>
          <p:nvPr/>
        </p:nvGrpSpPr>
        <p:grpSpPr bwMode="auto">
          <a:xfrm>
            <a:off x="104775" y="1963738"/>
            <a:ext cx="5688013" cy="2957512"/>
            <a:chOff x="66" y="1237"/>
            <a:chExt cx="3583" cy="1863"/>
          </a:xfrm>
        </p:grpSpPr>
        <p:sp>
          <p:nvSpPr>
            <p:cNvPr id="78" name="Freeform 94">
              <a:extLst>
                <a:ext uri="{FF2B5EF4-FFF2-40B4-BE49-F238E27FC236}">
                  <a16:creationId xmlns:a16="http://schemas.microsoft.com/office/drawing/2014/main" id="{FB45B23B-8C1E-4396-BF5D-7DCA1C997874}"/>
                </a:ext>
              </a:extLst>
            </p:cNvPr>
            <p:cNvSpPr>
              <a:spLocks/>
            </p:cNvSpPr>
            <p:nvPr/>
          </p:nvSpPr>
          <p:spPr bwMode="auto">
            <a:xfrm>
              <a:off x="2078" y="1591"/>
              <a:ext cx="869" cy="1261"/>
            </a:xfrm>
            <a:custGeom>
              <a:avLst/>
              <a:gdLst>
                <a:gd name="T0" fmla="*/ 0 w 869"/>
                <a:gd name="T1" fmla="*/ 0 h 1261"/>
                <a:gd name="T2" fmla="*/ 869 w 869"/>
                <a:gd name="T3" fmla="*/ 0 h 1261"/>
                <a:gd name="T4" fmla="*/ 869 w 869"/>
                <a:gd name="T5" fmla="*/ 1261 h 1261"/>
                <a:gd name="T6" fmla="*/ 54 w 869"/>
                <a:gd name="T7" fmla="*/ 1261 h 1261"/>
                <a:gd name="T8" fmla="*/ 54 w 869"/>
                <a:gd name="T9" fmla="*/ 1141 h 12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9" h="1261">
                  <a:moveTo>
                    <a:pt x="0" y="0"/>
                  </a:moveTo>
                  <a:lnTo>
                    <a:pt x="869" y="0"/>
                  </a:lnTo>
                  <a:lnTo>
                    <a:pt x="869" y="1261"/>
                  </a:lnTo>
                  <a:lnTo>
                    <a:pt x="54" y="1261"/>
                  </a:lnTo>
                  <a:lnTo>
                    <a:pt x="54"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Freeform 96">
              <a:extLst>
                <a:ext uri="{FF2B5EF4-FFF2-40B4-BE49-F238E27FC236}">
                  <a16:creationId xmlns:a16="http://schemas.microsoft.com/office/drawing/2014/main" id="{35526DBA-2870-4CB3-B873-D5BDE2DDCE2E}"/>
                </a:ext>
              </a:extLst>
            </p:cNvPr>
            <p:cNvSpPr>
              <a:spLocks/>
            </p:cNvSpPr>
            <p:nvPr/>
          </p:nvSpPr>
          <p:spPr bwMode="auto">
            <a:xfrm>
              <a:off x="2189" y="1372"/>
              <a:ext cx="1028" cy="135"/>
            </a:xfrm>
            <a:custGeom>
              <a:avLst/>
              <a:gdLst>
                <a:gd name="T0" fmla="*/ 0 w 1028"/>
                <a:gd name="T1" fmla="*/ 0 h 135"/>
                <a:gd name="T2" fmla="*/ 0 w 1028"/>
                <a:gd name="T3" fmla="*/ 135 h 135"/>
                <a:gd name="T4" fmla="*/ 1028 w 1028"/>
                <a:gd name="T5" fmla="*/ 135 h 135"/>
                <a:gd name="T6" fmla="*/ 0 60000 65536"/>
                <a:gd name="T7" fmla="*/ 0 60000 65536"/>
                <a:gd name="T8" fmla="*/ 0 60000 65536"/>
              </a:gdLst>
              <a:ahLst/>
              <a:cxnLst>
                <a:cxn ang="T6">
                  <a:pos x="T0" y="T1"/>
                </a:cxn>
                <a:cxn ang="T7">
                  <a:pos x="T2" y="T3"/>
                </a:cxn>
                <a:cxn ang="T8">
                  <a:pos x="T4" y="T5"/>
                </a:cxn>
              </a:cxnLst>
              <a:rect l="0" t="0" r="r" b="b"/>
              <a:pathLst>
                <a:path w="1028" h="135">
                  <a:moveTo>
                    <a:pt x="0" y="0"/>
                  </a:moveTo>
                  <a:lnTo>
                    <a:pt x="0" y="135"/>
                  </a:lnTo>
                  <a:lnTo>
                    <a:pt x="1028" y="13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Freeform 101">
              <a:extLst>
                <a:ext uri="{FF2B5EF4-FFF2-40B4-BE49-F238E27FC236}">
                  <a16:creationId xmlns:a16="http://schemas.microsoft.com/office/drawing/2014/main" id="{4444EC18-3740-4F8B-B43A-DC3D92B75794}"/>
                </a:ext>
              </a:extLst>
            </p:cNvPr>
            <p:cNvSpPr>
              <a:spLocks/>
            </p:cNvSpPr>
            <p:nvPr/>
          </p:nvSpPr>
          <p:spPr bwMode="auto">
            <a:xfrm>
              <a:off x="1231" y="1507"/>
              <a:ext cx="1796" cy="1401"/>
            </a:xfrm>
            <a:custGeom>
              <a:avLst/>
              <a:gdLst>
                <a:gd name="T0" fmla="*/ 1796 w 1796"/>
                <a:gd name="T1" fmla="*/ 0 h 1401"/>
                <a:gd name="T2" fmla="*/ 1796 w 1796"/>
                <a:gd name="T3" fmla="*/ 1401 h 1401"/>
                <a:gd name="T4" fmla="*/ 282 w 1796"/>
                <a:gd name="T5" fmla="*/ 1401 h 1401"/>
                <a:gd name="T6" fmla="*/ 282 w 1796"/>
                <a:gd name="T7" fmla="*/ 689 h 1401"/>
                <a:gd name="T8" fmla="*/ 0 w 1796"/>
                <a:gd name="T9" fmla="*/ 689 h 1401"/>
                <a:gd name="T10" fmla="*/ 0 w 1796"/>
                <a:gd name="T11" fmla="*/ 576 h 14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96" h="1401">
                  <a:moveTo>
                    <a:pt x="1796" y="0"/>
                  </a:moveTo>
                  <a:lnTo>
                    <a:pt x="1796" y="1401"/>
                  </a:lnTo>
                  <a:lnTo>
                    <a:pt x="282" y="1401"/>
                  </a:lnTo>
                  <a:lnTo>
                    <a:pt x="282" y="689"/>
                  </a:lnTo>
                  <a:lnTo>
                    <a:pt x="0" y="689"/>
                  </a:lnTo>
                  <a:lnTo>
                    <a:pt x="0" y="576"/>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102">
              <a:extLst>
                <a:ext uri="{FF2B5EF4-FFF2-40B4-BE49-F238E27FC236}">
                  <a16:creationId xmlns:a16="http://schemas.microsoft.com/office/drawing/2014/main" id="{A7AC44EE-9C57-424F-A7BA-B9E5255569A8}"/>
                </a:ext>
              </a:extLst>
            </p:cNvPr>
            <p:cNvSpPr>
              <a:spLocks noChangeShapeType="1"/>
            </p:cNvSpPr>
            <p:nvPr/>
          </p:nvSpPr>
          <p:spPr bwMode="auto">
            <a:xfrm>
              <a:off x="1886" y="2750"/>
              <a:ext cx="0" cy="15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Freeform 103">
              <a:extLst>
                <a:ext uri="{FF2B5EF4-FFF2-40B4-BE49-F238E27FC236}">
                  <a16:creationId xmlns:a16="http://schemas.microsoft.com/office/drawing/2014/main" id="{AFECE390-3168-4FFB-9402-83F9B43DD668}"/>
                </a:ext>
              </a:extLst>
            </p:cNvPr>
            <p:cNvSpPr>
              <a:spLocks/>
            </p:cNvSpPr>
            <p:nvPr/>
          </p:nvSpPr>
          <p:spPr bwMode="auto">
            <a:xfrm>
              <a:off x="610" y="1496"/>
              <a:ext cx="384" cy="1604"/>
            </a:xfrm>
            <a:custGeom>
              <a:avLst/>
              <a:gdLst>
                <a:gd name="T0" fmla="*/ 0 w 384"/>
                <a:gd name="T1" fmla="*/ 0 h 1604"/>
                <a:gd name="T2" fmla="*/ 0 w 384"/>
                <a:gd name="T3" fmla="*/ 1604 h 1604"/>
                <a:gd name="T4" fmla="*/ 384 w 384"/>
                <a:gd name="T5" fmla="*/ 1604 h 1604"/>
                <a:gd name="T6" fmla="*/ 384 w 384"/>
                <a:gd name="T7" fmla="*/ 1254 h 16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1604">
                  <a:moveTo>
                    <a:pt x="0" y="0"/>
                  </a:moveTo>
                  <a:lnTo>
                    <a:pt x="0" y="1604"/>
                  </a:lnTo>
                  <a:lnTo>
                    <a:pt x="384" y="1604"/>
                  </a:lnTo>
                  <a:lnTo>
                    <a:pt x="384" y="125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 name="Oval 104">
              <a:extLst>
                <a:ext uri="{FF2B5EF4-FFF2-40B4-BE49-F238E27FC236}">
                  <a16:creationId xmlns:a16="http://schemas.microsoft.com/office/drawing/2014/main" id="{AC3C27CB-D236-42EB-B4A5-3C8ABC702C5C}"/>
                </a:ext>
              </a:extLst>
            </p:cNvPr>
            <p:cNvSpPr>
              <a:spLocks noChangeArrowheads="1"/>
            </p:cNvSpPr>
            <p:nvPr/>
          </p:nvSpPr>
          <p:spPr bwMode="auto">
            <a:xfrm>
              <a:off x="588" y="1462"/>
              <a:ext cx="56" cy="56"/>
            </a:xfrm>
            <a:prstGeom prst="ellipse">
              <a:avLst/>
            </a:prstGeom>
            <a:solidFill>
              <a:srgbClr val="FFFF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4" name="Oval 105">
              <a:extLst>
                <a:ext uri="{FF2B5EF4-FFF2-40B4-BE49-F238E27FC236}">
                  <a16:creationId xmlns:a16="http://schemas.microsoft.com/office/drawing/2014/main" id="{9C28D952-6300-4E35-9A78-21D0E1CF877F}"/>
                </a:ext>
              </a:extLst>
            </p:cNvPr>
            <p:cNvSpPr>
              <a:spLocks noChangeArrowheads="1"/>
            </p:cNvSpPr>
            <p:nvPr/>
          </p:nvSpPr>
          <p:spPr bwMode="auto">
            <a:xfrm>
              <a:off x="2994" y="1485"/>
              <a:ext cx="56" cy="56"/>
            </a:xfrm>
            <a:prstGeom prst="ellipse">
              <a:avLst/>
            </a:prstGeom>
            <a:solidFill>
              <a:srgbClr val="FFFF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5" name="Oval 106">
              <a:extLst>
                <a:ext uri="{FF2B5EF4-FFF2-40B4-BE49-F238E27FC236}">
                  <a16:creationId xmlns:a16="http://schemas.microsoft.com/office/drawing/2014/main" id="{A593B1DC-8828-468B-BF0E-BFBF8F8754E1}"/>
                </a:ext>
              </a:extLst>
            </p:cNvPr>
            <p:cNvSpPr>
              <a:spLocks noChangeArrowheads="1"/>
            </p:cNvSpPr>
            <p:nvPr/>
          </p:nvSpPr>
          <p:spPr bwMode="auto">
            <a:xfrm>
              <a:off x="1842" y="2863"/>
              <a:ext cx="56" cy="56"/>
            </a:xfrm>
            <a:prstGeom prst="ellipse">
              <a:avLst/>
            </a:prstGeom>
            <a:solidFill>
              <a:srgbClr val="FFFF00"/>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86" name="Group 109">
              <a:extLst>
                <a:ext uri="{FF2B5EF4-FFF2-40B4-BE49-F238E27FC236}">
                  <a16:creationId xmlns:a16="http://schemas.microsoft.com/office/drawing/2014/main" id="{5D55AC6F-E60F-4A48-9331-B2CEE19A58B3}"/>
                </a:ext>
              </a:extLst>
            </p:cNvPr>
            <p:cNvGrpSpPr>
              <a:grpSpLocks/>
            </p:cNvGrpSpPr>
            <p:nvPr/>
          </p:nvGrpSpPr>
          <p:grpSpPr bwMode="auto">
            <a:xfrm>
              <a:off x="3174" y="1327"/>
              <a:ext cx="475" cy="288"/>
              <a:chOff x="3445" y="3253"/>
              <a:chExt cx="475" cy="288"/>
            </a:xfrm>
          </p:grpSpPr>
          <p:sp>
            <p:nvSpPr>
              <p:cNvPr id="91" name="Text Box 107">
                <a:extLst>
                  <a:ext uri="{FF2B5EF4-FFF2-40B4-BE49-F238E27FC236}">
                    <a16:creationId xmlns:a16="http://schemas.microsoft.com/office/drawing/2014/main" id="{A4866421-3180-4779-848B-373A46179E0A}"/>
                  </a:ext>
                </a:extLst>
              </p:cNvPr>
              <p:cNvSpPr txBox="1">
                <a:spLocks noChangeArrowheads="1"/>
              </p:cNvSpPr>
              <p:nvPr/>
            </p:nvSpPr>
            <p:spPr bwMode="auto">
              <a:xfrm>
                <a:off x="3445" y="3253"/>
                <a:ext cx="47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92" name="Line 108">
                <a:extLst>
                  <a:ext uri="{FF2B5EF4-FFF2-40B4-BE49-F238E27FC236}">
                    <a16:creationId xmlns:a16="http://schemas.microsoft.com/office/drawing/2014/main" id="{788C02BE-27D8-4998-BD3B-8C39533ECD0A}"/>
                  </a:ext>
                </a:extLst>
              </p:cNvPr>
              <p:cNvSpPr>
                <a:spLocks noChangeShapeType="1"/>
              </p:cNvSpPr>
              <p:nvPr/>
            </p:nvSpPr>
            <p:spPr bwMode="auto">
              <a:xfrm>
                <a:off x="3501" y="3309"/>
                <a:ext cx="10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87" name="Group 110">
              <a:extLst>
                <a:ext uri="{FF2B5EF4-FFF2-40B4-BE49-F238E27FC236}">
                  <a16:creationId xmlns:a16="http://schemas.microsoft.com/office/drawing/2014/main" id="{C4A5EBB1-9764-42F3-84B6-CED9185B1B3F}"/>
                </a:ext>
              </a:extLst>
            </p:cNvPr>
            <p:cNvGrpSpPr>
              <a:grpSpLocks/>
            </p:cNvGrpSpPr>
            <p:nvPr/>
          </p:nvGrpSpPr>
          <p:grpSpPr bwMode="auto">
            <a:xfrm>
              <a:off x="66" y="1237"/>
              <a:ext cx="475" cy="288"/>
              <a:chOff x="3445" y="3253"/>
              <a:chExt cx="475" cy="288"/>
            </a:xfrm>
          </p:grpSpPr>
          <p:sp>
            <p:nvSpPr>
              <p:cNvPr id="89" name="Text Box 111">
                <a:extLst>
                  <a:ext uri="{FF2B5EF4-FFF2-40B4-BE49-F238E27FC236}">
                    <a16:creationId xmlns:a16="http://schemas.microsoft.com/office/drawing/2014/main" id="{00BE28F2-8785-4595-B0FD-6E0B3079477A}"/>
                  </a:ext>
                </a:extLst>
              </p:cNvPr>
              <p:cNvSpPr txBox="1">
                <a:spLocks noChangeArrowheads="1"/>
              </p:cNvSpPr>
              <p:nvPr/>
            </p:nvSpPr>
            <p:spPr bwMode="auto">
              <a:xfrm>
                <a:off x="3445" y="3253"/>
                <a:ext cx="47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90" name="Line 112">
                <a:extLst>
                  <a:ext uri="{FF2B5EF4-FFF2-40B4-BE49-F238E27FC236}">
                    <a16:creationId xmlns:a16="http://schemas.microsoft.com/office/drawing/2014/main" id="{FC4D11A4-6BFD-4085-B519-511CC7F78C02}"/>
                  </a:ext>
                </a:extLst>
              </p:cNvPr>
              <p:cNvSpPr>
                <a:spLocks noChangeShapeType="1"/>
              </p:cNvSpPr>
              <p:nvPr/>
            </p:nvSpPr>
            <p:spPr bwMode="auto">
              <a:xfrm>
                <a:off x="3501" y="3309"/>
                <a:ext cx="10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88" name="Freeform 133">
              <a:extLst>
                <a:ext uri="{FF2B5EF4-FFF2-40B4-BE49-F238E27FC236}">
                  <a16:creationId xmlns:a16="http://schemas.microsoft.com/office/drawing/2014/main" id="{AA8AB3C8-E145-40EC-9E4C-9D0D797E1E22}"/>
                </a:ext>
              </a:extLst>
            </p:cNvPr>
            <p:cNvSpPr>
              <a:spLocks/>
            </p:cNvSpPr>
            <p:nvPr/>
          </p:nvSpPr>
          <p:spPr bwMode="auto">
            <a:xfrm>
              <a:off x="328" y="1367"/>
              <a:ext cx="666" cy="124"/>
            </a:xfrm>
            <a:custGeom>
              <a:avLst/>
              <a:gdLst>
                <a:gd name="T0" fmla="*/ 666 w 666"/>
                <a:gd name="T1" fmla="*/ 0 h 101"/>
                <a:gd name="T2" fmla="*/ 666 w 666"/>
                <a:gd name="T3" fmla="*/ 282 h 101"/>
                <a:gd name="T4" fmla="*/ 0 w 666"/>
                <a:gd name="T5" fmla="*/ 282 h 101"/>
                <a:gd name="T6" fmla="*/ 0 60000 65536"/>
                <a:gd name="T7" fmla="*/ 0 60000 65536"/>
                <a:gd name="T8" fmla="*/ 0 60000 65536"/>
              </a:gdLst>
              <a:ahLst/>
              <a:cxnLst>
                <a:cxn ang="T6">
                  <a:pos x="T0" y="T1"/>
                </a:cxn>
                <a:cxn ang="T7">
                  <a:pos x="T2" y="T3"/>
                </a:cxn>
                <a:cxn ang="T8">
                  <a:pos x="T4" y="T5"/>
                </a:cxn>
              </a:cxnLst>
              <a:rect l="0" t="0" r="r" b="b"/>
              <a:pathLst>
                <a:path w="666" h="101">
                  <a:moveTo>
                    <a:pt x="666" y="0"/>
                  </a:moveTo>
                  <a:lnTo>
                    <a:pt x="666" y="101"/>
                  </a:lnTo>
                  <a:lnTo>
                    <a:pt x="0" y="10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3" name="Text Box 4">
            <a:extLst>
              <a:ext uri="{FF2B5EF4-FFF2-40B4-BE49-F238E27FC236}">
                <a16:creationId xmlns:a16="http://schemas.microsoft.com/office/drawing/2014/main" id="{995FF0B2-B219-41E5-830F-986D775B54AD}"/>
              </a:ext>
            </a:extLst>
          </p:cNvPr>
          <p:cNvSpPr txBox="1">
            <a:spLocks noChangeArrowheads="1"/>
          </p:cNvSpPr>
          <p:nvPr/>
        </p:nvSpPr>
        <p:spPr bwMode="auto">
          <a:xfrm>
            <a:off x="365760" y="251010"/>
            <a:ext cx="8016240" cy="52322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scene3d>
              <a:camera prst="orthographicFront"/>
              <a:lightRig rig="soft" dir="t">
                <a:rot lat="0" lon="0" rev="15600000"/>
              </a:lightRig>
            </a:scene3d>
            <a:sp3d extrusionH="57150" prstMaterial="softEdge">
              <a:bevelT w="25400" h="38100"/>
            </a:sp3d>
          </a:bodyPr>
          <a:lstStyle>
            <a:defPPr>
              <a:defRPr lang="zh-CN"/>
            </a:defPPr>
            <a:lvl1pPr eaLnBrk="1" hangingPunct="1">
              <a:spcBef>
                <a:spcPct val="50000"/>
              </a:spcBef>
              <a:defRPr>
                <a:ln>
                  <a:solidFill>
                    <a:schemeClr val="accent6">
                      <a:lumMod val="60000"/>
                      <a:lumOff val="40000"/>
                    </a:schemeClr>
                  </a:solidFill>
                </a:ln>
                <a:solidFill>
                  <a:srgbClr val="9090F4"/>
                </a:solidFill>
                <a:latin typeface="Times New Roman" panose="02020603050405020304" pitchFamily="18" charset="0"/>
              </a:defRPr>
            </a:lvl1pPr>
            <a:lvl2pPr algn="ctr">
              <a:defRPr sz="4400">
                <a:solidFill>
                  <a:schemeClr val="tx2"/>
                </a:solidFill>
                <a:latin typeface="Times New Roman" pitchFamily="18" charset="0"/>
              </a:defRPr>
            </a:lvl2pPr>
            <a:lvl3pPr algn="ctr">
              <a:defRPr sz="4400">
                <a:solidFill>
                  <a:schemeClr val="tx2"/>
                </a:solidFill>
                <a:latin typeface="Times New Roman" pitchFamily="18" charset="0"/>
              </a:defRPr>
            </a:lvl3pPr>
            <a:lvl4pPr algn="ctr">
              <a:defRPr sz="4400">
                <a:solidFill>
                  <a:schemeClr val="tx2"/>
                </a:solidFill>
                <a:latin typeface="Times New Roman" pitchFamily="18" charset="0"/>
              </a:defRPr>
            </a:lvl4pPr>
            <a:lvl5pPr algn="ctr">
              <a:defRPr sz="4400">
                <a:solidFill>
                  <a:schemeClr val="tx2"/>
                </a:solidFill>
                <a:latin typeface="Times New Roman" pitchFamily="18" charset="0"/>
              </a:defRPr>
            </a:lvl5pPr>
            <a:lvl6pPr marL="457200" algn="ctr" fontAlgn="base">
              <a:spcBef>
                <a:spcPct val="0"/>
              </a:spcBef>
              <a:spcAft>
                <a:spcPct val="0"/>
              </a:spcAft>
              <a:defRPr sz="4400">
                <a:solidFill>
                  <a:schemeClr val="tx2"/>
                </a:solidFill>
                <a:latin typeface="Times New Roman" pitchFamily="18" charset="0"/>
              </a:defRPr>
            </a:lvl6pPr>
            <a:lvl7pPr marL="914400" algn="ctr" fontAlgn="base">
              <a:spcBef>
                <a:spcPct val="0"/>
              </a:spcBef>
              <a:spcAft>
                <a:spcPct val="0"/>
              </a:spcAft>
              <a:defRPr sz="4400">
                <a:solidFill>
                  <a:schemeClr val="tx2"/>
                </a:solidFill>
                <a:latin typeface="Times New Roman" pitchFamily="18" charset="0"/>
              </a:defRPr>
            </a:lvl7pPr>
            <a:lvl8pPr marL="1371600" algn="ctr" fontAlgn="base">
              <a:spcBef>
                <a:spcPct val="0"/>
              </a:spcBef>
              <a:spcAft>
                <a:spcPct val="0"/>
              </a:spcAft>
              <a:defRPr sz="4400">
                <a:solidFill>
                  <a:schemeClr val="tx2"/>
                </a:solidFill>
                <a:latin typeface="Times New Roman" pitchFamily="18" charset="0"/>
              </a:defRPr>
            </a:lvl8pPr>
            <a:lvl9pPr marL="1828800" algn="ctr" fontAlgn="base">
              <a:spcBef>
                <a:spcPct val="0"/>
              </a:spcBef>
              <a:spcAft>
                <a:spcPct val="0"/>
              </a:spcAft>
              <a:defRPr sz="4400">
                <a:solidFill>
                  <a:schemeClr val="tx2"/>
                </a:solidFill>
                <a:latin typeface="Times New Roman" pitchFamily="18" charset="0"/>
              </a:defRPr>
            </a:lvl9pPr>
          </a:lstStyle>
          <a:p>
            <a:r>
              <a:rPr kumimoji="0" lang="zh-CN" altLang="en-US" dirty="0">
                <a:ln>
                  <a:noFill/>
                </a:ln>
                <a:solidFill>
                  <a:schemeClr val="tx1"/>
                </a:solidFill>
                <a:latin typeface="黑体" pitchFamily="49" charset="-122"/>
                <a:ea typeface="黑体" pitchFamily="49" charset="-122"/>
              </a:rPr>
              <a:t>三、</a:t>
            </a:r>
            <a:r>
              <a:rPr kumimoji="0" lang="en-US" altLang="zh-CN" dirty="0">
                <a:ln>
                  <a:noFill/>
                </a:ln>
                <a:solidFill>
                  <a:schemeClr val="tx1"/>
                </a:solidFill>
                <a:ea typeface="黑体" pitchFamily="49" charset="-122"/>
                <a:cs typeface="Times New Roman" pitchFamily="18" charset="0"/>
              </a:rPr>
              <a:t>D</a:t>
            </a:r>
            <a:r>
              <a:rPr kumimoji="0" lang="zh-CN" altLang="en-US" dirty="0">
                <a:ln>
                  <a:noFill/>
                </a:ln>
                <a:solidFill>
                  <a:schemeClr val="tx1"/>
                </a:solidFill>
                <a:latin typeface="黑体" pitchFamily="49" charset="-122"/>
                <a:ea typeface="黑体" pitchFamily="49" charset="-122"/>
              </a:rPr>
              <a:t>触发器的直接（异步）置</a:t>
            </a:r>
            <a:r>
              <a:rPr kumimoji="0" lang="en-US" altLang="zh-CN" dirty="0">
                <a:ln>
                  <a:noFill/>
                </a:ln>
                <a:solidFill>
                  <a:schemeClr val="tx1"/>
                </a:solidFill>
                <a:latin typeface="黑体" pitchFamily="49" charset="-122"/>
                <a:ea typeface="黑体" pitchFamily="49" charset="-122"/>
              </a:rPr>
              <a:t>0</a:t>
            </a:r>
            <a:r>
              <a:rPr kumimoji="0" lang="zh-CN" altLang="en-US" dirty="0">
                <a:ln>
                  <a:noFill/>
                </a:ln>
                <a:solidFill>
                  <a:schemeClr val="tx1"/>
                </a:solidFill>
                <a:latin typeface="黑体" pitchFamily="49" charset="-122"/>
                <a:ea typeface="黑体" pitchFamily="49" charset="-122"/>
              </a:rPr>
              <a:t>、置</a:t>
            </a:r>
            <a:r>
              <a:rPr kumimoji="0" lang="en-US" altLang="zh-CN" dirty="0">
                <a:ln>
                  <a:noFill/>
                </a:ln>
                <a:solidFill>
                  <a:schemeClr val="tx1"/>
                </a:solidFill>
                <a:latin typeface="黑体" pitchFamily="49" charset="-122"/>
                <a:ea typeface="黑体" pitchFamily="49" charset="-122"/>
              </a:rPr>
              <a:t>1</a:t>
            </a:r>
            <a:r>
              <a:rPr kumimoji="0" lang="zh-CN" altLang="en-US" dirty="0">
                <a:ln>
                  <a:noFill/>
                </a:ln>
                <a:solidFill>
                  <a:schemeClr val="tx1"/>
                </a:solidFill>
                <a:latin typeface="黑体" pitchFamily="49" charset="-122"/>
                <a:ea typeface="黑体" pitchFamily="49" charset="-122"/>
              </a:rPr>
              <a:t>功能</a:t>
            </a:r>
            <a:endParaRPr lang="zh-CN" altLang="en-US" dirty="0">
              <a:ln>
                <a:noFill/>
              </a:ln>
              <a:solidFill>
                <a:schemeClr val="tx1"/>
              </a:solidFill>
              <a:latin typeface="黑体" pitchFamily="49" charset="-122"/>
              <a:ea typeface="黑体"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up)">
                                      <p:cBhvr>
                                        <p:cTn id="16" dur="500"/>
                                        <p:tgtEl>
                                          <p:spTgt spid="7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1"/>
                                        </p:tgtEl>
                                        <p:attrNameLst>
                                          <p:attrName>style.visibility</p:attrName>
                                        </p:attrNameLst>
                                      </p:cBhvr>
                                      <p:to>
                                        <p:strVal val="visible"/>
                                      </p:to>
                                    </p:set>
                                    <p:animEffect transition="in" filter="wipe(left)">
                                      <p:cBhvr>
                                        <p:cTn id="21" dur="500"/>
                                        <p:tgtEl>
                                          <p:spTgt spid="7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wipe(left)">
                                      <p:cBhvr>
                                        <p:cTn id="26"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30480" y="6400800"/>
            <a:ext cx="518160" cy="33528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31</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3" name="Group 62">
            <a:extLst>
              <a:ext uri="{FF2B5EF4-FFF2-40B4-BE49-F238E27FC236}">
                <a16:creationId xmlns:a16="http://schemas.microsoft.com/office/drawing/2014/main" id="{A8A4F5E9-430E-499B-ACE1-ED8AA8AC8531}"/>
              </a:ext>
            </a:extLst>
          </p:cNvPr>
          <p:cNvGrpSpPr>
            <a:grpSpLocks/>
          </p:cNvGrpSpPr>
          <p:nvPr/>
        </p:nvGrpSpPr>
        <p:grpSpPr bwMode="auto">
          <a:xfrm>
            <a:off x="393700" y="574358"/>
            <a:ext cx="8123238" cy="1031875"/>
            <a:chOff x="248" y="621"/>
            <a:chExt cx="5117" cy="650"/>
          </a:xfrm>
        </p:grpSpPr>
        <p:sp>
          <p:nvSpPr>
            <p:cNvPr id="4" name="Text Box 4">
              <a:extLst>
                <a:ext uri="{FF2B5EF4-FFF2-40B4-BE49-F238E27FC236}">
                  <a16:creationId xmlns:a16="http://schemas.microsoft.com/office/drawing/2014/main" id="{311DDFC2-913B-40F4-BA8D-6299F58CB312}"/>
                </a:ext>
              </a:extLst>
            </p:cNvPr>
            <p:cNvSpPr txBox="1">
              <a:spLocks noChangeArrowheads="1"/>
            </p:cNvSpPr>
            <p:nvPr/>
          </p:nvSpPr>
          <p:spPr bwMode="auto">
            <a:xfrm>
              <a:off x="248" y="621"/>
              <a:ext cx="5117" cy="6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不论</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期间还是</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CP=1</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期间，只要有</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R</a:t>
              </a:r>
              <a:r>
                <a:rPr kumimoji="0" lang="en-US" altLang="zh-CN" sz="280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，就</a:t>
              </a:r>
            </a:p>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None/>
                <a:tabLst/>
                <a:defRPr/>
              </a:pP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   有</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Q=0,Q=1</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                 </a:t>
              </a:r>
              <a:endPar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5" name="Line 5">
              <a:extLst>
                <a:ext uri="{FF2B5EF4-FFF2-40B4-BE49-F238E27FC236}">
                  <a16:creationId xmlns:a16="http://schemas.microsoft.com/office/drawing/2014/main" id="{7C0C0950-5B7E-4BD3-91AF-47E26985E8D6}"/>
                </a:ext>
              </a:extLst>
            </p:cNvPr>
            <p:cNvSpPr>
              <a:spLocks noChangeShapeType="1"/>
            </p:cNvSpPr>
            <p:nvPr/>
          </p:nvSpPr>
          <p:spPr bwMode="auto">
            <a:xfrm>
              <a:off x="4265" y="678"/>
              <a:ext cx="10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Line 6">
              <a:extLst>
                <a:ext uri="{FF2B5EF4-FFF2-40B4-BE49-F238E27FC236}">
                  <a16:creationId xmlns:a16="http://schemas.microsoft.com/office/drawing/2014/main" id="{91C16FF7-3619-4148-8EA4-FA8ADB651E26}"/>
                </a:ext>
              </a:extLst>
            </p:cNvPr>
            <p:cNvSpPr>
              <a:spLocks noChangeShapeType="1"/>
            </p:cNvSpPr>
            <p:nvPr/>
          </p:nvSpPr>
          <p:spPr bwMode="auto">
            <a:xfrm>
              <a:off x="1204" y="1004"/>
              <a:ext cx="10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 name="Group 10">
            <a:extLst>
              <a:ext uri="{FF2B5EF4-FFF2-40B4-BE49-F238E27FC236}">
                <a16:creationId xmlns:a16="http://schemas.microsoft.com/office/drawing/2014/main" id="{85388605-C430-4028-BFDA-865EEE1BB7A4}"/>
              </a:ext>
            </a:extLst>
          </p:cNvPr>
          <p:cNvGrpSpPr>
            <a:grpSpLocks/>
          </p:cNvGrpSpPr>
          <p:nvPr/>
        </p:nvGrpSpPr>
        <p:grpSpPr bwMode="auto">
          <a:xfrm>
            <a:off x="412750" y="1795145"/>
            <a:ext cx="8212138" cy="1031875"/>
            <a:chOff x="260" y="1469"/>
            <a:chExt cx="5173" cy="650"/>
          </a:xfrm>
        </p:grpSpPr>
        <p:sp>
          <p:nvSpPr>
            <p:cNvPr id="8" name="Text Box 8">
              <a:extLst>
                <a:ext uri="{FF2B5EF4-FFF2-40B4-BE49-F238E27FC236}">
                  <a16:creationId xmlns:a16="http://schemas.microsoft.com/office/drawing/2014/main" id="{E5084D09-C802-4FAA-8041-12FE31A006E1}"/>
                </a:ext>
              </a:extLst>
            </p:cNvPr>
            <p:cNvSpPr txBox="1">
              <a:spLocks noChangeArrowheads="1"/>
            </p:cNvSpPr>
            <p:nvPr/>
          </p:nvSpPr>
          <p:spPr bwMode="auto">
            <a:xfrm>
              <a:off x="260" y="1469"/>
              <a:ext cx="5173" cy="6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Char char="n"/>
                <a:tabLst/>
                <a:defRPr/>
              </a:pPr>
              <a:r>
                <a:rPr kumimoji="0"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当</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R</a:t>
              </a:r>
              <a:r>
                <a:rPr kumimoji="0" lang="en-US" altLang="zh-CN" sz="2800" i="0" u="none" strike="noStrike" kern="1200" cap="none" spc="0" normalizeH="0" baseline="-25000" noProof="0" dirty="0">
                  <a:ln>
                    <a:solidFill>
                      <a:schemeClr val="tx1"/>
                    </a:solidFill>
                  </a:ln>
                  <a:effectLst/>
                  <a:uLnTx/>
                  <a:uFillTx/>
                  <a:ea typeface="黑体" pitchFamily="49" charset="-122"/>
                  <a:cs typeface="Times New Roman" pitchFamily="18" charset="0"/>
                </a:rPr>
                <a:t>D</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撤除后，</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Q=0</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将一直保持到下一个</a:t>
              </a:r>
              <a:r>
                <a:rPr kumimoji="0"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正跳</a:t>
              </a:r>
            </a:p>
            <a:p>
              <a:pPr marL="0" marR="0" lvl="0" indent="0" algn="l" defTabSz="914400" rtl="0" eaLnBrk="1" fontAlgn="base" latinLnBrk="0" hangingPunct="1">
                <a:lnSpc>
                  <a:spcPct val="100000"/>
                </a:lnSpc>
                <a:spcBef>
                  <a:spcPct val="20000"/>
                </a:spcBef>
                <a:spcAft>
                  <a:spcPct val="0"/>
                </a:spcAft>
                <a:buClr>
                  <a:srgbClr val="FFFF00"/>
                </a:buClr>
                <a:buSzPct val="70000"/>
                <a:buFont typeface="Wingdings" panose="05000000000000000000" pitchFamily="2" charset="2"/>
                <a:buNone/>
                <a:tabLst/>
                <a:defRPr/>
              </a:pPr>
              <a:r>
                <a:rPr kumimoji="0"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   变来到为止。</a:t>
              </a:r>
              <a:endPar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9" name="Line 9">
              <a:extLst>
                <a:ext uri="{FF2B5EF4-FFF2-40B4-BE49-F238E27FC236}">
                  <a16:creationId xmlns:a16="http://schemas.microsoft.com/office/drawing/2014/main" id="{5852ED94-2432-4B34-B4F1-08E405B80CCD}"/>
                </a:ext>
              </a:extLst>
            </p:cNvPr>
            <p:cNvSpPr>
              <a:spLocks noChangeShapeType="1"/>
            </p:cNvSpPr>
            <p:nvPr/>
          </p:nvSpPr>
          <p:spPr bwMode="auto">
            <a:xfrm>
              <a:off x="701" y="1525"/>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 name="Group 31">
            <a:extLst>
              <a:ext uri="{FF2B5EF4-FFF2-40B4-BE49-F238E27FC236}">
                <a16:creationId xmlns:a16="http://schemas.microsoft.com/office/drawing/2014/main" id="{4456ACB8-E280-4DC4-B643-8D11E7F1271A}"/>
              </a:ext>
            </a:extLst>
          </p:cNvPr>
          <p:cNvGrpSpPr>
            <a:grpSpLocks/>
          </p:cNvGrpSpPr>
          <p:nvPr/>
        </p:nvGrpSpPr>
        <p:grpSpPr bwMode="auto">
          <a:xfrm>
            <a:off x="733425" y="3335020"/>
            <a:ext cx="1901825" cy="2295525"/>
            <a:chOff x="553" y="2733"/>
            <a:chExt cx="1198" cy="1446"/>
          </a:xfrm>
        </p:grpSpPr>
        <p:sp>
          <p:nvSpPr>
            <p:cNvPr id="11" name="Rectangle 11">
              <a:extLst>
                <a:ext uri="{FF2B5EF4-FFF2-40B4-BE49-F238E27FC236}">
                  <a16:creationId xmlns:a16="http://schemas.microsoft.com/office/drawing/2014/main" id="{89385F59-0AD2-4C99-98E1-434D5959CFAB}"/>
                </a:ext>
              </a:extLst>
            </p:cNvPr>
            <p:cNvSpPr>
              <a:spLocks noChangeArrowheads="1"/>
            </p:cNvSpPr>
            <p:nvPr/>
          </p:nvSpPr>
          <p:spPr bwMode="auto">
            <a:xfrm>
              <a:off x="576" y="3061"/>
              <a:ext cx="1062" cy="44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 name="AutoShape 12">
              <a:extLst>
                <a:ext uri="{FF2B5EF4-FFF2-40B4-BE49-F238E27FC236}">
                  <a16:creationId xmlns:a16="http://schemas.microsoft.com/office/drawing/2014/main" id="{7FF37FEE-DA23-447C-B369-732D1770718D}"/>
                </a:ext>
              </a:extLst>
            </p:cNvPr>
            <p:cNvSpPr>
              <a:spLocks noChangeArrowheads="1"/>
            </p:cNvSpPr>
            <p:nvPr/>
          </p:nvSpPr>
          <p:spPr bwMode="auto">
            <a:xfrm>
              <a:off x="983" y="3364"/>
              <a:ext cx="158" cy="137"/>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 name="Line 13">
              <a:extLst>
                <a:ext uri="{FF2B5EF4-FFF2-40B4-BE49-F238E27FC236}">
                  <a16:creationId xmlns:a16="http://schemas.microsoft.com/office/drawing/2014/main" id="{EFF7D5D7-5F11-4363-93F7-B0C8CF41C382}"/>
                </a:ext>
              </a:extLst>
            </p:cNvPr>
            <p:cNvSpPr>
              <a:spLocks noChangeShapeType="1"/>
            </p:cNvSpPr>
            <p:nvPr/>
          </p:nvSpPr>
          <p:spPr bwMode="auto">
            <a:xfrm>
              <a:off x="1062" y="3501"/>
              <a:ext cx="0" cy="3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2F397A10-30D8-419E-9C67-80F8260BCCD2}"/>
                </a:ext>
              </a:extLst>
            </p:cNvPr>
            <p:cNvSpPr>
              <a:spLocks noChangeShapeType="1"/>
            </p:cNvSpPr>
            <p:nvPr/>
          </p:nvSpPr>
          <p:spPr bwMode="auto">
            <a:xfrm>
              <a:off x="1265" y="3513"/>
              <a:ext cx="0" cy="3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Oval 15">
              <a:extLst>
                <a:ext uri="{FF2B5EF4-FFF2-40B4-BE49-F238E27FC236}">
                  <a16:creationId xmlns:a16="http://schemas.microsoft.com/office/drawing/2014/main" id="{8A72B1F2-98DC-434B-BFBC-EB02E24D723B}"/>
                </a:ext>
              </a:extLst>
            </p:cNvPr>
            <p:cNvSpPr>
              <a:spLocks noChangeArrowheads="1"/>
            </p:cNvSpPr>
            <p:nvPr/>
          </p:nvSpPr>
          <p:spPr bwMode="auto">
            <a:xfrm>
              <a:off x="1422" y="350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 name="Oval 16">
              <a:extLst>
                <a:ext uri="{FF2B5EF4-FFF2-40B4-BE49-F238E27FC236}">
                  <a16:creationId xmlns:a16="http://schemas.microsoft.com/office/drawing/2014/main" id="{C4B85CA2-EAC8-4B5B-AD0B-B2B93FF4AD1E}"/>
                </a:ext>
              </a:extLst>
            </p:cNvPr>
            <p:cNvSpPr>
              <a:spLocks noChangeArrowheads="1"/>
            </p:cNvSpPr>
            <p:nvPr/>
          </p:nvSpPr>
          <p:spPr bwMode="auto">
            <a:xfrm>
              <a:off x="756" y="350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 name="Oval 17">
              <a:extLst>
                <a:ext uri="{FF2B5EF4-FFF2-40B4-BE49-F238E27FC236}">
                  <a16:creationId xmlns:a16="http://schemas.microsoft.com/office/drawing/2014/main" id="{BB6E6D98-7208-465E-9F3A-9D2A9209DECF}"/>
                </a:ext>
              </a:extLst>
            </p:cNvPr>
            <p:cNvSpPr>
              <a:spLocks noChangeArrowheads="1"/>
            </p:cNvSpPr>
            <p:nvPr/>
          </p:nvSpPr>
          <p:spPr bwMode="auto">
            <a:xfrm>
              <a:off x="789" y="29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8" name="Line 18">
              <a:extLst>
                <a:ext uri="{FF2B5EF4-FFF2-40B4-BE49-F238E27FC236}">
                  <a16:creationId xmlns:a16="http://schemas.microsoft.com/office/drawing/2014/main" id="{7487BFB2-E429-496D-A559-CB949C164B25}"/>
                </a:ext>
              </a:extLst>
            </p:cNvPr>
            <p:cNvSpPr>
              <a:spLocks noChangeShapeType="1"/>
            </p:cNvSpPr>
            <p:nvPr/>
          </p:nvSpPr>
          <p:spPr bwMode="auto">
            <a:xfrm flipV="1">
              <a:off x="1344" y="2767"/>
              <a:ext cx="0" cy="2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19">
              <a:extLst>
                <a:ext uri="{FF2B5EF4-FFF2-40B4-BE49-F238E27FC236}">
                  <a16:creationId xmlns:a16="http://schemas.microsoft.com/office/drawing/2014/main" id="{A46BA8D7-78BF-4307-A566-36015B69CCA0}"/>
                </a:ext>
              </a:extLst>
            </p:cNvPr>
            <p:cNvSpPr>
              <a:spLocks noChangeShapeType="1"/>
            </p:cNvSpPr>
            <p:nvPr/>
          </p:nvSpPr>
          <p:spPr bwMode="auto">
            <a:xfrm flipV="1">
              <a:off x="836" y="2756"/>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Line 20">
              <a:extLst>
                <a:ext uri="{FF2B5EF4-FFF2-40B4-BE49-F238E27FC236}">
                  <a16:creationId xmlns:a16="http://schemas.microsoft.com/office/drawing/2014/main" id="{34D678FB-CC8A-4503-B1CC-D98C01027D2E}"/>
                </a:ext>
              </a:extLst>
            </p:cNvPr>
            <p:cNvSpPr>
              <a:spLocks noChangeShapeType="1"/>
            </p:cNvSpPr>
            <p:nvPr/>
          </p:nvSpPr>
          <p:spPr bwMode="auto">
            <a:xfrm>
              <a:off x="1469" y="3580"/>
              <a:ext cx="0" cy="2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21">
              <a:extLst>
                <a:ext uri="{FF2B5EF4-FFF2-40B4-BE49-F238E27FC236}">
                  <a16:creationId xmlns:a16="http://schemas.microsoft.com/office/drawing/2014/main" id="{DF94B5AC-3AA9-451D-A849-CDDDAA122E10}"/>
                </a:ext>
              </a:extLst>
            </p:cNvPr>
            <p:cNvSpPr>
              <a:spLocks noChangeShapeType="1"/>
            </p:cNvSpPr>
            <p:nvPr/>
          </p:nvSpPr>
          <p:spPr bwMode="auto">
            <a:xfrm>
              <a:off x="791" y="3592"/>
              <a:ext cx="0" cy="2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Text Box 22">
              <a:extLst>
                <a:ext uri="{FF2B5EF4-FFF2-40B4-BE49-F238E27FC236}">
                  <a16:creationId xmlns:a16="http://schemas.microsoft.com/office/drawing/2014/main" id="{F1C85336-8986-4090-A4CD-CC2CB4099BD1}"/>
                </a:ext>
              </a:extLst>
            </p:cNvPr>
            <p:cNvSpPr txBox="1">
              <a:spLocks noChangeArrowheads="1"/>
            </p:cNvSpPr>
            <p:nvPr/>
          </p:nvSpPr>
          <p:spPr bwMode="auto">
            <a:xfrm>
              <a:off x="1310" y="2733"/>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23" name="Text Box 23">
              <a:extLst>
                <a:ext uri="{FF2B5EF4-FFF2-40B4-BE49-F238E27FC236}">
                  <a16:creationId xmlns:a16="http://schemas.microsoft.com/office/drawing/2014/main" id="{D8790696-4F13-4C30-B72A-4F255DEA8C90}"/>
                </a:ext>
              </a:extLst>
            </p:cNvPr>
            <p:cNvSpPr txBox="1">
              <a:spLocks noChangeArrowheads="1"/>
            </p:cNvSpPr>
            <p:nvPr/>
          </p:nvSpPr>
          <p:spPr bwMode="auto">
            <a:xfrm>
              <a:off x="553" y="2744"/>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24" name="Text Box 24">
              <a:extLst>
                <a:ext uri="{FF2B5EF4-FFF2-40B4-BE49-F238E27FC236}">
                  <a16:creationId xmlns:a16="http://schemas.microsoft.com/office/drawing/2014/main" id="{408F957E-6C2C-46A4-9381-63DFB69A3A53}"/>
                </a:ext>
              </a:extLst>
            </p:cNvPr>
            <p:cNvSpPr txBox="1">
              <a:spLocks noChangeArrowheads="1"/>
            </p:cNvSpPr>
            <p:nvPr/>
          </p:nvSpPr>
          <p:spPr bwMode="auto">
            <a:xfrm>
              <a:off x="1129" y="3830"/>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25" name="Text Box 25">
              <a:extLst>
                <a:ext uri="{FF2B5EF4-FFF2-40B4-BE49-F238E27FC236}">
                  <a16:creationId xmlns:a16="http://schemas.microsoft.com/office/drawing/2014/main" id="{0204980C-053E-42B6-8C38-4A28A33F33E0}"/>
                </a:ext>
              </a:extLst>
            </p:cNvPr>
            <p:cNvSpPr txBox="1">
              <a:spLocks noChangeArrowheads="1"/>
            </p:cNvSpPr>
            <p:nvPr/>
          </p:nvSpPr>
          <p:spPr bwMode="auto">
            <a:xfrm>
              <a:off x="836" y="3830"/>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26" name="Text Box 26">
              <a:extLst>
                <a:ext uri="{FF2B5EF4-FFF2-40B4-BE49-F238E27FC236}">
                  <a16:creationId xmlns:a16="http://schemas.microsoft.com/office/drawing/2014/main" id="{8A7AA32C-29CF-4D06-9411-38CF89413C9E}"/>
                </a:ext>
              </a:extLst>
            </p:cNvPr>
            <p:cNvSpPr txBox="1">
              <a:spLocks noChangeArrowheads="1"/>
            </p:cNvSpPr>
            <p:nvPr/>
          </p:nvSpPr>
          <p:spPr bwMode="auto">
            <a:xfrm>
              <a:off x="554" y="3823"/>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27" name="Text Box 27">
              <a:extLst>
                <a:ext uri="{FF2B5EF4-FFF2-40B4-BE49-F238E27FC236}">
                  <a16:creationId xmlns:a16="http://schemas.microsoft.com/office/drawing/2014/main" id="{9F48C45B-CA55-41D6-AA8E-DD1A5A2FD053}"/>
                </a:ext>
              </a:extLst>
            </p:cNvPr>
            <p:cNvSpPr txBox="1">
              <a:spLocks noChangeArrowheads="1"/>
            </p:cNvSpPr>
            <p:nvPr/>
          </p:nvSpPr>
          <p:spPr bwMode="auto">
            <a:xfrm>
              <a:off x="1333" y="3852"/>
              <a:ext cx="41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28" name="Line 28">
              <a:extLst>
                <a:ext uri="{FF2B5EF4-FFF2-40B4-BE49-F238E27FC236}">
                  <a16:creationId xmlns:a16="http://schemas.microsoft.com/office/drawing/2014/main" id="{4CA0B154-7EA6-45EE-BB2E-182507548DC9}"/>
                </a:ext>
              </a:extLst>
            </p:cNvPr>
            <p:cNvSpPr>
              <a:spLocks noChangeShapeType="1"/>
            </p:cNvSpPr>
            <p:nvPr/>
          </p:nvSpPr>
          <p:spPr bwMode="auto">
            <a:xfrm>
              <a:off x="599" y="385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29">
              <a:extLst>
                <a:ext uri="{FF2B5EF4-FFF2-40B4-BE49-F238E27FC236}">
                  <a16:creationId xmlns:a16="http://schemas.microsoft.com/office/drawing/2014/main" id="{6DACE5C9-D463-4433-AA97-5EDCDDB78328}"/>
                </a:ext>
              </a:extLst>
            </p:cNvPr>
            <p:cNvSpPr>
              <a:spLocks noChangeShapeType="1"/>
            </p:cNvSpPr>
            <p:nvPr/>
          </p:nvSpPr>
          <p:spPr bwMode="auto">
            <a:xfrm>
              <a:off x="1389" y="390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30">
              <a:extLst>
                <a:ext uri="{FF2B5EF4-FFF2-40B4-BE49-F238E27FC236}">
                  <a16:creationId xmlns:a16="http://schemas.microsoft.com/office/drawing/2014/main" id="{83E7A390-9C4F-43B5-AAC5-50FB40295EC8}"/>
                </a:ext>
              </a:extLst>
            </p:cNvPr>
            <p:cNvSpPr>
              <a:spLocks noChangeShapeType="1"/>
            </p:cNvSpPr>
            <p:nvPr/>
          </p:nvSpPr>
          <p:spPr bwMode="auto">
            <a:xfrm>
              <a:off x="621" y="2789"/>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1" name="Group 58">
            <a:extLst>
              <a:ext uri="{FF2B5EF4-FFF2-40B4-BE49-F238E27FC236}">
                <a16:creationId xmlns:a16="http://schemas.microsoft.com/office/drawing/2014/main" id="{1E88210E-323E-4E72-BB67-9D8B77A4EAE2}"/>
              </a:ext>
            </a:extLst>
          </p:cNvPr>
          <p:cNvGrpSpPr>
            <a:grpSpLocks/>
          </p:cNvGrpSpPr>
          <p:nvPr/>
        </p:nvGrpSpPr>
        <p:grpSpPr bwMode="auto">
          <a:xfrm>
            <a:off x="4606925" y="3011170"/>
            <a:ext cx="2994025" cy="3068638"/>
            <a:chOff x="2902" y="2156"/>
            <a:chExt cx="1886" cy="1933"/>
          </a:xfrm>
        </p:grpSpPr>
        <p:sp>
          <p:nvSpPr>
            <p:cNvPr id="32" name="Line 40">
              <a:extLst>
                <a:ext uri="{FF2B5EF4-FFF2-40B4-BE49-F238E27FC236}">
                  <a16:creationId xmlns:a16="http://schemas.microsoft.com/office/drawing/2014/main" id="{874D80BB-4226-4BFB-BF2F-1DEE7237DCDC}"/>
                </a:ext>
              </a:extLst>
            </p:cNvPr>
            <p:cNvSpPr>
              <a:spLocks noChangeShapeType="1"/>
            </p:cNvSpPr>
            <p:nvPr/>
          </p:nvSpPr>
          <p:spPr bwMode="auto">
            <a:xfrm>
              <a:off x="2902" y="2168"/>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41">
              <a:extLst>
                <a:ext uri="{FF2B5EF4-FFF2-40B4-BE49-F238E27FC236}">
                  <a16:creationId xmlns:a16="http://schemas.microsoft.com/office/drawing/2014/main" id="{8DDFE2AC-AEE2-4302-96DF-FD03D3E90279}"/>
                </a:ext>
              </a:extLst>
            </p:cNvPr>
            <p:cNvSpPr>
              <a:spLocks noChangeShapeType="1"/>
            </p:cNvSpPr>
            <p:nvPr/>
          </p:nvSpPr>
          <p:spPr bwMode="auto">
            <a:xfrm>
              <a:off x="3139" y="2157"/>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42">
              <a:extLst>
                <a:ext uri="{FF2B5EF4-FFF2-40B4-BE49-F238E27FC236}">
                  <a16:creationId xmlns:a16="http://schemas.microsoft.com/office/drawing/2014/main" id="{561A0F2A-1877-4FED-B3E0-AF2BB0BAE0BE}"/>
                </a:ext>
              </a:extLst>
            </p:cNvPr>
            <p:cNvSpPr>
              <a:spLocks noChangeShapeType="1"/>
            </p:cNvSpPr>
            <p:nvPr/>
          </p:nvSpPr>
          <p:spPr bwMode="auto">
            <a:xfrm>
              <a:off x="3286" y="2156"/>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43">
              <a:extLst>
                <a:ext uri="{FF2B5EF4-FFF2-40B4-BE49-F238E27FC236}">
                  <a16:creationId xmlns:a16="http://schemas.microsoft.com/office/drawing/2014/main" id="{09853943-493E-4F35-9B36-88E7F505D65F}"/>
                </a:ext>
              </a:extLst>
            </p:cNvPr>
            <p:cNvSpPr>
              <a:spLocks noChangeShapeType="1"/>
            </p:cNvSpPr>
            <p:nvPr/>
          </p:nvSpPr>
          <p:spPr bwMode="auto">
            <a:xfrm>
              <a:off x="3422" y="2157"/>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44">
              <a:extLst>
                <a:ext uri="{FF2B5EF4-FFF2-40B4-BE49-F238E27FC236}">
                  <a16:creationId xmlns:a16="http://schemas.microsoft.com/office/drawing/2014/main" id="{0212D7F7-D427-459D-8612-E489697C55F3}"/>
                </a:ext>
              </a:extLst>
            </p:cNvPr>
            <p:cNvSpPr>
              <a:spLocks noChangeShapeType="1"/>
            </p:cNvSpPr>
            <p:nvPr/>
          </p:nvSpPr>
          <p:spPr bwMode="auto">
            <a:xfrm>
              <a:off x="3964" y="2180"/>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45">
              <a:extLst>
                <a:ext uri="{FF2B5EF4-FFF2-40B4-BE49-F238E27FC236}">
                  <a16:creationId xmlns:a16="http://schemas.microsoft.com/office/drawing/2014/main" id="{951864FF-6490-40E5-8312-F4297E400A84}"/>
                </a:ext>
              </a:extLst>
            </p:cNvPr>
            <p:cNvSpPr>
              <a:spLocks noChangeShapeType="1"/>
            </p:cNvSpPr>
            <p:nvPr/>
          </p:nvSpPr>
          <p:spPr bwMode="auto">
            <a:xfrm>
              <a:off x="4235" y="2180"/>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46">
              <a:extLst>
                <a:ext uri="{FF2B5EF4-FFF2-40B4-BE49-F238E27FC236}">
                  <a16:creationId xmlns:a16="http://schemas.microsoft.com/office/drawing/2014/main" id="{59BCF8CC-1070-4E5A-B1EA-75282B64AC3A}"/>
                </a:ext>
              </a:extLst>
            </p:cNvPr>
            <p:cNvSpPr>
              <a:spLocks noChangeShapeType="1"/>
            </p:cNvSpPr>
            <p:nvPr/>
          </p:nvSpPr>
          <p:spPr bwMode="auto">
            <a:xfrm>
              <a:off x="4653" y="2170"/>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47">
              <a:extLst>
                <a:ext uri="{FF2B5EF4-FFF2-40B4-BE49-F238E27FC236}">
                  <a16:creationId xmlns:a16="http://schemas.microsoft.com/office/drawing/2014/main" id="{F974827D-4797-476F-9D9C-1C7D7BE86E5C}"/>
                </a:ext>
              </a:extLst>
            </p:cNvPr>
            <p:cNvSpPr>
              <a:spLocks noChangeShapeType="1"/>
            </p:cNvSpPr>
            <p:nvPr/>
          </p:nvSpPr>
          <p:spPr bwMode="auto">
            <a:xfrm>
              <a:off x="4788" y="2158"/>
              <a:ext cx="0" cy="1909"/>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0" name="Group 57">
            <a:extLst>
              <a:ext uri="{FF2B5EF4-FFF2-40B4-BE49-F238E27FC236}">
                <a16:creationId xmlns:a16="http://schemas.microsoft.com/office/drawing/2014/main" id="{C49808F5-BF80-4686-9830-61EAC5D524FC}"/>
              </a:ext>
            </a:extLst>
          </p:cNvPr>
          <p:cNvGrpSpPr>
            <a:grpSpLocks/>
          </p:cNvGrpSpPr>
          <p:nvPr/>
        </p:nvGrpSpPr>
        <p:grpSpPr bwMode="auto">
          <a:xfrm>
            <a:off x="3711575" y="2709545"/>
            <a:ext cx="4429125" cy="2454275"/>
            <a:chOff x="2338" y="1966"/>
            <a:chExt cx="2790" cy="1546"/>
          </a:xfrm>
        </p:grpSpPr>
        <p:sp>
          <p:nvSpPr>
            <p:cNvPr id="41" name="Freeform 48">
              <a:extLst>
                <a:ext uri="{FF2B5EF4-FFF2-40B4-BE49-F238E27FC236}">
                  <a16:creationId xmlns:a16="http://schemas.microsoft.com/office/drawing/2014/main" id="{33B5E883-E8A1-469A-81A6-F42509D14F77}"/>
                </a:ext>
              </a:extLst>
            </p:cNvPr>
            <p:cNvSpPr>
              <a:spLocks/>
            </p:cNvSpPr>
            <p:nvPr/>
          </p:nvSpPr>
          <p:spPr bwMode="auto">
            <a:xfrm>
              <a:off x="2688" y="2146"/>
              <a:ext cx="2440" cy="305"/>
            </a:xfrm>
            <a:custGeom>
              <a:avLst/>
              <a:gdLst>
                <a:gd name="T0" fmla="*/ 0 w 2440"/>
                <a:gd name="T1" fmla="*/ 0 h 305"/>
                <a:gd name="T2" fmla="*/ 745 w 2440"/>
                <a:gd name="T3" fmla="*/ 0 h 305"/>
                <a:gd name="T4" fmla="*/ 745 w 2440"/>
                <a:gd name="T5" fmla="*/ 305 h 305"/>
                <a:gd name="T6" fmla="*/ 1276 w 2440"/>
                <a:gd name="T7" fmla="*/ 305 h 305"/>
                <a:gd name="T8" fmla="*/ 1276 w 2440"/>
                <a:gd name="T9" fmla="*/ 0 h 305"/>
                <a:gd name="T10" fmla="*/ 2440 w 2440"/>
                <a:gd name="T11" fmla="*/ 0 h 3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40" h="305">
                  <a:moveTo>
                    <a:pt x="0" y="0"/>
                  </a:moveTo>
                  <a:lnTo>
                    <a:pt x="745" y="0"/>
                  </a:lnTo>
                  <a:lnTo>
                    <a:pt x="745" y="305"/>
                  </a:lnTo>
                  <a:lnTo>
                    <a:pt x="1276" y="305"/>
                  </a:lnTo>
                  <a:lnTo>
                    <a:pt x="1276" y="0"/>
                  </a:lnTo>
                  <a:lnTo>
                    <a:pt x="2440"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Freeform 49">
              <a:extLst>
                <a:ext uri="{FF2B5EF4-FFF2-40B4-BE49-F238E27FC236}">
                  <a16:creationId xmlns:a16="http://schemas.microsoft.com/office/drawing/2014/main" id="{E1DC7891-8967-442B-BDA9-13E4DDAD96A1}"/>
                </a:ext>
              </a:extLst>
            </p:cNvPr>
            <p:cNvSpPr>
              <a:spLocks/>
            </p:cNvSpPr>
            <p:nvPr/>
          </p:nvSpPr>
          <p:spPr bwMode="auto">
            <a:xfrm>
              <a:off x="2677" y="2598"/>
              <a:ext cx="2428" cy="305"/>
            </a:xfrm>
            <a:custGeom>
              <a:avLst/>
              <a:gdLst>
                <a:gd name="T0" fmla="*/ 0 w 2428"/>
                <a:gd name="T1" fmla="*/ 305 h 305"/>
                <a:gd name="T2" fmla="*/ 463 w 2428"/>
                <a:gd name="T3" fmla="*/ 305 h 305"/>
                <a:gd name="T4" fmla="*/ 463 w 2428"/>
                <a:gd name="T5" fmla="*/ 0 h 305"/>
                <a:gd name="T6" fmla="*/ 1558 w 2428"/>
                <a:gd name="T7" fmla="*/ 0 h 305"/>
                <a:gd name="T8" fmla="*/ 1558 w 2428"/>
                <a:gd name="T9" fmla="*/ 305 h 305"/>
                <a:gd name="T10" fmla="*/ 2112 w 2428"/>
                <a:gd name="T11" fmla="*/ 305 h 305"/>
                <a:gd name="T12" fmla="*/ 2112 w 2428"/>
                <a:gd name="T13" fmla="*/ 0 h 305"/>
                <a:gd name="T14" fmla="*/ 2428 w 2428"/>
                <a:gd name="T15" fmla="*/ 0 h 3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28" h="305">
                  <a:moveTo>
                    <a:pt x="0" y="305"/>
                  </a:moveTo>
                  <a:lnTo>
                    <a:pt x="463" y="305"/>
                  </a:lnTo>
                  <a:lnTo>
                    <a:pt x="463" y="0"/>
                  </a:lnTo>
                  <a:lnTo>
                    <a:pt x="1558" y="0"/>
                  </a:lnTo>
                  <a:lnTo>
                    <a:pt x="1558" y="305"/>
                  </a:lnTo>
                  <a:lnTo>
                    <a:pt x="2112" y="305"/>
                  </a:lnTo>
                  <a:lnTo>
                    <a:pt x="2112" y="0"/>
                  </a:lnTo>
                  <a:lnTo>
                    <a:pt x="242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Freeform 50">
              <a:extLst>
                <a:ext uri="{FF2B5EF4-FFF2-40B4-BE49-F238E27FC236}">
                  <a16:creationId xmlns:a16="http://schemas.microsoft.com/office/drawing/2014/main" id="{DD17F442-FB20-476B-8474-1F9BE59D965E}"/>
                </a:ext>
              </a:extLst>
            </p:cNvPr>
            <p:cNvSpPr>
              <a:spLocks/>
            </p:cNvSpPr>
            <p:nvPr/>
          </p:nvSpPr>
          <p:spPr bwMode="auto">
            <a:xfrm>
              <a:off x="2677" y="3083"/>
              <a:ext cx="2417" cy="305"/>
            </a:xfrm>
            <a:custGeom>
              <a:avLst/>
              <a:gdLst>
                <a:gd name="T0" fmla="*/ 0 w 2417"/>
                <a:gd name="T1" fmla="*/ 305 h 305"/>
                <a:gd name="T2" fmla="*/ 226 w 2417"/>
                <a:gd name="T3" fmla="*/ 305 h 305"/>
                <a:gd name="T4" fmla="*/ 226 w 2417"/>
                <a:gd name="T5" fmla="*/ 0 h 305"/>
                <a:gd name="T6" fmla="*/ 610 w 2417"/>
                <a:gd name="T7" fmla="*/ 0 h 305"/>
                <a:gd name="T8" fmla="*/ 610 w 2417"/>
                <a:gd name="T9" fmla="*/ 305 h 305"/>
                <a:gd name="T10" fmla="*/ 1976 w 2417"/>
                <a:gd name="T11" fmla="*/ 305 h 305"/>
                <a:gd name="T12" fmla="*/ 1976 w 2417"/>
                <a:gd name="T13" fmla="*/ 0 h 305"/>
                <a:gd name="T14" fmla="*/ 2417 w 2417"/>
                <a:gd name="T15" fmla="*/ 0 h 3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17" h="305">
                  <a:moveTo>
                    <a:pt x="0" y="305"/>
                  </a:moveTo>
                  <a:lnTo>
                    <a:pt x="226" y="305"/>
                  </a:lnTo>
                  <a:lnTo>
                    <a:pt x="226" y="0"/>
                  </a:lnTo>
                  <a:lnTo>
                    <a:pt x="610" y="0"/>
                  </a:lnTo>
                  <a:lnTo>
                    <a:pt x="610" y="305"/>
                  </a:lnTo>
                  <a:lnTo>
                    <a:pt x="1976" y="305"/>
                  </a:lnTo>
                  <a:lnTo>
                    <a:pt x="1976" y="0"/>
                  </a:lnTo>
                  <a:lnTo>
                    <a:pt x="241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Text Box 52">
              <a:extLst>
                <a:ext uri="{FF2B5EF4-FFF2-40B4-BE49-F238E27FC236}">
                  <a16:creationId xmlns:a16="http://schemas.microsoft.com/office/drawing/2014/main" id="{002EFCAB-27AC-49BA-8FCE-AB4248F25C62}"/>
                </a:ext>
              </a:extLst>
            </p:cNvPr>
            <p:cNvSpPr txBox="1">
              <a:spLocks noChangeArrowheads="1"/>
            </p:cNvSpPr>
            <p:nvPr/>
          </p:nvSpPr>
          <p:spPr bwMode="auto">
            <a:xfrm>
              <a:off x="2338" y="2722"/>
              <a:ext cx="54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endPar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45" name="Group 55">
              <a:extLst>
                <a:ext uri="{FF2B5EF4-FFF2-40B4-BE49-F238E27FC236}">
                  <a16:creationId xmlns:a16="http://schemas.microsoft.com/office/drawing/2014/main" id="{62F0B90E-6452-4D08-9638-AE430DB34194}"/>
                </a:ext>
              </a:extLst>
            </p:cNvPr>
            <p:cNvGrpSpPr>
              <a:grpSpLocks/>
            </p:cNvGrpSpPr>
            <p:nvPr/>
          </p:nvGrpSpPr>
          <p:grpSpPr bwMode="auto">
            <a:xfrm>
              <a:off x="2359" y="1966"/>
              <a:ext cx="408" cy="327"/>
              <a:chOff x="2315" y="1966"/>
              <a:chExt cx="408" cy="327"/>
            </a:xfrm>
          </p:grpSpPr>
          <p:sp>
            <p:nvSpPr>
              <p:cNvPr id="47" name="Text Box 53">
                <a:extLst>
                  <a:ext uri="{FF2B5EF4-FFF2-40B4-BE49-F238E27FC236}">
                    <a16:creationId xmlns:a16="http://schemas.microsoft.com/office/drawing/2014/main" id="{6993202C-1DED-4B9C-9E4B-F0B294F77212}"/>
                  </a:ext>
                </a:extLst>
              </p:cNvPr>
              <p:cNvSpPr txBox="1">
                <a:spLocks noChangeArrowheads="1"/>
              </p:cNvSpPr>
              <p:nvPr/>
            </p:nvSpPr>
            <p:spPr bwMode="auto">
              <a:xfrm>
                <a:off x="2315" y="1966"/>
                <a:ext cx="40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48" name="Line 54">
                <a:extLst>
                  <a:ext uri="{FF2B5EF4-FFF2-40B4-BE49-F238E27FC236}">
                    <a16:creationId xmlns:a16="http://schemas.microsoft.com/office/drawing/2014/main" id="{03169DC0-38C0-4DFD-86FE-5FBAC10D089D}"/>
                  </a:ext>
                </a:extLst>
              </p:cNvPr>
              <p:cNvSpPr>
                <a:spLocks noChangeShapeType="1"/>
              </p:cNvSpPr>
              <p:nvPr/>
            </p:nvSpPr>
            <p:spPr bwMode="auto">
              <a:xfrm>
                <a:off x="2372" y="2021"/>
                <a:ext cx="1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6" name="Text Box 56">
              <a:extLst>
                <a:ext uri="{FF2B5EF4-FFF2-40B4-BE49-F238E27FC236}">
                  <a16:creationId xmlns:a16="http://schemas.microsoft.com/office/drawing/2014/main" id="{BA5689AB-B550-46DE-A2CB-FDC07A94EC74}"/>
                </a:ext>
              </a:extLst>
            </p:cNvPr>
            <p:cNvSpPr txBox="1">
              <a:spLocks noChangeArrowheads="1"/>
            </p:cNvSpPr>
            <p:nvPr/>
          </p:nvSpPr>
          <p:spPr bwMode="auto">
            <a:xfrm>
              <a:off x="2417" y="3185"/>
              <a:ext cx="54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49" name="Text Box 59">
            <a:extLst>
              <a:ext uri="{FF2B5EF4-FFF2-40B4-BE49-F238E27FC236}">
                <a16:creationId xmlns:a16="http://schemas.microsoft.com/office/drawing/2014/main" id="{6B333CAF-CA00-4805-BA73-2CFF0167F2C3}"/>
              </a:ext>
            </a:extLst>
          </p:cNvPr>
          <p:cNvSpPr txBox="1">
            <a:spLocks noChangeArrowheads="1"/>
          </p:cNvSpPr>
          <p:nvPr/>
        </p:nvSpPr>
        <p:spPr bwMode="auto">
          <a:xfrm>
            <a:off x="3533775" y="5344795"/>
            <a:ext cx="1039813"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p>
        </p:txBody>
      </p:sp>
      <p:sp>
        <p:nvSpPr>
          <p:cNvPr id="50" name="Line 61">
            <a:extLst>
              <a:ext uri="{FF2B5EF4-FFF2-40B4-BE49-F238E27FC236}">
                <a16:creationId xmlns:a16="http://schemas.microsoft.com/office/drawing/2014/main" id="{B66D7C14-D808-40CF-9D29-1EB6BB9A165B}"/>
              </a:ext>
            </a:extLst>
          </p:cNvPr>
          <p:cNvSpPr>
            <a:spLocks noChangeShapeType="1"/>
          </p:cNvSpPr>
          <p:nvPr/>
        </p:nvSpPr>
        <p:spPr bwMode="auto">
          <a:xfrm>
            <a:off x="4249738" y="5236845"/>
            <a:ext cx="735012"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63">
            <a:extLst>
              <a:ext uri="{FF2B5EF4-FFF2-40B4-BE49-F238E27FC236}">
                <a16:creationId xmlns:a16="http://schemas.microsoft.com/office/drawing/2014/main" id="{1460B7E3-79C4-455A-93F0-1C3CB030ED10}"/>
              </a:ext>
            </a:extLst>
          </p:cNvPr>
          <p:cNvSpPr>
            <a:spLocks noChangeShapeType="1"/>
          </p:cNvSpPr>
          <p:nvPr/>
        </p:nvSpPr>
        <p:spPr bwMode="auto">
          <a:xfrm>
            <a:off x="4213225" y="5757545"/>
            <a:ext cx="771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Freeform 64">
            <a:extLst>
              <a:ext uri="{FF2B5EF4-FFF2-40B4-BE49-F238E27FC236}">
                <a16:creationId xmlns:a16="http://schemas.microsoft.com/office/drawing/2014/main" id="{246B0C08-98AB-43E7-BE2E-87EBA26C5BED}"/>
              </a:ext>
            </a:extLst>
          </p:cNvPr>
          <p:cNvSpPr>
            <a:spLocks/>
          </p:cNvSpPr>
          <p:nvPr/>
        </p:nvSpPr>
        <p:spPr bwMode="auto">
          <a:xfrm>
            <a:off x="4984750" y="5236845"/>
            <a:ext cx="447675" cy="519113"/>
          </a:xfrm>
          <a:custGeom>
            <a:avLst/>
            <a:gdLst>
              <a:gd name="T0" fmla="*/ 0 w 282"/>
              <a:gd name="T1" fmla="*/ 2147483647 h 327"/>
              <a:gd name="T2" fmla="*/ 0 w 282"/>
              <a:gd name="T3" fmla="*/ 0 h 327"/>
              <a:gd name="T4" fmla="*/ 2147483647 w 282"/>
              <a:gd name="T5" fmla="*/ 0 h 327"/>
              <a:gd name="T6" fmla="*/ 0 60000 65536"/>
              <a:gd name="T7" fmla="*/ 0 60000 65536"/>
              <a:gd name="T8" fmla="*/ 0 60000 65536"/>
            </a:gdLst>
            <a:ahLst/>
            <a:cxnLst>
              <a:cxn ang="T6">
                <a:pos x="T0" y="T1"/>
              </a:cxn>
              <a:cxn ang="T7">
                <a:pos x="T2" y="T3"/>
              </a:cxn>
              <a:cxn ang="T8">
                <a:pos x="T4" y="T5"/>
              </a:cxn>
            </a:cxnLst>
            <a:rect l="0" t="0" r="r" b="b"/>
            <a:pathLst>
              <a:path w="282" h="327">
                <a:moveTo>
                  <a:pt x="0" y="327"/>
                </a:moveTo>
                <a:lnTo>
                  <a:pt x="0" y="0"/>
                </a:lnTo>
                <a:lnTo>
                  <a:pt x="28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Freeform 65">
            <a:extLst>
              <a:ext uri="{FF2B5EF4-FFF2-40B4-BE49-F238E27FC236}">
                <a16:creationId xmlns:a16="http://schemas.microsoft.com/office/drawing/2014/main" id="{EAB4E32E-364C-4DF1-9BA5-F03ADE719B8C}"/>
              </a:ext>
            </a:extLst>
          </p:cNvPr>
          <p:cNvSpPr>
            <a:spLocks/>
          </p:cNvSpPr>
          <p:nvPr/>
        </p:nvSpPr>
        <p:spPr bwMode="auto">
          <a:xfrm>
            <a:off x="5432425" y="5236845"/>
            <a:ext cx="860425" cy="519113"/>
          </a:xfrm>
          <a:custGeom>
            <a:avLst/>
            <a:gdLst>
              <a:gd name="T0" fmla="*/ 0 w 542"/>
              <a:gd name="T1" fmla="*/ 0 h 327"/>
              <a:gd name="T2" fmla="*/ 0 w 542"/>
              <a:gd name="T3" fmla="*/ 2147483647 h 327"/>
              <a:gd name="T4" fmla="*/ 2147483647 w 542"/>
              <a:gd name="T5" fmla="*/ 2147483647 h 327"/>
              <a:gd name="T6" fmla="*/ 0 60000 65536"/>
              <a:gd name="T7" fmla="*/ 0 60000 65536"/>
              <a:gd name="T8" fmla="*/ 0 60000 65536"/>
            </a:gdLst>
            <a:ahLst/>
            <a:cxnLst>
              <a:cxn ang="T6">
                <a:pos x="T0" y="T1"/>
              </a:cxn>
              <a:cxn ang="T7">
                <a:pos x="T2" y="T3"/>
              </a:cxn>
              <a:cxn ang="T8">
                <a:pos x="T4" y="T5"/>
              </a:cxn>
            </a:cxnLst>
            <a:rect l="0" t="0" r="r" b="b"/>
            <a:pathLst>
              <a:path w="542" h="327">
                <a:moveTo>
                  <a:pt x="0" y="0"/>
                </a:moveTo>
                <a:lnTo>
                  <a:pt x="0" y="327"/>
                </a:lnTo>
                <a:lnTo>
                  <a:pt x="542" y="327"/>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66">
            <a:extLst>
              <a:ext uri="{FF2B5EF4-FFF2-40B4-BE49-F238E27FC236}">
                <a16:creationId xmlns:a16="http://schemas.microsoft.com/office/drawing/2014/main" id="{24D18F45-A7C8-49ED-A0EE-7460E4882BB3}"/>
              </a:ext>
            </a:extLst>
          </p:cNvPr>
          <p:cNvSpPr>
            <a:spLocks noChangeShapeType="1"/>
          </p:cNvSpPr>
          <p:nvPr/>
        </p:nvSpPr>
        <p:spPr bwMode="auto">
          <a:xfrm>
            <a:off x="6292850" y="5755958"/>
            <a:ext cx="13096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Freeform 67">
            <a:extLst>
              <a:ext uri="{FF2B5EF4-FFF2-40B4-BE49-F238E27FC236}">
                <a16:creationId xmlns:a16="http://schemas.microsoft.com/office/drawing/2014/main" id="{6582AE06-E564-4E76-8710-B43347F30064}"/>
              </a:ext>
            </a:extLst>
          </p:cNvPr>
          <p:cNvSpPr>
            <a:spLocks/>
          </p:cNvSpPr>
          <p:nvPr/>
        </p:nvSpPr>
        <p:spPr bwMode="auto">
          <a:xfrm>
            <a:off x="7602538" y="5290820"/>
            <a:ext cx="447675" cy="465138"/>
          </a:xfrm>
          <a:custGeom>
            <a:avLst/>
            <a:gdLst>
              <a:gd name="T0" fmla="*/ 0 w 282"/>
              <a:gd name="T1" fmla="*/ 2147483647 h 293"/>
              <a:gd name="T2" fmla="*/ 0 w 282"/>
              <a:gd name="T3" fmla="*/ 0 h 293"/>
              <a:gd name="T4" fmla="*/ 2147483647 w 282"/>
              <a:gd name="T5" fmla="*/ 0 h 293"/>
              <a:gd name="T6" fmla="*/ 0 60000 65536"/>
              <a:gd name="T7" fmla="*/ 0 60000 65536"/>
              <a:gd name="T8" fmla="*/ 0 60000 65536"/>
            </a:gdLst>
            <a:ahLst/>
            <a:cxnLst>
              <a:cxn ang="T6">
                <a:pos x="T0" y="T1"/>
              </a:cxn>
              <a:cxn ang="T7">
                <a:pos x="T2" y="T3"/>
              </a:cxn>
              <a:cxn ang="T8">
                <a:pos x="T4" y="T5"/>
              </a:cxn>
            </a:cxnLst>
            <a:rect l="0" t="0" r="r" b="b"/>
            <a:pathLst>
              <a:path w="282" h="293">
                <a:moveTo>
                  <a:pt x="0" y="293"/>
                </a:moveTo>
                <a:lnTo>
                  <a:pt x="0" y="0"/>
                </a:lnTo>
                <a:lnTo>
                  <a:pt x="28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4" presetClass="entr" presetSubtype="16" fill="hold" nodeType="afterEffect">
                                  <p:stCondLst>
                                    <p:cond delay="2000"/>
                                  </p:stCondLst>
                                  <p:childTnLst>
                                    <p:set>
                                      <p:cBhvr>
                                        <p:cTn id="15" dur="1" fill="hold">
                                          <p:stCondLst>
                                            <p:cond delay="0"/>
                                          </p:stCondLst>
                                        </p:cTn>
                                        <p:tgtEl>
                                          <p:spTgt spid="10"/>
                                        </p:tgtEl>
                                        <p:attrNameLst>
                                          <p:attrName>style.visibility</p:attrName>
                                        </p:attrNameLst>
                                      </p:cBhvr>
                                      <p:to>
                                        <p:strVal val="visible"/>
                                      </p:to>
                                    </p:set>
                                    <p:animEffect transition="in" filter="box(i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box(out)">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left)">
                                      <p:cBhvr>
                                        <p:cTn id="31" dur="500"/>
                                        <p:tgtEl>
                                          <p:spTgt spid="4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wipe(left)">
                                      <p:cBhvr>
                                        <p:cTn id="36" dur="500"/>
                                        <p:tgtEl>
                                          <p:spTgt spid="5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wipe(left)">
                                      <p:cBhvr>
                                        <p:cTn id="41" dur="5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wipe(left)">
                                      <p:cBhvr>
                                        <p:cTn id="46" dur="500"/>
                                        <p:tgtEl>
                                          <p:spTgt spid="5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wipe(left)">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wipe(left)">
                                      <p:cBhvr>
                                        <p:cTn id="56" dur="500"/>
                                        <p:tgtEl>
                                          <p:spTgt spid="5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106680" y="6351953"/>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32</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TextBox 2"/>
          <p:cNvSpPr txBox="1"/>
          <p:nvPr/>
        </p:nvSpPr>
        <p:spPr bwMode="auto">
          <a:xfrm>
            <a:off x="661183" y="106680"/>
            <a:ext cx="5516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四、正边沿</a:t>
            </a:r>
            <a:r>
              <a:rPr lang="en-US" altLang="zh-CN" sz="2800" dirty="0">
                <a:solidFill>
                  <a:schemeClr val="tx1"/>
                </a:solidFill>
                <a:latin typeface="Times New Roman" pitchFamily="18" charset="0"/>
                <a:ea typeface="黑体" pitchFamily="49" charset="-122"/>
                <a:cs typeface="Times New Roman" pitchFamily="18" charset="0"/>
              </a:rPr>
              <a:t>D</a:t>
            </a:r>
            <a:r>
              <a:rPr lang="zh-CN" altLang="en-US" sz="2800" dirty="0">
                <a:solidFill>
                  <a:schemeClr val="tx1"/>
                </a:solidFill>
                <a:latin typeface="黑体" pitchFamily="49" charset="-122"/>
                <a:ea typeface="黑体" pitchFamily="49" charset="-122"/>
              </a:rPr>
              <a:t>触发器的开关参数</a:t>
            </a:r>
          </a:p>
        </p:txBody>
      </p:sp>
      <p:sp>
        <p:nvSpPr>
          <p:cNvPr id="4" name="Text Box 6">
            <a:extLst>
              <a:ext uri="{FF2B5EF4-FFF2-40B4-BE49-F238E27FC236}">
                <a16:creationId xmlns:a16="http://schemas.microsoft.com/office/drawing/2014/main" id="{72A16B4E-DCFB-4C2B-AEB7-2F7351B75C87}"/>
              </a:ext>
            </a:extLst>
          </p:cNvPr>
          <p:cNvSpPr txBox="1">
            <a:spLocks noChangeArrowheads="1"/>
          </p:cNvSpPr>
          <p:nvPr/>
        </p:nvSpPr>
        <p:spPr bwMode="auto">
          <a:xfrm>
            <a:off x="6243637" y="1362150"/>
            <a:ext cx="2717483"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数据保持时间</a:t>
            </a:r>
            <a:r>
              <a:rPr kumimoji="0"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0"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h</a:t>
            </a:r>
            <a:endParaRPr kumimoji="0"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5" name="Group 111">
            <a:extLst>
              <a:ext uri="{FF2B5EF4-FFF2-40B4-BE49-F238E27FC236}">
                <a16:creationId xmlns:a16="http://schemas.microsoft.com/office/drawing/2014/main" id="{6E1D9C6B-E68C-4791-8F32-5F83F887DFC9}"/>
              </a:ext>
            </a:extLst>
          </p:cNvPr>
          <p:cNvGrpSpPr>
            <a:grpSpLocks/>
          </p:cNvGrpSpPr>
          <p:nvPr/>
        </p:nvGrpSpPr>
        <p:grpSpPr bwMode="auto">
          <a:xfrm>
            <a:off x="3227218" y="2184792"/>
            <a:ext cx="5800725" cy="615950"/>
            <a:chOff x="2106" y="1456"/>
            <a:chExt cx="3654" cy="388"/>
          </a:xfrm>
        </p:grpSpPr>
        <p:sp>
          <p:nvSpPr>
            <p:cNvPr id="6" name="Text Box 8">
              <a:extLst>
                <a:ext uri="{FF2B5EF4-FFF2-40B4-BE49-F238E27FC236}">
                  <a16:creationId xmlns:a16="http://schemas.microsoft.com/office/drawing/2014/main" id="{A619ECCD-0059-42D4-A6B5-869B19B085A5}"/>
                </a:ext>
              </a:extLst>
            </p:cNvPr>
            <p:cNvSpPr txBox="1">
              <a:spLocks noChangeArrowheads="1"/>
            </p:cNvSpPr>
            <p:nvPr/>
          </p:nvSpPr>
          <p:spPr bwMode="auto">
            <a:xfrm>
              <a:off x="2106" y="1517"/>
              <a:ext cx="547"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7" name="Freeform 9">
              <a:extLst>
                <a:ext uri="{FF2B5EF4-FFF2-40B4-BE49-F238E27FC236}">
                  <a16:creationId xmlns:a16="http://schemas.microsoft.com/office/drawing/2014/main" id="{DA5CE533-DEBF-4360-BB6F-03651D8B52BF}"/>
                </a:ext>
              </a:extLst>
            </p:cNvPr>
            <p:cNvSpPr>
              <a:spLocks/>
            </p:cNvSpPr>
            <p:nvPr/>
          </p:nvSpPr>
          <p:spPr bwMode="auto">
            <a:xfrm>
              <a:off x="2438" y="1456"/>
              <a:ext cx="3031" cy="248"/>
            </a:xfrm>
            <a:custGeom>
              <a:avLst/>
              <a:gdLst>
                <a:gd name="T0" fmla="*/ 0 w 2823"/>
                <a:gd name="T1" fmla="*/ 248 h 248"/>
                <a:gd name="T2" fmla="*/ 1387 w 2823"/>
                <a:gd name="T3" fmla="*/ 248 h 248"/>
                <a:gd name="T4" fmla="*/ 1611 w 2823"/>
                <a:gd name="T5" fmla="*/ 0 h 248"/>
                <a:gd name="T6" fmla="*/ 2144 w 2823"/>
                <a:gd name="T7" fmla="*/ 0 h 248"/>
                <a:gd name="T8" fmla="*/ 2351 w 2823"/>
                <a:gd name="T9" fmla="*/ 248 h 248"/>
                <a:gd name="T10" fmla="*/ 3125 w 2823"/>
                <a:gd name="T11" fmla="*/ 248 h 248"/>
                <a:gd name="T12" fmla="*/ 3367 w 2823"/>
                <a:gd name="T13" fmla="*/ 0 h 248"/>
                <a:gd name="T14" fmla="*/ 4027 w 2823"/>
                <a:gd name="T15" fmla="*/ 0 h 24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23" h="248">
                  <a:moveTo>
                    <a:pt x="0" y="248"/>
                  </a:moveTo>
                  <a:lnTo>
                    <a:pt x="971" y="248"/>
                  </a:lnTo>
                  <a:lnTo>
                    <a:pt x="1129" y="0"/>
                  </a:lnTo>
                  <a:lnTo>
                    <a:pt x="1502" y="0"/>
                  </a:lnTo>
                  <a:lnTo>
                    <a:pt x="1649" y="248"/>
                  </a:lnTo>
                  <a:lnTo>
                    <a:pt x="2191" y="248"/>
                  </a:lnTo>
                  <a:lnTo>
                    <a:pt x="2360" y="0"/>
                  </a:lnTo>
                  <a:lnTo>
                    <a:pt x="282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10">
              <a:extLst>
                <a:ext uri="{FF2B5EF4-FFF2-40B4-BE49-F238E27FC236}">
                  <a16:creationId xmlns:a16="http://schemas.microsoft.com/office/drawing/2014/main" id="{5021CFCE-3D8E-4DF5-BE35-DC6D548C8B64}"/>
                </a:ext>
              </a:extLst>
            </p:cNvPr>
            <p:cNvSpPr>
              <a:spLocks noChangeShapeType="1"/>
            </p:cNvSpPr>
            <p:nvPr/>
          </p:nvSpPr>
          <p:spPr bwMode="auto">
            <a:xfrm>
              <a:off x="5457" y="1456"/>
              <a:ext cx="30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 name="Group 17">
            <a:extLst>
              <a:ext uri="{FF2B5EF4-FFF2-40B4-BE49-F238E27FC236}">
                <a16:creationId xmlns:a16="http://schemas.microsoft.com/office/drawing/2014/main" id="{7E796E18-A7C5-4CDD-A51D-09B5FF4E2C72}"/>
              </a:ext>
            </a:extLst>
          </p:cNvPr>
          <p:cNvGrpSpPr>
            <a:grpSpLocks/>
          </p:cNvGrpSpPr>
          <p:nvPr/>
        </p:nvGrpSpPr>
        <p:grpSpPr bwMode="auto">
          <a:xfrm>
            <a:off x="3458993" y="2794392"/>
            <a:ext cx="5227638" cy="649288"/>
            <a:chOff x="2185" y="1886"/>
            <a:chExt cx="3293" cy="409"/>
          </a:xfrm>
        </p:grpSpPr>
        <p:sp>
          <p:nvSpPr>
            <p:cNvPr id="10" name="Freeform 14">
              <a:extLst>
                <a:ext uri="{FF2B5EF4-FFF2-40B4-BE49-F238E27FC236}">
                  <a16:creationId xmlns:a16="http://schemas.microsoft.com/office/drawing/2014/main" id="{7C49DFCC-6650-408C-8487-5A13CE9F63BB}"/>
                </a:ext>
              </a:extLst>
            </p:cNvPr>
            <p:cNvSpPr>
              <a:spLocks/>
            </p:cNvSpPr>
            <p:nvPr/>
          </p:nvSpPr>
          <p:spPr bwMode="auto">
            <a:xfrm>
              <a:off x="2440" y="1886"/>
              <a:ext cx="3038" cy="249"/>
            </a:xfrm>
            <a:custGeom>
              <a:avLst/>
              <a:gdLst>
                <a:gd name="T0" fmla="*/ 0 w 3038"/>
                <a:gd name="T1" fmla="*/ 249 h 249"/>
                <a:gd name="T2" fmla="*/ 564 w 3038"/>
                <a:gd name="T3" fmla="*/ 249 h 249"/>
                <a:gd name="T4" fmla="*/ 700 w 3038"/>
                <a:gd name="T5" fmla="*/ 0 h 249"/>
                <a:gd name="T6" fmla="*/ 1152 w 3038"/>
                <a:gd name="T7" fmla="*/ 0 h 249"/>
                <a:gd name="T8" fmla="*/ 1231 w 3038"/>
                <a:gd name="T9" fmla="*/ 249 h 249"/>
                <a:gd name="T10" fmla="*/ 1536 w 3038"/>
                <a:gd name="T11" fmla="*/ 249 h 249"/>
                <a:gd name="T12" fmla="*/ 1660 w 3038"/>
                <a:gd name="T13" fmla="*/ 0 h 249"/>
                <a:gd name="T14" fmla="*/ 1987 w 3038"/>
                <a:gd name="T15" fmla="*/ 0 h 249"/>
                <a:gd name="T16" fmla="*/ 2145 w 3038"/>
                <a:gd name="T17" fmla="*/ 249 h 249"/>
                <a:gd name="T18" fmla="*/ 2507 w 3038"/>
                <a:gd name="T19" fmla="*/ 249 h 249"/>
                <a:gd name="T20" fmla="*/ 2597 w 3038"/>
                <a:gd name="T21" fmla="*/ 0 h 249"/>
                <a:gd name="T22" fmla="*/ 3038 w 3038"/>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038" h="249">
                  <a:moveTo>
                    <a:pt x="0" y="249"/>
                  </a:moveTo>
                  <a:lnTo>
                    <a:pt x="564" y="249"/>
                  </a:lnTo>
                  <a:lnTo>
                    <a:pt x="700" y="0"/>
                  </a:lnTo>
                  <a:lnTo>
                    <a:pt x="1152" y="0"/>
                  </a:lnTo>
                  <a:lnTo>
                    <a:pt x="1231" y="249"/>
                  </a:lnTo>
                  <a:lnTo>
                    <a:pt x="1536" y="249"/>
                  </a:lnTo>
                  <a:lnTo>
                    <a:pt x="1660" y="0"/>
                  </a:lnTo>
                  <a:lnTo>
                    <a:pt x="1987" y="0"/>
                  </a:lnTo>
                  <a:lnTo>
                    <a:pt x="2145" y="249"/>
                  </a:lnTo>
                  <a:lnTo>
                    <a:pt x="2507" y="249"/>
                  </a:lnTo>
                  <a:lnTo>
                    <a:pt x="2597" y="0"/>
                  </a:lnTo>
                  <a:lnTo>
                    <a:pt x="303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Text Box 15">
              <a:extLst>
                <a:ext uri="{FF2B5EF4-FFF2-40B4-BE49-F238E27FC236}">
                  <a16:creationId xmlns:a16="http://schemas.microsoft.com/office/drawing/2014/main" id="{49328996-B884-49A7-B754-2CD0C4CA60E0}"/>
                </a:ext>
              </a:extLst>
            </p:cNvPr>
            <p:cNvSpPr txBox="1">
              <a:spLocks noChangeArrowheads="1"/>
            </p:cNvSpPr>
            <p:nvPr/>
          </p:nvSpPr>
          <p:spPr bwMode="auto">
            <a:xfrm>
              <a:off x="2185" y="1968"/>
              <a:ext cx="37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grpSp>
      <p:grpSp>
        <p:nvGrpSpPr>
          <p:cNvPr id="12" name="Group 112">
            <a:extLst>
              <a:ext uri="{FF2B5EF4-FFF2-40B4-BE49-F238E27FC236}">
                <a16:creationId xmlns:a16="http://schemas.microsoft.com/office/drawing/2014/main" id="{CD18938E-7830-46A9-AD68-6580009A465D}"/>
              </a:ext>
            </a:extLst>
          </p:cNvPr>
          <p:cNvGrpSpPr>
            <a:grpSpLocks/>
          </p:cNvGrpSpPr>
          <p:nvPr/>
        </p:nvGrpSpPr>
        <p:grpSpPr bwMode="auto">
          <a:xfrm>
            <a:off x="4848056" y="2276867"/>
            <a:ext cx="3067050" cy="1471613"/>
            <a:chOff x="3127" y="1514"/>
            <a:chExt cx="1932" cy="927"/>
          </a:xfrm>
        </p:grpSpPr>
        <p:sp>
          <p:nvSpPr>
            <p:cNvPr id="13" name="Line 20">
              <a:extLst>
                <a:ext uri="{FF2B5EF4-FFF2-40B4-BE49-F238E27FC236}">
                  <a16:creationId xmlns:a16="http://schemas.microsoft.com/office/drawing/2014/main" id="{5A6DE33B-549B-4B29-A3DF-DEED1E22EA1D}"/>
                </a:ext>
              </a:extLst>
            </p:cNvPr>
            <p:cNvSpPr>
              <a:spLocks noChangeShapeType="1"/>
            </p:cNvSpPr>
            <p:nvPr/>
          </p:nvSpPr>
          <p:spPr bwMode="auto">
            <a:xfrm flipH="1">
              <a:off x="3556" y="1569"/>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21">
              <a:extLst>
                <a:ext uri="{FF2B5EF4-FFF2-40B4-BE49-F238E27FC236}">
                  <a16:creationId xmlns:a16="http://schemas.microsoft.com/office/drawing/2014/main" id="{600D82B8-B633-41F2-8E4C-8E6E12CF5C57}"/>
                </a:ext>
              </a:extLst>
            </p:cNvPr>
            <p:cNvSpPr>
              <a:spLocks noChangeShapeType="1"/>
            </p:cNvSpPr>
            <p:nvPr/>
          </p:nvSpPr>
          <p:spPr bwMode="auto">
            <a:xfrm flipH="1">
              <a:off x="3691" y="1558"/>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22">
              <a:extLst>
                <a:ext uri="{FF2B5EF4-FFF2-40B4-BE49-F238E27FC236}">
                  <a16:creationId xmlns:a16="http://schemas.microsoft.com/office/drawing/2014/main" id="{476CC9E9-C9A8-4E82-BCDB-D43EE5095663}"/>
                </a:ext>
              </a:extLst>
            </p:cNvPr>
            <p:cNvSpPr>
              <a:spLocks noChangeShapeType="1"/>
            </p:cNvSpPr>
            <p:nvPr/>
          </p:nvSpPr>
          <p:spPr bwMode="auto">
            <a:xfrm flipH="1">
              <a:off x="3127" y="1617"/>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23">
              <a:extLst>
                <a:ext uri="{FF2B5EF4-FFF2-40B4-BE49-F238E27FC236}">
                  <a16:creationId xmlns:a16="http://schemas.microsoft.com/office/drawing/2014/main" id="{55C72799-E506-4C3D-9CBA-D0B8199A1348}"/>
                </a:ext>
              </a:extLst>
            </p:cNvPr>
            <p:cNvSpPr>
              <a:spLocks noChangeShapeType="1"/>
            </p:cNvSpPr>
            <p:nvPr/>
          </p:nvSpPr>
          <p:spPr bwMode="auto">
            <a:xfrm flipH="1">
              <a:off x="4550" y="1538"/>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24">
              <a:extLst>
                <a:ext uri="{FF2B5EF4-FFF2-40B4-BE49-F238E27FC236}">
                  <a16:creationId xmlns:a16="http://schemas.microsoft.com/office/drawing/2014/main" id="{26870077-C95A-4EF9-8DD8-0771CE5DF608}"/>
                </a:ext>
              </a:extLst>
            </p:cNvPr>
            <p:cNvSpPr>
              <a:spLocks noChangeShapeType="1"/>
            </p:cNvSpPr>
            <p:nvPr/>
          </p:nvSpPr>
          <p:spPr bwMode="auto">
            <a:xfrm flipH="1">
              <a:off x="4901" y="1516"/>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25">
              <a:extLst>
                <a:ext uri="{FF2B5EF4-FFF2-40B4-BE49-F238E27FC236}">
                  <a16:creationId xmlns:a16="http://schemas.microsoft.com/office/drawing/2014/main" id="{B393C6F9-7ED1-4C06-9A0C-FF8D6B44413E}"/>
                </a:ext>
              </a:extLst>
            </p:cNvPr>
            <p:cNvSpPr>
              <a:spLocks noChangeShapeType="1"/>
            </p:cNvSpPr>
            <p:nvPr/>
          </p:nvSpPr>
          <p:spPr bwMode="auto">
            <a:xfrm flipH="1">
              <a:off x="5058" y="1514"/>
              <a:ext cx="1" cy="824"/>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9" name="Group 36">
            <a:extLst>
              <a:ext uri="{FF2B5EF4-FFF2-40B4-BE49-F238E27FC236}">
                <a16:creationId xmlns:a16="http://schemas.microsoft.com/office/drawing/2014/main" id="{CACB72CC-FDA2-4FD1-8756-BE1F3E74FFA9}"/>
              </a:ext>
            </a:extLst>
          </p:cNvPr>
          <p:cNvGrpSpPr>
            <a:grpSpLocks/>
          </p:cNvGrpSpPr>
          <p:nvPr/>
        </p:nvGrpSpPr>
        <p:grpSpPr bwMode="auto">
          <a:xfrm>
            <a:off x="4849643" y="3335730"/>
            <a:ext cx="3495675" cy="590550"/>
            <a:chOff x="2733" y="2384"/>
            <a:chExt cx="2202" cy="372"/>
          </a:xfrm>
        </p:grpSpPr>
        <p:grpSp>
          <p:nvGrpSpPr>
            <p:cNvPr id="20" name="Group 31">
              <a:extLst>
                <a:ext uri="{FF2B5EF4-FFF2-40B4-BE49-F238E27FC236}">
                  <a16:creationId xmlns:a16="http://schemas.microsoft.com/office/drawing/2014/main" id="{F77818DE-1D74-4039-8C98-0604FFA4782E}"/>
                </a:ext>
              </a:extLst>
            </p:cNvPr>
            <p:cNvGrpSpPr>
              <a:grpSpLocks/>
            </p:cNvGrpSpPr>
            <p:nvPr/>
          </p:nvGrpSpPr>
          <p:grpSpPr bwMode="auto">
            <a:xfrm>
              <a:off x="2733" y="2428"/>
              <a:ext cx="2180" cy="34"/>
              <a:chOff x="2733" y="2428"/>
              <a:chExt cx="2180" cy="34"/>
            </a:xfrm>
          </p:grpSpPr>
          <p:sp>
            <p:nvSpPr>
              <p:cNvPr id="25" name="Line 27">
                <a:extLst>
                  <a:ext uri="{FF2B5EF4-FFF2-40B4-BE49-F238E27FC236}">
                    <a16:creationId xmlns:a16="http://schemas.microsoft.com/office/drawing/2014/main" id="{E07FA328-6852-4F7F-86A4-E97F1EA298CA}"/>
                  </a:ext>
                </a:extLst>
              </p:cNvPr>
              <p:cNvSpPr>
                <a:spLocks noChangeShapeType="1"/>
              </p:cNvSpPr>
              <p:nvPr/>
            </p:nvSpPr>
            <p:spPr bwMode="auto">
              <a:xfrm>
                <a:off x="2733" y="2451"/>
                <a:ext cx="429" cy="0"/>
              </a:xfrm>
              <a:prstGeom prst="line">
                <a:avLst/>
              </a:prstGeom>
              <a:noFill/>
              <a:ln w="38100">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28">
                <a:extLst>
                  <a:ext uri="{FF2B5EF4-FFF2-40B4-BE49-F238E27FC236}">
                    <a16:creationId xmlns:a16="http://schemas.microsoft.com/office/drawing/2014/main" id="{8D318052-7772-44AB-9563-83329F01AA88}"/>
                  </a:ext>
                </a:extLst>
              </p:cNvPr>
              <p:cNvSpPr>
                <a:spLocks noChangeShapeType="1"/>
              </p:cNvSpPr>
              <p:nvPr/>
            </p:nvSpPr>
            <p:spPr bwMode="auto">
              <a:xfrm>
                <a:off x="4111" y="2428"/>
                <a:ext cx="429" cy="0"/>
              </a:xfrm>
              <a:prstGeom prst="line">
                <a:avLst/>
              </a:prstGeom>
              <a:noFill/>
              <a:ln w="38100">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29">
                <a:extLst>
                  <a:ext uri="{FF2B5EF4-FFF2-40B4-BE49-F238E27FC236}">
                    <a16:creationId xmlns:a16="http://schemas.microsoft.com/office/drawing/2014/main" id="{06DDAEA3-3FD3-42D7-876F-622883B8F837}"/>
                  </a:ext>
                </a:extLst>
              </p:cNvPr>
              <p:cNvSpPr>
                <a:spLocks noChangeShapeType="1"/>
              </p:cNvSpPr>
              <p:nvPr/>
            </p:nvSpPr>
            <p:spPr bwMode="auto">
              <a:xfrm>
                <a:off x="3309" y="2462"/>
                <a:ext cx="237" cy="0"/>
              </a:xfrm>
              <a:prstGeom prst="line">
                <a:avLst/>
              </a:prstGeom>
              <a:noFill/>
              <a:ln w="38100">
                <a:solidFill>
                  <a:schemeClr val="tx1"/>
                </a:solidFill>
                <a:round/>
                <a:headEnd type="stealth"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30">
                <a:extLst>
                  <a:ext uri="{FF2B5EF4-FFF2-40B4-BE49-F238E27FC236}">
                    <a16:creationId xmlns:a16="http://schemas.microsoft.com/office/drawing/2014/main" id="{17F85996-D9B4-4077-B436-BEE12B1BE6F9}"/>
                  </a:ext>
                </a:extLst>
              </p:cNvPr>
              <p:cNvSpPr>
                <a:spLocks noChangeShapeType="1"/>
              </p:cNvSpPr>
              <p:nvPr/>
            </p:nvSpPr>
            <p:spPr bwMode="auto">
              <a:xfrm>
                <a:off x="4676" y="2439"/>
                <a:ext cx="237" cy="0"/>
              </a:xfrm>
              <a:prstGeom prst="line">
                <a:avLst/>
              </a:prstGeom>
              <a:noFill/>
              <a:ln w="38100">
                <a:solidFill>
                  <a:schemeClr val="tx1"/>
                </a:solidFill>
                <a:round/>
                <a:headEnd type="stealth"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1" name="Text Box 32">
              <a:extLst>
                <a:ext uri="{FF2B5EF4-FFF2-40B4-BE49-F238E27FC236}">
                  <a16:creationId xmlns:a16="http://schemas.microsoft.com/office/drawing/2014/main" id="{4FB7A9FD-3AFD-4A2A-92A2-153FF0729519}"/>
                </a:ext>
              </a:extLst>
            </p:cNvPr>
            <p:cNvSpPr txBox="1">
              <a:spLocks noChangeArrowheads="1"/>
            </p:cNvSpPr>
            <p:nvPr/>
          </p:nvSpPr>
          <p:spPr bwMode="auto">
            <a:xfrm>
              <a:off x="2767" y="2395"/>
              <a:ext cx="4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su</a:t>
              </a:r>
              <a:endPar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Text Box 33">
              <a:extLst>
                <a:ext uri="{FF2B5EF4-FFF2-40B4-BE49-F238E27FC236}">
                  <a16:creationId xmlns:a16="http://schemas.microsoft.com/office/drawing/2014/main" id="{69BFB17D-927D-458C-B653-FEDAB71903D5}"/>
                </a:ext>
              </a:extLst>
            </p:cNvPr>
            <p:cNvSpPr txBox="1">
              <a:spLocks noChangeArrowheads="1"/>
            </p:cNvSpPr>
            <p:nvPr/>
          </p:nvSpPr>
          <p:spPr bwMode="auto">
            <a:xfrm>
              <a:off x="4156" y="2384"/>
              <a:ext cx="4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su</a:t>
              </a:r>
              <a:endPar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3" name="Text Box 34">
              <a:extLst>
                <a:ext uri="{FF2B5EF4-FFF2-40B4-BE49-F238E27FC236}">
                  <a16:creationId xmlns:a16="http://schemas.microsoft.com/office/drawing/2014/main" id="{1D970497-FE08-4168-8A83-3D32B0D5198B}"/>
                </a:ext>
              </a:extLst>
            </p:cNvPr>
            <p:cNvSpPr txBox="1">
              <a:spLocks noChangeArrowheads="1"/>
            </p:cNvSpPr>
            <p:nvPr/>
          </p:nvSpPr>
          <p:spPr bwMode="auto">
            <a:xfrm>
              <a:off x="3129" y="2429"/>
              <a:ext cx="4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h</a:t>
              </a:r>
            </a:p>
          </p:txBody>
        </p:sp>
        <p:sp>
          <p:nvSpPr>
            <p:cNvPr id="24" name="Text Box 35">
              <a:extLst>
                <a:ext uri="{FF2B5EF4-FFF2-40B4-BE49-F238E27FC236}">
                  <a16:creationId xmlns:a16="http://schemas.microsoft.com/office/drawing/2014/main" id="{124090CA-3DE7-413B-A2D3-9A3E6C154539}"/>
                </a:ext>
              </a:extLst>
            </p:cNvPr>
            <p:cNvSpPr txBox="1">
              <a:spLocks noChangeArrowheads="1"/>
            </p:cNvSpPr>
            <p:nvPr/>
          </p:nvSpPr>
          <p:spPr bwMode="auto">
            <a:xfrm>
              <a:off x="4484" y="2395"/>
              <a:ext cx="45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h</a:t>
              </a:r>
            </a:p>
          </p:txBody>
        </p:sp>
      </p:grpSp>
      <p:sp>
        <p:nvSpPr>
          <p:cNvPr id="29" name="Text Box 5">
            <a:extLst>
              <a:ext uri="{FF2B5EF4-FFF2-40B4-BE49-F238E27FC236}">
                <a16:creationId xmlns:a16="http://schemas.microsoft.com/office/drawing/2014/main" id="{D2B12BC5-DBAC-4B3E-A531-1653F245DF1E}"/>
              </a:ext>
            </a:extLst>
          </p:cNvPr>
          <p:cNvSpPr txBox="1">
            <a:spLocks noChangeArrowheads="1"/>
          </p:cNvSpPr>
          <p:nvPr/>
        </p:nvSpPr>
        <p:spPr bwMode="auto">
          <a:xfrm>
            <a:off x="3342153" y="1371357"/>
            <a:ext cx="2738607"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数据建立时间</a:t>
            </a:r>
            <a:r>
              <a:rPr kumimoji="0"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0"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su</a:t>
            </a:r>
            <a:endParaRPr kumimoji="0"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Text Box 105">
            <a:extLst>
              <a:ext uri="{FF2B5EF4-FFF2-40B4-BE49-F238E27FC236}">
                <a16:creationId xmlns:a16="http://schemas.microsoft.com/office/drawing/2014/main" id="{0F02DE5A-8C60-4E03-B6E0-7B7F76FB780C}"/>
              </a:ext>
            </a:extLst>
          </p:cNvPr>
          <p:cNvSpPr txBox="1">
            <a:spLocks noChangeArrowheads="1"/>
          </p:cNvSpPr>
          <p:nvPr/>
        </p:nvSpPr>
        <p:spPr bwMode="auto">
          <a:xfrm>
            <a:off x="3754268" y="5326455"/>
            <a:ext cx="4841092" cy="95410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h</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为一级“与非”门的传输延迟时间（</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4</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的输出返回</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6</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p>
        </p:txBody>
      </p:sp>
      <p:sp>
        <p:nvSpPr>
          <p:cNvPr id="31" name="Text Box 106">
            <a:extLst>
              <a:ext uri="{FF2B5EF4-FFF2-40B4-BE49-F238E27FC236}">
                <a16:creationId xmlns:a16="http://schemas.microsoft.com/office/drawing/2014/main" id="{CB483AC7-6B43-450F-A40B-F478BD61A076}"/>
              </a:ext>
            </a:extLst>
          </p:cNvPr>
          <p:cNvSpPr txBox="1">
            <a:spLocks noChangeArrowheads="1"/>
          </p:cNvSpPr>
          <p:nvPr/>
        </p:nvSpPr>
        <p:spPr bwMode="auto">
          <a:xfrm>
            <a:off x="3935243" y="4140592"/>
            <a:ext cx="4787900" cy="95410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正边沿</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D</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触发器的</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su</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为门</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5</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6</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的传输延迟时间之和；</a:t>
            </a:r>
          </a:p>
        </p:txBody>
      </p:sp>
      <p:grpSp>
        <p:nvGrpSpPr>
          <p:cNvPr id="32" name="Group 223">
            <a:extLst>
              <a:ext uri="{FF2B5EF4-FFF2-40B4-BE49-F238E27FC236}">
                <a16:creationId xmlns:a16="http://schemas.microsoft.com/office/drawing/2014/main" id="{3DB67D36-6399-4FC7-A5D6-3494D32AAA5E}"/>
              </a:ext>
            </a:extLst>
          </p:cNvPr>
          <p:cNvGrpSpPr>
            <a:grpSpLocks/>
          </p:cNvGrpSpPr>
          <p:nvPr/>
        </p:nvGrpSpPr>
        <p:grpSpPr bwMode="auto">
          <a:xfrm>
            <a:off x="286215" y="1712867"/>
            <a:ext cx="3111500" cy="4308475"/>
            <a:chOff x="132" y="1062"/>
            <a:chExt cx="1960" cy="2714"/>
          </a:xfrm>
        </p:grpSpPr>
        <p:grpSp>
          <p:nvGrpSpPr>
            <p:cNvPr id="33" name="Group 222">
              <a:extLst>
                <a:ext uri="{FF2B5EF4-FFF2-40B4-BE49-F238E27FC236}">
                  <a16:creationId xmlns:a16="http://schemas.microsoft.com/office/drawing/2014/main" id="{2AB788BB-8E1F-4A50-917E-926B37455714}"/>
                </a:ext>
              </a:extLst>
            </p:cNvPr>
            <p:cNvGrpSpPr>
              <a:grpSpLocks/>
            </p:cNvGrpSpPr>
            <p:nvPr/>
          </p:nvGrpSpPr>
          <p:grpSpPr bwMode="auto">
            <a:xfrm>
              <a:off x="132" y="1062"/>
              <a:ext cx="1960" cy="2714"/>
              <a:chOff x="132" y="1062"/>
              <a:chExt cx="1960" cy="2714"/>
            </a:xfrm>
          </p:grpSpPr>
          <p:grpSp>
            <p:nvGrpSpPr>
              <p:cNvPr id="35" name="Group 221">
                <a:extLst>
                  <a:ext uri="{FF2B5EF4-FFF2-40B4-BE49-F238E27FC236}">
                    <a16:creationId xmlns:a16="http://schemas.microsoft.com/office/drawing/2014/main" id="{22A23E0D-8E8F-4FCF-85B5-6A566FCD76E8}"/>
                  </a:ext>
                </a:extLst>
              </p:cNvPr>
              <p:cNvGrpSpPr>
                <a:grpSpLocks/>
              </p:cNvGrpSpPr>
              <p:nvPr/>
            </p:nvGrpSpPr>
            <p:grpSpPr bwMode="auto">
              <a:xfrm>
                <a:off x="234" y="1062"/>
                <a:ext cx="1858" cy="2714"/>
                <a:chOff x="234" y="1062"/>
                <a:chExt cx="1858" cy="2714"/>
              </a:xfrm>
            </p:grpSpPr>
            <p:grpSp>
              <p:nvGrpSpPr>
                <p:cNvPr id="39" name="Group 220">
                  <a:extLst>
                    <a:ext uri="{FF2B5EF4-FFF2-40B4-BE49-F238E27FC236}">
                      <a16:creationId xmlns:a16="http://schemas.microsoft.com/office/drawing/2014/main" id="{8E2E2B35-537E-4195-BE40-98F2E822D876}"/>
                    </a:ext>
                  </a:extLst>
                </p:cNvPr>
                <p:cNvGrpSpPr>
                  <a:grpSpLocks/>
                </p:cNvGrpSpPr>
                <p:nvPr/>
              </p:nvGrpSpPr>
              <p:grpSpPr bwMode="auto">
                <a:xfrm>
                  <a:off x="234" y="1062"/>
                  <a:ext cx="1858" cy="2714"/>
                  <a:chOff x="234" y="1062"/>
                  <a:chExt cx="1858" cy="2714"/>
                </a:xfrm>
              </p:grpSpPr>
              <p:sp>
                <p:nvSpPr>
                  <p:cNvPr id="46" name="Text Box 157">
                    <a:extLst>
                      <a:ext uri="{FF2B5EF4-FFF2-40B4-BE49-F238E27FC236}">
                        <a16:creationId xmlns:a16="http://schemas.microsoft.com/office/drawing/2014/main" id="{4AA16B17-DDC8-47B7-AFAF-BB2EEA5B47EB}"/>
                      </a:ext>
                    </a:extLst>
                  </p:cNvPr>
                  <p:cNvSpPr txBox="1">
                    <a:spLocks noChangeArrowheads="1"/>
                  </p:cNvSpPr>
                  <p:nvPr/>
                </p:nvSpPr>
                <p:spPr bwMode="auto">
                  <a:xfrm>
                    <a:off x="1738" y="2526"/>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47" name="Text Box 158">
                    <a:extLst>
                      <a:ext uri="{FF2B5EF4-FFF2-40B4-BE49-F238E27FC236}">
                        <a16:creationId xmlns:a16="http://schemas.microsoft.com/office/drawing/2014/main" id="{4FBFC729-9290-430A-8D70-76B33C2B936D}"/>
                      </a:ext>
                    </a:extLst>
                  </p:cNvPr>
                  <p:cNvSpPr txBox="1">
                    <a:spLocks noChangeArrowheads="1"/>
                  </p:cNvSpPr>
                  <p:nvPr/>
                </p:nvSpPr>
                <p:spPr bwMode="auto">
                  <a:xfrm>
                    <a:off x="1227" y="3488"/>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48" name="Text Box 159">
                    <a:extLst>
                      <a:ext uri="{FF2B5EF4-FFF2-40B4-BE49-F238E27FC236}">
                        <a16:creationId xmlns:a16="http://schemas.microsoft.com/office/drawing/2014/main" id="{A5179355-D1E7-4638-90AE-F2B8883ADD2C}"/>
                      </a:ext>
                    </a:extLst>
                  </p:cNvPr>
                  <p:cNvSpPr txBox="1">
                    <a:spLocks noChangeArrowheads="1"/>
                  </p:cNvSpPr>
                  <p:nvPr/>
                </p:nvSpPr>
                <p:spPr bwMode="auto">
                  <a:xfrm>
                    <a:off x="426" y="1062"/>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49" name="Group 160">
                    <a:extLst>
                      <a:ext uri="{FF2B5EF4-FFF2-40B4-BE49-F238E27FC236}">
                        <a16:creationId xmlns:a16="http://schemas.microsoft.com/office/drawing/2014/main" id="{6EB251F0-D79F-4232-81DD-25B64B18CACF}"/>
                      </a:ext>
                    </a:extLst>
                  </p:cNvPr>
                  <p:cNvGrpSpPr>
                    <a:grpSpLocks/>
                  </p:cNvGrpSpPr>
                  <p:nvPr/>
                </p:nvGrpSpPr>
                <p:grpSpPr bwMode="auto">
                  <a:xfrm>
                    <a:off x="1411" y="1155"/>
                    <a:ext cx="184" cy="269"/>
                    <a:chOff x="1648" y="659"/>
                    <a:chExt cx="184" cy="269"/>
                  </a:xfrm>
                </p:grpSpPr>
                <p:sp>
                  <p:nvSpPr>
                    <p:cNvPr id="97" name="Line 161">
                      <a:extLst>
                        <a:ext uri="{FF2B5EF4-FFF2-40B4-BE49-F238E27FC236}">
                          <a16:creationId xmlns:a16="http://schemas.microsoft.com/office/drawing/2014/main" id="{BB740DBD-EA8E-4C47-B7BD-9C2F1A233429}"/>
                        </a:ext>
                      </a:extLst>
                    </p:cNvPr>
                    <p:cNvSpPr>
                      <a:spLocks noChangeShapeType="1"/>
                    </p:cNvSpPr>
                    <p:nvPr/>
                  </p:nvSpPr>
                  <p:spPr bwMode="auto">
                    <a:xfrm>
                      <a:off x="1659" y="677"/>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8" name="Rectangle 162">
                      <a:extLst>
                        <a:ext uri="{FF2B5EF4-FFF2-40B4-BE49-F238E27FC236}">
                          <a16:creationId xmlns:a16="http://schemas.microsoft.com/office/drawing/2014/main" id="{963931E1-69F0-4625-A884-6BBD89C45CE4}"/>
                        </a:ext>
                      </a:extLst>
                    </p:cNvPr>
                    <p:cNvSpPr>
                      <a:spLocks noChangeArrowheads="1"/>
                    </p:cNvSpPr>
                    <p:nvPr/>
                  </p:nvSpPr>
                  <p:spPr bwMode="auto">
                    <a:xfrm>
                      <a:off x="1648" y="659"/>
                      <a:ext cx="184" cy="2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Q</a:t>
                      </a:r>
                      <a:endParaRPr kumimoji="1" lang="en-US" altLang="zh-CN" sz="2800" b="0" i="0" u="none" strike="noStrike" kern="1200" cap="none" spc="0" normalizeH="0" baseline="0" noProof="0" dirty="0">
                        <a:ln>
                          <a:solidFill>
                            <a:schemeClr val="tx1"/>
                          </a:solidFill>
                        </a:ln>
                        <a:effectLst/>
                        <a:uLnTx/>
                        <a:uFillTx/>
                        <a:ea typeface="宋体" panose="02010600030101010101" pitchFamily="2" charset="-122"/>
                        <a:cs typeface="+mn-cs"/>
                      </a:endParaRPr>
                    </a:p>
                  </p:txBody>
                </p:sp>
              </p:grpSp>
              <p:sp>
                <p:nvSpPr>
                  <p:cNvPr id="50" name="Line 163">
                    <a:extLst>
                      <a:ext uri="{FF2B5EF4-FFF2-40B4-BE49-F238E27FC236}">
                        <a16:creationId xmlns:a16="http://schemas.microsoft.com/office/drawing/2014/main" id="{E2838B32-CE32-4CBE-A0D3-E713D59B26B0}"/>
                      </a:ext>
                    </a:extLst>
                  </p:cNvPr>
                  <p:cNvSpPr>
                    <a:spLocks noChangeShapeType="1"/>
                  </p:cNvSpPr>
                  <p:nvPr/>
                </p:nvSpPr>
                <p:spPr bwMode="auto">
                  <a:xfrm flipV="1">
                    <a:off x="652"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164">
                    <a:extLst>
                      <a:ext uri="{FF2B5EF4-FFF2-40B4-BE49-F238E27FC236}">
                        <a16:creationId xmlns:a16="http://schemas.microsoft.com/office/drawing/2014/main" id="{A6BDDE11-F156-4FE5-BCAB-F0CFADF98B42}"/>
                      </a:ext>
                    </a:extLst>
                  </p:cNvPr>
                  <p:cNvSpPr>
                    <a:spLocks noChangeShapeType="1"/>
                  </p:cNvSpPr>
                  <p:nvPr/>
                </p:nvSpPr>
                <p:spPr bwMode="auto">
                  <a:xfrm flipV="1">
                    <a:off x="1393"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165">
                    <a:extLst>
                      <a:ext uri="{FF2B5EF4-FFF2-40B4-BE49-F238E27FC236}">
                        <a16:creationId xmlns:a16="http://schemas.microsoft.com/office/drawing/2014/main" id="{CDF3DD52-C62C-41B5-A79C-C18AB8116665}"/>
                      </a:ext>
                    </a:extLst>
                  </p:cNvPr>
                  <p:cNvSpPr>
                    <a:spLocks noChangeShapeType="1"/>
                  </p:cNvSpPr>
                  <p:nvPr/>
                </p:nvSpPr>
                <p:spPr bwMode="auto">
                  <a:xfrm>
                    <a:off x="652" y="1434"/>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166">
                    <a:extLst>
                      <a:ext uri="{FF2B5EF4-FFF2-40B4-BE49-F238E27FC236}">
                        <a16:creationId xmlns:a16="http://schemas.microsoft.com/office/drawing/2014/main" id="{9BAF850D-9842-4A18-A236-D0BEB6B43929}"/>
                      </a:ext>
                    </a:extLst>
                  </p:cNvPr>
                  <p:cNvSpPr>
                    <a:spLocks noChangeShapeType="1"/>
                  </p:cNvSpPr>
                  <p:nvPr/>
                </p:nvSpPr>
                <p:spPr bwMode="auto">
                  <a:xfrm flipH="1">
                    <a:off x="1133" y="1434"/>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167">
                    <a:extLst>
                      <a:ext uri="{FF2B5EF4-FFF2-40B4-BE49-F238E27FC236}">
                        <a16:creationId xmlns:a16="http://schemas.microsoft.com/office/drawing/2014/main" id="{BA6A0E52-5320-4D01-B77F-588BBB811CF5}"/>
                      </a:ext>
                    </a:extLst>
                  </p:cNvPr>
                  <p:cNvSpPr>
                    <a:spLocks noChangeShapeType="1"/>
                  </p:cNvSpPr>
                  <p:nvPr/>
                </p:nvSpPr>
                <p:spPr bwMode="auto">
                  <a:xfrm flipV="1">
                    <a:off x="541"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Line 168">
                    <a:extLst>
                      <a:ext uri="{FF2B5EF4-FFF2-40B4-BE49-F238E27FC236}">
                        <a16:creationId xmlns:a16="http://schemas.microsoft.com/office/drawing/2014/main" id="{5B4B6107-6AB4-49C4-B998-466E12D2D879}"/>
                      </a:ext>
                    </a:extLst>
                  </p:cNvPr>
                  <p:cNvSpPr>
                    <a:spLocks noChangeShapeType="1"/>
                  </p:cNvSpPr>
                  <p:nvPr/>
                </p:nvSpPr>
                <p:spPr bwMode="auto">
                  <a:xfrm flipV="1">
                    <a:off x="1504"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Line 169">
                    <a:extLst>
                      <a:ext uri="{FF2B5EF4-FFF2-40B4-BE49-F238E27FC236}">
                        <a16:creationId xmlns:a16="http://schemas.microsoft.com/office/drawing/2014/main" id="{6D57B6ED-8DCE-4EEB-8714-FE478552A897}"/>
                      </a:ext>
                    </a:extLst>
                  </p:cNvPr>
                  <p:cNvSpPr>
                    <a:spLocks noChangeShapeType="1"/>
                  </p:cNvSpPr>
                  <p:nvPr/>
                </p:nvSpPr>
                <p:spPr bwMode="auto">
                  <a:xfrm flipV="1">
                    <a:off x="1430"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170">
                    <a:extLst>
                      <a:ext uri="{FF2B5EF4-FFF2-40B4-BE49-F238E27FC236}">
                        <a16:creationId xmlns:a16="http://schemas.microsoft.com/office/drawing/2014/main" id="{45735553-AE1E-4047-968A-232AAF5A5086}"/>
                      </a:ext>
                    </a:extLst>
                  </p:cNvPr>
                  <p:cNvSpPr>
                    <a:spLocks noChangeShapeType="1"/>
                  </p:cNvSpPr>
                  <p:nvPr/>
                </p:nvSpPr>
                <p:spPr bwMode="auto">
                  <a:xfrm flipV="1">
                    <a:off x="429"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171">
                    <a:extLst>
                      <a:ext uri="{FF2B5EF4-FFF2-40B4-BE49-F238E27FC236}">
                        <a16:creationId xmlns:a16="http://schemas.microsoft.com/office/drawing/2014/main" id="{DC65B14C-965E-4BC5-925C-5039A196570C}"/>
                      </a:ext>
                    </a:extLst>
                  </p:cNvPr>
                  <p:cNvSpPr>
                    <a:spLocks noChangeShapeType="1"/>
                  </p:cNvSpPr>
                  <p:nvPr/>
                </p:nvSpPr>
                <p:spPr bwMode="auto">
                  <a:xfrm>
                    <a:off x="1398" y="3273"/>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172">
                    <a:extLst>
                      <a:ext uri="{FF2B5EF4-FFF2-40B4-BE49-F238E27FC236}">
                        <a16:creationId xmlns:a16="http://schemas.microsoft.com/office/drawing/2014/main" id="{08B7A151-ECE7-4DFE-8408-9E7D49FA3D12}"/>
                      </a:ext>
                    </a:extLst>
                  </p:cNvPr>
                  <p:cNvSpPr>
                    <a:spLocks noChangeShapeType="1"/>
                  </p:cNvSpPr>
                  <p:nvPr/>
                </p:nvSpPr>
                <p:spPr bwMode="auto">
                  <a:xfrm>
                    <a:off x="541"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173">
                    <a:extLst>
                      <a:ext uri="{FF2B5EF4-FFF2-40B4-BE49-F238E27FC236}">
                        <a16:creationId xmlns:a16="http://schemas.microsoft.com/office/drawing/2014/main" id="{552C7C5B-ADE9-43F0-9847-45C744B6E221}"/>
                      </a:ext>
                    </a:extLst>
                  </p:cNvPr>
                  <p:cNvSpPr>
                    <a:spLocks noChangeShapeType="1"/>
                  </p:cNvSpPr>
                  <p:nvPr/>
                </p:nvSpPr>
                <p:spPr bwMode="auto">
                  <a:xfrm>
                    <a:off x="540" y="2812"/>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Oval 174">
                    <a:extLst>
                      <a:ext uri="{FF2B5EF4-FFF2-40B4-BE49-F238E27FC236}">
                        <a16:creationId xmlns:a16="http://schemas.microsoft.com/office/drawing/2014/main" id="{34BD8022-8E90-4D74-8740-2DF2259BE96B}"/>
                      </a:ext>
                    </a:extLst>
                  </p:cNvPr>
                  <p:cNvSpPr>
                    <a:spLocks noChangeAspect="1" noChangeArrowheads="1"/>
                  </p:cNvSpPr>
                  <p:nvPr/>
                </p:nvSpPr>
                <p:spPr bwMode="auto">
                  <a:xfrm>
                    <a:off x="1392" y="2840"/>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2" name="Line 175">
                    <a:extLst>
                      <a:ext uri="{FF2B5EF4-FFF2-40B4-BE49-F238E27FC236}">
                        <a16:creationId xmlns:a16="http://schemas.microsoft.com/office/drawing/2014/main" id="{77C16FA2-54E5-40DA-9E42-9BB94CD95F33}"/>
                      </a:ext>
                    </a:extLst>
                  </p:cNvPr>
                  <p:cNvSpPr>
                    <a:spLocks noChangeShapeType="1"/>
                  </p:cNvSpPr>
                  <p:nvPr/>
                </p:nvSpPr>
                <p:spPr bwMode="auto">
                  <a:xfrm>
                    <a:off x="1579"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Oval 176">
                    <a:extLst>
                      <a:ext uri="{FF2B5EF4-FFF2-40B4-BE49-F238E27FC236}">
                        <a16:creationId xmlns:a16="http://schemas.microsoft.com/office/drawing/2014/main" id="{C9BE9EB0-F093-4867-9611-AE8B4C34F435}"/>
                      </a:ext>
                    </a:extLst>
                  </p:cNvPr>
                  <p:cNvSpPr>
                    <a:spLocks noChangeAspect="1" noChangeArrowheads="1"/>
                  </p:cNvSpPr>
                  <p:nvPr/>
                </p:nvSpPr>
                <p:spPr bwMode="auto">
                  <a:xfrm>
                    <a:off x="1541" y="2772"/>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Oval 177">
                    <a:extLst>
                      <a:ext uri="{FF2B5EF4-FFF2-40B4-BE49-F238E27FC236}">
                        <a16:creationId xmlns:a16="http://schemas.microsoft.com/office/drawing/2014/main" id="{487E8053-4E8F-4B21-877F-09EA1E781276}"/>
                      </a:ext>
                    </a:extLst>
                  </p:cNvPr>
                  <p:cNvSpPr>
                    <a:spLocks noChangeAspect="1" noChangeArrowheads="1"/>
                  </p:cNvSpPr>
                  <p:nvPr/>
                </p:nvSpPr>
                <p:spPr bwMode="auto">
                  <a:xfrm>
                    <a:off x="1360" y="1396"/>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5" name="Oval 178">
                    <a:extLst>
                      <a:ext uri="{FF2B5EF4-FFF2-40B4-BE49-F238E27FC236}">
                        <a16:creationId xmlns:a16="http://schemas.microsoft.com/office/drawing/2014/main" id="{63323E49-492B-4FFF-BF32-1E0386CE90C0}"/>
                      </a:ext>
                    </a:extLst>
                  </p:cNvPr>
                  <p:cNvSpPr>
                    <a:spLocks noChangeAspect="1" noChangeArrowheads="1"/>
                  </p:cNvSpPr>
                  <p:nvPr/>
                </p:nvSpPr>
                <p:spPr bwMode="auto">
                  <a:xfrm>
                    <a:off x="614" y="1395"/>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6" name="Line 179">
                    <a:extLst>
                      <a:ext uri="{FF2B5EF4-FFF2-40B4-BE49-F238E27FC236}">
                        <a16:creationId xmlns:a16="http://schemas.microsoft.com/office/drawing/2014/main" id="{C40361BC-6D42-4B19-805D-32C8A553AE08}"/>
                      </a:ext>
                    </a:extLst>
                  </p:cNvPr>
                  <p:cNvSpPr>
                    <a:spLocks noChangeShapeType="1"/>
                  </p:cNvSpPr>
                  <p:nvPr/>
                </p:nvSpPr>
                <p:spPr bwMode="auto">
                  <a:xfrm>
                    <a:off x="688"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Line 180">
                    <a:extLst>
                      <a:ext uri="{FF2B5EF4-FFF2-40B4-BE49-F238E27FC236}">
                        <a16:creationId xmlns:a16="http://schemas.microsoft.com/office/drawing/2014/main" id="{4B3D7699-1532-432A-A6DA-134585965C91}"/>
                      </a:ext>
                    </a:extLst>
                  </p:cNvPr>
                  <p:cNvSpPr>
                    <a:spLocks noChangeShapeType="1"/>
                  </p:cNvSpPr>
                  <p:nvPr/>
                </p:nvSpPr>
                <p:spPr bwMode="auto">
                  <a:xfrm>
                    <a:off x="1319"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181">
                    <a:extLst>
                      <a:ext uri="{FF2B5EF4-FFF2-40B4-BE49-F238E27FC236}">
                        <a16:creationId xmlns:a16="http://schemas.microsoft.com/office/drawing/2014/main" id="{CB4DE32D-66A7-469F-8E03-4E6EC3D412F3}"/>
                      </a:ext>
                    </a:extLst>
                  </p:cNvPr>
                  <p:cNvSpPr>
                    <a:spLocks noChangeShapeType="1"/>
                  </p:cNvSpPr>
                  <p:nvPr/>
                </p:nvSpPr>
                <p:spPr bwMode="auto">
                  <a:xfrm>
                    <a:off x="688" y="2025"/>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182">
                    <a:extLst>
                      <a:ext uri="{FF2B5EF4-FFF2-40B4-BE49-F238E27FC236}">
                        <a16:creationId xmlns:a16="http://schemas.microsoft.com/office/drawing/2014/main" id="{0E17F26F-BD32-4141-B65D-C2D9D42296A9}"/>
                      </a:ext>
                    </a:extLst>
                  </p:cNvPr>
                  <p:cNvSpPr>
                    <a:spLocks noChangeShapeType="1"/>
                  </p:cNvSpPr>
                  <p:nvPr/>
                </p:nvSpPr>
                <p:spPr bwMode="auto">
                  <a:xfrm flipH="1">
                    <a:off x="874" y="1434"/>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183">
                    <a:extLst>
                      <a:ext uri="{FF2B5EF4-FFF2-40B4-BE49-F238E27FC236}">
                        <a16:creationId xmlns:a16="http://schemas.microsoft.com/office/drawing/2014/main" id="{E20C5762-68F8-4223-A499-FCAD4F06D531}"/>
                      </a:ext>
                    </a:extLst>
                  </p:cNvPr>
                  <p:cNvSpPr>
                    <a:spLocks noChangeShapeType="1"/>
                  </p:cNvSpPr>
                  <p:nvPr/>
                </p:nvSpPr>
                <p:spPr bwMode="auto">
                  <a:xfrm flipH="1">
                    <a:off x="1096" y="2025"/>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184">
                    <a:extLst>
                      <a:ext uri="{FF2B5EF4-FFF2-40B4-BE49-F238E27FC236}">
                        <a16:creationId xmlns:a16="http://schemas.microsoft.com/office/drawing/2014/main" id="{B990B4DD-ABCB-4A3B-BE84-D01F81CB798A}"/>
                      </a:ext>
                    </a:extLst>
                  </p:cNvPr>
                  <p:cNvSpPr>
                    <a:spLocks noChangeShapeType="1"/>
                  </p:cNvSpPr>
                  <p:nvPr/>
                </p:nvSpPr>
                <p:spPr bwMode="auto">
                  <a:xfrm>
                    <a:off x="874" y="1434"/>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Rectangle 185">
                    <a:extLst>
                      <a:ext uri="{FF2B5EF4-FFF2-40B4-BE49-F238E27FC236}">
                        <a16:creationId xmlns:a16="http://schemas.microsoft.com/office/drawing/2014/main" id="{7C482447-23C2-489B-8D8D-8CA3C775537B}"/>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3" name="Oval 186">
                    <a:extLst>
                      <a:ext uri="{FF2B5EF4-FFF2-40B4-BE49-F238E27FC236}">
                        <a16:creationId xmlns:a16="http://schemas.microsoft.com/office/drawing/2014/main" id="{BE8F66A4-68D9-404F-8A8F-739BF5A01BC9}"/>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4" name="Rectangle 187">
                    <a:extLst>
                      <a:ext uri="{FF2B5EF4-FFF2-40B4-BE49-F238E27FC236}">
                        <a16:creationId xmlns:a16="http://schemas.microsoft.com/office/drawing/2014/main" id="{AD60C80C-F364-4252-918D-1DDA4C8646BD}"/>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5" name="Oval 188">
                    <a:extLst>
                      <a:ext uri="{FF2B5EF4-FFF2-40B4-BE49-F238E27FC236}">
                        <a16:creationId xmlns:a16="http://schemas.microsoft.com/office/drawing/2014/main" id="{1B61130D-F155-4194-9CA7-CF2DAF710CAF}"/>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6" name="Rectangle 189">
                    <a:extLst>
                      <a:ext uri="{FF2B5EF4-FFF2-40B4-BE49-F238E27FC236}">
                        <a16:creationId xmlns:a16="http://schemas.microsoft.com/office/drawing/2014/main" id="{1E3B0947-5B01-43FB-8FF4-DCECC94E005F}"/>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7" name="Oval 190">
                    <a:extLst>
                      <a:ext uri="{FF2B5EF4-FFF2-40B4-BE49-F238E27FC236}">
                        <a16:creationId xmlns:a16="http://schemas.microsoft.com/office/drawing/2014/main" id="{40EACA84-8E32-43C8-ACC3-D4C7E238A13A}"/>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8" name="Rectangle 191">
                    <a:extLst>
                      <a:ext uri="{FF2B5EF4-FFF2-40B4-BE49-F238E27FC236}">
                        <a16:creationId xmlns:a16="http://schemas.microsoft.com/office/drawing/2014/main" id="{91C78C42-C2EE-4BC1-B681-43978DC8DDBF}"/>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9" name="Oval 192">
                    <a:extLst>
                      <a:ext uri="{FF2B5EF4-FFF2-40B4-BE49-F238E27FC236}">
                        <a16:creationId xmlns:a16="http://schemas.microsoft.com/office/drawing/2014/main" id="{373478D9-F95E-4699-A82A-7AA211B36BE4}"/>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0" name="Rectangle 193">
                    <a:extLst>
                      <a:ext uri="{FF2B5EF4-FFF2-40B4-BE49-F238E27FC236}">
                        <a16:creationId xmlns:a16="http://schemas.microsoft.com/office/drawing/2014/main" id="{B4A3A1F3-FD8E-4140-BCAC-F099BFC96ED4}"/>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1" name="Oval 194">
                    <a:extLst>
                      <a:ext uri="{FF2B5EF4-FFF2-40B4-BE49-F238E27FC236}">
                        <a16:creationId xmlns:a16="http://schemas.microsoft.com/office/drawing/2014/main" id="{893ACC90-E805-4B27-9DFF-0C3F8A08F2B9}"/>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2" name="Rectangle 195">
                    <a:extLst>
                      <a:ext uri="{FF2B5EF4-FFF2-40B4-BE49-F238E27FC236}">
                        <a16:creationId xmlns:a16="http://schemas.microsoft.com/office/drawing/2014/main" id="{6E6C7823-D3F6-41CF-8E34-71C5E29E7D2F}"/>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3" name="Oval 196">
                    <a:extLst>
                      <a:ext uri="{FF2B5EF4-FFF2-40B4-BE49-F238E27FC236}">
                        <a16:creationId xmlns:a16="http://schemas.microsoft.com/office/drawing/2014/main" id="{B13F1C64-C34B-4FA2-8990-2DA855D27DAD}"/>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4" name="Rectangle 197">
                    <a:extLst>
                      <a:ext uri="{FF2B5EF4-FFF2-40B4-BE49-F238E27FC236}">
                        <a16:creationId xmlns:a16="http://schemas.microsoft.com/office/drawing/2014/main" id="{8C1EC356-4B62-4CF0-A85A-DFC1CADDEC40}"/>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5" name="Oval 198">
                    <a:extLst>
                      <a:ext uri="{FF2B5EF4-FFF2-40B4-BE49-F238E27FC236}">
                        <a16:creationId xmlns:a16="http://schemas.microsoft.com/office/drawing/2014/main" id="{09B65797-1C17-4A97-93FE-D34394C251EF}"/>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6" name="Rectangle 199">
                    <a:extLst>
                      <a:ext uri="{FF2B5EF4-FFF2-40B4-BE49-F238E27FC236}">
                        <a16:creationId xmlns:a16="http://schemas.microsoft.com/office/drawing/2014/main" id="{124001F2-7842-465D-9527-CABE2BCFF9F3}"/>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7" name="Oval 200">
                    <a:extLst>
                      <a:ext uri="{FF2B5EF4-FFF2-40B4-BE49-F238E27FC236}">
                        <a16:creationId xmlns:a16="http://schemas.microsoft.com/office/drawing/2014/main" id="{073F43E6-78BB-4806-A3D0-B82FA868AAE4}"/>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8" name="Rectangle 201">
                    <a:extLst>
                      <a:ext uri="{FF2B5EF4-FFF2-40B4-BE49-F238E27FC236}">
                        <a16:creationId xmlns:a16="http://schemas.microsoft.com/office/drawing/2014/main" id="{D559077B-17D2-423C-B508-F1C97FCC929B}"/>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9" name="Oval 202">
                    <a:extLst>
                      <a:ext uri="{FF2B5EF4-FFF2-40B4-BE49-F238E27FC236}">
                        <a16:creationId xmlns:a16="http://schemas.microsoft.com/office/drawing/2014/main" id="{6C428165-CE42-4BAD-92F6-CC46FE35941F}"/>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0" name="Rectangle 203">
                    <a:extLst>
                      <a:ext uri="{FF2B5EF4-FFF2-40B4-BE49-F238E27FC236}">
                        <a16:creationId xmlns:a16="http://schemas.microsoft.com/office/drawing/2014/main" id="{172E65E1-5D3F-400A-87D6-D108A3F6E3E4}"/>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1" name="Oval 204">
                    <a:extLst>
                      <a:ext uri="{FF2B5EF4-FFF2-40B4-BE49-F238E27FC236}">
                        <a16:creationId xmlns:a16="http://schemas.microsoft.com/office/drawing/2014/main" id="{37F69005-21FB-4E9E-8288-52BA2382806B}"/>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Rectangle 205">
                    <a:extLst>
                      <a:ext uri="{FF2B5EF4-FFF2-40B4-BE49-F238E27FC236}">
                        <a16:creationId xmlns:a16="http://schemas.microsoft.com/office/drawing/2014/main" id="{56CD3E95-9DB3-4D39-8577-774517CA7501}"/>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3" name="Oval 206">
                    <a:extLst>
                      <a:ext uri="{FF2B5EF4-FFF2-40B4-BE49-F238E27FC236}">
                        <a16:creationId xmlns:a16="http://schemas.microsoft.com/office/drawing/2014/main" id="{2067EF2B-E67D-4BE9-8A2A-7201DEC03D76}"/>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4" name="Rectangle 207">
                    <a:extLst>
                      <a:ext uri="{FF2B5EF4-FFF2-40B4-BE49-F238E27FC236}">
                        <a16:creationId xmlns:a16="http://schemas.microsoft.com/office/drawing/2014/main" id="{01D9D2D3-2328-4CEE-B58F-4986CCE7C5D3}"/>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Oval 208">
                    <a:extLst>
                      <a:ext uri="{FF2B5EF4-FFF2-40B4-BE49-F238E27FC236}">
                        <a16:creationId xmlns:a16="http://schemas.microsoft.com/office/drawing/2014/main" id="{C6D4D20E-239F-46D0-BF21-36187AD5D8F9}"/>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6" name="Freeform 209">
                    <a:extLst>
                      <a:ext uri="{FF2B5EF4-FFF2-40B4-BE49-F238E27FC236}">
                        <a16:creationId xmlns:a16="http://schemas.microsoft.com/office/drawing/2014/main" id="{3F681695-1D28-4F30-911C-81C8B4532D51}"/>
                      </a:ext>
                    </a:extLst>
                  </p:cNvPr>
                  <p:cNvSpPr>
                    <a:spLocks/>
                  </p:cNvSpPr>
                  <p:nvPr/>
                </p:nvSpPr>
                <p:spPr bwMode="auto">
                  <a:xfrm>
                    <a:off x="491" y="2887"/>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0" name="Text Box 210">
                  <a:extLst>
                    <a:ext uri="{FF2B5EF4-FFF2-40B4-BE49-F238E27FC236}">
                      <a16:creationId xmlns:a16="http://schemas.microsoft.com/office/drawing/2014/main" id="{103597A6-2196-47C9-AF08-405B1BC59571}"/>
                    </a:ext>
                  </a:extLst>
                </p:cNvPr>
                <p:cNvSpPr txBox="1">
                  <a:spLocks noChangeArrowheads="1"/>
                </p:cNvSpPr>
                <p:nvPr/>
              </p:nvSpPr>
              <p:spPr bwMode="auto">
                <a:xfrm>
                  <a:off x="524" y="162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41" name="Text Box 211">
                  <a:extLst>
                    <a:ext uri="{FF2B5EF4-FFF2-40B4-BE49-F238E27FC236}">
                      <a16:creationId xmlns:a16="http://schemas.microsoft.com/office/drawing/2014/main" id="{171EAE9B-4A9F-4476-AE95-F21A8EEE1A76}"/>
                    </a:ext>
                  </a:extLst>
                </p:cNvPr>
                <p:cNvSpPr txBox="1">
                  <a:spLocks noChangeArrowheads="1"/>
                </p:cNvSpPr>
                <p:nvPr/>
              </p:nvSpPr>
              <p:spPr bwMode="auto">
                <a:xfrm>
                  <a:off x="1296" y="162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42" name="Text Box 212">
                  <a:extLst>
                    <a:ext uri="{FF2B5EF4-FFF2-40B4-BE49-F238E27FC236}">
                      <a16:creationId xmlns:a16="http://schemas.microsoft.com/office/drawing/2014/main" id="{3FBFF71E-A39A-4C3B-8031-269231015704}"/>
                    </a:ext>
                  </a:extLst>
                </p:cNvPr>
                <p:cNvSpPr txBox="1">
                  <a:spLocks noChangeArrowheads="1"/>
                </p:cNvSpPr>
                <p:nvPr/>
              </p:nvSpPr>
              <p:spPr bwMode="auto">
                <a:xfrm>
                  <a:off x="427" y="2345"/>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3</a:t>
                  </a:r>
                </a:p>
              </p:txBody>
            </p:sp>
            <p:sp>
              <p:nvSpPr>
                <p:cNvPr id="43" name="Text Box 213">
                  <a:extLst>
                    <a:ext uri="{FF2B5EF4-FFF2-40B4-BE49-F238E27FC236}">
                      <a16:creationId xmlns:a16="http://schemas.microsoft.com/office/drawing/2014/main" id="{ED7F951C-967C-41AC-A474-5D22212CFFD7}"/>
                    </a:ext>
                  </a:extLst>
                </p:cNvPr>
                <p:cNvSpPr txBox="1">
                  <a:spLocks noChangeArrowheads="1"/>
                </p:cNvSpPr>
                <p:nvPr/>
              </p:nvSpPr>
              <p:spPr bwMode="auto">
                <a:xfrm>
                  <a:off x="1394" y="2334"/>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4</a:t>
                  </a:r>
                </a:p>
              </p:txBody>
            </p:sp>
            <p:sp>
              <p:nvSpPr>
                <p:cNvPr id="44" name="Text Box 214">
                  <a:extLst>
                    <a:ext uri="{FF2B5EF4-FFF2-40B4-BE49-F238E27FC236}">
                      <a16:creationId xmlns:a16="http://schemas.microsoft.com/office/drawing/2014/main" id="{C4DF3955-5D3B-46E4-93EA-F239B29F6631}"/>
                    </a:ext>
                  </a:extLst>
                </p:cNvPr>
                <p:cNvSpPr txBox="1">
                  <a:spLocks noChangeArrowheads="1"/>
                </p:cNvSpPr>
                <p:nvPr/>
              </p:nvSpPr>
              <p:spPr bwMode="auto">
                <a:xfrm>
                  <a:off x="308" y="3008"/>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5</a:t>
                  </a:r>
                </a:p>
              </p:txBody>
            </p:sp>
            <p:sp>
              <p:nvSpPr>
                <p:cNvPr id="45" name="Text Box 215">
                  <a:extLst>
                    <a:ext uri="{FF2B5EF4-FFF2-40B4-BE49-F238E27FC236}">
                      <a16:creationId xmlns:a16="http://schemas.microsoft.com/office/drawing/2014/main" id="{6899F8AE-F55A-4C34-AB28-531F35D13ACB}"/>
                    </a:ext>
                  </a:extLst>
                </p:cNvPr>
                <p:cNvSpPr txBox="1">
                  <a:spLocks noChangeArrowheads="1"/>
                </p:cNvSpPr>
                <p:nvPr/>
              </p:nvSpPr>
              <p:spPr bwMode="auto">
                <a:xfrm>
                  <a:off x="1308" y="299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6</a:t>
                  </a:r>
                </a:p>
              </p:txBody>
            </p:sp>
          </p:grpSp>
          <p:sp>
            <p:nvSpPr>
              <p:cNvPr id="36" name="Freeform 216">
                <a:extLst>
                  <a:ext uri="{FF2B5EF4-FFF2-40B4-BE49-F238E27FC236}">
                    <a16:creationId xmlns:a16="http://schemas.microsoft.com/office/drawing/2014/main" id="{5F9FE456-F58D-4CDA-9432-3F9E661F99EB}"/>
                  </a:ext>
                </a:extLst>
              </p:cNvPr>
              <p:cNvSpPr>
                <a:spLocks/>
              </p:cNvSpPr>
              <p:nvPr/>
            </p:nvSpPr>
            <p:spPr bwMode="auto">
              <a:xfrm>
                <a:off x="132" y="2126"/>
                <a:ext cx="413" cy="1391"/>
              </a:xfrm>
              <a:custGeom>
                <a:avLst/>
                <a:gdLst>
                  <a:gd name="T0" fmla="*/ 413 w 413"/>
                  <a:gd name="T1" fmla="*/ 0 h 1391"/>
                  <a:gd name="T2" fmla="*/ 0 w 413"/>
                  <a:gd name="T3" fmla="*/ 0 h 1391"/>
                  <a:gd name="T4" fmla="*/ 0 w 413"/>
                  <a:gd name="T5" fmla="*/ 1391 h 1391"/>
                  <a:gd name="T6" fmla="*/ 207 w 413"/>
                  <a:gd name="T7" fmla="*/ 1391 h 1391"/>
                  <a:gd name="T8" fmla="*/ 207 w 413"/>
                  <a:gd name="T9" fmla="*/ 1141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Freeform 217">
                <a:extLst>
                  <a:ext uri="{FF2B5EF4-FFF2-40B4-BE49-F238E27FC236}">
                    <a16:creationId xmlns:a16="http://schemas.microsoft.com/office/drawing/2014/main" id="{EA640F5C-2A49-4B49-A8CE-FB9DE550EDF4}"/>
                  </a:ext>
                </a:extLst>
              </p:cNvPr>
              <p:cNvSpPr>
                <a:spLocks/>
              </p:cNvSpPr>
              <p:nvPr/>
            </p:nvSpPr>
            <p:spPr bwMode="auto">
              <a:xfrm>
                <a:off x="534" y="2126"/>
                <a:ext cx="815" cy="576"/>
              </a:xfrm>
              <a:custGeom>
                <a:avLst/>
                <a:gdLst>
                  <a:gd name="T0" fmla="*/ 0 w 815"/>
                  <a:gd name="T1" fmla="*/ 0 h 576"/>
                  <a:gd name="T2" fmla="*/ 294 w 815"/>
                  <a:gd name="T3" fmla="*/ 0 h 576"/>
                  <a:gd name="T4" fmla="*/ 609 w 815"/>
                  <a:gd name="T5" fmla="*/ 576 h 576"/>
                  <a:gd name="T6" fmla="*/ 815 w 815"/>
                  <a:gd name="T7" fmla="*/ 576 h 576"/>
                  <a:gd name="T8" fmla="*/ 815 w 815"/>
                  <a:gd name="T9" fmla="*/ 478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Oval 218">
                <a:extLst>
                  <a:ext uri="{FF2B5EF4-FFF2-40B4-BE49-F238E27FC236}">
                    <a16:creationId xmlns:a16="http://schemas.microsoft.com/office/drawing/2014/main" id="{50E5ED34-583A-4B99-8683-7B522755A211}"/>
                  </a:ext>
                </a:extLst>
              </p:cNvPr>
              <p:cNvSpPr>
                <a:spLocks noChangeArrowheads="1"/>
              </p:cNvSpPr>
              <p:nvPr/>
            </p:nvSpPr>
            <p:spPr bwMode="auto">
              <a:xfrm>
                <a:off x="502" y="2104"/>
                <a:ext cx="56" cy="5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34" name="Freeform 219">
              <a:extLst>
                <a:ext uri="{FF2B5EF4-FFF2-40B4-BE49-F238E27FC236}">
                  <a16:creationId xmlns:a16="http://schemas.microsoft.com/office/drawing/2014/main" id="{BA29EDF7-9CBD-409E-86FD-321E1EE797FA}"/>
                </a:ext>
              </a:extLst>
            </p:cNvPr>
            <p:cNvSpPr>
              <a:spLocks/>
            </p:cNvSpPr>
            <p:nvPr/>
          </p:nvSpPr>
          <p:spPr bwMode="auto">
            <a:xfrm>
              <a:off x="1491" y="2115"/>
              <a:ext cx="260" cy="1261"/>
            </a:xfrm>
            <a:custGeom>
              <a:avLst/>
              <a:gdLst>
                <a:gd name="T0" fmla="*/ 0 w 869"/>
                <a:gd name="T1" fmla="*/ 0 h 1261"/>
                <a:gd name="T2" fmla="*/ 2 w 869"/>
                <a:gd name="T3" fmla="*/ 0 h 1261"/>
                <a:gd name="T4" fmla="*/ 2 w 869"/>
                <a:gd name="T5" fmla="*/ 1261 h 1261"/>
                <a:gd name="T6" fmla="*/ 0 w 869"/>
                <a:gd name="T7" fmla="*/ 1261 h 1261"/>
                <a:gd name="T8" fmla="*/ 0 w 869"/>
                <a:gd name="T9" fmla="*/ 1141 h 12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9" h="1261">
                  <a:moveTo>
                    <a:pt x="0" y="0"/>
                  </a:moveTo>
                  <a:lnTo>
                    <a:pt x="869" y="0"/>
                  </a:lnTo>
                  <a:lnTo>
                    <a:pt x="869" y="1261"/>
                  </a:lnTo>
                  <a:lnTo>
                    <a:pt x="54" y="1261"/>
                  </a:lnTo>
                  <a:lnTo>
                    <a:pt x="54"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9" name="TextBox 98"/>
          <p:cNvSpPr txBox="1"/>
          <p:nvPr/>
        </p:nvSpPr>
        <p:spPr bwMode="auto">
          <a:xfrm>
            <a:off x="950743" y="757312"/>
            <a:ext cx="6858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黑体" pitchFamily="49" charset="-122"/>
                <a:ea typeface="黑体" pitchFamily="49" charset="-122"/>
              </a:rPr>
              <a:t>1</a:t>
            </a:r>
            <a:r>
              <a:rPr lang="zh-CN" altLang="en-US" sz="2800" dirty="0">
                <a:solidFill>
                  <a:schemeClr val="tx1"/>
                </a:solidFill>
                <a:latin typeface="黑体" pitchFamily="49" charset="-122"/>
                <a:ea typeface="黑体" pitchFamily="49" charset="-122"/>
              </a:rPr>
              <a:t>、描述输入数据和</a:t>
            </a:r>
            <a:r>
              <a:rPr lang="en-US" altLang="zh-CN" sz="2800" dirty="0">
                <a:solidFill>
                  <a:schemeClr val="tx1"/>
                </a:solidFill>
                <a:latin typeface="Times New Roman" pitchFamily="18" charset="0"/>
                <a:ea typeface="黑体" pitchFamily="49" charset="-122"/>
                <a:cs typeface="Times New Roman" pitchFamily="18" charset="0"/>
              </a:rPr>
              <a:t>CP</a:t>
            </a:r>
            <a:r>
              <a:rPr lang="zh-CN" altLang="en-US" sz="2800" dirty="0">
                <a:solidFill>
                  <a:schemeClr val="tx1"/>
                </a:solidFill>
                <a:latin typeface="黑体" pitchFamily="49" charset="-122"/>
                <a:ea typeface="黑体" pitchFamily="49" charset="-122"/>
              </a:rPr>
              <a:t>之间关系的参数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blinds(horizontal)">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up)">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1+#ppt_w/2"/>
                                          </p:val>
                                        </p:tav>
                                        <p:tav tm="100000">
                                          <p:val>
                                            <p:strVal val="#ppt_x"/>
                                          </p:val>
                                        </p:tav>
                                      </p:tavLst>
                                    </p:anim>
                                    <p:anim calcmode="lin" valueType="num">
                                      <p:cBhvr additive="base">
                                        <p:cTn id="23"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1+#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3"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strips(upRight)">
                                      <p:cBhvr>
                                        <p:cTn id="54" dur="500"/>
                                        <p:tgtEl>
                                          <p:spTgt spid="31"/>
                                        </p:tgtEl>
                                      </p:cBhvr>
                                    </p:animEffec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strips(downRight)">
                                      <p:cBhvr>
                                        <p:cTn id="5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utoUpdateAnimBg="0"/>
      <p:bldP spid="30" grpId="0" animBg="1" autoUpdateAnimBg="0"/>
      <p:bldP spid="31" grpId="0" animBg="1" autoUpdateAnimBg="0"/>
      <p:bldP spid="9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0" y="6473873"/>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33</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TextBox 2"/>
          <p:cNvSpPr txBox="1"/>
          <p:nvPr/>
        </p:nvSpPr>
        <p:spPr bwMode="auto">
          <a:xfrm>
            <a:off x="750569" y="320040"/>
            <a:ext cx="67236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黑体" pitchFamily="49" charset="-122"/>
                <a:ea typeface="黑体" pitchFamily="49" charset="-122"/>
              </a:rPr>
              <a:t>2</a:t>
            </a:r>
            <a:r>
              <a:rPr lang="zh-CN" altLang="en-US" sz="2800" dirty="0">
                <a:solidFill>
                  <a:schemeClr val="tx1"/>
                </a:solidFill>
                <a:latin typeface="黑体" pitchFamily="49" charset="-122"/>
                <a:ea typeface="黑体" pitchFamily="49" charset="-122"/>
              </a:rPr>
              <a:t>、传输延迟时间：上升沿到稳定输出</a:t>
            </a:r>
          </a:p>
        </p:txBody>
      </p:sp>
      <p:grpSp>
        <p:nvGrpSpPr>
          <p:cNvPr id="4" name="Group 64">
            <a:extLst>
              <a:ext uri="{FF2B5EF4-FFF2-40B4-BE49-F238E27FC236}">
                <a16:creationId xmlns:a16="http://schemas.microsoft.com/office/drawing/2014/main" id="{D5D10D09-B7E1-4A27-8900-9CB003FEF820}"/>
              </a:ext>
            </a:extLst>
          </p:cNvPr>
          <p:cNvGrpSpPr>
            <a:grpSpLocks/>
          </p:cNvGrpSpPr>
          <p:nvPr/>
        </p:nvGrpSpPr>
        <p:grpSpPr bwMode="auto">
          <a:xfrm>
            <a:off x="5283518" y="1180783"/>
            <a:ext cx="2598737" cy="4105275"/>
            <a:chOff x="2372" y="869"/>
            <a:chExt cx="1637" cy="2586"/>
          </a:xfrm>
        </p:grpSpPr>
        <p:sp>
          <p:nvSpPr>
            <p:cNvPr id="5" name="Line 34">
              <a:extLst>
                <a:ext uri="{FF2B5EF4-FFF2-40B4-BE49-F238E27FC236}">
                  <a16:creationId xmlns:a16="http://schemas.microsoft.com/office/drawing/2014/main" id="{C2CD1DB5-C83C-4592-AF2E-7F70C54BC61E}"/>
                </a:ext>
              </a:extLst>
            </p:cNvPr>
            <p:cNvSpPr>
              <a:spLocks noChangeShapeType="1"/>
            </p:cNvSpPr>
            <p:nvPr/>
          </p:nvSpPr>
          <p:spPr bwMode="auto">
            <a:xfrm>
              <a:off x="2372" y="894"/>
              <a:ext cx="0" cy="2474"/>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Line 36">
              <a:extLst>
                <a:ext uri="{FF2B5EF4-FFF2-40B4-BE49-F238E27FC236}">
                  <a16:creationId xmlns:a16="http://schemas.microsoft.com/office/drawing/2014/main" id="{0457CF3B-E975-49C4-AFDB-AE7423655CAD}"/>
                </a:ext>
              </a:extLst>
            </p:cNvPr>
            <p:cNvSpPr>
              <a:spLocks noChangeShapeType="1"/>
            </p:cNvSpPr>
            <p:nvPr/>
          </p:nvSpPr>
          <p:spPr bwMode="auto">
            <a:xfrm>
              <a:off x="2564" y="1166"/>
              <a:ext cx="0" cy="107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Line 37">
              <a:extLst>
                <a:ext uri="{FF2B5EF4-FFF2-40B4-BE49-F238E27FC236}">
                  <a16:creationId xmlns:a16="http://schemas.microsoft.com/office/drawing/2014/main" id="{FDCC0EE7-B5CC-49DF-B01F-C895CA93FE67}"/>
                </a:ext>
              </a:extLst>
            </p:cNvPr>
            <p:cNvSpPr>
              <a:spLocks noChangeShapeType="1"/>
            </p:cNvSpPr>
            <p:nvPr/>
          </p:nvSpPr>
          <p:spPr bwMode="auto">
            <a:xfrm>
              <a:off x="2724" y="2796"/>
              <a:ext cx="0" cy="55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38">
              <a:extLst>
                <a:ext uri="{FF2B5EF4-FFF2-40B4-BE49-F238E27FC236}">
                  <a16:creationId xmlns:a16="http://schemas.microsoft.com/office/drawing/2014/main" id="{90F1DB7F-9ACC-45B1-AF81-171003D8C408}"/>
                </a:ext>
              </a:extLst>
            </p:cNvPr>
            <p:cNvSpPr>
              <a:spLocks noChangeShapeType="1"/>
            </p:cNvSpPr>
            <p:nvPr/>
          </p:nvSpPr>
          <p:spPr bwMode="auto">
            <a:xfrm>
              <a:off x="3693" y="869"/>
              <a:ext cx="0" cy="258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39">
              <a:extLst>
                <a:ext uri="{FF2B5EF4-FFF2-40B4-BE49-F238E27FC236}">
                  <a16:creationId xmlns:a16="http://schemas.microsoft.com/office/drawing/2014/main" id="{3E0486BC-A30F-4751-A24B-F6F0B122DE2E}"/>
                </a:ext>
              </a:extLst>
            </p:cNvPr>
            <p:cNvSpPr>
              <a:spLocks noChangeShapeType="1"/>
            </p:cNvSpPr>
            <p:nvPr/>
          </p:nvSpPr>
          <p:spPr bwMode="auto">
            <a:xfrm>
              <a:off x="4009" y="1208"/>
              <a:ext cx="0" cy="107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40">
              <a:extLst>
                <a:ext uri="{FF2B5EF4-FFF2-40B4-BE49-F238E27FC236}">
                  <a16:creationId xmlns:a16="http://schemas.microsoft.com/office/drawing/2014/main" id="{0140C8BC-F66E-4A8B-9389-83339635C1E7}"/>
                </a:ext>
              </a:extLst>
            </p:cNvPr>
            <p:cNvSpPr>
              <a:spLocks noChangeShapeType="1"/>
            </p:cNvSpPr>
            <p:nvPr/>
          </p:nvSpPr>
          <p:spPr bwMode="auto">
            <a:xfrm>
              <a:off x="3921" y="2882"/>
              <a:ext cx="0" cy="55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1" name="Group 54">
            <a:extLst>
              <a:ext uri="{FF2B5EF4-FFF2-40B4-BE49-F238E27FC236}">
                <a16:creationId xmlns:a16="http://schemas.microsoft.com/office/drawing/2014/main" id="{409AEA3C-18F2-4585-A934-95B101C83E15}"/>
              </a:ext>
            </a:extLst>
          </p:cNvPr>
          <p:cNvGrpSpPr>
            <a:grpSpLocks/>
          </p:cNvGrpSpPr>
          <p:nvPr/>
        </p:nvGrpSpPr>
        <p:grpSpPr bwMode="auto">
          <a:xfrm>
            <a:off x="2986405" y="2473008"/>
            <a:ext cx="5792788" cy="2376487"/>
            <a:chOff x="925" y="1683"/>
            <a:chExt cx="3649" cy="1497"/>
          </a:xfrm>
        </p:grpSpPr>
        <p:grpSp>
          <p:nvGrpSpPr>
            <p:cNvPr id="12" name="Group 32">
              <a:extLst>
                <a:ext uri="{FF2B5EF4-FFF2-40B4-BE49-F238E27FC236}">
                  <a16:creationId xmlns:a16="http://schemas.microsoft.com/office/drawing/2014/main" id="{E161251B-C2F6-4E84-800E-AC58BB43ECC4}"/>
                </a:ext>
              </a:extLst>
            </p:cNvPr>
            <p:cNvGrpSpPr>
              <a:grpSpLocks/>
            </p:cNvGrpSpPr>
            <p:nvPr/>
          </p:nvGrpSpPr>
          <p:grpSpPr bwMode="auto">
            <a:xfrm>
              <a:off x="925" y="2822"/>
              <a:ext cx="407" cy="327"/>
              <a:chOff x="925" y="1931"/>
              <a:chExt cx="407" cy="327"/>
            </a:xfrm>
          </p:grpSpPr>
          <p:sp>
            <p:nvSpPr>
              <p:cNvPr id="17" name="Text Box 30">
                <a:extLst>
                  <a:ext uri="{FF2B5EF4-FFF2-40B4-BE49-F238E27FC236}">
                    <a16:creationId xmlns:a16="http://schemas.microsoft.com/office/drawing/2014/main" id="{A6282651-123B-45B5-8A30-95A98F2EA917}"/>
                  </a:ext>
                </a:extLst>
              </p:cNvPr>
              <p:cNvSpPr txBox="1">
                <a:spLocks noChangeArrowheads="1"/>
              </p:cNvSpPr>
              <p:nvPr/>
            </p:nvSpPr>
            <p:spPr bwMode="auto">
              <a:xfrm>
                <a:off x="925" y="1931"/>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8" name="Line 31">
                <a:extLst>
                  <a:ext uri="{FF2B5EF4-FFF2-40B4-BE49-F238E27FC236}">
                    <a16:creationId xmlns:a16="http://schemas.microsoft.com/office/drawing/2014/main" id="{C34167F4-8DAB-411B-BFA6-721B1119E036}"/>
                  </a:ext>
                </a:extLst>
              </p:cNvPr>
              <p:cNvSpPr>
                <a:spLocks noChangeShapeType="1"/>
              </p:cNvSpPr>
              <p:nvPr/>
            </p:nvSpPr>
            <p:spPr bwMode="auto">
              <a:xfrm>
                <a:off x="994" y="1988"/>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3" name="Group 51">
              <a:extLst>
                <a:ext uri="{FF2B5EF4-FFF2-40B4-BE49-F238E27FC236}">
                  <a16:creationId xmlns:a16="http://schemas.microsoft.com/office/drawing/2014/main" id="{3318765F-47E1-44D1-9F9E-1A251DC759CC}"/>
                </a:ext>
              </a:extLst>
            </p:cNvPr>
            <p:cNvGrpSpPr>
              <a:grpSpLocks/>
            </p:cNvGrpSpPr>
            <p:nvPr/>
          </p:nvGrpSpPr>
          <p:grpSpPr bwMode="auto">
            <a:xfrm>
              <a:off x="937" y="1683"/>
              <a:ext cx="3637" cy="338"/>
              <a:chOff x="937" y="1683"/>
              <a:chExt cx="3637" cy="338"/>
            </a:xfrm>
          </p:grpSpPr>
          <p:sp>
            <p:nvSpPr>
              <p:cNvPr id="15" name="Text Box 29">
                <a:extLst>
                  <a:ext uri="{FF2B5EF4-FFF2-40B4-BE49-F238E27FC236}">
                    <a16:creationId xmlns:a16="http://schemas.microsoft.com/office/drawing/2014/main" id="{FBEA09B7-C1FC-4668-A664-E336B14BD3FF}"/>
                  </a:ext>
                </a:extLst>
              </p:cNvPr>
              <p:cNvSpPr txBox="1">
                <a:spLocks noChangeArrowheads="1"/>
              </p:cNvSpPr>
              <p:nvPr/>
            </p:nvSpPr>
            <p:spPr bwMode="auto">
              <a:xfrm>
                <a:off x="937" y="1694"/>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6" name="Freeform 50">
                <a:extLst>
                  <a:ext uri="{FF2B5EF4-FFF2-40B4-BE49-F238E27FC236}">
                    <a16:creationId xmlns:a16="http://schemas.microsoft.com/office/drawing/2014/main" id="{7DC36ECA-ED7A-4A57-9CA7-BB4D81A4AF1C}"/>
                  </a:ext>
                </a:extLst>
              </p:cNvPr>
              <p:cNvSpPr>
                <a:spLocks/>
              </p:cNvSpPr>
              <p:nvPr/>
            </p:nvSpPr>
            <p:spPr bwMode="auto">
              <a:xfrm>
                <a:off x="1186" y="1683"/>
                <a:ext cx="3388" cy="248"/>
              </a:xfrm>
              <a:custGeom>
                <a:avLst/>
                <a:gdLst>
                  <a:gd name="T0" fmla="*/ 0 w 3388"/>
                  <a:gd name="T1" fmla="*/ 248 h 248"/>
                  <a:gd name="T2" fmla="*/ 1242 w 3388"/>
                  <a:gd name="T3" fmla="*/ 248 h 248"/>
                  <a:gd name="T4" fmla="*/ 1491 w 3388"/>
                  <a:gd name="T5" fmla="*/ 0 h 248"/>
                  <a:gd name="T6" fmla="*/ 2733 w 3388"/>
                  <a:gd name="T7" fmla="*/ 0 h 248"/>
                  <a:gd name="T8" fmla="*/ 2982 w 3388"/>
                  <a:gd name="T9" fmla="*/ 248 h 248"/>
                  <a:gd name="T10" fmla="*/ 3388 w 3388"/>
                  <a:gd name="T11" fmla="*/ 248 h 2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88" h="248">
                    <a:moveTo>
                      <a:pt x="0" y="248"/>
                    </a:moveTo>
                    <a:lnTo>
                      <a:pt x="1242" y="248"/>
                    </a:lnTo>
                    <a:lnTo>
                      <a:pt x="1491" y="0"/>
                    </a:lnTo>
                    <a:lnTo>
                      <a:pt x="2733" y="0"/>
                    </a:lnTo>
                    <a:lnTo>
                      <a:pt x="2982" y="248"/>
                    </a:lnTo>
                    <a:lnTo>
                      <a:pt x="3388" y="24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4" name="Freeform 52">
              <a:extLst>
                <a:ext uri="{FF2B5EF4-FFF2-40B4-BE49-F238E27FC236}">
                  <a16:creationId xmlns:a16="http://schemas.microsoft.com/office/drawing/2014/main" id="{FD33B91C-6F34-456D-BD6A-53FC675559F0}"/>
                </a:ext>
              </a:extLst>
            </p:cNvPr>
            <p:cNvSpPr>
              <a:spLocks/>
            </p:cNvSpPr>
            <p:nvPr/>
          </p:nvSpPr>
          <p:spPr bwMode="auto">
            <a:xfrm>
              <a:off x="1220" y="2932"/>
              <a:ext cx="3354" cy="248"/>
            </a:xfrm>
            <a:custGeom>
              <a:avLst/>
              <a:gdLst>
                <a:gd name="T0" fmla="*/ 0 w 3354"/>
                <a:gd name="T1" fmla="*/ 0 h 248"/>
                <a:gd name="T2" fmla="*/ 1389 w 3354"/>
                <a:gd name="T3" fmla="*/ 0 h 248"/>
                <a:gd name="T4" fmla="*/ 1637 w 3354"/>
                <a:gd name="T5" fmla="*/ 248 h 248"/>
                <a:gd name="T6" fmla="*/ 2564 w 3354"/>
                <a:gd name="T7" fmla="*/ 248 h 248"/>
                <a:gd name="T8" fmla="*/ 2812 w 3354"/>
                <a:gd name="T9" fmla="*/ 0 h 248"/>
                <a:gd name="T10" fmla="*/ 3354 w 3354"/>
                <a:gd name="T11" fmla="*/ 0 h 2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54" h="248">
                  <a:moveTo>
                    <a:pt x="0" y="0"/>
                  </a:moveTo>
                  <a:lnTo>
                    <a:pt x="1389" y="0"/>
                  </a:lnTo>
                  <a:lnTo>
                    <a:pt x="1637" y="248"/>
                  </a:lnTo>
                  <a:lnTo>
                    <a:pt x="2564" y="248"/>
                  </a:lnTo>
                  <a:lnTo>
                    <a:pt x="2812" y="0"/>
                  </a:lnTo>
                  <a:lnTo>
                    <a:pt x="3354"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9" name="Group 71">
            <a:extLst>
              <a:ext uri="{FF2B5EF4-FFF2-40B4-BE49-F238E27FC236}">
                <a16:creationId xmlns:a16="http://schemas.microsoft.com/office/drawing/2014/main" id="{C904CB92-D276-4DBB-8BDF-E792A830ED56}"/>
              </a:ext>
            </a:extLst>
          </p:cNvPr>
          <p:cNvGrpSpPr>
            <a:grpSpLocks/>
          </p:cNvGrpSpPr>
          <p:nvPr/>
        </p:nvGrpSpPr>
        <p:grpSpPr bwMode="auto">
          <a:xfrm>
            <a:off x="4653280" y="2993708"/>
            <a:ext cx="4141788" cy="2579687"/>
            <a:chOff x="1975" y="2011"/>
            <a:chExt cx="2609" cy="1625"/>
          </a:xfrm>
        </p:grpSpPr>
        <p:sp>
          <p:nvSpPr>
            <p:cNvPr id="20" name="Line 56">
              <a:extLst>
                <a:ext uri="{FF2B5EF4-FFF2-40B4-BE49-F238E27FC236}">
                  <a16:creationId xmlns:a16="http://schemas.microsoft.com/office/drawing/2014/main" id="{8E6F7BA1-037F-43E4-BEFD-2153DB76B8B1}"/>
                </a:ext>
              </a:extLst>
            </p:cNvPr>
            <p:cNvSpPr>
              <a:spLocks noChangeShapeType="1"/>
            </p:cNvSpPr>
            <p:nvPr/>
          </p:nvSpPr>
          <p:spPr bwMode="auto">
            <a:xfrm>
              <a:off x="2044" y="2022"/>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57">
              <a:extLst>
                <a:ext uri="{FF2B5EF4-FFF2-40B4-BE49-F238E27FC236}">
                  <a16:creationId xmlns:a16="http://schemas.microsoft.com/office/drawing/2014/main" id="{CFEE9191-DE61-468E-92A7-53AD37A7EEE2}"/>
                </a:ext>
              </a:extLst>
            </p:cNvPr>
            <p:cNvSpPr>
              <a:spLocks noChangeShapeType="1"/>
            </p:cNvSpPr>
            <p:nvPr/>
          </p:nvSpPr>
          <p:spPr bwMode="auto">
            <a:xfrm flipH="1">
              <a:off x="2564" y="2033"/>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58">
              <a:extLst>
                <a:ext uri="{FF2B5EF4-FFF2-40B4-BE49-F238E27FC236}">
                  <a16:creationId xmlns:a16="http://schemas.microsoft.com/office/drawing/2014/main" id="{C42DDC73-F965-4839-B0A5-F8F16239FF25}"/>
                </a:ext>
              </a:extLst>
            </p:cNvPr>
            <p:cNvSpPr>
              <a:spLocks noChangeShapeType="1"/>
            </p:cNvSpPr>
            <p:nvPr/>
          </p:nvSpPr>
          <p:spPr bwMode="auto">
            <a:xfrm flipH="1">
              <a:off x="3987" y="2021"/>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59">
              <a:extLst>
                <a:ext uri="{FF2B5EF4-FFF2-40B4-BE49-F238E27FC236}">
                  <a16:creationId xmlns:a16="http://schemas.microsoft.com/office/drawing/2014/main" id="{EB9AC870-65BA-4D36-A385-5D94746CB7D4}"/>
                </a:ext>
              </a:extLst>
            </p:cNvPr>
            <p:cNvSpPr>
              <a:spLocks noChangeShapeType="1"/>
            </p:cNvSpPr>
            <p:nvPr/>
          </p:nvSpPr>
          <p:spPr bwMode="auto">
            <a:xfrm>
              <a:off x="3377" y="2022"/>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60">
              <a:extLst>
                <a:ext uri="{FF2B5EF4-FFF2-40B4-BE49-F238E27FC236}">
                  <a16:creationId xmlns:a16="http://schemas.microsoft.com/office/drawing/2014/main" id="{AF5FDB9B-82C3-4AB7-815C-056EB8D28752}"/>
                </a:ext>
              </a:extLst>
            </p:cNvPr>
            <p:cNvSpPr>
              <a:spLocks noChangeShapeType="1"/>
            </p:cNvSpPr>
            <p:nvPr/>
          </p:nvSpPr>
          <p:spPr bwMode="auto">
            <a:xfrm flipH="1">
              <a:off x="3919" y="3308"/>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61">
              <a:extLst>
                <a:ext uri="{FF2B5EF4-FFF2-40B4-BE49-F238E27FC236}">
                  <a16:creationId xmlns:a16="http://schemas.microsoft.com/office/drawing/2014/main" id="{6759A584-828F-4B3E-9F94-AEDF15C1A02A}"/>
                </a:ext>
              </a:extLst>
            </p:cNvPr>
            <p:cNvSpPr>
              <a:spLocks noChangeShapeType="1"/>
            </p:cNvSpPr>
            <p:nvPr/>
          </p:nvSpPr>
          <p:spPr bwMode="auto">
            <a:xfrm>
              <a:off x="3377" y="3343"/>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62">
              <a:extLst>
                <a:ext uri="{FF2B5EF4-FFF2-40B4-BE49-F238E27FC236}">
                  <a16:creationId xmlns:a16="http://schemas.microsoft.com/office/drawing/2014/main" id="{1E761856-FAC8-40B5-86E7-A81761AABE0F}"/>
                </a:ext>
              </a:extLst>
            </p:cNvPr>
            <p:cNvSpPr>
              <a:spLocks noChangeShapeType="1"/>
            </p:cNvSpPr>
            <p:nvPr/>
          </p:nvSpPr>
          <p:spPr bwMode="auto">
            <a:xfrm flipH="1">
              <a:off x="2700" y="3275"/>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63">
              <a:extLst>
                <a:ext uri="{FF2B5EF4-FFF2-40B4-BE49-F238E27FC236}">
                  <a16:creationId xmlns:a16="http://schemas.microsoft.com/office/drawing/2014/main" id="{9CFABAE7-B376-43AC-A338-E4CAE9F0325C}"/>
                </a:ext>
              </a:extLst>
            </p:cNvPr>
            <p:cNvSpPr>
              <a:spLocks noChangeShapeType="1"/>
            </p:cNvSpPr>
            <p:nvPr/>
          </p:nvSpPr>
          <p:spPr bwMode="auto">
            <a:xfrm>
              <a:off x="2033" y="3264"/>
              <a:ext cx="328" cy="0"/>
            </a:xfrm>
            <a:prstGeom prst="line">
              <a:avLst/>
            </a:prstGeom>
            <a:noFill/>
            <a:ln w="3810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Text Box 65">
              <a:extLst>
                <a:ext uri="{FF2B5EF4-FFF2-40B4-BE49-F238E27FC236}">
                  <a16:creationId xmlns:a16="http://schemas.microsoft.com/office/drawing/2014/main" id="{552A616C-D5E3-46DA-A049-851D67CBF356}"/>
                </a:ext>
              </a:extLst>
            </p:cNvPr>
            <p:cNvSpPr txBox="1">
              <a:spLocks noChangeArrowheads="1"/>
            </p:cNvSpPr>
            <p:nvPr/>
          </p:nvSpPr>
          <p:spPr bwMode="auto">
            <a:xfrm>
              <a:off x="1975" y="2011"/>
              <a:ext cx="127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pLHCP</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endPar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Text Box 66">
              <a:extLst>
                <a:ext uri="{FF2B5EF4-FFF2-40B4-BE49-F238E27FC236}">
                  <a16:creationId xmlns:a16="http://schemas.microsoft.com/office/drawing/2014/main" id="{593C0D04-99BF-4A9F-BBFB-3557DD82D5B8}"/>
                </a:ext>
              </a:extLst>
            </p:cNvPr>
            <p:cNvSpPr txBox="1">
              <a:spLocks noChangeArrowheads="1"/>
            </p:cNvSpPr>
            <p:nvPr/>
          </p:nvSpPr>
          <p:spPr bwMode="auto">
            <a:xfrm>
              <a:off x="3387" y="2033"/>
              <a:ext cx="110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pHLCP</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p>
          </p:txBody>
        </p:sp>
        <p:sp>
          <p:nvSpPr>
            <p:cNvPr id="30" name="Text Box 67">
              <a:extLst>
                <a:ext uri="{FF2B5EF4-FFF2-40B4-BE49-F238E27FC236}">
                  <a16:creationId xmlns:a16="http://schemas.microsoft.com/office/drawing/2014/main" id="{EF22C20D-E7B9-4437-802E-9B73DE44487A}"/>
                </a:ext>
              </a:extLst>
            </p:cNvPr>
            <p:cNvSpPr txBox="1">
              <a:spLocks noChangeArrowheads="1"/>
            </p:cNvSpPr>
            <p:nvPr/>
          </p:nvSpPr>
          <p:spPr bwMode="auto">
            <a:xfrm>
              <a:off x="2111" y="3275"/>
              <a:ext cx="110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rPr>
                <a:t>pHLCP</a:t>
              </a:r>
              <a:r>
                <a:rPr kumimoji="1" lang="en-US" altLang="zh-CN" sz="2800" b="0" i="0" u="none" strike="noStrike" kern="1200" cap="none" spc="0" normalizeH="0" baseline="-25000" noProof="0" dirty="0" err="1">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endPar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31" name="Line 68">
              <a:extLst>
                <a:ext uri="{FF2B5EF4-FFF2-40B4-BE49-F238E27FC236}">
                  <a16:creationId xmlns:a16="http://schemas.microsoft.com/office/drawing/2014/main" id="{33391C99-C050-4A86-813B-D7C6666A974B}"/>
                </a:ext>
              </a:extLst>
            </p:cNvPr>
            <p:cNvSpPr>
              <a:spLocks noChangeShapeType="1"/>
            </p:cNvSpPr>
            <p:nvPr/>
          </p:nvSpPr>
          <p:spPr bwMode="auto">
            <a:xfrm>
              <a:off x="2982" y="3421"/>
              <a:ext cx="1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Text Box 69">
              <a:extLst>
                <a:ext uri="{FF2B5EF4-FFF2-40B4-BE49-F238E27FC236}">
                  <a16:creationId xmlns:a16="http://schemas.microsoft.com/office/drawing/2014/main" id="{E6D1AD04-8090-4B0C-976C-D69DA359005A}"/>
                </a:ext>
              </a:extLst>
            </p:cNvPr>
            <p:cNvSpPr txBox="1">
              <a:spLocks noChangeArrowheads="1"/>
            </p:cNvSpPr>
            <p:nvPr/>
          </p:nvSpPr>
          <p:spPr bwMode="auto">
            <a:xfrm>
              <a:off x="3308" y="3309"/>
              <a:ext cx="127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t</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pLHCP</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endPar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Line 70">
              <a:extLst>
                <a:ext uri="{FF2B5EF4-FFF2-40B4-BE49-F238E27FC236}">
                  <a16:creationId xmlns:a16="http://schemas.microsoft.com/office/drawing/2014/main" id="{B9EF8106-D8B8-48C2-A37B-120BDDF12A9F}"/>
                </a:ext>
              </a:extLst>
            </p:cNvPr>
            <p:cNvSpPr>
              <a:spLocks noChangeShapeType="1"/>
            </p:cNvSpPr>
            <p:nvPr/>
          </p:nvSpPr>
          <p:spPr bwMode="auto">
            <a:xfrm>
              <a:off x="4179" y="3455"/>
              <a:ext cx="1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4" name="Group 143">
            <a:extLst>
              <a:ext uri="{FF2B5EF4-FFF2-40B4-BE49-F238E27FC236}">
                <a16:creationId xmlns:a16="http://schemas.microsoft.com/office/drawing/2014/main" id="{ADE6AC42-801C-464D-8CC8-0F3DC5CC439F}"/>
              </a:ext>
            </a:extLst>
          </p:cNvPr>
          <p:cNvGrpSpPr>
            <a:grpSpLocks/>
          </p:cNvGrpSpPr>
          <p:nvPr/>
        </p:nvGrpSpPr>
        <p:grpSpPr bwMode="auto">
          <a:xfrm>
            <a:off x="4978718" y="3439795"/>
            <a:ext cx="3441700" cy="2519363"/>
            <a:chOff x="2406" y="2292"/>
            <a:chExt cx="2168" cy="1587"/>
          </a:xfrm>
        </p:grpSpPr>
        <p:sp>
          <p:nvSpPr>
            <p:cNvPr id="35" name="Text Box 139">
              <a:extLst>
                <a:ext uri="{FF2B5EF4-FFF2-40B4-BE49-F238E27FC236}">
                  <a16:creationId xmlns:a16="http://schemas.microsoft.com/office/drawing/2014/main" id="{34340A41-C44C-4939-96B2-089DBA7A2081}"/>
                </a:ext>
              </a:extLst>
            </p:cNvPr>
            <p:cNvSpPr txBox="1">
              <a:spLocks noChangeArrowheads="1"/>
            </p:cNvSpPr>
            <p:nvPr/>
          </p:nvSpPr>
          <p:spPr bwMode="auto">
            <a:xfrm>
              <a:off x="2406" y="2292"/>
              <a:ext cx="780"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两级门</a:t>
              </a:r>
            </a:p>
          </p:txBody>
        </p:sp>
        <p:sp>
          <p:nvSpPr>
            <p:cNvPr id="36" name="Text Box 140">
              <a:extLst>
                <a:ext uri="{FF2B5EF4-FFF2-40B4-BE49-F238E27FC236}">
                  <a16:creationId xmlns:a16="http://schemas.microsoft.com/office/drawing/2014/main" id="{1C6FBA24-BDD0-4F0D-AF95-1DD84007016C}"/>
                </a:ext>
              </a:extLst>
            </p:cNvPr>
            <p:cNvSpPr txBox="1">
              <a:spLocks noChangeArrowheads="1"/>
            </p:cNvSpPr>
            <p:nvPr/>
          </p:nvSpPr>
          <p:spPr bwMode="auto">
            <a:xfrm>
              <a:off x="2473" y="3591"/>
              <a:ext cx="780"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三级门</a:t>
              </a:r>
            </a:p>
          </p:txBody>
        </p:sp>
        <p:sp>
          <p:nvSpPr>
            <p:cNvPr id="37" name="Text Box 141">
              <a:extLst>
                <a:ext uri="{FF2B5EF4-FFF2-40B4-BE49-F238E27FC236}">
                  <a16:creationId xmlns:a16="http://schemas.microsoft.com/office/drawing/2014/main" id="{1C700241-1BAB-4113-81A2-533D62EE0FE3}"/>
                </a:ext>
              </a:extLst>
            </p:cNvPr>
            <p:cNvSpPr txBox="1">
              <a:spLocks noChangeArrowheads="1"/>
            </p:cNvSpPr>
            <p:nvPr/>
          </p:nvSpPr>
          <p:spPr bwMode="auto">
            <a:xfrm>
              <a:off x="3716" y="3579"/>
              <a:ext cx="780"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两级门</a:t>
              </a:r>
            </a:p>
          </p:txBody>
        </p:sp>
        <p:sp>
          <p:nvSpPr>
            <p:cNvPr id="38" name="Text Box 142">
              <a:extLst>
                <a:ext uri="{FF2B5EF4-FFF2-40B4-BE49-F238E27FC236}">
                  <a16:creationId xmlns:a16="http://schemas.microsoft.com/office/drawing/2014/main" id="{D7109647-B78A-41BA-B0A6-7CF28D6F02FC}"/>
                </a:ext>
              </a:extLst>
            </p:cNvPr>
            <p:cNvSpPr txBox="1">
              <a:spLocks noChangeArrowheads="1"/>
            </p:cNvSpPr>
            <p:nvPr/>
          </p:nvSpPr>
          <p:spPr bwMode="auto">
            <a:xfrm>
              <a:off x="3794" y="2337"/>
              <a:ext cx="780"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三级门</a:t>
              </a:r>
            </a:p>
          </p:txBody>
        </p:sp>
      </p:grpSp>
      <p:grpSp>
        <p:nvGrpSpPr>
          <p:cNvPr id="39" name="Group 150">
            <a:extLst>
              <a:ext uri="{FF2B5EF4-FFF2-40B4-BE49-F238E27FC236}">
                <a16:creationId xmlns:a16="http://schemas.microsoft.com/office/drawing/2014/main" id="{EE776982-1A8A-49B9-8A11-582BD8FCAB65}"/>
              </a:ext>
            </a:extLst>
          </p:cNvPr>
          <p:cNvGrpSpPr>
            <a:grpSpLocks/>
          </p:cNvGrpSpPr>
          <p:nvPr/>
        </p:nvGrpSpPr>
        <p:grpSpPr bwMode="auto">
          <a:xfrm>
            <a:off x="2905443" y="1180783"/>
            <a:ext cx="5894387" cy="1258887"/>
            <a:chOff x="1100" y="869"/>
            <a:chExt cx="3713" cy="793"/>
          </a:xfrm>
        </p:grpSpPr>
        <p:grpSp>
          <p:nvGrpSpPr>
            <p:cNvPr id="40" name="Group 145">
              <a:extLst>
                <a:ext uri="{FF2B5EF4-FFF2-40B4-BE49-F238E27FC236}">
                  <a16:creationId xmlns:a16="http://schemas.microsoft.com/office/drawing/2014/main" id="{AEA0EF20-E24A-499A-B1F9-BBD77C9B00E9}"/>
                </a:ext>
              </a:extLst>
            </p:cNvPr>
            <p:cNvGrpSpPr>
              <a:grpSpLocks/>
            </p:cNvGrpSpPr>
            <p:nvPr/>
          </p:nvGrpSpPr>
          <p:grpSpPr bwMode="auto">
            <a:xfrm>
              <a:off x="1100" y="869"/>
              <a:ext cx="3666" cy="376"/>
              <a:chOff x="1100" y="869"/>
              <a:chExt cx="3666" cy="376"/>
            </a:xfrm>
          </p:grpSpPr>
          <p:sp>
            <p:nvSpPr>
              <p:cNvPr id="43" name="Text Box 5">
                <a:extLst>
                  <a:ext uri="{FF2B5EF4-FFF2-40B4-BE49-F238E27FC236}">
                    <a16:creationId xmlns:a16="http://schemas.microsoft.com/office/drawing/2014/main" id="{6DBBB78F-5E21-4E4E-9B09-5B36A71D6E1F}"/>
                  </a:ext>
                </a:extLst>
              </p:cNvPr>
              <p:cNvSpPr txBox="1">
                <a:spLocks noChangeArrowheads="1"/>
              </p:cNvSpPr>
              <p:nvPr/>
            </p:nvSpPr>
            <p:spPr bwMode="auto">
              <a:xfrm>
                <a:off x="1100" y="918"/>
                <a:ext cx="58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44" name="Freeform 6">
                <a:extLst>
                  <a:ext uri="{FF2B5EF4-FFF2-40B4-BE49-F238E27FC236}">
                    <a16:creationId xmlns:a16="http://schemas.microsoft.com/office/drawing/2014/main" id="{5F9CFC4D-C287-4E4E-87E2-C71ECC37BFE1}"/>
                  </a:ext>
                </a:extLst>
              </p:cNvPr>
              <p:cNvSpPr>
                <a:spLocks/>
              </p:cNvSpPr>
              <p:nvPr/>
            </p:nvSpPr>
            <p:spPr bwMode="auto">
              <a:xfrm>
                <a:off x="1444" y="869"/>
                <a:ext cx="3031" cy="248"/>
              </a:xfrm>
              <a:custGeom>
                <a:avLst/>
                <a:gdLst>
                  <a:gd name="T0" fmla="*/ 0 w 2823"/>
                  <a:gd name="T1" fmla="*/ 248 h 248"/>
                  <a:gd name="T2" fmla="*/ 1387 w 2823"/>
                  <a:gd name="T3" fmla="*/ 248 h 248"/>
                  <a:gd name="T4" fmla="*/ 1611 w 2823"/>
                  <a:gd name="T5" fmla="*/ 0 h 248"/>
                  <a:gd name="T6" fmla="*/ 2144 w 2823"/>
                  <a:gd name="T7" fmla="*/ 0 h 248"/>
                  <a:gd name="T8" fmla="*/ 2351 w 2823"/>
                  <a:gd name="T9" fmla="*/ 248 h 248"/>
                  <a:gd name="T10" fmla="*/ 3125 w 2823"/>
                  <a:gd name="T11" fmla="*/ 248 h 248"/>
                  <a:gd name="T12" fmla="*/ 3367 w 2823"/>
                  <a:gd name="T13" fmla="*/ 0 h 248"/>
                  <a:gd name="T14" fmla="*/ 4027 w 2823"/>
                  <a:gd name="T15" fmla="*/ 0 h 24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23" h="248">
                    <a:moveTo>
                      <a:pt x="0" y="248"/>
                    </a:moveTo>
                    <a:lnTo>
                      <a:pt x="971" y="248"/>
                    </a:lnTo>
                    <a:lnTo>
                      <a:pt x="1129" y="0"/>
                    </a:lnTo>
                    <a:lnTo>
                      <a:pt x="1502" y="0"/>
                    </a:lnTo>
                    <a:lnTo>
                      <a:pt x="1649" y="248"/>
                    </a:lnTo>
                    <a:lnTo>
                      <a:pt x="2191" y="248"/>
                    </a:lnTo>
                    <a:lnTo>
                      <a:pt x="2360" y="0"/>
                    </a:lnTo>
                    <a:lnTo>
                      <a:pt x="282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7">
                <a:extLst>
                  <a:ext uri="{FF2B5EF4-FFF2-40B4-BE49-F238E27FC236}">
                    <a16:creationId xmlns:a16="http://schemas.microsoft.com/office/drawing/2014/main" id="{F680802B-7F6B-478C-9A0A-46367C00150E}"/>
                  </a:ext>
                </a:extLst>
              </p:cNvPr>
              <p:cNvSpPr>
                <a:spLocks noChangeShapeType="1"/>
              </p:cNvSpPr>
              <p:nvPr/>
            </p:nvSpPr>
            <p:spPr bwMode="auto">
              <a:xfrm>
                <a:off x="4463" y="869"/>
                <a:ext cx="30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1" name="Text Box 10">
              <a:extLst>
                <a:ext uri="{FF2B5EF4-FFF2-40B4-BE49-F238E27FC236}">
                  <a16:creationId xmlns:a16="http://schemas.microsoft.com/office/drawing/2014/main" id="{EC02C0F0-F8E2-427B-8D60-C5FEDFEAA6C6}"/>
                </a:ext>
              </a:extLst>
            </p:cNvPr>
            <p:cNvSpPr txBox="1">
              <a:spLocks noChangeArrowheads="1"/>
            </p:cNvSpPr>
            <p:nvPr/>
          </p:nvSpPr>
          <p:spPr bwMode="auto">
            <a:xfrm>
              <a:off x="1190" y="1335"/>
              <a:ext cx="37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42" name="Freeform 149">
              <a:extLst>
                <a:ext uri="{FF2B5EF4-FFF2-40B4-BE49-F238E27FC236}">
                  <a16:creationId xmlns:a16="http://schemas.microsoft.com/office/drawing/2014/main" id="{83118321-701C-4BDD-B1F8-24DE42FAB44A}"/>
                </a:ext>
              </a:extLst>
            </p:cNvPr>
            <p:cNvSpPr>
              <a:spLocks/>
            </p:cNvSpPr>
            <p:nvPr/>
          </p:nvSpPr>
          <p:spPr bwMode="auto">
            <a:xfrm>
              <a:off x="1492" y="1267"/>
              <a:ext cx="3321" cy="260"/>
            </a:xfrm>
            <a:custGeom>
              <a:avLst/>
              <a:gdLst>
                <a:gd name="T0" fmla="*/ 0 w 3321"/>
                <a:gd name="T1" fmla="*/ 260 h 260"/>
                <a:gd name="T2" fmla="*/ 633 w 3321"/>
                <a:gd name="T3" fmla="*/ 260 h 260"/>
                <a:gd name="T4" fmla="*/ 881 w 3321"/>
                <a:gd name="T5" fmla="*/ 12 h 260"/>
                <a:gd name="T6" fmla="*/ 1401 w 3321"/>
                <a:gd name="T7" fmla="*/ 12 h 260"/>
                <a:gd name="T8" fmla="*/ 1649 w 3321"/>
                <a:gd name="T9" fmla="*/ 260 h 260"/>
                <a:gd name="T10" fmla="*/ 2869 w 3321"/>
                <a:gd name="T11" fmla="*/ 260 h 260"/>
                <a:gd name="T12" fmla="*/ 3129 w 3321"/>
                <a:gd name="T13" fmla="*/ 0 h 260"/>
                <a:gd name="T14" fmla="*/ 3321 w 3321"/>
                <a:gd name="T15" fmla="*/ 0 h 2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21" h="260">
                  <a:moveTo>
                    <a:pt x="0" y="260"/>
                  </a:moveTo>
                  <a:lnTo>
                    <a:pt x="633" y="260"/>
                  </a:lnTo>
                  <a:lnTo>
                    <a:pt x="881" y="12"/>
                  </a:lnTo>
                  <a:lnTo>
                    <a:pt x="1401" y="12"/>
                  </a:lnTo>
                  <a:lnTo>
                    <a:pt x="1649" y="260"/>
                  </a:lnTo>
                  <a:lnTo>
                    <a:pt x="2869" y="260"/>
                  </a:lnTo>
                  <a:lnTo>
                    <a:pt x="3129" y="0"/>
                  </a:lnTo>
                  <a:lnTo>
                    <a:pt x="332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6" name="Group 223">
            <a:extLst>
              <a:ext uri="{FF2B5EF4-FFF2-40B4-BE49-F238E27FC236}">
                <a16:creationId xmlns:a16="http://schemas.microsoft.com/office/drawing/2014/main" id="{82A44DB5-EED4-443F-ACF8-F0D27A2E2B35}"/>
              </a:ext>
            </a:extLst>
          </p:cNvPr>
          <p:cNvGrpSpPr>
            <a:grpSpLocks/>
          </p:cNvGrpSpPr>
          <p:nvPr/>
        </p:nvGrpSpPr>
        <p:grpSpPr bwMode="auto">
          <a:xfrm>
            <a:off x="45720" y="1350645"/>
            <a:ext cx="3111500" cy="4308475"/>
            <a:chOff x="132" y="1062"/>
            <a:chExt cx="1960" cy="2714"/>
          </a:xfrm>
        </p:grpSpPr>
        <p:grpSp>
          <p:nvGrpSpPr>
            <p:cNvPr id="47" name="Group 222">
              <a:extLst>
                <a:ext uri="{FF2B5EF4-FFF2-40B4-BE49-F238E27FC236}">
                  <a16:creationId xmlns:a16="http://schemas.microsoft.com/office/drawing/2014/main" id="{7B4E0E54-4167-4E22-B593-06423F545569}"/>
                </a:ext>
              </a:extLst>
            </p:cNvPr>
            <p:cNvGrpSpPr>
              <a:grpSpLocks/>
            </p:cNvGrpSpPr>
            <p:nvPr/>
          </p:nvGrpSpPr>
          <p:grpSpPr bwMode="auto">
            <a:xfrm>
              <a:off x="132" y="1062"/>
              <a:ext cx="1960" cy="2714"/>
              <a:chOff x="132" y="1062"/>
              <a:chExt cx="1960" cy="2714"/>
            </a:xfrm>
          </p:grpSpPr>
          <p:grpSp>
            <p:nvGrpSpPr>
              <p:cNvPr id="49" name="Group 221">
                <a:extLst>
                  <a:ext uri="{FF2B5EF4-FFF2-40B4-BE49-F238E27FC236}">
                    <a16:creationId xmlns:a16="http://schemas.microsoft.com/office/drawing/2014/main" id="{669CF23D-940D-4B88-BD16-93F809858924}"/>
                  </a:ext>
                </a:extLst>
              </p:cNvPr>
              <p:cNvGrpSpPr>
                <a:grpSpLocks/>
              </p:cNvGrpSpPr>
              <p:nvPr/>
            </p:nvGrpSpPr>
            <p:grpSpPr bwMode="auto">
              <a:xfrm>
                <a:off x="234" y="1062"/>
                <a:ext cx="1858" cy="2714"/>
                <a:chOff x="234" y="1062"/>
                <a:chExt cx="1858" cy="2714"/>
              </a:xfrm>
            </p:grpSpPr>
            <p:grpSp>
              <p:nvGrpSpPr>
                <p:cNvPr id="53" name="Group 220">
                  <a:extLst>
                    <a:ext uri="{FF2B5EF4-FFF2-40B4-BE49-F238E27FC236}">
                      <a16:creationId xmlns:a16="http://schemas.microsoft.com/office/drawing/2014/main" id="{57AC75B2-9BCB-4D31-89A4-8E7A712B7470}"/>
                    </a:ext>
                  </a:extLst>
                </p:cNvPr>
                <p:cNvGrpSpPr>
                  <a:grpSpLocks/>
                </p:cNvGrpSpPr>
                <p:nvPr/>
              </p:nvGrpSpPr>
              <p:grpSpPr bwMode="auto">
                <a:xfrm>
                  <a:off x="234" y="1062"/>
                  <a:ext cx="1858" cy="2714"/>
                  <a:chOff x="234" y="1062"/>
                  <a:chExt cx="1858" cy="2714"/>
                </a:xfrm>
              </p:grpSpPr>
              <p:sp>
                <p:nvSpPr>
                  <p:cNvPr id="60" name="Text Box 157">
                    <a:extLst>
                      <a:ext uri="{FF2B5EF4-FFF2-40B4-BE49-F238E27FC236}">
                        <a16:creationId xmlns:a16="http://schemas.microsoft.com/office/drawing/2014/main" id="{1983DC4A-0F1D-4247-B037-178B719844D1}"/>
                      </a:ext>
                    </a:extLst>
                  </p:cNvPr>
                  <p:cNvSpPr txBox="1">
                    <a:spLocks noChangeArrowheads="1"/>
                  </p:cNvSpPr>
                  <p:nvPr/>
                </p:nvSpPr>
                <p:spPr bwMode="auto">
                  <a:xfrm>
                    <a:off x="1738" y="2526"/>
                    <a:ext cx="354"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61" name="Text Box 158">
                    <a:extLst>
                      <a:ext uri="{FF2B5EF4-FFF2-40B4-BE49-F238E27FC236}">
                        <a16:creationId xmlns:a16="http://schemas.microsoft.com/office/drawing/2014/main" id="{1AB88EC5-7445-4F6F-8713-F2FE8AEBC91B}"/>
                      </a:ext>
                    </a:extLst>
                  </p:cNvPr>
                  <p:cNvSpPr txBox="1">
                    <a:spLocks noChangeArrowheads="1"/>
                  </p:cNvSpPr>
                  <p:nvPr/>
                </p:nvSpPr>
                <p:spPr bwMode="auto">
                  <a:xfrm>
                    <a:off x="1227" y="3488"/>
                    <a:ext cx="25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2" name="Text Box 159">
                    <a:extLst>
                      <a:ext uri="{FF2B5EF4-FFF2-40B4-BE49-F238E27FC236}">
                        <a16:creationId xmlns:a16="http://schemas.microsoft.com/office/drawing/2014/main" id="{3C795DF9-029D-4775-950C-5EF856EE4EFB}"/>
                      </a:ext>
                    </a:extLst>
                  </p:cNvPr>
                  <p:cNvSpPr txBox="1">
                    <a:spLocks noChangeArrowheads="1"/>
                  </p:cNvSpPr>
                  <p:nvPr/>
                </p:nvSpPr>
                <p:spPr bwMode="auto">
                  <a:xfrm>
                    <a:off x="426" y="1062"/>
                    <a:ext cx="26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63" name="Group 160">
                    <a:extLst>
                      <a:ext uri="{FF2B5EF4-FFF2-40B4-BE49-F238E27FC236}">
                        <a16:creationId xmlns:a16="http://schemas.microsoft.com/office/drawing/2014/main" id="{842A1D43-3578-4350-B5DB-DD9C5AF66408}"/>
                      </a:ext>
                    </a:extLst>
                  </p:cNvPr>
                  <p:cNvGrpSpPr>
                    <a:grpSpLocks/>
                  </p:cNvGrpSpPr>
                  <p:nvPr/>
                </p:nvGrpSpPr>
                <p:grpSpPr bwMode="auto">
                  <a:xfrm>
                    <a:off x="1411" y="1155"/>
                    <a:ext cx="184" cy="269"/>
                    <a:chOff x="1648" y="659"/>
                    <a:chExt cx="184" cy="269"/>
                  </a:xfrm>
                </p:grpSpPr>
                <p:sp>
                  <p:nvSpPr>
                    <p:cNvPr id="111" name="Line 161">
                      <a:extLst>
                        <a:ext uri="{FF2B5EF4-FFF2-40B4-BE49-F238E27FC236}">
                          <a16:creationId xmlns:a16="http://schemas.microsoft.com/office/drawing/2014/main" id="{8D95E868-7917-443F-A208-4AE55D665679}"/>
                        </a:ext>
                      </a:extLst>
                    </p:cNvPr>
                    <p:cNvSpPr>
                      <a:spLocks noChangeShapeType="1"/>
                    </p:cNvSpPr>
                    <p:nvPr/>
                  </p:nvSpPr>
                  <p:spPr bwMode="auto">
                    <a:xfrm>
                      <a:off x="1659" y="677"/>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 name="Rectangle 162">
                      <a:extLst>
                        <a:ext uri="{FF2B5EF4-FFF2-40B4-BE49-F238E27FC236}">
                          <a16:creationId xmlns:a16="http://schemas.microsoft.com/office/drawing/2014/main" id="{C23D9276-E878-4C91-9BFF-C0B4581CE27B}"/>
                        </a:ext>
                      </a:extLst>
                    </p:cNvPr>
                    <p:cNvSpPr>
                      <a:spLocks noChangeArrowheads="1"/>
                    </p:cNvSpPr>
                    <p:nvPr/>
                  </p:nvSpPr>
                  <p:spPr bwMode="auto">
                    <a:xfrm>
                      <a:off x="1648" y="659"/>
                      <a:ext cx="184" cy="2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Q</a:t>
                      </a:r>
                      <a:endParaRPr kumimoji="1" lang="en-US" altLang="zh-CN" sz="2800" b="0" i="0" u="none" strike="noStrike" kern="1200" cap="none" spc="0" normalizeH="0" baseline="0" noProof="0">
                        <a:ln>
                          <a:solidFill>
                            <a:schemeClr val="tx1"/>
                          </a:solidFill>
                        </a:ln>
                        <a:effectLst/>
                        <a:uLnTx/>
                        <a:uFillTx/>
                        <a:ea typeface="宋体" panose="02010600030101010101" pitchFamily="2" charset="-122"/>
                        <a:cs typeface="+mn-cs"/>
                      </a:endParaRPr>
                    </a:p>
                  </p:txBody>
                </p:sp>
              </p:grpSp>
              <p:sp>
                <p:nvSpPr>
                  <p:cNvPr id="64" name="Line 163">
                    <a:extLst>
                      <a:ext uri="{FF2B5EF4-FFF2-40B4-BE49-F238E27FC236}">
                        <a16:creationId xmlns:a16="http://schemas.microsoft.com/office/drawing/2014/main" id="{43B5DC47-3B5A-437B-BAA0-95DCFDFC1873}"/>
                      </a:ext>
                    </a:extLst>
                  </p:cNvPr>
                  <p:cNvSpPr>
                    <a:spLocks noChangeShapeType="1"/>
                  </p:cNvSpPr>
                  <p:nvPr/>
                </p:nvSpPr>
                <p:spPr bwMode="auto">
                  <a:xfrm flipV="1">
                    <a:off x="652"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Line 164">
                    <a:extLst>
                      <a:ext uri="{FF2B5EF4-FFF2-40B4-BE49-F238E27FC236}">
                        <a16:creationId xmlns:a16="http://schemas.microsoft.com/office/drawing/2014/main" id="{E865A5B3-E6BF-4EA1-971A-5982303477E0}"/>
                      </a:ext>
                    </a:extLst>
                  </p:cNvPr>
                  <p:cNvSpPr>
                    <a:spLocks noChangeShapeType="1"/>
                  </p:cNvSpPr>
                  <p:nvPr/>
                </p:nvSpPr>
                <p:spPr bwMode="auto">
                  <a:xfrm flipV="1">
                    <a:off x="1393"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Line 165">
                    <a:extLst>
                      <a:ext uri="{FF2B5EF4-FFF2-40B4-BE49-F238E27FC236}">
                        <a16:creationId xmlns:a16="http://schemas.microsoft.com/office/drawing/2014/main" id="{17CC69D0-76BD-4114-B734-83E644309A43}"/>
                      </a:ext>
                    </a:extLst>
                  </p:cNvPr>
                  <p:cNvSpPr>
                    <a:spLocks noChangeShapeType="1"/>
                  </p:cNvSpPr>
                  <p:nvPr/>
                </p:nvSpPr>
                <p:spPr bwMode="auto">
                  <a:xfrm>
                    <a:off x="652" y="1434"/>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Line 166">
                    <a:extLst>
                      <a:ext uri="{FF2B5EF4-FFF2-40B4-BE49-F238E27FC236}">
                        <a16:creationId xmlns:a16="http://schemas.microsoft.com/office/drawing/2014/main" id="{622AEEAF-B0BE-40F9-BE01-CF463C727216}"/>
                      </a:ext>
                    </a:extLst>
                  </p:cNvPr>
                  <p:cNvSpPr>
                    <a:spLocks noChangeShapeType="1"/>
                  </p:cNvSpPr>
                  <p:nvPr/>
                </p:nvSpPr>
                <p:spPr bwMode="auto">
                  <a:xfrm flipH="1">
                    <a:off x="1133" y="1434"/>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167">
                    <a:extLst>
                      <a:ext uri="{FF2B5EF4-FFF2-40B4-BE49-F238E27FC236}">
                        <a16:creationId xmlns:a16="http://schemas.microsoft.com/office/drawing/2014/main" id="{9D962DD3-5067-428E-B2F7-40D26F8F4D13}"/>
                      </a:ext>
                    </a:extLst>
                  </p:cNvPr>
                  <p:cNvSpPr>
                    <a:spLocks noChangeShapeType="1"/>
                  </p:cNvSpPr>
                  <p:nvPr/>
                </p:nvSpPr>
                <p:spPr bwMode="auto">
                  <a:xfrm flipV="1">
                    <a:off x="541"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168">
                    <a:extLst>
                      <a:ext uri="{FF2B5EF4-FFF2-40B4-BE49-F238E27FC236}">
                        <a16:creationId xmlns:a16="http://schemas.microsoft.com/office/drawing/2014/main" id="{94030F82-C41A-4D50-B2A7-641625BC65E4}"/>
                      </a:ext>
                    </a:extLst>
                  </p:cNvPr>
                  <p:cNvSpPr>
                    <a:spLocks noChangeShapeType="1"/>
                  </p:cNvSpPr>
                  <p:nvPr/>
                </p:nvSpPr>
                <p:spPr bwMode="auto">
                  <a:xfrm flipV="1">
                    <a:off x="1504"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169">
                    <a:extLst>
                      <a:ext uri="{FF2B5EF4-FFF2-40B4-BE49-F238E27FC236}">
                        <a16:creationId xmlns:a16="http://schemas.microsoft.com/office/drawing/2014/main" id="{A760A1CE-3047-4E22-9485-6B0C4552D85B}"/>
                      </a:ext>
                    </a:extLst>
                  </p:cNvPr>
                  <p:cNvSpPr>
                    <a:spLocks noChangeShapeType="1"/>
                  </p:cNvSpPr>
                  <p:nvPr/>
                </p:nvSpPr>
                <p:spPr bwMode="auto">
                  <a:xfrm flipV="1">
                    <a:off x="1430"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170">
                    <a:extLst>
                      <a:ext uri="{FF2B5EF4-FFF2-40B4-BE49-F238E27FC236}">
                        <a16:creationId xmlns:a16="http://schemas.microsoft.com/office/drawing/2014/main" id="{5A6452E6-EF9B-4425-90EC-C1B085B3BF93}"/>
                      </a:ext>
                    </a:extLst>
                  </p:cNvPr>
                  <p:cNvSpPr>
                    <a:spLocks noChangeShapeType="1"/>
                  </p:cNvSpPr>
                  <p:nvPr/>
                </p:nvSpPr>
                <p:spPr bwMode="auto">
                  <a:xfrm flipV="1">
                    <a:off x="429"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171">
                    <a:extLst>
                      <a:ext uri="{FF2B5EF4-FFF2-40B4-BE49-F238E27FC236}">
                        <a16:creationId xmlns:a16="http://schemas.microsoft.com/office/drawing/2014/main" id="{0DD18686-A99A-42EF-949E-1750ABD60D68}"/>
                      </a:ext>
                    </a:extLst>
                  </p:cNvPr>
                  <p:cNvSpPr>
                    <a:spLocks noChangeShapeType="1"/>
                  </p:cNvSpPr>
                  <p:nvPr/>
                </p:nvSpPr>
                <p:spPr bwMode="auto">
                  <a:xfrm>
                    <a:off x="1398" y="3273"/>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172">
                    <a:extLst>
                      <a:ext uri="{FF2B5EF4-FFF2-40B4-BE49-F238E27FC236}">
                        <a16:creationId xmlns:a16="http://schemas.microsoft.com/office/drawing/2014/main" id="{BB2680B2-96E0-4BD7-974B-18CCCA4DBB20}"/>
                      </a:ext>
                    </a:extLst>
                  </p:cNvPr>
                  <p:cNvSpPr>
                    <a:spLocks noChangeShapeType="1"/>
                  </p:cNvSpPr>
                  <p:nvPr/>
                </p:nvSpPr>
                <p:spPr bwMode="auto">
                  <a:xfrm>
                    <a:off x="541"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173">
                    <a:extLst>
                      <a:ext uri="{FF2B5EF4-FFF2-40B4-BE49-F238E27FC236}">
                        <a16:creationId xmlns:a16="http://schemas.microsoft.com/office/drawing/2014/main" id="{89BD3577-9F53-424C-8CA1-E683AB9F2746}"/>
                      </a:ext>
                    </a:extLst>
                  </p:cNvPr>
                  <p:cNvSpPr>
                    <a:spLocks noChangeShapeType="1"/>
                  </p:cNvSpPr>
                  <p:nvPr/>
                </p:nvSpPr>
                <p:spPr bwMode="auto">
                  <a:xfrm>
                    <a:off x="540" y="2812"/>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Oval 174">
                    <a:extLst>
                      <a:ext uri="{FF2B5EF4-FFF2-40B4-BE49-F238E27FC236}">
                        <a16:creationId xmlns:a16="http://schemas.microsoft.com/office/drawing/2014/main" id="{2205EFA7-EE85-4E4E-9283-0769F224FA6A}"/>
                      </a:ext>
                    </a:extLst>
                  </p:cNvPr>
                  <p:cNvSpPr>
                    <a:spLocks noChangeAspect="1" noChangeArrowheads="1"/>
                  </p:cNvSpPr>
                  <p:nvPr/>
                </p:nvSpPr>
                <p:spPr bwMode="auto">
                  <a:xfrm>
                    <a:off x="1392" y="2840"/>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6" name="Line 175">
                    <a:extLst>
                      <a:ext uri="{FF2B5EF4-FFF2-40B4-BE49-F238E27FC236}">
                        <a16:creationId xmlns:a16="http://schemas.microsoft.com/office/drawing/2014/main" id="{A68F6283-F67B-4634-8012-3A390189B455}"/>
                      </a:ext>
                    </a:extLst>
                  </p:cNvPr>
                  <p:cNvSpPr>
                    <a:spLocks noChangeShapeType="1"/>
                  </p:cNvSpPr>
                  <p:nvPr/>
                </p:nvSpPr>
                <p:spPr bwMode="auto">
                  <a:xfrm>
                    <a:off x="1579"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Oval 176">
                    <a:extLst>
                      <a:ext uri="{FF2B5EF4-FFF2-40B4-BE49-F238E27FC236}">
                        <a16:creationId xmlns:a16="http://schemas.microsoft.com/office/drawing/2014/main" id="{41D7F4C1-F2F5-4581-9BBF-179B8283964F}"/>
                      </a:ext>
                    </a:extLst>
                  </p:cNvPr>
                  <p:cNvSpPr>
                    <a:spLocks noChangeAspect="1" noChangeArrowheads="1"/>
                  </p:cNvSpPr>
                  <p:nvPr/>
                </p:nvSpPr>
                <p:spPr bwMode="auto">
                  <a:xfrm>
                    <a:off x="1541" y="2772"/>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8" name="Oval 177">
                    <a:extLst>
                      <a:ext uri="{FF2B5EF4-FFF2-40B4-BE49-F238E27FC236}">
                        <a16:creationId xmlns:a16="http://schemas.microsoft.com/office/drawing/2014/main" id="{CC2C5416-442D-4797-BD20-99D4EC41313A}"/>
                      </a:ext>
                    </a:extLst>
                  </p:cNvPr>
                  <p:cNvSpPr>
                    <a:spLocks noChangeAspect="1" noChangeArrowheads="1"/>
                  </p:cNvSpPr>
                  <p:nvPr/>
                </p:nvSpPr>
                <p:spPr bwMode="auto">
                  <a:xfrm>
                    <a:off x="1360" y="1396"/>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9" name="Oval 178">
                    <a:extLst>
                      <a:ext uri="{FF2B5EF4-FFF2-40B4-BE49-F238E27FC236}">
                        <a16:creationId xmlns:a16="http://schemas.microsoft.com/office/drawing/2014/main" id="{1A6F3A85-0233-42D4-A23B-9B8D5909114C}"/>
                      </a:ext>
                    </a:extLst>
                  </p:cNvPr>
                  <p:cNvSpPr>
                    <a:spLocks noChangeAspect="1" noChangeArrowheads="1"/>
                  </p:cNvSpPr>
                  <p:nvPr/>
                </p:nvSpPr>
                <p:spPr bwMode="auto">
                  <a:xfrm>
                    <a:off x="614" y="1395"/>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0" name="Line 179">
                    <a:extLst>
                      <a:ext uri="{FF2B5EF4-FFF2-40B4-BE49-F238E27FC236}">
                        <a16:creationId xmlns:a16="http://schemas.microsoft.com/office/drawing/2014/main" id="{078C6501-1A43-424E-B625-4EA32A388742}"/>
                      </a:ext>
                    </a:extLst>
                  </p:cNvPr>
                  <p:cNvSpPr>
                    <a:spLocks noChangeShapeType="1"/>
                  </p:cNvSpPr>
                  <p:nvPr/>
                </p:nvSpPr>
                <p:spPr bwMode="auto">
                  <a:xfrm>
                    <a:off x="688"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Line 180">
                    <a:extLst>
                      <a:ext uri="{FF2B5EF4-FFF2-40B4-BE49-F238E27FC236}">
                        <a16:creationId xmlns:a16="http://schemas.microsoft.com/office/drawing/2014/main" id="{D0F88C56-8543-42C5-9072-38CFEB394BB8}"/>
                      </a:ext>
                    </a:extLst>
                  </p:cNvPr>
                  <p:cNvSpPr>
                    <a:spLocks noChangeShapeType="1"/>
                  </p:cNvSpPr>
                  <p:nvPr/>
                </p:nvSpPr>
                <p:spPr bwMode="auto">
                  <a:xfrm>
                    <a:off x="1319"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Line 181">
                    <a:extLst>
                      <a:ext uri="{FF2B5EF4-FFF2-40B4-BE49-F238E27FC236}">
                        <a16:creationId xmlns:a16="http://schemas.microsoft.com/office/drawing/2014/main" id="{05C9A477-FAE4-4165-96AC-7DF146C8D37B}"/>
                      </a:ext>
                    </a:extLst>
                  </p:cNvPr>
                  <p:cNvSpPr>
                    <a:spLocks noChangeShapeType="1"/>
                  </p:cNvSpPr>
                  <p:nvPr/>
                </p:nvSpPr>
                <p:spPr bwMode="auto">
                  <a:xfrm>
                    <a:off x="688" y="2025"/>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 name="Line 182">
                    <a:extLst>
                      <a:ext uri="{FF2B5EF4-FFF2-40B4-BE49-F238E27FC236}">
                        <a16:creationId xmlns:a16="http://schemas.microsoft.com/office/drawing/2014/main" id="{BA66F124-3DD2-479D-98C5-3A35FC3BC796}"/>
                      </a:ext>
                    </a:extLst>
                  </p:cNvPr>
                  <p:cNvSpPr>
                    <a:spLocks noChangeShapeType="1"/>
                  </p:cNvSpPr>
                  <p:nvPr/>
                </p:nvSpPr>
                <p:spPr bwMode="auto">
                  <a:xfrm flipH="1">
                    <a:off x="874" y="1434"/>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Line 183">
                    <a:extLst>
                      <a:ext uri="{FF2B5EF4-FFF2-40B4-BE49-F238E27FC236}">
                        <a16:creationId xmlns:a16="http://schemas.microsoft.com/office/drawing/2014/main" id="{FD537CED-5C31-4C2F-A443-423795D6C77D}"/>
                      </a:ext>
                    </a:extLst>
                  </p:cNvPr>
                  <p:cNvSpPr>
                    <a:spLocks noChangeShapeType="1"/>
                  </p:cNvSpPr>
                  <p:nvPr/>
                </p:nvSpPr>
                <p:spPr bwMode="auto">
                  <a:xfrm flipH="1">
                    <a:off x="1096" y="2025"/>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5" name="Line 184">
                    <a:extLst>
                      <a:ext uri="{FF2B5EF4-FFF2-40B4-BE49-F238E27FC236}">
                        <a16:creationId xmlns:a16="http://schemas.microsoft.com/office/drawing/2014/main" id="{42C10178-F0F3-4CF5-829F-02AE7FE0A3E4}"/>
                      </a:ext>
                    </a:extLst>
                  </p:cNvPr>
                  <p:cNvSpPr>
                    <a:spLocks noChangeShapeType="1"/>
                  </p:cNvSpPr>
                  <p:nvPr/>
                </p:nvSpPr>
                <p:spPr bwMode="auto">
                  <a:xfrm>
                    <a:off x="874" y="1434"/>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Rectangle 185">
                    <a:extLst>
                      <a:ext uri="{FF2B5EF4-FFF2-40B4-BE49-F238E27FC236}">
                        <a16:creationId xmlns:a16="http://schemas.microsoft.com/office/drawing/2014/main" id="{003A0343-D09B-42C0-A642-359234B5B98F}"/>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7" name="Oval 186">
                    <a:extLst>
                      <a:ext uri="{FF2B5EF4-FFF2-40B4-BE49-F238E27FC236}">
                        <a16:creationId xmlns:a16="http://schemas.microsoft.com/office/drawing/2014/main" id="{65DD08ED-B9F6-4E93-BF67-2FE282D13A2A}"/>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8" name="Rectangle 187">
                    <a:extLst>
                      <a:ext uri="{FF2B5EF4-FFF2-40B4-BE49-F238E27FC236}">
                        <a16:creationId xmlns:a16="http://schemas.microsoft.com/office/drawing/2014/main" id="{8CE2DB2D-1A71-4FC3-965F-74B76FCD9BD0}"/>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9" name="Oval 188">
                    <a:extLst>
                      <a:ext uri="{FF2B5EF4-FFF2-40B4-BE49-F238E27FC236}">
                        <a16:creationId xmlns:a16="http://schemas.microsoft.com/office/drawing/2014/main" id="{207BE006-B691-41AD-9994-05FDE66E1FB2}"/>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0" name="Rectangle 189">
                    <a:extLst>
                      <a:ext uri="{FF2B5EF4-FFF2-40B4-BE49-F238E27FC236}">
                        <a16:creationId xmlns:a16="http://schemas.microsoft.com/office/drawing/2014/main" id="{BEC553AF-97D3-474A-8607-730C2B5B01CB}"/>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1" name="Oval 190">
                    <a:extLst>
                      <a:ext uri="{FF2B5EF4-FFF2-40B4-BE49-F238E27FC236}">
                        <a16:creationId xmlns:a16="http://schemas.microsoft.com/office/drawing/2014/main" id="{404BD1C0-C2B9-477C-8CB7-0CEB3F1AB319}"/>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2" name="Rectangle 191">
                    <a:extLst>
                      <a:ext uri="{FF2B5EF4-FFF2-40B4-BE49-F238E27FC236}">
                        <a16:creationId xmlns:a16="http://schemas.microsoft.com/office/drawing/2014/main" id="{B773DA90-3770-406C-BFF7-905DECE5285E}"/>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3" name="Oval 192">
                    <a:extLst>
                      <a:ext uri="{FF2B5EF4-FFF2-40B4-BE49-F238E27FC236}">
                        <a16:creationId xmlns:a16="http://schemas.microsoft.com/office/drawing/2014/main" id="{AABFA6A5-4D71-424A-BB88-5A17F2FAEE1B}"/>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4" name="Rectangle 193">
                    <a:extLst>
                      <a:ext uri="{FF2B5EF4-FFF2-40B4-BE49-F238E27FC236}">
                        <a16:creationId xmlns:a16="http://schemas.microsoft.com/office/drawing/2014/main" id="{8B098306-FC54-4124-AF52-9BC3041AF159}"/>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Oval 194">
                    <a:extLst>
                      <a:ext uri="{FF2B5EF4-FFF2-40B4-BE49-F238E27FC236}">
                        <a16:creationId xmlns:a16="http://schemas.microsoft.com/office/drawing/2014/main" id="{8B15F1C3-03D2-4096-9349-3FC2CF8E7A64}"/>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6" name="Rectangle 195">
                    <a:extLst>
                      <a:ext uri="{FF2B5EF4-FFF2-40B4-BE49-F238E27FC236}">
                        <a16:creationId xmlns:a16="http://schemas.microsoft.com/office/drawing/2014/main" id="{78F89631-8BA2-4528-BB92-8276278E587C}"/>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7" name="Oval 196">
                    <a:extLst>
                      <a:ext uri="{FF2B5EF4-FFF2-40B4-BE49-F238E27FC236}">
                        <a16:creationId xmlns:a16="http://schemas.microsoft.com/office/drawing/2014/main" id="{ABAE7E6D-147F-4A92-AEA8-52E303EDE7A2}"/>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8" name="Rectangle 197">
                    <a:extLst>
                      <a:ext uri="{FF2B5EF4-FFF2-40B4-BE49-F238E27FC236}">
                        <a16:creationId xmlns:a16="http://schemas.microsoft.com/office/drawing/2014/main" id="{BFB2497B-FA35-4A75-949C-337792602B4A}"/>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9" name="Oval 198">
                    <a:extLst>
                      <a:ext uri="{FF2B5EF4-FFF2-40B4-BE49-F238E27FC236}">
                        <a16:creationId xmlns:a16="http://schemas.microsoft.com/office/drawing/2014/main" id="{7C7DAEEC-2937-4EE3-9B05-D8A799769977}"/>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0" name="Rectangle 199">
                    <a:extLst>
                      <a:ext uri="{FF2B5EF4-FFF2-40B4-BE49-F238E27FC236}">
                        <a16:creationId xmlns:a16="http://schemas.microsoft.com/office/drawing/2014/main" id="{99C71EA4-F01D-4B2C-9632-86C19C80F4FE}"/>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1" name="Oval 200">
                    <a:extLst>
                      <a:ext uri="{FF2B5EF4-FFF2-40B4-BE49-F238E27FC236}">
                        <a16:creationId xmlns:a16="http://schemas.microsoft.com/office/drawing/2014/main" id="{28B78F7E-E593-4FD5-98DB-AB1FD7A2B8A3}"/>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2" name="Rectangle 201">
                    <a:extLst>
                      <a:ext uri="{FF2B5EF4-FFF2-40B4-BE49-F238E27FC236}">
                        <a16:creationId xmlns:a16="http://schemas.microsoft.com/office/drawing/2014/main" id="{DCC81E23-A579-410F-9886-E96FDFF7EA0B}"/>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3" name="Oval 202">
                    <a:extLst>
                      <a:ext uri="{FF2B5EF4-FFF2-40B4-BE49-F238E27FC236}">
                        <a16:creationId xmlns:a16="http://schemas.microsoft.com/office/drawing/2014/main" id="{6BD45D17-FD7E-461A-B305-709BB13BBC8F}"/>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4" name="Rectangle 203">
                    <a:extLst>
                      <a:ext uri="{FF2B5EF4-FFF2-40B4-BE49-F238E27FC236}">
                        <a16:creationId xmlns:a16="http://schemas.microsoft.com/office/drawing/2014/main" id="{EFB9F24F-D6DB-4152-972F-1A6CC20C1B79}"/>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5" name="Oval 204">
                    <a:extLst>
                      <a:ext uri="{FF2B5EF4-FFF2-40B4-BE49-F238E27FC236}">
                        <a16:creationId xmlns:a16="http://schemas.microsoft.com/office/drawing/2014/main" id="{057B4EA4-71AE-4EB7-A16C-51E1C78F4023}"/>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6" name="Rectangle 205">
                    <a:extLst>
                      <a:ext uri="{FF2B5EF4-FFF2-40B4-BE49-F238E27FC236}">
                        <a16:creationId xmlns:a16="http://schemas.microsoft.com/office/drawing/2014/main" id="{9ED9C39F-54C0-407D-93AC-588B75CE4FAD}"/>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7" name="Oval 206">
                    <a:extLst>
                      <a:ext uri="{FF2B5EF4-FFF2-40B4-BE49-F238E27FC236}">
                        <a16:creationId xmlns:a16="http://schemas.microsoft.com/office/drawing/2014/main" id="{14298861-7A6D-47ED-B5F6-74E5ECF2896A}"/>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8" name="Rectangle 207">
                    <a:extLst>
                      <a:ext uri="{FF2B5EF4-FFF2-40B4-BE49-F238E27FC236}">
                        <a16:creationId xmlns:a16="http://schemas.microsoft.com/office/drawing/2014/main" id="{447EE1BB-094D-4743-BCE0-E92815FE8B51}"/>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9" name="Oval 208">
                    <a:extLst>
                      <a:ext uri="{FF2B5EF4-FFF2-40B4-BE49-F238E27FC236}">
                        <a16:creationId xmlns:a16="http://schemas.microsoft.com/office/drawing/2014/main" id="{182FDEA5-E656-403F-B460-403C931CE71B}"/>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0" name="Freeform 209">
                    <a:extLst>
                      <a:ext uri="{FF2B5EF4-FFF2-40B4-BE49-F238E27FC236}">
                        <a16:creationId xmlns:a16="http://schemas.microsoft.com/office/drawing/2014/main" id="{F96D2BE8-AC9F-48D6-93EA-49432B13313B}"/>
                      </a:ext>
                    </a:extLst>
                  </p:cNvPr>
                  <p:cNvSpPr>
                    <a:spLocks/>
                  </p:cNvSpPr>
                  <p:nvPr/>
                </p:nvSpPr>
                <p:spPr bwMode="auto">
                  <a:xfrm>
                    <a:off x="491" y="2887"/>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54" name="Text Box 210">
                  <a:extLst>
                    <a:ext uri="{FF2B5EF4-FFF2-40B4-BE49-F238E27FC236}">
                      <a16:creationId xmlns:a16="http://schemas.microsoft.com/office/drawing/2014/main" id="{AE91AC5A-A005-4B85-A98A-780277397373}"/>
                    </a:ext>
                  </a:extLst>
                </p:cNvPr>
                <p:cNvSpPr txBox="1">
                  <a:spLocks noChangeArrowheads="1"/>
                </p:cNvSpPr>
                <p:nvPr/>
              </p:nvSpPr>
              <p:spPr bwMode="auto">
                <a:xfrm>
                  <a:off x="524" y="162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55" name="Text Box 211">
                  <a:extLst>
                    <a:ext uri="{FF2B5EF4-FFF2-40B4-BE49-F238E27FC236}">
                      <a16:creationId xmlns:a16="http://schemas.microsoft.com/office/drawing/2014/main" id="{76CE48D9-044F-4114-987C-39F9EE5044CB}"/>
                    </a:ext>
                  </a:extLst>
                </p:cNvPr>
                <p:cNvSpPr txBox="1">
                  <a:spLocks noChangeArrowheads="1"/>
                </p:cNvSpPr>
                <p:nvPr/>
              </p:nvSpPr>
              <p:spPr bwMode="auto">
                <a:xfrm>
                  <a:off x="1296" y="162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56" name="Text Box 212">
                  <a:extLst>
                    <a:ext uri="{FF2B5EF4-FFF2-40B4-BE49-F238E27FC236}">
                      <a16:creationId xmlns:a16="http://schemas.microsoft.com/office/drawing/2014/main" id="{2DD7735C-103B-4888-A06F-A674D24A8BAB}"/>
                    </a:ext>
                  </a:extLst>
                </p:cNvPr>
                <p:cNvSpPr txBox="1">
                  <a:spLocks noChangeArrowheads="1"/>
                </p:cNvSpPr>
                <p:nvPr/>
              </p:nvSpPr>
              <p:spPr bwMode="auto">
                <a:xfrm>
                  <a:off x="427" y="2345"/>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3</a:t>
                  </a:r>
                </a:p>
              </p:txBody>
            </p:sp>
            <p:sp>
              <p:nvSpPr>
                <p:cNvPr id="57" name="Text Box 213">
                  <a:extLst>
                    <a:ext uri="{FF2B5EF4-FFF2-40B4-BE49-F238E27FC236}">
                      <a16:creationId xmlns:a16="http://schemas.microsoft.com/office/drawing/2014/main" id="{C4B67F7C-A02F-46CB-89F3-DD901AB86E8A}"/>
                    </a:ext>
                  </a:extLst>
                </p:cNvPr>
                <p:cNvSpPr txBox="1">
                  <a:spLocks noChangeArrowheads="1"/>
                </p:cNvSpPr>
                <p:nvPr/>
              </p:nvSpPr>
              <p:spPr bwMode="auto">
                <a:xfrm>
                  <a:off x="1394" y="2334"/>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4</a:t>
                  </a:r>
                </a:p>
              </p:txBody>
            </p:sp>
            <p:sp>
              <p:nvSpPr>
                <p:cNvPr id="58" name="Text Box 214">
                  <a:extLst>
                    <a:ext uri="{FF2B5EF4-FFF2-40B4-BE49-F238E27FC236}">
                      <a16:creationId xmlns:a16="http://schemas.microsoft.com/office/drawing/2014/main" id="{C9214171-F1EB-4EB0-BF92-31D99155CDE2}"/>
                    </a:ext>
                  </a:extLst>
                </p:cNvPr>
                <p:cNvSpPr txBox="1">
                  <a:spLocks noChangeArrowheads="1"/>
                </p:cNvSpPr>
                <p:nvPr/>
              </p:nvSpPr>
              <p:spPr bwMode="auto">
                <a:xfrm>
                  <a:off x="308" y="3008"/>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5</a:t>
                  </a:r>
                </a:p>
              </p:txBody>
            </p:sp>
            <p:sp>
              <p:nvSpPr>
                <p:cNvPr id="59" name="Text Box 215">
                  <a:extLst>
                    <a:ext uri="{FF2B5EF4-FFF2-40B4-BE49-F238E27FC236}">
                      <a16:creationId xmlns:a16="http://schemas.microsoft.com/office/drawing/2014/main" id="{46636AB3-BF45-40C6-AF18-F2584E5E12B6}"/>
                    </a:ext>
                  </a:extLst>
                </p:cNvPr>
                <p:cNvSpPr txBox="1">
                  <a:spLocks noChangeArrowheads="1"/>
                </p:cNvSpPr>
                <p:nvPr/>
              </p:nvSpPr>
              <p:spPr bwMode="auto">
                <a:xfrm>
                  <a:off x="1308" y="2997"/>
                  <a:ext cx="2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6</a:t>
                  </a:r>
                </a:p>
              </p:txBody>
            </p:sp>
          </p:grpSp>
          <p:sp>
            <p:nvSpPr>
              <p:cNvPr id="50" name="Freeform 216">
                <a:extLst>
                  <a:ext uri="{FF2B5EF4-FFF2-40B4-BE49-F238E27FC236}">
                    <a16:creationId xmlns:a16="http://schemas.microsoft.com/office/drawing/2014/main" id="{E8914E46-E568-4E66-8699-6A5025BBD6B1}"/>
                  </a:ext>
                </a:extLst>
              </p:cNvPr>
              <p:cNvSpPr>
                <a:spLocks/>
              </p:cNvSpPr>
              <p:nvPr/>
            </p:nvSpPr>
            <p:spPr bwMode="auto">
              <a:xfrm>
                <a:off x="132" y="2126"/>
                <a:ext cx="413" cy="1391"/>
              </a:xfrm>
              <a:custGeom>
                <a:avLst/>
                <a:gdLst>
                  <a:gd name="T0" fmla="*/ 413 w 413"/>
                  <a:gd name="T1" fmla="*/ 0 h 1391"/>
                  <a:gd name="T2" fmla="*/ 0 w 413"/>
                  <a:gd name="T3" fmla="*/ 0 h 1391"/>
                  <a:gd name="T4" fmla="*/ 0 w 413"/>
                  <a:gd name="T5" fmla="*/ 1391 h 1391"/>
                  <a:gd name="T6" fmla="*/ 207 w 413"/>
                  <a:gd name="T7" fmla="*/ 1391 h 1391"/>
                  <a:gd name="T8" fmla="*/ 207 w 413"/>
                  <a:gd name="T9" fmla="*/ 1141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Freeform 217">
                <a:extLst>
                  <a:ext uri="{FF2B5EF4-FFF2-40B4-BE49-F238E27FC236}">
                    <a16:creationId xmlns:a16="http://schemas.microsoft.com/office/drawing/2014/main" id="{D7C6FB90-05D0-488B-A861-5A89F45DA225}"/>
                  </a:ext>
                </a:extLst>
              </p:cNvPr>
              <p:cNvSpPr>
                <a:spLocks/>
              </p:cNvSpPr>
              <p:nvPr/>
            </p:nvSpPr>
            <p:spPr bwMode="auto">
              <a:xfrm>
                <a:off x="534" y="2126"/>
                <a:ext cx="815" cy="576"/>
              </a:xfrm>
              <a:custGeom>
                <a:avLst/>
                <a:gdLst>
                  <a:gd name="T0" fmla="*/ 0 w 815"/>
                  <a:gd name="T1" fmla="*/ 0 h 576"/>
                  <a:gd name="T2" fmla="*/ 294 w 815"/>
                  <a:gd name="T3" fmla="*/ 0 h 576"/>
                  <a:gd name="T4" fmla="*/ 609 w 815"/>
                  <a:gd name="T5" fmla="*/ 576 h 576"/>
                  <a:gd name="T6" fmla="*/ 815 w 815"/>
                  <a:gd name="T7" fmla="*/ 576 h 576"/>
                  <a:gd name="T8" fmla="*/ 815 w 815"/>
                  <a:gd name="T9" fmla="*/ 478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Oval 218">
                <a:extLst>
                  <a:ext uri="{FF2B5EF4-FFF2-40B4-BE49-F238E27FC236}">
                    <a16:creationId xmlns:a16="http://schemas.microsoft.com/office/drawing/2014/main" id="{9F390630-803B-4A99-89D9-19ECF9EC64EB}"/>
                  </a:ext>
                </a:extLst>
              </p:cNvPr>
              <p:cNvSpPr>
                <a:spLocks noChangeArrowheads="1"/>
              </p:cNvSpPr>
              <p:nvPr/>
            </p:nvSpPr>
            <p:spPr bwMode="auto">
              <a:xfrm>
                <a:off x="502" y="2104"/>
                <a:ext cx="56" cy="5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48" name="Freeform 219">
              <a:extLst>
                <a:ext uri="{FF2B5EF4-FFF2-40B4-BE49-F238E27FC236}">
                  <a16:creationId xmlns:a16="http://schemas.microsoft.com/office/drawing/2014/main" id="{65EBBED7-9607-4B82-8B2F-563A34391006}"/>
                </a:ext>
              </a:extLst>
            </p:cNvPr>
            <p:cNvSpPr>
              <a:spLocks/>
            </p:cNvSpPr>
            <p:nvPr/>
          </p:nvSpPr>
          <p:spPr bwMode="auto">
            <a:xfrm>
              <a:off x="1491" y="2115"/>
              <a:ext cx="260" cy="1261"/>
            </a:xfrm>
            <a:custGeom>
              <a:avLst/>
              <a:gdLst>
                <a:gd name="T0" fmla="*/ 0 w 869"/>
                <a:gd name="T1" fmla="*/ 0 h 1261"/>
                <a:gd name="T2" fmla="*/ 2 w 869"/>
                <a:gd name="T3" fmla="*/ 0 h 1261"/>
                <a:gd name="T4" fmla="*/ 2 w 869"/>
                <a:gd name="T5" fmla="*/ 1261 h 1261"/>
                <a:gd name="T6" fmla="*/ 0 w 869"/>
                <a:gd name="T7" fmla="*/ 1261 h 1261"/>
                <a:gd name="T8" fmla="*/ 0 w 869"/>
                <a:gd name="T9" fmla="*/ 1141 h 12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9" h="1261">
                  <a:moveTo>
                    <a:pt x="0" y="0"/>
                  </a:moveTo>
                  <a:lnTo>
                    <a:pt x="869" y="0"/>
                  </a:lnTo>
                  <a:lnTo>
                    <a:pt x="869" y="1261"/>
                  </a:lnTo>
                  <a:lnTo>
                    <a:pt x="54" y="1261"/>
                  </a:lnTo>
                  <a:lnTo>
                    <a:pt x="54"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1000"/>
                                  </p:stCondLst>
                                  <p:childTnLst>
                                    <p:set>
                                      <p:cBhvr>
                                        <p:cTn id="10" dur="1" fill="hold">
                                          <p:stCondLst>
                                            <p:cond delay="0"/>
                                          </p:stCondLst>
                                        </p:cTn>
                                        <p:tgtEl>
                                          <p:spTgt spid="46"/>
                                        </p:tgtEl>
                                        <p:attrNameLst>
                                          <p:attrName>style.visibility</p:attrName>
                                        </p:attrNameLst>
                                      </p:cBhvr>
                                      <p:to>
                                        <p:strVal val="visible"/>
                                      </p:to>
                                    </p:set>
                                    <p:animEffect transition="in" filter="wipe(up)">
                                      <p:cBhvr>
                                        <p:cTn id="11" dur="500"/>
                                        <p:tgtEl>
                                          <p:spTgt spid="4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left)">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34</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TextBox 2"/>
          <p:cNvSpPr txBox="1"/>
          <p:nvPr/>
        </p:nvSpPr>
        <p:spPr bwMode="auto">
          <a:xfrm>
            <a:off x="594360" y="304800"/>
            <a:ext cx="52730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黑体" pitchFamily="49" charset="-122"/>
                <a:ea typeface="黑体" pitchFamily="49" charset="-122"/>
              </a:rPr>
              <a:t>3</a:t>
            </a:r>
            <a:r>
              <a:rPr lang="zh-CN" altLang="en-US" sz="2800" dirty="0">
                <a:solidFill>
                  <a:schemeClr val="tx1"/>
                </a:solidFill>
                <a:latin typeface="黑体" pitchFamily="49" charset="-122"/>
                <a:ea typeface="黑体" pitchFamily="49" charset="-122"/>
              </a:rPr>
              <a:t>、描述</a:t>
            </a:r>
            <a:r>
              <a:rPr lang="en-US" altLang="zh-CN" sz="2800" dirty="0">
                <a:solidFill>
                  <a:schemeClr val="tx1"/>
                </a:solidFill>
                <a:latin typeface="Times New Roman" pitchFamily="18" charset="0"/>
                <a:ea typeface="黑体" pitchFamily="49" charset="-122"/>
                <a:cs typeface="Times New Roman" pitchFamily="18" charset="0"/>
              </a:rPr>
              <a:t>CP</a:t>
            </a:r>
            <a:r>
              <a:rPr lang="zh-CN" altLang="en-US" sz="2800" dirty="0">
                <a:solidFill>
                  <a:schemeClr val="tx1"/>
                </a:solidFill>
                <a:latin typeface="黑体" pitchFamily="49" charset="-122"/>
                <a:ea typeface="黑体" pitchFamily="49" charset="-122"/>
              </a:rPr>
              <a:t>脉冲宽度的参数</a:t>
            </a:r>
          </a:p>
        </p:txBody>
      </p:sp>
      <p:sp>
        <p:nvSpPr>
          <p:cNvPr id="4" name="Text Box 4">
            <a:extLst>
              <a:ext uri="{FF2B5EF4-FFF2-40B4-BE49-F238E27FC236}">
                <a16:creationId xmlns:a16="http://schemas.microsoft.com/office/drawing/2014/main" id="{8E4924B6-DBCA-4B13-8A4D-109DD227A7BB}"/>
              </a:ext>
            </a:extLst>
          </p:cNvPr>
          <p:cNvSpPr txBox="1">
            <a:spLocks noChangeArrowheads="1"/>
          </p:cNvSpPr>
          <p:nvPr/>
        </p:nvSpPr>
        <p:spPr bwMode="auto">
          <a:xfrm>
            <a:off x="645616" y="4196080"/>
            <a:ext cx="8239304" cy="58477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32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wCP</a:t>
            </a:r>
            <a:r>
              <a:rPr kumimoji="0" lang="en-US" altLang="zh-CN" sz="3200" b="1" i="0" u="none" strike="noStrike" kern="1200" cap="none" spc="0" normalizeH="0" baseline="-25000" noProof="0" dirty="0">
                <a:effectLst/>
                <a:uLnTx/>
                <a:uFillTx/>
                <a:latin typeface="Arial" panose="020B0604020202020204" pitchFamily="34" charset="0"/>
                <a:ea typeface="宋体" panose="02010600030101010101" pitchFamily="2" charset="-122"/>
                <a:cs typeface="Times New Roman" panose="02020603050405020304" pitchFamily="18" charset="0"/>
              </a:rPr>
              <a:t>–</a:t>
            </a:r>
            <a:r>
              <a:rPr kumimoji="0" lang="en-US" altLang="zh-CN" sz="32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3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a:t>
            </a:r>
            <a:r>
              <a:rPr kumimoji="0" lang="en-US" altLang="zh-CN" sz="32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en-US" altLang="zh-CN" sz="32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32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su</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 </a:t>
            </a:r>
            <a:r>
              <a:rPr kumimoji="0" lang="zh-CN" altLang="en-US"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CP=0</a:t>
            </a:r>
            <a:r>
              <a:rPr kumimoji="0" lang="zh-CN" altLang="en-US"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，门</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4</a:t>
            </a:r>
            <a:r>
              <a:rPr kumimoji="0" lang="zh-CN" altLang="en-US"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延时）</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dirty="0">
                <a:effectLst/>
                <a:uLnTx/>
                <a:uFillTx/>
                <a:latin typeface="黑体" pitchFamily="49" charset="-122"/>
                <a:ea typeface="黑体" pitchFamily="49" charset="-122"/>
              </a:rPr>
              <a:t>负脉冲准备数据</a:t>
            </a:r>
          </a:p>
        </p:txBody>
      </p:sp>
      <p:grpSp>
        <p:nvGrpSpPr>
          <p:cNvPr id="5" name="Group 16">
            <a:extLst>
              <a:ext uri="{FF2B5EF4-FFF2-40B4-BE49-F238E27FC236}">
                <a16:creationId xmlns:a16="http://schemas.microsoft.com/office/drawing/2014/main" id="{BC55807C-D4AB-47AE-8690-E0AC678B0DBD}"/>
              </a:ext>
            </a:extLst>
          </p:cNvPr>
          <p:cNvGrpSpPr>
            <a:grpSpLocks/>
          </p:cNvGrpSpPr>
          <p:nvPr/>
        </p:nvGrpSpPr>
        <p:grpSpPr bwMode="auto">
          <a:xfrm>
            <a:off x="1038075" y="1487488"/>
            <a:ext cx="4735512" cy="1695450"/>
            <a:chOff x="1151" y="937"/>
            <a:chExt cx="2983" cy="1068"/>
          </a:xfrm>
        </p:grpSpPr>
        <p:sp>
          <p:nvSpPr>
            <p:cNvPr id="6" name="Freeform 10">
              <a:extLst>
                <a:ext uri="{FF2B5EF4-FFF2-40B4-BE49-F238E27FC236}">
                  <a16:creationId xmlns:a16="http://schemas.microsoft.com/office/drawing/2014/main" id="{E69D783E-F28B-4644-8F1E-36045F1F166C}"/>
                </a:ext>
              </a:extLst>
            </p:cNvPr>
            <p:cNvSpPr>
              <a:spLocks/>
            </p:cNvSpPr>
            <p:nvPr/>
          </p:nvSpPr>
          <p:spPr bwMode="auto">
            <a:xfrm>
              <a:off x="1514" y="937"/>
              <a:ext cx="2586" cy="282"/>
            </a:xfrm>
            <a:custGeom>
              <a:avLst/>
              <a:gdLst>
                <a:gd name="T0" fmla="*/ 0 w 2586"/>
                <a:gd name="T1" fmla="*/ 282 h 282"/>
                <a:gd name="T2" fmla="*/ 429 w 2586"/>
                <a:gd name="T3" fmla="*/ 282 h 282"/>
                <a:gd name="T4" fmla="*/ 429 w 2586"/>
                <a:gd name="T5" fmla="*/ 0 h 282"/>
                <a:gd name="T6" fmla="*/ 971 w 2586"/>
                <a:gd name="T7" fmla="*/ 0 h 282"/>
                <a:gd name="T8" fmla="*/ 971 w 2586"/>
                <a:gd name="T9" fmla="*/ 282 h 282"/>
                <a:gd name="T10" fmla="*/ 1502 w 2586"/>
                <a:gd name="T11" fmla="*/ 282 h 282"/>
                <a:gd name="T12" fmla="*/ 1502 w 2586"/>
                <a:gd name="T13" fmla="*/ 0 h 282"/>
                <a:gd name="T14" fmla="*/ 1999 w 2586"/>
                <a:gd name="T15" fmla="*/ 0 h 282"/>
                <a:gd name="T16" fmla="*/ 2100 w 2586"/>
                <a:gd name="T17" fmla="*/ 0 h 282"/>
                <a:gd name="T18" fmla="*/ 2100 w 2586"/>
                <a:gd name="T19" fmla="*/ 282 h 282"/>
                <a:gd name="T20" fmla="*/ 2586 w 2586"/>
                <a:gd name="T21" fmla="*/ 282 h 2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86" h="282">
                  <a:moveTo>
                    <a:pt x="0" y="282"/>
                  </a:moveTo>
                  <a:lnTo>
                    <a:pt x="429" y="282"/>
                  </a:lnTo>
                  <a:lnTo>
                    <a:pt x="429" y="0"/>
                  </a:lnTo>
                  <a:lnTo>
                    <a:pt x="971" y="0"/>
                  </a:lnTo>
                  <a:lnTo>
                    <a:pt x="971" y="282"/>
                  </a:lnTo>
                  <a:lnTo>
                    <a:pt x="1502" y="282"/>
                  </a:lnTo>
                  <a:lnTo>
                    <a:pt x="1502" y="0"/>
                  </a:lnTo>
                  <a:lnTo>
                    <a:pt x="1999" y="0"/>
                  </a:lnTo>
                  <a:lnTo>
                    <a:pt x="2100" y="0"/>
                  </a:lnTo>
                  <a:lnTo>
                    <a:pt x="2100" y="282"/>
                  </a:lnTo>
                  <a:lnTo>
                    <a:pt x="2586" y="28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 name="Freeform 11">
              <a:extLst>
                <a:ext uri="{FF2B5EF4-FFF2-40B4-BE49-F238E27FC236}">
                  <a16:creationId xmlns:a16="http://schemas.microsoft.com/office/drawing/2014/main" id="{6078B0D0-D785-43B9-A3E0-9760B56A182C}"/>
                </a:ext>
              </a:extLst>
            </p:cNvPr>
            <p:cNvSpPr>
              <a:spLocks/>
            </p:cNvSpPr>
            <p:nvPr/>
          </p:nvSpPr>
          <p:spPr bwMode="auto">
            <a:xfrm>
              <a:off x="1514" y="1543"/>
              <a:ext cx="2620" cy="282"/>
            </a:xfrm>
            <a:custGeom>
              <a:avLst/>
              <a:gdLst>
                <a:gd name="T0" fmla="*/ 0 w 2620"/>
                <a:gd name="T1" fmla="*/ 282 h 282"/>
                <a:gd name="T2" fmla="*/ 203 w 2620"/>
                <a:gd name="T3" fmla="*/ 282 h 282"/>
                <a:gd name="T4" fmla="*/ 203 w 2620"/>
                <a:gd name="T5" fmla="*/ 0 h 282"/>
                <a:gd name="T6" fmla="*/ 643 w 2620"/>
                <a:gd name="T7" fmla="*/ 0 h 282"/>
                <a:gd name="T8" fmla="*/ 643 w 2620"/>
                <a:gd name="T9" fmla="*/ 282 h 282"/>
                <a:gd name="T10" fmla="*/ 1231 w 2620"/>
                <a:gd name="T11" fmla="*/ 282 h 282"/>
                <a:gd name="T12" fmla="*/ 1231 w 2620"/>
                <a:gd name="T13" fmla="*/ 0 h 282"/>
                <a:gd name="T14" fmla="*/ 1761 w 2620"/>
                <a:gd name="T15" fmla="*/ 0 h 282"/>
                <a:gd name="T16" fmla="*/ 1761 w 2620"/>
                <a:gd name="T17" fmla="*/ 282 h 282"/>
                <a:gd name="T18" fmla="*/ 2620 w 2620"/>
                <a:gd name="T19" fmla="*/ 282 h 2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20" h="282">
                  <a:moveTo>
                    <a:pt x="0" y="282"/>
                  </a:moveTo>
                  <a:lnTo>
                    <a:pt x="203" y="282"/>
                  </a:lnTo>
                  <a:lnTo>
                    <a:pt x="203" y="0"/>
                  </a:lnTo>
                  <a:lnTo>
                    <a:pt x="643" y="0"/>
                  </a:lnTo>
                  <a:lnTo>
                    <a:pt x="643" y="282"/>
                  </a:lnTo>
                  <a:lnTo>
                    <a:pt x="1231" y="282"/>
                  </a:lnTo>
                  <a:lnTo>
                    <a:pt x="1231" y="0"/>
                  </a:lnTo>
                  <a:lnTo>
                    <a:pt x="1761" y="0"/>
                  </a:lnTo>
                  <a:lnTo>
                    <a:pt x="1761" y="282"/>
                  </a:lnTo>
                  <a:lnTo>
                    <a:pt x="2620" y="28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Text Box 12">
              <a:extLst>
                <a:ext uri="{FF2B5EF4-FFF2-40B4-BE49-F238E27FC236}">
                  <a16:creationId xmlns:a16="http://schemas.microsoft.com/office/drawing/2014/main" id="{A33F39BD-4ACD-4FF8-9480-71A296C81378}"/>
                </a:ext>
              </a:extLst>
            </p:cNvPr>
            <p:cNvSpPr txBox="1">
              <a:spLocks noChangeArrowheads="1"/>
            </p:cNvSpPr>
            <p:nvPr/>
          </p:nvSpPr>
          <p:spPr bwMode="auto">
            <a:xfrm>
              <a:off x="1151" y="1038"/>
              <a:ext cx="47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a:t>
              </a:r>
            </a:p>
          </p:txBody>
        </p:sp>
        <p:sp>
          <p:nvSpPr>
            <p:cNvPr id="9" name="Text Box 13">
              <a:extLst>
                <a:ext uri="{FF2B5EF4-FFF2-40B4-BE49-F238E27FC236}">
                  <a16:creationId xmlns:a16="http://schemas.microsoft.com/office/drawing/2014/main" id="{4DBF0C61-10B9-4F17-90D0-D08D212014B5}"/>
                </a:ext>
              </a:extLst>
            </p:cNvPr>
            <p:cNvSpPr txBox="1">
              <a:spLocks noChangeArrowheads="1"/>
            </p:cNvSpPr>
            <p:nvPr/>
          </p:nvSpPr>
          <p:spPr bwMode="auto">
            <a:xfrm>
              <a:off x="1230" y="1678"/>
              <a:ext cx="47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D</a:t>
              </a:r>
            </a:p>
          </p:txBody>
        </p:sp>
      </p:grpSp>
      <p:grpSp>
        <p:nvGrpSpPr>
          <p:cNvPr id="10" name="Group 20">
            <a:extLst>
              <a:ext uri="{FF2B5EF4-FFF2-40B4-BE49-F238E27FC236}">
                <a16:creationId xmlns:a16="http://schemas.microsoft.com/office/drawing/2014/main" id="{9931570A-E111-441F-BC79-9EE116109ACB}"/>
              </a:ext>
            </a:extLst>
          </p:cNvPr>
          <p:cNvGrpSpPr>
            <a:grpSpLocks/>
          </p:cNvGrpSpPr>
          <p:nvPr/>
        </p:nvGrpSpPr>
        <p:grpSpPr bwMode="auto">
          <a:xfrm>
            <a:off x="2912914" y="777876"/>
            <a:ext cx="2219325" cy="965200"/>
            <a:chOff x="2332" y="490"/>
            <a:chExt cx="1398" cy="608"/>
          </a:xfrm>
        </p:grpSpPr>
        <p:sp>
          <p:nvSpPr>
            <p:cNvPr id="11" name="Line 15">
              <a:extLst>
                <a:ext uri="{FF2B5EF4-FFF2-40B4-BE49-F238E27FC236}">
                  <a16:creationId xmlns:a16="http://schemas.microsoft.com/office/drawing/2014/main" id="{842080EE-D6CE-446D-B6BB-A4CE6BFE87D8}"/>
                </a:ext>
              </a:extLst>
            </p:cNvPr>
            <p:cNvSpPr>
              <a:spLocks noChangeShapeType="1"/>
            </p:cNvSpPr>
            <p:nvPr/>
          </p:nvSpPr>
          <p:spPr bwMode="auto">
            <a:xfrm>
              <a:off x="3027" y="1098"/>
              <a:ext cx="542" cy="0"/>
            </a:xfrm>
            <a:prstGeom prst="line">
              <a:avLst/>
            </a:prstGeom>
            <a:noFill/>
            <a:ln w="38100">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Line 17">
              <a:extLst>
                <a:ext uri="{FF2B5EF4-FFF2-40B4-BE49-F238E27FC236}">
                  <a16:creationId xmlns:a16="http://schemas.microsoft.com/office/drawing/2014/main" id="{DBCC4DB6-0600-4363-AB6C-CA19048F6385}"/>
                </a:ext>
              </a:extLst>
            </p:cNvPr>
            <p:cNvSpPr>
              <a:spLocks noChangeShapeType="1"/>
            </p:cNvSpPr>
            <p:nvPr/>
          </p:nvSpPr>
          <p:spPr bwMode="auto">
            <a:xfrm>
              <a:off x="2485" y="1096"/>
              <a:ext cx="542" cy="0"/>
            </a:xfrm>
            <a:prstGeom prst="line">
              <a:avLst/>
            </a:prstGeom>
            <a:noFill/>
            <a:ln w="38100">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Text Box 18">
              <a:extLst>
                <a:ext uri="{FF2B5EF4-FFF2-40B4-BE49-F238E27FC236}">
                  <a16:creationId xmlns:a16="http://schemas.microsoft.com/office/drawing/2014/main" id="{226518C3-FEF3-49C8-95D7-5013DA121DF3}"/>
                </a:ext>
              </a:extLst>
            </p:cNvPr>
            <p:cNvSpPr txBox="1">
              <a:spLocks noChangeArrowheads="1"/>
            </p:cNvSpPr>
            <p:nvPr/>
          </p:nvSpPr>
          <p:spPr bwMode="auto">
            <a:xfrm>
              <a:off x="2984" y="518"/>
              <a:ext cx="746" cy="36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err="1">
                  <a:solidFill>
                    <a:srgbClr val="FF0000"/>
                  </a:solidFill>
                  <a:effectLst/>
                  <a:uLnTx/>
                  <a:uFillTx/>
                  <a:latin typeface="Times New Roman" panose="02020603050405020304" pitchFamily="18" charset="0"/>
                  <a:ea typeface="宋体" panose="02010600030101010101" pitchFamily="2" charset="-122"/>
                  <a:cs typeface="+mn-cs"/>
                </a:rPr>
                <a:t>t</a:t>
              </a:r>
              <a:r>
                <a:rPr kumimoji="0" lang="en-US" altLang="zh-CN" sz="3200" b="1" i="0" u="none" strike="noStrike" kern="1200" cap="none" spc="0" normalizeH="0" baseline="-25000" noProof="0" dirty="0" err="1">
                  <a:solidFill>
                    <a:srgbClr val="FF0000"/>
                  </a:solidFill>
                  <a:effectLst/>
                  <a:uLnTx/>
                  <a:uFillTx/>
                  <a:latin typeface="Times New Roman" panose="02020603050405020304" pitchFamily="18" charset="0"/>
                  <a:ea typeface="宋体" panose="02010600030101010101" pitchFamily="2" charset="-122"/>
                  <a:cs typeface="+mn-cs"/>
                </a:rPr>
                <a:t>wCP</a:t>
              </a:r>
              <a:r>
                <a:rPr kumimoji="0" lang="en-US" altLang="zh-CN" sz="3200" b="1" i="0" u="none" strike="noStrike" kern="1200" cap="none" spc="0" normalizeH="0" baseline="-25000" noProof="0" dirty="0">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4" name="Text Box 19">
              <a:extLst>
                <a:ext uri="{FF2B5EF4-FFF2-40B4-BE49-F238E27FC236}">
                  <a16:creationId xmlns:a16="http://schemas.microsoft.com/office/drawing/2014/main" id="{654821CA-45CA-4260-86F4-1B8DD3FF40C9}"/>
                </a:ext>
              </a:extLst>
            </p:cNvPr>
            <p:cNvSpPr txBox="1">
              <a:spLocks noChangeArrowheads="1"/>
            </p:cNvSpPr>
            <p:nvPr/>
          </p:nvSpPr>
          <p:spPr bwMode="auto">
            <a:xfrm>
              <a:off x="2332" y="490"/>
              <a:ext cx="746" cy="36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3200" b="1" i="0" u="none" strike="noStrike" kern="1200" cap="none" spc="0" normalizeH="0" baseline="0" noProof="0" dirty="0" err="1">
                  <a:solidFill>
                    <a:srgbClr val="FF0000"/>
                  </a:solidFill>
                  <a:effectLst/>
                  <a:uLnTx/>
                  <a:uFillTx/>
                  <a:latin typeface="Times New Roman" panose="02020603050405020304" pitchFamily="18" charset="0"/>
                  <a:ea typeface="宋体" panose="02010600030101010101" pitchFamily="2" charset="-122"/>
                  <a:cs typeface="+mn-cs"/>
                </a:rPr>
                <a:t>t</a:t>
              </a:r>
              <a:r>
                <a:rPr kumimoji="0" lang="en-US" altLang="zh-CN" sz="3200" b="1" i="0" u="none" strike="noStrike" kern="1200" cap="none" spc="0" normalizeH="0" baseline="-25000" noProof="0" dirty="0" err="1">
                  <a:solidFill>
                    <a:srgbClr val="FF0000"/>
                  </a:solidFill>
                  <a:effectLst/>
                  <a:uLnTx/>
                  <a:uFillTx/>
                  <a:latin typeface="Times New Roman" panose="02020603050405020304" pitchFamily="18" charset="0"/>
                  <a:ea typeface="宋体" panose="02010600030101010101" pitchFamily="2" charset="-122"/>
                  <a:cs typeface="+mn-cs"/>
                </a:rPr>
                <a:t>wCP</a:t>
              </a:r>
              <a:r>
                <a:rPr kumimoji="0" lang="en-US" altLang="zh-CN" sz="3200" b="1" i="0" u="none" strike="noStrike" kern="1200" cap="none" spc="0" normalizeH="0" baseline="-25000" noProof="0" dirty="0">
                  <a:solidFill>
                    <a:srgbClr val="FF0000"/>
                  </a:solidFill>
                  <a:effectLst/>
                  <a:uLnTx/>
                  <a:uFillTx/>
                  <a:latin typeface="Arial" panose="020B0604020202020204" pitchFamily="34" charset="0"/>
                  <a:ea typeface="宋体" panose="02010600030101010101" pitchFamily="2" charset="-122"/>
                  <a:cs typeface="Times New Roman" panose="02020603050405020304" pitchFamily="18" charset="0"/>
                </a:rPr>
                <a:t>–</a:t>
              </a:r>
              <a:endParaRPr kumimoji="0" lang="en-US" altLang="zh-CN" sz="3200" b="1" i="0" u="none" strike="noStrike" kern="1200" cap="none" spc="0" normalizeH="0" baseline="-25000" noProof="0" dirty="0">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5" name="Group 26">
            <a:extLst>
              <a:ext uri="{FF2B5EF4-FFF2-40B4-BE49-F238E27FC236}">
                <a16:creationId xmlns:a16="http://schemas.microsoft.com/office/drawing/2014/main" id="{870FF863-ECA6-443D-97C7-6A063A339D08}"/>
              </a:ext>
            </a:extLst>
          </p:cNvPr>
          <p:cNvGrpSpPr>
            <a:grpSpLocks/>
          </p:cNvGrpSpPr>
          <p:nvPr/>
        </p:nvGrpSpPr>
        <p:grpSpPr bwMode="auto">
          <a:xfrm>
            <a:off x="3536308" y="1836381"/>
            <a:ext cx="1079501" cy="1933577"/>
            <a:chOff x="2721" y="1151"/>
            <a:chExt cx="680" cy="1218"/>
          </a:xfrm>
        </p:grpSpPr>
        <p:sp>
          <p:nvSpPr>
            <p:cNvPr id="16" name="Line 21">
              <a:extLst>
                <a:ext uri="{FF2B5EF4-FFF2-40B4-BE49-F238E27FC236}">
                  <a16:creationId xmlns:a16="http://schemas.microsoft.com/office/drawing/2014/main" id="{A7D6C46A-C324-4B12-B254-AFD3DB139908}"/>
                </a:ext>
              </a:extLst>
            </p:cNvPr>
            <p:cNvSpPr>
              <a:spLocks noChangeShapeType="1"/>
            </p:cNvSpPr>
            <p:nvPr/>
          </p:nvSpPr>
          <p:spPr bwMode="auto">
            <a:xfrm>
              <a:off x="2747" y="1220"/>
              <a:ext cx="0" cy="1061"/>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Line 22">
              <a:extLst>
                <a:ext uri="{FF2B5EF4-FFF2-40B4-BE49-F238E27FC236}">
                  <a16:creationId xmlns:a16="http://schemas.microsoft.com/office/drawing/2014/main" id="{237C00A5-442E-4213-A534-FB2688E8FCE1}"/>
                </a:ext>
              </a:extLst>
            </p:cNvPr>
            <p:cNvSpPr>
              <a:spLocks noChangeShapeType="1"/>
            </p:cNvSpPr>
            <p:nvPr/>
          </p:nvSpPr>
          <p:spPr bwMode="auto">
            <a:xfrm>
              <a:off x="3016" y="1220"/>
              <a:ext cx="0" cy="1061"/>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8" name="Line 23">
              <a:extLst>
                <a:ext uri="{FF2B5EF4-FFF2-40B4-BE49-F238E27FC236}">
                  <a16:creationId xmlns:a16="http://schemas.microsoft.com/office/drawing/2014/main" id="{F361F6D8-1194-4EB8-B685-159F3BAC9ABD}"/>
                </a:ext>
              </a:extLst>
            </p:cNvPr>
            <p:cNvSpPr>
              <a:spLocks noChangeShapeType="1"/>
            </p:cNvSpPr>
            <p:nvPr/>
          </p:nvSpPr>
          <p:spPr bwMode="auto">
            <a:xfrm>
              <a:off x="3268" y="1151"/>
              <a:ext cx="0" cy="1061"/>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Text Box 24">
              <a:extLst>
                <a:ext uri="{FF2B5EF4-FFF2-40B4-BE49-F238E27FC236}">
                  <a16:creationId xmlns:a16="http://schemas.microsoft.com/office/drawing/2014/main" id="{D47647B2-D548-4BE6-A9A6-FD4BEB33627D}"/>
                </a:ext>
              </a:extLst>
            </p:cNvPr>
            <p:cNvSpPr txBox="1">
              <a:spLocks noChangeArrowheads="1"/>
            </p:cNvSpPr>
            <p:nvPr/>
          </p:nvSpPr>
          <p:spPr bwMode="auto">
            <a:xfrm>
              <a:off x="2721" y="1988"/>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err="1">
                  <a:solidFill>
                    <a:srgbClr val="FF0000"/>
                  </a:solidFill>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err="1">
                  <a:solidFill>
                    <a:srgbClr val="FF0000"/>
                  </a:solidFill>
                  <a:effectLst/>
                  <a:uLnTx/>
                  <a:uFillTx/>
                  <a:latin typeface="Times New Roman" panose="02020603050405020304" pitchFamily="18" charset="0"/>
                  <a:ea typeface="宋体" panose="02010600030101010101" pitchFamily="2" charset="-122"/>
                  <a:cs typeface="+mn-cs"/>
                </a:rPr>
                <a:t>su</a:t>
              </a:r>
              <a:endParaRPr kumimoji="1" lang="en-US" altLang="zh-CN" sz="2800" b="1" i="0" u="none" strike="noStrike" kern="1200" cap="none" spc="0" normalizeH="0" baseline="-25000" noProof="0" dirty="0">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0" name="Text Box 25">
              <a:extLst>
                <a:ext uri="{FF2B5EF4-FFF2-40B4-BE49-F238E27FC236}">
                  <a16:creationId xmlns:a16="http://schemas.microsoft.com/office/drawing/2014/main" id="{C5DA52FA-8720-4471-A67D-352400C2390A}"/>
                </a:ext>
              </a:extLst>
            </p:cNvPr>
            <p:cNvSpPr txBox="1">
              <a:spLocks noChangeArrowheads="1"/>
            </p:cNvSpPr>
            <p:nvPr/>
          </p:nvSpPr>
          <p:spPr bwMode="auto">
            <a:xfrm>
              <a:off x="2994" y="2042"/>
              <a:ext cx="40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err="1">
                  <a:solidFill>
                    <a:srgbClr val="FF0000"/>
                  </a:solidFill>
                  <a:effectLst/>
                  <a:uLnTx/>
                  <a:uFillTx/>
                  <a:latin typeface="Times New Roman" panose="02020603050405020304" pitchFamily="18" charset="0"/>
                  <a:ea typeface="宋体" panose="02010600030101010101" pitchFamily="2" charset="-122"/>
                  <a:cs typeface="+mn-cs"/>
                </a:rPr>
                <a:t>t</a:t>
              </a:r>
              <a:r>
                <a:rPr kumimoji="1" lang="en-US" altLang="zh-CN" sz="2800" b="1" i="0" u="none" strike="noStrike" kern="1200" cap="none" spc="0" normalizeH="0" baseline="-25000" noProof="0" dirty="0" err="1">
                  <a:solidFill>
                    <a:srgbClr val="FF0000"/>
                  </a:solidFill>
                  <a:effectLst/>
                  <a:uLnTx/>
                  <a:uFillTx/>
                  <a:latin typeface="Times New Roman" panose="02020603050405020304" pitchFamily="18" charset="0"/>
                  <a:ea typeface="宋体" panose="02010600030101010101" pitchFamily="2" charset="-122"/>
                  <a:cs typeface="+mn-cs"/>
                </a:rPr>
                <a:t>h</a:t>
              </a:r>
              <a:endParaRPr kumimoji="1" lang="en-US" altLang="zh-CN" sz="2800" b="1" i="0" u="none" strike="noStrike" kern="1200" cap="none" spc="0" normalizeH="0" baseline="-25000" noProof="0" dirty="0">
                <a:solidFill>
                  <a:srgbClr val="FF0000"/>
                </a:solidFill>
                <a:effectLst/>
                <a:uLnTx/>
                <a:uFillTx/>
                <a:latin typeface="Times New Roman" panose="02020603050405020304" pitchFamily="18" charset="0"/>
                <a:ea typeface="宋体" panose="02010600030101010101" pitchFamily="2" charset="-122"/>
                <a:cs typeface="+mn-cs"/>
              </a:endParaRPr>
            </a:p>
          </p:txBody>
        </p:sp>
      </p:grpSp>
      <p:grpSp>
        <p:nvGrpSpPr>
          <p:cNvPr id="21" name="Group 29">
            <a:extLst>
              <a:ext uri="{FF2B5EF4-FFF2-40B4-BE49-F238E27FC236}">
                <a16:creationId xmlns:a16="http://schemas.microsoft.com/office/drawing/2014/main" id="{65231852-F815-4294-BE36-8FB015444248}"/>
              </a:ext>
            </a:extLst>
          </p:cNvPr>
          <p:cNvGrpSpPr>
            <a:grpSpLocks/>
          </p:cNvGrpSpPr>
          <p:nvPr/>
        </p:nvGrpSpPr>
        <p:grpSpPr bwMode="auto">
          <a:xfrm>
            <a:off x="645160" y="4862513"/>
            <a:ext cx="8201025" cy="579437"/>
            <a:chOff x="165" y="3377"/>
            <a:chExt cx="5166" cy="365"/>
          </a:xfrm>
        </p:grpSpPr>
        <p:sp>
          <p:nvSpPr>
            <p:cNvPr id="22" name="Text Box 27">
              <a:extLst>
                <a:ext uri="{FF2B5EF4-FFF2-40B4-BE49-F238E27FC236}">
                  <a16:creationId xmlns:a16="http://schemas.microsoft.com/office/drawing/2014/main" id="{8D58C7A1-E161-430F-87EB-6CFD8FA84CEA}"/>
                </a:ext>
              </a:extLst>
            </p:cNvPr>
            <p:cNvSpPr txBox="1">
              <a:spLocks noChangeArrowheads="1"/>
            </p:cNvSpPr>
            <p:nvPr/>
          </p:nvSpPr>
          <p:spPr bwMode="auto">
            <a:xfrm>
              <a:off x="165" y="3377"/>
              <a:ext cx="5166" cy="365"/>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wCP</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3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pdCP</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Q,Q</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dirty="0">
                  <a:effectLst/>
                  <a:uLnTx/>
                  <a:uFillTx/>
                  <a:latin typeface="黑体" pitchFamily="49" charset="-122"/>
                  <a:ea typeface="黑体" pitchFamily="49" charset="-122"/>
                </a:rPr>
                <a:t>正脉冲触发器稳定翻转</a:t>
              </a:r>
            </a:p>
          </p:txBody>
        </p:sp>
        <p:sp>
          <p:nvSpPr>
            <p:cNvPr id="23" name="Line 28">
              <a:extLst>
                <a:ext uri="{FF2B5EF4-FFF2-40B4-BE49-F238E27FC236}">
                  <a16:creationId xmlns:a16="http://schemas.microsoft.com/office/drawing/2014/main" id="{8019F435-3247-43AA-9FDF-1D6D71AD9912}"/>
                </a:ext>
              </a:extLst>
            </p:cNvPr>
            <p:cNvSpPr>
              <a:spLocks noChangeShapeType="1"/>
            </p:cNvSpPr>
            <p:nvPr/>
          </p:nvSpPr>
          <p:spPr bwMode="auto">
            <a:xfrm>
              <a:off x="1747" y="3580"/>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4" name="Text Box 30">
            <a:extLst>
              <a:ext uri="{FF2B5EF4-FFF2-40B4-BE49-F238E27FC236}">
                <a16:creationId xmlns:a16="http://schemas.microsoft.com/office/drawing/2014/main" id="{93609620-F63C-4526-992C-5F04416F189D}"/>
              </a:ext>
            </a:extLst>
          </p:cNvPr>
          <p:cNvSpPr txBox="1">
            <a:spLocks noChangeArrowheads="1"/>
          </p:cNvSpPr>
          <p:nvPr/>
        </p:nvSpPr>
        <p:spPr bwMode="auto">
          <a:xfrm>
            <a:off x="1100773" y="5596573"/>
            <a:ext cx="5826125" cy="4762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rgbClr val="CCCCFF"/>
              </a:buClr>
              <a:buSzPct val="70000"/>
              <a:buFont typeface="Wingdings" panose="05000000000000000000" pitchFamily="2" charset="2"/>
              <a:buNone/>
              <a:tabLst/>
              <a:defRPr/>
            </a:pP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min</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wCP</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wCP</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cs typeface="Times New Roman" pitchFamily="18" charset="0"/>
              </a:rPr>
              <a:t> </a:t>
            </a:r>
            <a:r>
              <a:rPr kumimoji="0" lang="en-US" altLang="zh-CN" sz="2800" b="1" i="0" u="none" strike="noStrike" kern="1200" cap="none" spc="0" normalizeH="0" baseline="0" noProof="0" dirty="0">
                <a:effectLst/>
                <a:uLnTx/>
                <a:uFillTx/>
                <a:ea typeface="黑体" pitchFamily="49" charset="-122"/>
                <a:cs typeface="Times New Roman" pitchFamily="18" charset="0"/>
              </a:rPr>
              <a:t>CP</a:t>
            </a:r>
            <a:r>
              <a:rPr kumimoji="0" lang="zh-CN" altLang="en-US" sz="2800" b="1" i="0" u="none" strike="noStrike" kern="1200" cap="none" spc="0" normalizeH="0" baseline="0" noProof="0" dirty="0">
                <a:effectLst/>
                <a:uLnTx/>
                <a:uFillTx/>
                <a:latin typeface="黑体" pitchFamily="49" charset="-122"/>
                <a:ea typeface="黑体" pitchFamily="49" charset="-122"/>
              </a:rPr>
              <a:t>最小周期</a:t>
            </a:r>
            <a:endParaRPr kumimoji="1" lang="zh-CN" altLang="en-US" sz="2800" b="1" i="0" u="none" strike="noStrike" kern="1200" cap="none" spc="0" normalizeH="0" baseline="0" noProof="0" dirty="0">
              <a:effectLst/>
              <a:uLnTx/>
              <a:uFillTx/>
              <a:latin typeface="黑体" pitchFamily="49" charset="-122"/>
              <a:ea typeface="黑体" pitchFamily="49" charset="-122"/>
            </a:endParaRPr>
          </a:p>
        </p:txBody>
      </p:sp>
      <p:sp>
        <p:nvSpPr>
          <p:cNvPr id="25" name="Text Box 31">
            <a:extLst>
              <a:ext uri="{FF2B5EF4-FFF2-40B4-BE49-F238E27FC236}">
                <a16:creationId xmlns:a16="http://schemas.microsoft.com/office/drawing/2014/main" id="{FAA799BC-A49D-4185-B4F9-470EBD521AAF}"/>
              </a:ext>
            </a:extLst>
          </p:cNvPr>
          <p:cNvSpPr txBox="1">
            <a:spLocks noChangeArrowheads="1"/>
          </p:cNvSpPr>
          <p:nvPr/>
        </p:nvSpPr>
        <p:spPr bwMode="auto">
          <a:xfrm>
            <a:off x="1049020" y="6152515"/>
            <a:ext cx="6113463" cy="4762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rgbClr val="CCCCFF"/>
              </a:buClr>
              <a:buSzPct val="70000"/>
              <a:buFont typeface="Wingdings" panose="05000000000000000000" pitchFamily="2" charset="2"/>
              <a:buNone/>
              <a:tabLst/>
              <a:defRPr/>
            </a:pP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err="1">
                <a:effectLst/>
                <a:uLnTx/>
                <a:uFillTx/>
                <a:latin typeface="Times New Roman" panose="02020603050405020304" pitchFamily="18" charset="0"/>
                <a:ea typeface="宋体" panose="02010600030101010101" pitchFamily="2" charset="-122"/>
                <a:cs typeface="+mn-cs"/>
              </a:rPr>
              <a:t>f</a:t>
            </a:r>
            <a:r>
              <a:rPr kumimoji="0" lang="en-US" altLang="zh-CN" sz="2800" b="1" i="0" u="none" strike="noStrike" kern="1200" cap="none" spc="0" normalizeH="0" baseline="-25000" noProof="0" dirty="0" err="1">
                <a:effectLst/>
                <a:uLnTx/>
                <a:uFillTx/>
                <a:latin typeface="Times New Roman" panose="02020603050405020304" pitchFamily="18" charset="0"/>
                <a:ea typeface="宋体" panose="02010600030101010101" pitchFamily="2" charset="-122"/>
                <a:cs typeface="+mn-cs"/>
              </a:rPr>
              <a:t>max</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1/T</a:t>
            </a:r>
            <a:r>
              <a:rPr kumimoji="0" lang="en-US" altLang="zh-CN" sz="2800" b="1" i="0" u="none" strike="noStrike" kern="1200" cap="none" spc="0" normalizeH="0" baseline="-25000" noProof="0" dirty="0">
                <a:effectLst/>
                <a:uLnTx/>
                <a:uFillTx/>
                <a:latin typeface="Times New Roman" panose="02020603050405020304" pitchFamily="18" charset="0"/>
                <a:ea typeface="宋体" panose="02010600030101010101" pitchFamily="2" charset="-122"/>
                <a:cs typeface="+mn-cs"/>
              </a:rPr>
              <a:t>min</a:t>
            </a:r>
            <a:r>
              <a:rPr kumimoji="0"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effectLst/>
                <a:uLnTx/>
                <a:uFillTx/>
                <a:ea typeface="黑体" pitchFamily="49" charset="-122"/>
                <a:cs typeface="Times New Roman" pitchFamily="18" charset="0"/>
              </a:rPr>
              <a:t>CP</a:t>
            </a:r>
            <a:r>
              <a:rPr kumimoji="0" lang="zh-CN" altLang="en-US" sz="2800" b="1" i="0" u="none" strike="noStrike" kern="1200" cap="none" spc="0" normalizeH="0" baseline="0" noProof="0" dirty="0">
                <a:effectLst/>
                <a:uLnTx/>
                <a:uFillTx/>
                <a:ea typeface="黑体" pitchFamily="49" charset="-122"/>
                <a:cs typeface="Times New Roman" pitchFamily="18" charset="0"/>
              </a:rPr>
              <a:t>最大频率</a:t>
            </a:r>
            <a:endParaRPr kumimoji="1" lang="zh-CN" altLang="en-US" sz="2800" b="1" i="0" u="none" strike="noStrike" kern="1200" cap="none" spc="0" normalizeH="0" baseline="0" noProof="0" dirty="0">
              <a:effectLst/>
              <a:uLnTx/>
              <a:uFillTx/>
              <a:ea typeface="黑体" pitchFamily="49" charset="-122"/>
              <a:cs typeface="Times New Roman" pitchFamily="18" charset="0"/>
            </a:endParaRPr>
          </a:p>
        </p:txBody>
      </p:sp>
      <p:grpSp>
        <p:nvGrpSpPr>
          <p:cNvPr id="92" name="组合 91"/>
          <p:cNvGrpSpPr/>
          <p:nvPr/>
        </p:nvGrpSpPr>
        <p:grpSpPr>
          <a:xfrm>
            <a:off x="6131172" y="365804"/>
            <a:ext cx="3025191" cy="4040389"/>
            <a:chOff x="6009252" y="106724"/>
            <a:chExt cx="3025191" cy="4040389"/>
          </a:xfrm>
        </p:grpSpPr>
        <p:grpSp>
          <p:nvGrpSpPr>
            <p:cNvPr id="26" name="Group 223">
              <a:extLst>
                <a:ext uri="{FF2B5EF4-FFF2-40B4-BE49-F238E27FC236}">
                  <a16:creationId xmlns:a16="http://schemas.microsoft.com/office/drawing/2014/main" id="{877BD470-4675-4D5B-8B08-B0FC61E85D5B}"/>
                </a:ext>
              </a:extLst>
            </p:cNvPr>
            <p:cNvGrpSpPr>
              <a:grpSpLocks/>
            </p:cNvGrpSpPr>
            <p:nvPr/>
          </p:nvGrpSpPr>
          <p:grpSpPr bwMode="auto">
            <a:xfrm>
              <a:off x="6009252" y="161013"/>
              <a:ext cx="3025191" cy="3986100"/>
              <a:chOff x="132" y="1007"/>
              <a:chExt cx="2000" cy="2713"/>
            </a:xfrm>
          </p:grpSpPr>
          <p:grpSp>
            <p:nvGrpSpPr>
              <p:cNvPr id="27" name="Group 222">
                <a:extLst>
                  <a:ext uri="{FF2B5EF4-FFF2-40B4-BE49-F238E27FC236}">
                    <a16:creationId xmlns:a16="http://schemas.microsoft.com/office/drawing/2014/main" id="{6CB1BD85-ECB5-4E7A-8D9D-7F265915E187}"/>
                  </a:ext>
                </a:extLst>
              </p:cNvPr>
              <p:cNvGrpSpPr>
                <a:grpSpLocks/>
              </p:cNvGrpSpPr>
              <p:nvPr/>
            </p:nvGrpSpPr>
            <p:grpSpPr bwMode="auto">
              <a:xfrm>
                <a:off x="132" y="1007"/>
                <a:ext cx="2000" cy="2713"/>
                <a:chOff x="132" y="1007"/>
                <a:chExt cx="2000" cy="2713"/>
              </a:xfrm>
            </p:grpSpPr>
            <p:grpSp>
              <p:nvGrpSpPr>
                <p:cNvPr id="29" name="Group 221">
                  <a:extLst>
                    <a:ext uri="{FF2B5EF4-FFF2-40B4-BE49-F238E27FC236}">
                      <a16:creationId xmlns:a16="http://schemas.microsoft.com/office/drawing/2014/main" id="{DE66E465-ECBA-437E-A1B8-F369E5DE0273}"/>
                    </a:ext>
                  </a:extLst>
                </p:cNvPr>
                <p:cNvGrpSpPr>
                  <a:grpSpLocks/>
                </p:cNvGrpSpPr>
                <p:nvPr/>
              </p:nvGrpSpPr>
              <p:grpSpPr bwMode="auto">
                <a:xfrm>
                  <a:off x="234" y="1007"/>
                  <a:ext cx="1898" cy="2713"/>
                  <a:chOff x="234" y="1007"/>
                  <a:chExt cx="1898" cy="2713"/>
                </a:xfrm>
              </p:grpSpPr>
              <p:grpSp>
                <p:nvGrpSpPr>
                  <p:cNvPr id="33" name="Group 220">
                    <a:extLst>
                      <a:ext uri="{FF2B5EF4-FFF2-40B4-BE49-F238E27FC236}">
                        <a16:creationId xmlns:a16="http://schemas.microsoft.com/office/drawing/2014/main" id="{77BAD6D6-ADB9-49D0-9731-82419D069871}"/>
                      </a:ext>
                    </a:extLst>
                  </p:cNvPr>
                  <p:cNvGrpSpPr>
                    <a:grpSpLocks/>
                  </p:cNvGrpSpPr>
                  <p:nvPr/>
                </p:nvGrpSpPr>
                <p:grpSpPr bwMode="auto">
                  <a:xfrm>
                    <a:off x="234" y="1007"/>
                    <a:ext cx="1898" cy="2713"/>
                    <a:chOff x="234" y="1007"/>
                    <a:chExt cx="1898" cy="2713"/>
                  </a:xfrm>
                </p:grpSpPr>
                <p:sp>
                  <p:nvSpPr>
                    <p:cNvPr id="40" name="Text Box 157">
                      <a:extLst>
                        <a:ext uri="{FF2B5EF4-FFF2-40B4-BE49-F238E27FC236}">
                          <a16:creationId xmlns:a16="http://schemas.microsoft.com/office/drawing/2014/main" id="{8B8AD6CF-4A10-4574-A5F3-8A83E9643680}"/>
                        </a:ext>
                      </a:extLst>
                    </p:cNvPr>
                    <p:cNvSpPr txBox="1">
                      <a:spLocks noChangeArrowheads="1"/>
                    </p:cNvSpPr>
                    <p:nvPr/>
                  </p:nvSpPr>
                  <p:spPr bwMode="auto">
                    <a:xfrm>
                      <a:off x="1738" y="2526"/>
                      <a:ext cx="394"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a:t>
                      </a:r>
                    </a:p>
                  </p:txBody>
                </p:sp>
                <p:sp>
                  <p:nvSpPr>
                    <p:cNvPr id="41" name="Text Box 158">
                      <a:extLst>
                        <a:ext uri="{FF2B5EF4-FFF2-40B4-BE49-F238E27FC236}">
                          <a16:creationId xmlns:a16="http://schemas.microsoft.com/office/drawing/2014/main" id="{78ED21E4-A85C-42A5-8B23-FC4DF42C445B}"/>
                        </a:ext>
                      </a:extLst>
                    </p:cNvPr>
                    <p:cNvSpPr txBox="1">
                      <a:spLocks noChangeArrowheads="1"/>
                    </p:cNvSpPr>
                    <p:nvPr/>
                  </p:nvSpPr>
                  <p:spPr bwMode="auto">
                    <a:xfrm>
                      <a:off x="1427" y="3406"/>
                      <a:ext cx="270"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D</a:t>
                      </a:r>
                    </a:p>
                  </p:txBody>
                </p:sp>
                <p:sp>
                  <p:nvSpPr>
                    <p:cNvPr id="42" name="Text Box 159">
                      <a:extLst>
                        <a:ext uri="{FF2B5EF4-FFF2-40B4-BE49-F238E27FC236}">
                          <a16:creationId xmlns:a16="http://schemas.microsoft.com/office/drawing/2014/main" id="{FD6D8F06-B153-4817-A84A-63C928DAFA88}"/>
                        </a:ext>
                      </a:extLst>
                    </p:cNvPr>
                    <p:cNvSpPr txBox="1">
                      <a:spLocks noChangeArrowheads="1"/>
                    </p:cNvSpPr>
                    <p:nvPr/>
                  </p:nvSpPr>
                  <p:spPr bwMode="auto">
                    <a:xfrm>
                      <a:off x="426" y="1073"/>
                      <a:ext cx="232"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p>
                  </p:txBody>
                </p:sp>
                <p:sp>
                  <p:nvSpPr>
                    <p:cNvPr id="43" name="Line 161">
                      <a:extLst>
                        <a:ext uri="{FF2B5EF4-FFF2-40B4-BE49-F238E27FC236}">
                          <a16:creationId xmlns:a16="http://schemas.microsoft.com/office/drawing/2014/main" id="{A878A144-F108-4CC5-9C8D-19D6F377FB45}"/>
                        </a:ext>
                      </a:extLst>
                    </p:cNvPr>
                    <p:cNvSpPr>
                      <a:spLocks noChangeShapeType="1"/>
                    </p:cNvSpPr>
                    <p:nvPr/>
                  </p:nvSpPr>
                  <p:spPr bwMode="auto">
                    <a:xfrm>
                      <a:off x="1340" y="1007"/>
                      <a:ext cx="14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Line 163">
                      <a:extLst>
                        <a:ext uri="{FF2B5EF4-FFF2-40B4-BE49-F238E27FC236}">
                          <a16:creationId xmlns:a16="http://schemas.microsoft.com/office/drawing/2014/main" id="{25413C28-AB7B-45EE-AAD4-EF98AD1542CE}"/>
                        </a:ext>
                      </a:extLst>
                    </p:cNvPr>
                    <p:cNvSpPr>
                      <a:spLocks noChangeShapeType="1"/>
                    </p:cNvSpPr>
                    <p:nvPr/>
                  </p:nvSpPr>
                  <p:spPr bwMode="auto">
                    <a:xfrm flipV="1">
                      <a:off x="652"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164">
                      <a:extLst>
                        <a:ext uri="{FF2B5EF4-FFF2-40B4-BE49-F238E27FC236}">
                          <a16:creationId xmlns:a16="http://schemas.microsoft.com/office/drawing/2014/main" id="{71FF2220-E803-43A4-996D-0CD30D7EF09F}"/>
                        </a:ext>
                      </a:extLst>
                    </p:cNvPr>
                    <p:cNvSpPr>
                      <a:spLocks noChangeShapeType="1"/>
                    </p:cNvSpPr>
                    <p:nvPr/>
                  </p:nvSpPr>
                  <p:spPr bwMode="auto">
                    <a:xfrm flipV="1">
                      <a:off x="1393" y="1237"/>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Line 165">
                      <a:extLst>
                        <a:ext uri="{FF2B5EF4-FFF2-40B4-BE49-F238E27FC236}">
                          <a16:creationId xmlns:a16="http://schemas.microsoft.com/office/drawing/2014/main" id="{92CCA03E-ED77-4063-942A-2B0CBE84E8F8}"/>
                        </a:ext>
                      </a:extLst>
                    </p:cNvPr>
                    <p:cNvSpPr>
                      <a:spLocks noChangeShapeType="1"/>
                    </p:cNvSpPr>
                    <p:nvPr/>
                  </p:nvSpPr>
                  <p:spPr bwMode="auto">
                    <a:xfrm>
                      <a:off x="652" y="1434"/>
                      <a:ext cx="22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7" name="Line 166">
                      <a:extLst>
                        <a:ext uri="{FF2B5EF4-FFF2-40B4-BE49-F238E27FC236}">
                          <a16:creationId xmlns:a16="http://schemas.microsoft.com/office/drawing/2014/main" id="{71A83AC5-CD1E-4F84-B264-AF92C3CE1933}"/>
                        </a:ext>
                      </a:extLst>
                    </p:cNvPr>
                    <p:cNvSpPr>
                      <a:spLocks noChangeShapeType="1"/>
                    </p:cNvSpPr>
                    <p:nvPr/>
                  </p:nvSpPr>
                  <p:spPr bwMode="auto">
                    <a:xfrm flipH="1">
                      <a:off x="1133" y="1434"/>
                      <a:ext cx="2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Line 167">
                      <a:extLst>
                        <a:ext uri="{FF2B5EF4-FFF2-40B4-BE49-F238E27FC236}">
                          <a16:creationId xmlns:a16="http://schemas.microsoft.com/office/drawing/2014/main" id="{7279EC16-8741-42D1-94CE-C249A1535B98}"/>
                        </a:ext>
                      </a:extLst>
                    </p:cNvPr>
                    <p:cNvSpPr>
                      <a:spLocks noChangeShapeType="1"/>
                    </p:cNvSpPr>
                    <p:nvPr/>
                  </p:nvSpPr>
                  <p:spPr bwMode="auto">
                    <a:xfrm flipV="1">
                      <a:off x="541"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Line 168">
                      <a:extLst>
                        <a:ext uri="{FF2B5EF4-FFF2-40B4-BE49-F238E27FC236}">
                          <a16:creationId xmlns:a16="http://schemas.microsoft.com/office/drawing/2014/main" id="{74A69330-E48D-4D17-ADCB-416BE9A68F4F}"/>
                        </a:ext>
                      </a:extLst>
                    </p:cNvPr>
                    <p:cNvSpPr>
                      <a:spLocks noChangeShapeType="1"/>
                    </p:cNvSpPr>
                    <p:nvPr/>
                  </p:nvSpPr>
                  <p:spPr bwMode="auto">
                    <a:xfrm flipV="1">
                      <a:off x="1504" y="1907"/>
                      <a:ext cx="0" cy="3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Line 169">
                      <a:extLst>
                        <a:ext uri="{FF2B5EF4-FFF2-40B4-BE49-F238E27FC236}">
                          <a16:creationId xmlns:a16="http://schemas.microsoft.com/office/drawing/2014/main" id="{4B976D4C-2E3F-4675-B59C-8AC02828EE37}"/>
                        </a:ext>
                      </a:extLst>
                    </p:cNvPr>
                    <p:cNvSpPr>
                      <a:spLocks noChangeShapeType="1"/>
                    </p:cNvSpPr>
                    <p:nvPr/>
                  </p:nvSpPr>
                  <p:spPr bwMode="auto">
                    <a:xfrm flipV="1">
                      <a:off x="1430"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Line 170">
                      <a:extLst>
                        <a:ext uri="{FF2B5EF4-FFF2-40B4-BE49-F238E27FC236}">
                          <a16:creationId xmlns:a16="http://schemas.microsoft.com/office/drawing/2014/main" id="{2DE6ABCC-0693-49DA-869E-8B45B533CB35}"/>
                        </a:ext>
                      </a:extLst>
                    </p:cNvPr>
                    <p:cNvSpPr>
                      <a:spLocks noChangeShapeType="1"/>
                    </p:cNvSpPr>
                    <p:nvPr/>
                  </p:nvSpPr>
                  <p:spPr bwMode="auto">
                    <a:xfrm flipV="1">
                      <a:off x="429" y="2615"/>
                      <a:ext cx="0" cy="3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Line 171">
                      <a:extLst>
                        <a:ext uri="{FF2B5EF4-FFF2-40B4-BE49-F238E27FC236}">
                          <a16:creationId xmlns:a16="http://schemas.microsoft.com/office/drawing/2014/main" id="{E55A04FE-1A24-40B6-82DB-7EB75D7FF512}"/>
                        </a:ext>
                      </a:extLst>
                    </p:cNvPr>
                    <p:cNvSpPr>
                      <a:spLocks noChangeShapeType="1"/>
                    </p:cNvSpPr>
                    <p:nvPr/>
                  </p:nvSpPr>
                  <p:spPr bwMode="auto">
                    <a:xfrm>
                      <a:off x="1398" y="3273"/>
                      <a:ext cx="2" cy="2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Line 172">
                      <a:extLst>
                        <a:ext uri="{FF2B5EF4-FFF2-40B4-BE49-F238E27FC236}">
                          <a16:creationId xmlns:a16="http://schemas.microsoft.com/office/drawing/2014/main" id="{8A23F4F9-7F9A-4140-8B7E-74E6D21CFD0C}"/>
                        </a:ext>
                      </a:extLst>
                    </p:cNvPr>
                    <p:cNvSpPr>
                      <a:spLocks noChangeShapeType="1"/>
                    </p:cNvSpPr>
                    <p:nvPr/>
                  </p:nvSpPr>
                  <p:spPr bwMode="auto">
                    <a:xfrm>
                      <a:off x="541"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Line 173">
                      <a:extLst>
                        <a:ext uri="{FF2B5EF4-FFF2-40B4-BE49-F238E27FC236}">
                          <a16:creationId xmlns:a16="http://schemas.microsoft.com/office/drawing/2014/main" id="{BFDAD50F-C9C8-4D00-8B6E-41293C925D84}"/>
                        </a:ext>
                      </a:extLst>
                    </p:cNvPr>
                    <p:cNvSpPr>
                      <a:spLocks noChangeShapeType="1"/>
                    </p:cNvSpPr>
                    <p:nvPr/>
                  </p:nvSpPr>
                  <p:spPr bwMode="auto">
                    <a:xfrm>
                      <a:off x="540" y="2812"/>
                      <a:ext cx="1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Oval 174">
                      <a:extLst>
                        <a:ext uri="{FF2B5EF4-FFF2-40B4-BE49-F238E27FC236}">
                          <a16:creationId xmlns:a16="http://schemas.microsoft.com/office/drawing/2014/main" id="{1D4A4D96-CAFA-469A-A0CC-55DA92831C8B}"/>
                        </a:ext>
                      </a:extLst>
                    </p:cNvPr>
                    <p:cNvSpPr>
                      <a:spLocks noChangeAspect="1" noChangeArrowheads="1"/>
                    </p:cNvSpPr>
                    <p:nvPr/>
                  </p:nvSpPr>
                  <p:spPr bwMode="auto">
                    <a:xfrm>
                      <a:off x="1392" y="2840"/>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6" name="Line 175">
                      <a:extLst>
                        <a:ext uri="{FF2B5EF4-FFF2-40B4-BE49-F238E27FC236}">
                          <a16:creationId xmlns:a16="http://schemas.microsoft.com/office/drawing/2014/main" id="{912808C8-01D6-4511-AFC6-869922465248}"/>
                        </a:ext>
                      </a:extLst>
                    </p:cNvPr>
                    <p:cNvSpPr>
                      <a:spLocks noChangeShapeType="1"/>
                    </p:cNvSpPr>
                    <p:nvPr/>
                  </p:nvSpPr>
                  <p:spPr bwMode="auto">
                    <a:xfrm>
                      <a:off x="1579" y="2615"/>
                      <a:ext cx="0" cy="1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Oval 176">
                      <a:extLst>
                        <a:ext uri="{FF2B5EF4-FFF2-40B4-BE49-F238E27FC236}">
                          <a16:creationId xmlns:a16="http://schemas.microsoft.com/office/drawing/2014/main" id="{57773EE8-B515-4A79-8B54-026A6CA0C34C}"/>
                        </a:ext>
                      </a:extLst>
                    </p:cNvPr>
                    <p:cNvSpPr>
                      <a:spLocks noChangeAspect="1" noChangeArrowheads="1"/>
                    </p:cNvSpPr>
                    <p:nvPr/>
                  </p:nvSpPr>
                  <p:spPr bwMode="auto">
                    <a:xfrm>
                      <a:off x="1541" y="2772"/>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Oval 177">
                      <a:extLst>
                        <a:ext uri="{FF2B5EF4-FFF2-40B4-BE49-F238E27FC236}">
                          <a16:creationId xmlns:a16="http://schemas.microsoft.com/office/drawing/2014/main" id="{0FB38A2A-6894-4043-9371-A78120365D24}"/>
                        </a:ext>
                      </a:extLst>
                    </p:cNvPr>
                    <p:cNvSpPr>
                      <a:spLocks noChangeAspect="1" noChangeArrowheads="1"/>
                    </p:cNvSpPr>
                    <p:nvPr/>
                  </p:nvSpPr>
                  <p:spPr bwMode="auto">
                    <a:xfrm>
                      <a:off x="1360" y="1396"/>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Oval 178">
                      <a:extLst>
                        <a:ext uri="{FF2B5EF4-FFF2-40B4-BE49-F238E27FC236}">
                          <a16:creationId xmlns:a16="http://schemas.microsoft.com/office/drawing/2014/main" id="{5955031A-FA95-4CBB-9C36-3616DC27185C}"/>
                        </a:ext>
                      </a:extLst>
                    </p:cNvPr>
                    <p:cNvSpPr>
                      <a:spLocks noChangeAspect="1" noChangeArrowheads="1"/>
                    </p:cNvSpPr>
                    <p:nvPr/>
                  </p:nvSpPr>
                  <p:spPr bwMode="auto">
                    <a:xfrm>
                      <a:off x="614" y="1395"/>
                      <a:ext cx="70" cy="7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0" name="Line 179">
                      <a:extLst>
                        <a:ext uri="{FF2B5EF4-FFF2-40B4-BE49-F238E27FC236}">
                          <a16:creationId xmlns:a16="http://schemas.microsoft.com/office/drawing/2014/main" id="{779D7D7E-6F7B-4CAF-994A-0B9F8BF77D67}"/>
                        </a:ext>
                      </a:extLst>
                    </p:cNvPr>
                    <p:cNvSpPr>
                      <a:spLocks noChangeShapeType="1"/>
                    </p:cNvSpPr>
                    <p:nvPr/>
                  </p:nvSpPr>
                  <p:spPr bwMode="auto">
                    <a:xfrm>
                      <a:off x="688"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 name="Line 180">
                      <a:extLst>
                        <a:ext uri="{FF2B5EF4-FFF2-40B4-BE49-F238E27FC236}">
                          <a16:creationId xmlns:a16="http://schemas.microsoft.com/office/drawing/2014/main" id="{8A759E04-A812-4D93-ACFE-7221798FE164}"/>
                        </a:ext>
                      </a:extLst>
                    </p:cNvPr>
                    <p:cNvSpPr>
                      <a:spLocks noChangeShapeType="1"/>
                    </p:cNvSpPr>
                    <p:nvPr/>
                  </p:nvSpPr>
                  <p:spPr bwMode="auto">
                    <a:xfrm>
                      <a:off x="1319" y="1907"/>
                      <a:ext cx="0" cy="1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Line 181">
                      <a:extLst>
                        <a:ext uri="{FF2B5EF4-FFF2-40B4-BE49-F238E27FC236}">
                          <a16:creationId xmlns:a16="http://schemas.microsoft.com/office/drawing/2014/main" id="{9C7C3F95-DAB6-4328-8FF7-43DED6071929}"/>
                        </a:ext>
                      </a:extLst>
                    </p:cNvPr>
                    <p:cNvSpPr>
                      <a:spLocks noChangeShapeType="1"/>
                    </p:cNvSpPr>
                    <p:nvPr/>
                  </p:nvSpPr>
                  <p:spPr bwMode="auto">
                    <a:xfrm>
                      <a:off x="688" y="2025"/>
                      <a:ext cx="1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Line 182">
                      <a:extLst>
                        <a:ext uri="{FF2B5EF4-FFF2-40B4-BE49-F238E27FC236}">
                          <a16:creationId xmlns:a16="http://schemas.microsoft.com/office/drawing/2014/main" id="{5A18F021-2904-4D38-953C-0AA2DB329E5B}"/>
                        </a:ext>
                      </a:extLst>
                    </p:cNvPr>
                    <p:cNvSpPr>
                      <a:spLocks noChangeShapeType="1"/>
                    </p:cNvSpPr>
                    <p:nvPr/>
                  </p:nvSpPr>
                  <p:spPr bwMode="auto">
                    <a:xfrm flipH="1">
                      <a:off x="874" y="1434"/>
                      <a:ext cx="259"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4" name="Line 183">
                      <a:extLst>
                        <a:ext uri="{FF2B5EF4-FFF2-40B4-BE49-F238E27FC236}">
                          <a16:creationId xmlns:a16="http://schemas.microsoft.com/office/drawing/2014/main" id="{26452A92-5FD0-4B01-BB64-5358D150050B}"/>
                        </a:ext>
                      </a:extLst>
                    </p:cNvPr>
                    <p:cNvSpPr>
                      <a:spLocks noChangeShapeType="1"/>
                    </p:cNvSpPr>
                    <p:nvPr/>
                  </p:nvSpPr>
                  <p:spPr bwMode="auto">
                    <a:xfrm flipH="1">
                      <a:off x="1096" y="2025"/>
                      <a:ext cx="22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Line 184">
                      <a:extLst>
                        <a:ext uri="{FF2B5EF4-FFF2-40B4-BE49-F238E27FC236}">
                          <a16:creationId xmlns:a16="http://schemas.microsoft.com/office/drawing/2014/main" id="{FD0D7D64-9AE7-4831-B73D-BBF692D6C470}"/>
                        </a:ext>
                      </a:extLst>
                    </p:cNvPr>
                    <p:cNvSpPr>
                      <a:spLocks noChangeShapeType="1"/>
                    </p:cNvSpPr>
                    <p:nvPr/>
                  </p:nvSpPr>
                  <p:spPr bwMode="auto">
                    <a:xfrm>
                      <a:off x="874" y="1434"/>
                      <a:ext cx="222" cy="5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Rectangle 185">
                      <a:extLst>
                        <a:ext uri="{FF2B5EF4-FFF2-40B4-BE49-F238E27FC236}">
                          <a16:creationId xmlns:a16="http://schemas.microsoft.com/office/drawing/2014/main" id="{2CFAF60B-DD88-439E-A6BF-C7A8DD9D890C}"/>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Oval 186">
                      <a:extLst>
                        <a:ext uri="{FF2B5EF4-FFF2-40B4-BE49-F238E27FC236}">
                          <a16:creationId xmlns:a16="http://schemas.microsoft.com/office/drawing/2014/main" id="{0559AA63-AB3D-44A0-A53C-3CD9DECEFA58}"/>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Rectangle 187">
                      <a:extLst>
                        <a:ext uri="{FF2B5EF4-FFF2-40B4-BE49-F238E27FC236}">
                          <a16:creationId xmlns:a16="http://schemas.microsoft.com/office/drawing/2014/main" id="{126800EB-2356-4AD6-BEE8-58569D0E5132}"/>
                        </a:ext>
                      </a:extLst>
                    </p:cNvPr>
                    <p:cNvSpPr>
                      <a:spLocks noChangeArrowheads="1"/>
                    </p:cNvSpPr>
                    <p:nvPr/>
                  </p:nvSpPr>
                  <p:spPr bwMode="auto">
                    <a:xfrm>
                      <a:off x="456" y="1661"/>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88">
                      <a:extLst>
                        <a:ext uri="{FF2B5EF4-FFF2-40B4-BE49-F238E27FC236}">
                          <a16:creationId xmlns:a16="http://schemas.microsoft.com/office/drawing/2014/main" id="{CDF0F28E-1250-4500-8DEF-136CD35849E2}"/>
                        </a:ext>
                      </a:extLst>
                    </p:cNvPr>
                    <p:cNvSpPr>
                      <a:spLocks noChangeArrowheads="1"/>
                    </p:cNvSpPr>
                    <p:nvPr/>
                  </p:nvSpPr>
                  <p:spPr bwMode="auto">
                    <a:xfrm>
                      <a:off x="604" y="1584"/>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Rectangle 189">
                      <a:extLst>
                        <a:ext uri="{FF2B5EF4-FFF2-40B4-BE49-F238E27FC236}">
                          <a16:creationId xmlns:a16="http://schemas.microsoft.com/office/drawing/2014/main" id="{774544B5-FF92-4CFE-96F7-1C947836EBD5}"/>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Oval 190">
                      <a:extLst>
                        <a:ext uri="{FF2B5EF4-FFF2-40B4-BE49-F238E27FC236}">
                          <a16:creationId xmlns:a16="http://schemas.microsoft.com/office/drawing/2014/main" id="{54C1CC86-D77B-4374-BAB4-9F9F2C79D708}"/>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Rectangle 191">
                      <a:extLst>
                        <a:ext uri="{FF2B5EF4-FFF2-40B4-BE49-F238E27FC236}">
                          <a16:creationId xmlns:a16="http://schemas.microsoft.com/office/drawing/2014/main" id="{6A581855-6D00-4254-AED5-08E486D47F97}"/>
                        </a:ext>
                      </a:extLst>
                    </p:cNvPr>
                    <p:cNvSpPr>
                      <a:spLocks noChangeArrowheads="1"/>
                    </p:cNvSpPr>
                    <p:nvPr/>
                  </p:nvSpPr>
                  <p:spPr bwMode="auto">
                    <a:xfrm>
                      <a:off x="1205" y="166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Oval 192">
                      <a:extLst>
                        <a:ext uri="{FF2B5EF4-FFF2-40B4-BE49-F238E27FC236}">
                          <a16:creationId xmlns:a16="http://schemas.microsoft.com/office/drawing/2014/main" id="{925DE2FB-4A1C-41B1-B66D-EC3E6D78CE23}"/>
                        </a:ext>
                      </a:extLst>
                    </p:cNvPr>
                    <p:cNvSpPr>
                      <a:spLocks noChangeArrowheads="1"/>
                    </p:cNvSpPr>
                    <p:nvPr/>
                  </p:nvSpPr>
                  <p:spPr bwMode="auto">
                    <a:xfrm>
                      <a:off x="1353" y="159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Rectangle 193">
                      <a:extLst>
                        <a:ext uri="{FF2B5EF4-FFF2-40B4-BE49-F238E27FC236}">
                          <a16:creationId xmlns:a16="http://schemas.microsoft.com/office/drawing/2014/main" id="{9CE5B439-B12F-496E-A9BA-5055842F54C1}"/>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Oval 194">
                      <a:extLst>
                        <a:ext uri="{FF2B5EF4-FFF2-40B4-BE49-F238E27FC236}">
                          <a16:creationId xmlns:a16="http://schemas.microsoft.com/office/drawing/2014/main" id="{6D14F90F-6275-4660-8031-6B02C002ABF5}"/>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Rectangle 195">
                      <a:extLst>
                        <a:ext uri="{FF2B5EF4-FFF2-40B4-BE49-F238E27FC236}">
                          <a16:creationId xmlns:a16="http://schemas.microsoft.com/office/drawing/2014/main" id="{39F7038A-ED0A-48A6-A0DB-69B7B3507B2A}"/>
                        </a:ext>
                      </a:extLst>
                    </p:cNvPr>
                    <p:cNvSpPr>
                      <a:spLocks noChangeArrowheads="1"/>
                    </p:cNvSpPr>
                    <p:nvPr/>
                  </p:nvSpPr>
                  <p:spPr bwMode="auto">
                    <a:xfrm>
                      <a:off x="353" y="2376"/>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Oval 196">
                      <a:extLst>
                        <a:ext uri="{FF2B5EF4-FFF2-40B4-BE49-F238E27FC236}">
                          <a16:creationId xmlns:a16="http://schemas.microsoft.com/office/drawing/2014/main" id="{802B0C2D-A700-40CD-8428-F1B671DE2FD8}"/>
                        </a:ext>
                      </a:extLst>
                    </p:cNvPr>
                    <p:cNvSpPr>
                      <a:spLocks noChangeArrowheads="1"/>
                    </p:cNvSpPr>
                    <p:nvPr/>
                  </p:nvSpPr>
                  <p:spPr bwMode="auto">
                    <a:xfrm>
                      <a:off x="500" y="2299"/>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8" name="Rectangle 197">
                      <a:extLst>
                        <a:ext uri="{FF2B5EF4-FFF2-40B4-BE49-F238E27FC236}">
                          <a16:creationId xmlns:a16="http://schemas.microsoft.com/office/drawing/2014/main" id="{2381B0B3-5545-4A67-8271-8B4EB6540F43}"/>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Oval 198">
                      <a:extLst>
                        <a:ext uri="{FF2B5EF4-FFF2-40B4-BE49-F238E27FC236}">
                          <a16:creationId xmlns:a16="http://schemas.microsoft.com/office/drawing/2014/main" id="{1A17B6BF-FE9A-4648-B7D6-7C7F2B11AA15}"/>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0" name="Rectangle 199">
                      <a:extLst>
                        <a:ext uri="{FF2B5EF4-FFF2-40B4-BE49-F238E27FC236}">
                          <a16:creationId xmlns:a16="http://schemas.microsoft.com/office/drawing/2014/main" id="{D44339C7-279C-47C8-BA2B-52E910D39C0D}"/>
                        </a:ext>
                      </a:extLst>
                    </p:cNvPr>
                    <p:cNvSpPr>
                      <a:spLocks noChangeArrowheads="1"/>
                    </p:cNvSpPr>
                    <p:nvPr/>
                  </p:nvSpPr>
                  <p:spPr bwMode="auto">
                    <a:xfrm>
                      <a:off x="1316" y="2369"/>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Oval 200">
                      <a:extLst>
                        <a:ext uri="{FF2B5EF4-FFF2-40B4-BE49-F238E27FC236}">
                          <a16:creationId xmlns:a16="http://schemas.microsoft.com/office/drawing/2014/main" id="{580F6E6F-6371-4798-845A-3C0592C2BBFC}"/>
                        </a:ext>
                      </a:extLst>
                    </p:cNvPr>
                    <p:cNvSpPr>
                      <a:spLocks noChangeArrowheads="1"/>
                    </p:cNvSpPr>
                    <p:nvPr/>
                  </p:nvSpPr>
                  <p:spPr bwMode="auto">
                    <a:xfrm>
                      <a:off x="1464" y="2292"/>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Rectangle 201">
                      <a:extLst>
                        <a:ext uri="{FF2B5EF4-FFF2-40B4-BE49-F238E27FC236}">
                          <a16:creationId xmlns:a16="http://schemas.microsoft.com/office/drawing/2014/main" id="{B5AB97B1-63D6-4721-80B9-6478AEDCE738}"/>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3" name="Oval 202">
                      <a:extLst>
                        <a:ext uri="{FF2B5EF4-FFF2-40B4-BE49-F238E27FC236}">
                          <a16:creationId xmlns:a16="http://schemas.microsoft.com/office/drawing/2014/main" id="{0E1E4610-E8A2-4107-8258-523136311D4C}"/>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4" name="Rectangle 203">
                      <a:extLst>
                        <a:ext uri="{FF2B5EF4-FFF2-40B4-BE49-F238E27FC236}">
                          <a16:creationId xmlns:a16="http://schemas.microsoft.com/office/drawing/2014/main" id="{2901E42F-4B74-461A-8BCF-B4B880EA91F9}"/>
                        </a:ext>
                      </a:extLst>
                    </p:cNvPr>
                    <p:cNvSpPr>
                      <a:spLocks noChangeArrowheads="1"/>
                    </p:cNvSpPr>
                    <p:nvPr/>
                  </p:nvSpPr>
                  <p:spPr bwMode="auto">
                    <a:xfrm>
                      <a:off x="234" y="3038"/>
                      <a:ext cx="370"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5" name="Oval 204">
                      <a:extLst>
                        <a:ext uri="{FF2B5EF4-FFF2-40B4-BE49-F238E27FC236}">
                          <a16:creationId xmlns:a16="http://schemas.microsoft.com/office/drawing/2014/main" id="{9279A609-980F-4455-9118-C4F08C68DCD0}"/>
                        </a:ext>
                      </a:extLst>
                    </p:cNvPr>
                    <p:cNvSpPr>
                      <a:spLocks noChangeArrowheads="1"/>
                    </p:cNvSpPr>
                    <p:nvPr/>
                  </p:nvSpPr>
                  <p:spPr bwMode="auto">
                    <a:xfrm>
                      <a:off x="382" y="2961"/>
                      <a:ext cx="74"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 name="Rectangle 205">
                      <a:extLst>
                        <a:ext uri="{FF2B5EF4-FFF2-40B4-BE49-F238E27FC236}">
                          <a16:creationId xmlns:a16="http://schemas.microsoft.com/office/drawing/2014/main" id="{04DD1A2F-78E8-47E5-B1D3-654AA6B6518D}"/>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7" name="Oval 206">
                      <a:extLst>
                        <a:ext uri="{FF2B5EF4-FFF2-40B4-BE49-F238E27FC236}">
                          <a16:creationId xmlns:a16="http://schemas.microsoft.com/office/drawing/2014/main" id="{44B9E3DA-67DC-47B2-A9FA-ECB01A3A4546}"/>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8" name="Rectangle 207">
                      <a:extLst>
                        <a:ext uri="{FF2B5EF4-FFF2-40B4-BE49-F238E27FC236}">
                          <a16:creationId xmlns:a16="http://schemas.microsoft.com/office/drawing/2014/main" id="{98A70A83-C601-42DE-BD49-CBE7574BF19E}"/>
                        </a:ext>
                      </a:extLst>
                    </p:cNvPr>
                    <p:cNvSpPr>
                      <a:spLocks noChangeArrowheads="1"/>
                    </p:cNvSpPr>
                    <p:nvPr/>
                  </p:nvSpPr>
                  <p:spPr bwMode="auto">
                    <a:xfrm>
                      <a:off x="1235" y="3038"/>
                      <a:ext cx="371" cy="233"/>
                    </a:xfrm>
                    <a:prstGeom prst="rect">
                      <a:avLst/>
                    </a:prstGeom>
                    <a:noFill/>
                    <a:ln w="381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9" name="Oval 208">
                      <a:extLst>
                        <a:ext uri="{FF2B5EF4-FFF2-40B4-BE49-F238E27FC236}">
                          <a16:creationId xmlns:a16="http://schemas.microsoft.com/office/drawing/2014/main" id="{BB3F8F19-A46F-4E24-B2D2-FC23318F73C8}"/>
                        </a:ext>
                      </a:extLst>
                    </p:cNvPr>
                    <p:cNvSpPr>
                      <a:spLocks noChangeArrowheads="1"/>
                    </p:cNvSpPr>
                    <p:nvPr/>
                  </p:nvSpPr>
                  <p:spPr bwMode="auto">
                    <a:xfrm>
                      <a:off x="1383" y="2961"/>
                      <a:ext cx="75" cy="77"/>
                    </a:xfrm>
                    <a:prstGeom prst="ellipse">
                      <a:avLst/>
                    </a:prstGeom>
                    <a:noFill/>
                    <a:ln w="381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0" name="Freeform 209">
                      <a:extLst>
                        <a:ext uri="{FF2B5EF4-FFF2-40B4-BE49-F238E27FC236}">
                          <a16:creationId xmlns:a16="http://schemas.microsoft.com/office/drawing/2014/main" id="{395AE2D4-EC13-4412-AC72-A454BC77564C}"/>
                        </a:ext>
                      </a:extLst>
                    </p:cNvPr>
                    <p:cNvSpPr>
                      <a:spLocks/>
                    </p:cNvSpPr>
                    <p:nvPr/>
                  </p:nvSpPr>
                  <p:spPr bwMode="auto">
                    <a:xfrm>
                      <a:off x="491" y="2887"/>
                      <a:ext cx="924" cy="641"/>
                    </a:xfrm>
                    <a:custGeom>
                      <a:avLst/>
                      <a:gdLst>
                        <a:gd name="T0" fmla="*/ 924 w 924"/>
                        <a:gd name="T1" fmla="*/ 0 h 641"/>
                        <a:gd name="T2" fmla="*/ 609 w 924"/>
                        <a:gd name="T3" fmla="*/ 0 h 641"/>
                        <a:gd name="T4" fmla="*/ 283 w 924"/>
                        <a:gd name="T5" fmla="*/ 641 h 641"/>
                        <a:gd name="T6" fmla="*/ 0 w 924"/>
                        <a:gd name="T7" fmla="*/ 641 h 641"/>
                        <a:gd name="T8" fmla="*/ 0 w 924"/>
                        <a:gd name="T9" fmla="*/ 380 h 6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4" h="641">
                          <a:moveTo>
                            <a:pt x="924" y="0"/>
                          </a:moveTo>
                          <a:lnTo>
                            <a:pt x="609" y="0"/>
                          </a:lnTo>
                          <a:lnTo>
                            <a:pt x="283" y="641"/>
                          </a:lnTo>
                          <a:lnTo>
                            <a:pt x="0" y="641"/>
                          </a:lnTo>
                          <a:lnTo>
                            <a:pt x="0" y="38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34" name="Text Box 210">
                    <a:extLst>
                      <a:ext uri="{FF2B5EF4-FFF2-40B4-BE49-F238E27FC236}">
                        <a16:creationId xmlns:a16="http://schemas.microsoft.com/office/drawing/2014/main" id="{13917B1C-0276-404B-98A1-35A2C7668465}"/>
                      </a:ext>
                    </a:extLst>
                  </p:cNvPr>
                  <p:cNvSpPr txBox="1">
                    <a:spLocks noChangeArrowheads="1"/>
                  </p:cNvSpPr>
                  <p:nvPr/>
                </p:nvSpPr>
                <p:spPr bwMode="auto">
                  <a:xfrm>
                    <a:off x="524" y="1627"/>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1</a:t>
                    </a:r>
                  </a:p>
                </p:txBody>
              </p:sp>
              <p:sp>
                <p:nvSpPr>
                  <p:cNvPr id="35" name="Text Box 211">
                    <a:extLst>
                      <a:ext uri="{FF2B5EF4-FFF2-40B4-BE49-F238E27FC236}">
                        <a16:creationId xmlns:a16="http://schemas.microsoft.com/office/drawing/2014/main" id="{8B3DEE7C-A8D8-47F6-92F7-5C89CC11139E}"/>
                      </a:ext>
                    </a:extLst>
                  </p:cNvPr>
                  <p:cNvSpPr txBox="1">
                    <a:spLocks noChangeArrowheads="1"/>
                  </p:cNvSpPr>
                  <p:nvPr/>
                </p:nvSpPr>
                <p:spPr bwMode="auto">
                  <a:xfrm>
                    <a:off x="1296" y="1627"/>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2</a:t>
                    </a:r>
                  </a:p>
                </p:txBody>
              </p:sp>
              <p:sp>
                <p:nvSpPr>
                  <p:cNvPr id="36" name="Text Box 212">
                    <a:extLst>
                      <a:ext uri="{FF2B5EF4-FFF2-40B4-BE49-F238E27FC236}">
                        <a16:creationId xmlns:a16="http://schemas.microsoft.com/office/drawing/2014/main" id="{BCF9CF6A-9105-47A1-BF5E-A1A9B515131A}"/>
                      </a:ext>
                    </a:extLst>
                  </p:cNvPr>
                  <p:cNvSpPr txBox="1">
                    <a:spLocks noChangeArrowheads="1"/>
                  </p:cNvSpPr>
                  <p:nvPr/>
                </p:nvSpPr>
                <p:spPr bwMode="auto">
                  <a:xfrm>
                    <a:off x="427" y="2345"/>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3</a:t>
                    </a:r>
                  </a:p>
                </p:txBody>
              </p:sp>
              <p:sp>
                <p:nvSpPr>
                  <p:cNvPr id="37" name="Text Box 213">
                    <a:extLst>
                      <a:ext uri="{FF2B5EF4-FFF2-40B4-BE49-F238E27FC236}">
                        <a16:creationId xmlns:a16="http://schemas.microsoft.com/office/drawing/2014/main" id="{6261265A-FA59-4927-B5F9-A3021B216991}"/>
                      </a:ext>
                    </a:extLst>
                  </p:cNvPr>
                  <p:cNvSpPr txBox="1">
                    <a:spLocks noChangeArrowheads="1"/>
                  </p:cNvSpPr>
                  <p:nvPr/>
                </p:nvSpPr>
                <p:spPr bwMode="auto">
                  <a:xfrm>
                    <a:off x="1394" y="2334"/>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4</a:t>
                    </a:r>
                  </a:p>
                </p:txBody>
              </p:sp>
              <p:sp>
                <p:nvSpPr>
                  <p:cNvPr id="38" name="Text Box 214">
                    <a:extLst>
                      <a:ext uri="{FF2B5EF4-FFF2-40B4-BE49-F238E27FC236}">
                        <a16:creationId xmlns:a16="http://schemas.microsoft.com/office/drawing/2014/main" id="{6D28F688-C8F0-4BEA-905B-CE06683BBDB4}"/>
                      </a:ext>
                    </a:extLst>
                  </p:cNvPr>
                  <p:cNvSpPr txBox="1">
                    <a:spLocks noChangeArrowheads="1"/>
                  </p:cNvSpPr>
                  <p:nvPr/>
                </p:nvSpPr>
                <p:spPr bwMode="auto">
                  <a:xfrm>
                    <a:off x="308" y="3008"/>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5</a:t>
                    </a:r>
                  </a:p>
                </p:txBody>
              </p:sp>
              <p:sp>
                <p:nvSpPr>
                  <p:cNvPr id="39" name="Text Box 215">
                    <a:extLst>
                      <a:ext uri="{FF2B5EF4-FFF2-40B4-BE49-F238E27FC236}">
                        <a16:creationId xmlns:a16="http://schemas.microsoft.com/office/drawing/2014/main" id="{9D4D734B-835E-4C8A-810D-8197F6B704F6}"/>
                      </a:ext>
                    </a:extLst>
                  </p:cNvPr>
                  <p:cNvSpPr txBox="1">
                    <a:spLocks noChangeArrowheads="1"/>
                  </p:cNvSpPr>
                  <p:nvPr/>
                </p:nvSpPr>
                <p:spPr bwMode="auto">
                  <a:xfrm>
                    <a:off x="1308" y="2997"/>
                    <a:ext cx="239" cy="31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effectLst/>
                        <a:uLnTx/>
                        <a:uFillTx/>
                        <a:latin typeface="Times New Roman" panose="02020603050405020304" pitchFamily="18" charset="0"/>
                        <a:ea typeface="宋体" panose="02010600030101010101" pitchFamily="2" charset="-122"/>
                        <a:cs typeface="+mn-cs"/>
                      </a:rPr>
                      <a:t>6</a:t>
                    </a:r>
                  </a:p>
                </p:txBody>
              </p:sp>
            </p:grpSp>
            <p:sp>
              <p:nvSpPr>
                <p:cNvPr id="30" name="Freeform 216">
                  <a:extLst>
                    <a:ext uri="{FF2B5EF4-FFF2-40B4-BE49-F238E27FC236}">
                      <a16:creationId xmlns:a16="http://schemas.microsoft.com/office/drawing/2014/main" id="{96A6BEB6-9520-4D29-AB83-B3B1BD034467}"/>
                    </a:ext>
                  </a:extLst>
                </p:cNvPr>
                <p:cNvSpPr>
                  <a:spLocks/>
                </p:cNvSpPr>
                <p:nvPr/>
              </p:nvSpPr>
              <p:spPr bwMode="auto">
                <a:xfrm>
                  <a:off x="132" y="2126"/>
                  <a:ext cx="413" cy="1391"/>
                </a:xfrm>
                <a:custGeom>
                  <a:avLst/>
                  <a:gdLst>
                    <a:gd name="T0" fmla="*/ 413 w 413"/>
                    <a:gd name="T1" fmla="*/ 0 h 1391"/>
                    <a:gd name="T2" fmla="*/ 0 w 413"/>
                    <a:gd name="T3" fmla="*/ 0 h 1391"/>
                    <a:gd name="T4" fmla="*/ 0 w 413"/>
                    <a:gd name="T5" fmla="*/ 1391 h 1391"/>
                    <a:gd name="T6" fmla="*/ 207 w 413"/>
                    <a:gd name="T7" fmla="*/ 1391 h 1391"/>
                    <a:gd name="T8" fmla="*/ 207 w 413"/>
                    <a:gd name="T9" fmla="*/ 1141 h 13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 h="1391">
                      <a:moveTo>
                        <a:pt x="413" y="0"/>
                      </a:moveTo>
                      <a:lnTo>
                        <a:pt x="0" y="0"/>
                      </a:lnTo>
                      <a:lnTo>
                        <a:pt x="0" y="1391"/>
                      </a:lnTo>
                      <a:lnTo>
                        <a:pt x="207" y="1391"/>
                      </a:lnTo>
                      <a:lnTo>
                        <a:pt x="207"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Freeform 217">
                  <a:extLst>
                    <a:ext uri="{FF2B5EF4-FFF2-40B4-BE49-F238E27FC236}">
                      <a16:creationId xmlns:a16="http://schemas.microsoft.com/office/drawing/2014/main" id="{E4E90389-F15A-4CF5-93A3-492129AACDB9}"/>
                    </a:ext>
                  </a:extLst>
                </p:cNvPr>
                <p:cNvSpPr>
                  <a:spLocks/>
                </p:cNvSpPr>
                <p:nvPr/>
              </p:nvSpPr>
              <p:spPr bwMode="auto">
                <a:xfrm>
                  <a:off x="534" y="2126"/>
                  <a:ext cx="815" cy="576"/>
                </a:xfrm>
                <a:custGeom>
                  <a:avLst/>
                  <a:gdLst>
                    <a:gd name="T0" fmla="*/ 0 w 815"/>
                    <a:gd name="T1" fmla="*/ 0 h 576"/>
                    <a:gd name="T2" fmla="*/ 294 w 815"/>
                    <a:gd name="T3" fmla="*/ 0 h 576"/>
                    <a:gd name="T4" fmla="*/ 609 w 815"/>
                    <a:gd name="T5" fmla="*/ 576 h 576"/>
                    <a:gd name="T6" fmla="*/ 815 w 815"/>
                    <a:gd name="T7" fmla="*/ 576 h 576"/>
                    <a:gd name="T8" fmla="*/ 815 w 815"/>
                    <a:gd name="T9" fmla="*/ 478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5" h="576">
                      <a:moveTo>
                        <a:pt x="0" y="0"/>
                      </a:moveTo>
                      <a:lnTo>
                        <a:pt x="294" y="0"/>
                      </a:lnTo>
                      <a:lnTo>
                        <a:pt x="609" y="576"/>
                      </a:lnTo>
                      <a:lnTo>
                        <a:pt x="815" y="576"/>
                      </a:lnTo>
                      <a:lnTo>
                        <a:pt x="815" y="4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Oval 218">
                  <a:extLst>
                    <a:ext uri="{FF2B5EF4-FFF2-40B4-BE49-F238E27FC236}">
                      <a16:creationId xmlns:a16="http://schemas.microsoft.com/office/drawing/2014/main" id="{C4DE13E0-203D-4262-B4A1-A75C0025A032}"/>
                    </a:ext>
                  </a:extLst>
                </p:cNvPr>
                <p:cNvSpPr>
                  <a:spLocks noChangeArrowheads="1"/>
                </p:cNvSpPr>
                <p:nvPr/>
              </p:nvSpPr>
              <p:spPr bwMode="auto">
                <a:xfrm>
                  <a:off x="502" y="2104"/>
                  <a:ext cx="56" cy="5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8" name="Freeform 219">
                <a:extLst>
                  <a:ext uri="{FF2B5EF4-FFF2-40B4-BE49-F238E27FC236}">
                    <a16:creationId xmlns:a16="http://schemas.microsoft.com/office/drawing/2014/main" id="{C18C6656-DAF4-41D4-97A2-D3BF41422F37}"/>
                  </a:ext>
                </a:extLst>
              </p:cNvPr>
              <p:cNvSpPr>
                <a:spLocks/>
              </p:cNvSpPr>
              <p:nvPr/>
            </p:nvSpPr>
            <p:spPr bwMode="auto">
              <a:xfrm>
                <a:off x="1491" y="2115"/>
                <a:ext cx="260" cy="1261"/>
              </a:xfrm>
              <a:custGeom>
                <a:avLst/>
                <a:gdLst>
                  <a:gd name="T0" fmla="*/ 0 w 869"/>
                  <a:gd name="T1" fmla="*/ 0 h 1261"/>
                  <a:gd name="T2" fmla="*/ 2 w 869"/>
                  <a:gd name="T3" fmla="*/ 0 h 1261"/>
                  <a:gd name="T4" fmla="*/ 2 w 869"/>
                  <a:gd name="T5" fmla="*/ 1261 h 1261"/>
                  <a:gd name="T6" fmla="*/ 0 w 869"/>
                  <a:gd name="T7" fmla="*/ 1261 h 1261"/>
                  <a:gd name="T8" fmla="*/ 0 w 869"/>
                  <a:gd name="T9" fmla="*/ 1141 h 12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9" h="1261">
                    <a:moveTo>
                      <a:pt x="0" y="0"/>
                    </a:moveTo>
                    <a:lnTo>
                      <a:pt x="869" y="0"/>
                    </a:lnTo>
                    <a:lnTo>
                      <a:pt x="869" y="1261"/>
                    </a:lnTo>
                    <a:lnTo>
                      <a:pt x="54" y="1261"/>
                    </a:lnTo>
                    <a:lnTo>
                      <a:pt x="54" y="114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91" name="Text Box 159">
              <a:extLst>
                <a:ext uri="{FF2B5EF4-FFF2-40B4-BE49-F238E27FC236}">
                  <a16:creationId xmlns:a16="http://schemas.microsoft.com/office/drawing/2014/main" id="{630747DC-A02F-4B97-AF74-1F6CA00A8E2F}"/>
                </a:ext>
              </a:extLst>
            </p:cNvPr>
            <p:cNvSpPr txBox="1">
              <a:spLocks noChangeArrowheads="1"/>
            </p:cNvSpPr>
            <p:nvPr/>
          </p:nvSpPr>
          <p:spPr bwMode="auto">
            <a:xfrm>
              <a:off x="7726278" y="106724"/>
              <a:ext cx="350922" cy="46134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blinds(horizontal)">
                                      <p:cBhvr>
                                        <p:cTn id="12" dur="500"/>
                                        <p:tgtEl>
                                          <p:spTgt spid="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linds(horizontal)">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1"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ox(in)">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autoUpdateAnimBg="0"/>
      <p:bldP spid="24" grpId="0" animBg="1" autoUpdateAnimBg="0"/>
      <p:bldP spid="25" grpId="0" animBg="1"/>
      <p:bldP spid="25"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35</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TextBox 2"/>
          <p:cNvSpPr txBox="1"/>
          <p:nvPr/>
        </p:nvSpPr>
        <p:spPr bwMode="auto">
          <a:xfrm>
            <a:off x="495455" y="125963"/>
            <a:ext cx="45642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zh-CN" altLang="en-US" sz="2800" dirty="0">
                <a:solidFill>
                  <a:schemeClr val="tx1"/>
                </a:solidFill>
                <a:latin typeface="黑体" pitchFamily="49" charset="-122"/>
                <a:ea typeface="黑体" pitchFamily="49" charset="-122"/>
              </a:rPr>
              <a:t>四、正边沿</a:t>
            </a:r>
            <a:r>
              <a:rPr lang="en-US" altLang="zh-CN" sz="2800" dirty="0">
                <a:solidFill>
                  <a:schemeClr val="tx1"/>
                </a:solidFill>
                <a:latin typeface="黑体" pitchFamily="49" charset="-122"/>
                <a:ea typeface="黑体" pitchFamily="49" charset="-122"/>
              </a:rPr>
              <a:t>D</a:t>
            </a:r>
            <a:r>
              <a:rPr lang="zh-CN" altLang="en-US" sz="2800" dirty="0">
                <a:solidFill>
                  <a:schemeClr val="tx1"/>
                </a:solidFill>
                <a:latin typeface="黑体" pitchFamily="49" charset="-122"/>
                <a:ea typeface="黑体" pitchFamily="49" charset="-122"/>
              </a:rPr>
              <a:t>触发器的应用</a:t>
            </a:r>
          </a:p>
        </p:txBody>
      </p:sp>
      <p:sp>
        <p:nvSpPr>
          <p:cNvPr id="4" name="Rectangle 130">
            <a:extLst>
              <a:ext uri="{FF2B5EF4-FFF2-40B4-BE49-F238E27FC236}">
                <a16:creationId xmlns:a16="http://schemas.microsoft.com/office/drawing/2014/main" id="{E2F92F1A-0682-4665-AD8C-C464BFF3DCA3}"/>
              </a:ext>
            </a:extLst>
          </p:cNvPr>
          <p:cNvSpPr>
            <a:spLocks noChangeArrowheads="1"/>
          </p:cNvSpPr>
          <p:nvPr/>
        </p:nvSpPr>
        <p:spPr bwMode="auto">
          <a:xfrm>
            <a:off x="4787900" y="4851559"/>
            <a:ext cx="2689225" cy="1273175"/>
          </a:xfrm>
          <a:prstGeom prst="rect">
            <a:avLst/>
          </a:prstGeom>
          <a:gradFill rotWithShape="0">
            <a:gsLst>
              <a:gs pos="0">
                <a:srgbClr val="E1E1FF"/>
              </a:gs>
              <a:gs pos="50000">
                <a:srgbClr val="FFFFB1"/>
              </a:gs>
              <a:gs pos="100000">
                <a:srgbClr val="E1E1FF"/>
              </a:gs>
            </a:gsLst>
            <a:lin ang="5400000" scaled="1"/>
          </a:gra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5" name="Group 47">
            <a:extLst>
              <a:ext uri="{FF2B5EF4-FFF2-40B4-BE49-F238E27FC236}">
                <a16:creationId xmlns:a16="http://schemas.microsoft.com/office/drawing/2014/main" id="{F84F4BF3-3881-429E-9A44-9F863B593224}"/>
              </a:ext>
            </a:extLst>
          </p:cNvPr>
          <p:cNvGrpSpPr>
            <a:grpSpLocks/>
          </p:cNvGrpSpPr>
          <p:nvPr/>
        </p:nvGrpSpPr>
        <p:grpSpPr bwMode="auto">
          <a:xfrm>
            <a:off x="1181100" y="1199763"/>
            <a:ext cx="6653213" cy="2417762"/>
            <a:chOff x="744" y="922"/>
            <a:chExt cx="4191" cy="1523"/>
          </a:xfrm>
        </p:grpSpPr>
        <p:sp>
          <p:nvSpPr>
            <p:cNvPr id="6" name="Rectangle 4">
              <a:extLst>
                <a:ext uri="{FF2B5EF4-FFF2-40B4-BE49-F238E27FC236}">
                  <a16:creationId xmlns:a16="http://schemas.microsoft.com/office/drawing/2014/main" id="{66575415-5B15-4056-B912-5635F9246311}"/>
                </a:ext>
              </a:extLst>
            </p:cNvPr>
            <p:cNvSpPr>
              <a:spLocks noChangeArrowheads="1"/>
            </p:cNvSpPr>
            <p:nvPr/>
          </p:nvSpPr>
          <p:spPr bwMode="auto">
            <a:xfrm>
              <a:off x="1730" y="1103"/>
              <a:ext cx="572"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dirty="0">
                  <a:ln>
                    <a:solidFill>
                      <a:schemeClr val="tx1"/>
                    </a:solidFill>
                  </a:ln>
                  <a:effectLst/>
                  <a:uLnTx/>
                  <a:uFillTx/>
                  <a:ea typeface="宋体" panose="02010600030101010101" pitchFamily="2" charset="-122"/>
                  <a:cs typeface="+mn-cs"/>
                </a:rPr>
                <a:t>0</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7" name="Rectangle 5">
              <a:extLst>
                <a:ext uri="{FF2B5EF4-FFF2-40B4-BE49-F238E27FC236}">
                  <a16:creationId xmlns:a16="http://schemas.microsoft.com/office/drawing/2014/main" id="{E185D4E5-026E-418F-883D-F565A6A2F7C4}"/>
                </a:ext>
              </a:extLst>
            </p:cNvPr>
            <p:cNvSpPr>
              <a:spLocks noChangeArrowheads="1"/>
            </p:cNvSpPr>
            <p:nvPr/>
          </p:nvSpPr>
          <p:spPr bwMode="auto">
            <a:xfrm>
              <a:off x="2721" y="1103"/>
              <a:ext cx="571"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a:ln>
                    <a:solidFill>
                      <a:schemeClr val="tx1"/>
                    </a:solidFill>
                  </a:ln>
                  <a:effectLst/>
                  <a:uLnTx/>
                  <a:uFillTx/>
                  <a:ea typeface="宋体" panose="02010600030101010101" pitchFamily="2" charset="-122"/>
                  <a:cs typeface="+mn-cs"/>
                </a:rPr>
                <a:t>1</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8" name="Rectangle 6">
              <a:extLst>
                <a:ext uri="{FF2B5EF4-FFF2-40B4-BE49-F238E27FC236}">
                  <a16:creationId xmlns:a16="http://schemas.microsoft.com/office/drawing/2014/main" id="{44823718-E5D9-47BA-9CAC-E00B4E912A25}"/>
                </a:ext>
              </a:extLst>
            </p:cNvPr>
            <p:cNvSpPr>
              <a:spLocks noChangeArrowheads="1"/>
            </p:cNvSpPr>
            <p:nvPr/>
          </p:nvSpPr>
          <p:spPr bwMode="auto">
            <a:xfrm>
              <a:off x="3710" y="1103"/>
              <a:ext cx="572"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dirty="0">
                  <a:ln>
                    <a:solidFill>
                      <a:schemeClr val="tx1"/>
                    </a:solidFill>
                  </a:ln>
                  <a:effectLst/>
                  <a:uLnTx/>
                  <a:uFillTx/>
                  <a:ea typeface="宋体" panose="02010600030101010101" pitchFamily="2" charset="-122"/>
                  <a:cs typeface="+mn-cs"/>
                </a:rPr>
                <a:t>2</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9" name="Line 7">
              <a:extLst>
                <a:ext uri="{FF2B5EF4-FFF2-40B4-BE49-F238E27FC236}">
                  <a16:creationId xmlns:a16="http://schemas.microsoft.com/office/drawing/2014/main" id="{BDE2C481-8B6E-40E3-AB79-3F877F5B27F4}"/>
                </a:ext>
              </a:extLst>
            </p:cNvPr>
            <p:cNvSpPr>
              <a:spLocks noChangeShapeType="1"/>
            </p:cNvSpPr>
            <p:nvPr/>
          </p:nvSpPr>
          <p:spPr bwMode="auto">
            <a:xfrm>
              <a:off x="2302" y="1335"/>
              <a:ext cx="4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8">
              <a:extLst>
                <a:ext uri="{FF2B5EF4-FFF2-40B4-BE49-F238E27FC236}">
                  <a16:creationId xmlns:a16="http://schemas.microsoft.com/office/drawing/2014/main" id="{B56F3E39-13AE-446C-A769-6031692CDA55}"/>
                </a:ext>
              </a:extLst>
            </p:cNvPr>
            <p:cNvSpPr>
              <a:spLocks noChangeShapeType="1"/>
            </p:cNvSpPr>
            <p:nvPr/>
          </p:nvSpPr>
          <p:spPr bwMode="auto">
            <a:xfrm>
              <a:off x="3292" y="1296"/>
              <a:ext cx="4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9">
              <a:extLst>
                <a:ext uri="{FF2B5EF4-FFF2-40B4-BE49-F238E27FC236}">
                  <a16:creationId xmlns:a16="http://schemas.microsoft.com/office/drawing/2014/main" id="{14F84539-E29F-45E8-9163-EFA5C45927C9}"/>
                </a:ext>
              </a:extLst>
            </p:cNvPr>
            <p:cNvSpPr>
              <a:spLocks noChangeShapeType="1"/>
            </p:cNvSpPr>
            <p:nvPr/>
          </p:nvSpPr>
          <p:spPr bwMode="auto">
            <a:xfrm>
              <a:off x="4281" y="1296"/>
              <a:ext cx="30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0">
              <a:extLst>
                <a:ext uri="{FF2B5EF4-FFF2-40B4-BE49-F238E27FC236}">
                  <a16:creationId xmlns:a16="http://schemas.microsoft.com/office/drawing/2014/main" id="{79C060DC-9DDE-457A-A083-47728FA64AFE}"/>
                </a:ext>
              </a:extLst>
            </p:cNvPr>
            <p:cNvSpPr>
              <a:spLocks noChangeShapeType="1"/>
            </p:cNvSpPr>
            <p:nvPr/>
          </p:nvSpPr>
          <p:spPr bwMode="auto">
            <a:xfrm>
              <a:off x="1311" y="1335"/>
              <a:ext cx="4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11">
              <a:extLst>
                <a:ext uri="{FF2B5EF4-FFF2-40B4-BE49-F238E27FC236}">
                  <a16:creationId xmlns:a16="http://schemas.microsoft.com/office/drawing/2014/main" id="{3E0389E1-26FF-497B-AF6C-D6EF07FBC835}"/>
                </a:ext>
              </a:extLst>
            </p:cNvPr>
            <p:cNvSpPr>
              <a:spLocks noChangeShapeType="1"/>
            </p:cNvSpPr>
            <p:nvPr/>
          </p:nvSpPr>
          <p:spPr bwMode="auto">
            <a:xfrm>
              <a:off x="1140" y="2107"/>
              <a:ext cx="34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2">
              <a:extLst>
                <a:ext uri="{FF2B5EF4-FFF2-40B4-BE49-F238E27FC236}">
                  <a16:creationId xmlns:a16="http://schemas.microsoft.com/office/drawing/2014/main" id="{79575D05-CA40-42B9-A972-6E337AA253C1}"/>
                </a:ext>
              </a:extLst>
            </p:cNvPr>
            <p:cNvSpPr>
              <a:spLocks noChangeShapeType="1"/>
            </p:cNvSpPr>
            <p:nvPr/>
          </p:nvSpPr>
          <p:spPr bwMode="auto">
            <a:xfrm>
              <a:off x="1578" y="1720"/>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3">
              <a:extLst>
                <a:ext uri="{FF2B5EF4-FFF2-40B4-BE49-F238E27FC236}">
                  <a16:creationId xmlns:a16="http://schemas.microsoft.com/office/drawing/2014/main" id="{82E0629D-8088-4ACC-ACA3-E6486B0CDED3}"/>
                </a:ext>
              </a:extLst>
            </p:cNvPr>
            <p:cNvSpPr>
              <a:spLocks noChangeShapeType="1"/>
            </p:cNvSpPr>
            <p:nvPr/>
          </p:nvSpPr>
          <p:spPr bwMode="auto">
            <a:xfrm>
              <a:off x="1578" y="1720"/>
              <a:ext cx="0" cy="3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Oval 14">
              <a:extLst>
                <a:ext uri="{FF2B5EF4-FFF2-40B4-BE49-F238E27FC236}">
                  <a16:creationId xmlns:a16="http://schemas.microsoft.com/office/drawing/2014/main" id="{7CDB3CF7-52FD-44AB-800E-1868F5ED4ECC}"/>
                </a:ext>
              </a:extLst>
            </p:cNvPr>
            <p:cNvSpPr>
              <a:spLocks noChangeAspect="1" noChangeArrowheads="1"/>
            </p:cNvSpPr>
            <p:nvPr/>
          </p:nvSpPr>
          <p:spPr bwMode="auto">
            <a:xfrm>
              <a:off x="1556" y="2067"/>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 name="Line 15">
              <a:extLst>
                <a:ext uri="{FF2B5EF4-FFF2-40B4-BE49-F238E27FC236}">
                  <a16:creationId xmlns:a16="http://schemas.microsoft.com/office/drawing/2014/main" id="{A2C953B7-9D4D-4EAD-AA41-B414CBCB2562}"/>
                </a:ext>
              </a:extLst>
            </p:cNvPr>
            <p:cNvSpPr>
              <a:spLocks noChangeShapeType="1"/>
            </p:cNvSpPr>
            <p:nvPr/>
          </p:nvSpPr>
          <p:spPr bwMode="auto">
            <a:xfrm>
              <a:off x="2569" y="1720"/>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6">
              <a:extLst>
                <a:ext uri="{FF2B5EF4-FFF2-40B4-BE49-F238E27FC236}">
                  <a16:creationId xmlns:a16="http://schemas.microsoft.com/office/drawing/2014/main" id="{3D9EF79D-45B1-42F5-8613-AF8A95337ABA}"/>
                </a:ext>
              </a:extLst>
            </p:cNvPr>
            <p:cNvSpPr>
              <a:spLocks noChangeShapeType="1"/>
            </p:cNvSpPr>
            <p:nvPr/>
          </p:nvSpPr>
          <p:spPr bwMode="auto">
            <a:xfrm>
              <a:off x="2569" y="1720"/>
              <a:ext cx="0" cy="3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Text Box 20">
              <a:extLst>
                <a:ext uri="{FF2B5EF4-FFF2-40B4-BE49-F238E27FC236}">
                  <a16:creationId xmlns:a16="http://schemas.microsoft.com/office/drawing/2014/main" id="{A6D75E56-0A9C-48E2-B3D2-B53956721DAD}"/>
                </a:ext>
              </a:extLst>
            </p:cNvPr>
            <p:cNvSpPr txBox="1">
              <a:spLocks noChangeArrowheads="1"/>
            </p:cNvSpPr>
            <p:nvPr/>
          </p:nvSpPr>
          <p:spPr bwMode="auto">
            <a:xfrm>
              <a:off x="4662" y="1129"/>
              <a:ext cx="273"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a:t>
              </a:r>
            </a:p>
          </p:txBody>
        </p:sp>
        <p:sp>
          <p:nvSpPr>
            <p:cNvPr id="20" name="Text Box 21">
              <a:extLst>
                <a:ext uri="{FF2B5EF4-FFF2-40B4-BE49-F238E27FC236}">
                  <a16:creationId xmlns:a16="http://schemas.microsoft.com/office/drawing/2014/main" id="{02B30AD0-6E28-4CC9-B850-3F79C22B8B97}"/>
                </a:ext>
              </a:extLst>
            </p:cNvPr>
            <p:cNvSpPr txBox="1">
              <a:spLocks noChangeArrowheads="1"/>
            </p:cNvSpPr>
            <p:nvPr/>
          </p:nvSpPr>
          <p:spPr bwMode="auto">
            <a:xfrm>
              <a:off x="4662" y="1899"/>
              <a:ext cx="273"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a:t>
              </a:r>
            </a:p>
          </p:txBody>
        </p:sp>
        <p:sp>
          <p:nvSpPr>
            <p:cNvPr id="21" name="Text Box 22">
              <a:extLst>
                <a:ext uri="{FF2B5EF4-FFF2-40B4-BE49-F238E27FC236}">
                  <a16:creationId xmlns:a16="http://schemas.microsoft.com/office/drawing/2014/main" id="{338EEC6C-935E-449E-BCEA-57E4F07907D2}"/>
                </a:ext>
              </a:extLst>
            </p:cNvPr>
            <p:cNvSpPr txBox="1">
              <a:spLocks noChangeArrowheads="1"/>
            </p:cNvSpPr>
            <p:nvPr/>
          </p:nvSpPr>
          <p:spPr bwMode="auto">
            <a:xfrm>
              <a:off x="1072" y="1822"/>
              <a:ext cx="35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CP</a:t>
              </a:r>
            </a:p>
          </p:txBody>
        </p:sp>
        <p:sp>
          <p:nvSpPr>
            <p:cNvPr id="22" name="Text Box 23">
              <a:extLst>
                <a:ext uri="{FF2B5EF4-FFF2-40B4-BE49-F238E27FC236}">
                  <a16:creationId xmlns:a16="http://schemas.microsoft.com/office/drawing/2014/main" id="{5C2FE3FB-F2CC-487F-849C-DB17DD2F9F6F}"/>
                </a:ext>
              </a:extLst>
            </p:cNvPr>
            <p:cNvSpPr txBox="1">
              <a:spLocks noChangeArrowheads="1"/>
            </p:cNvSpPr>
            <p:nvPr/>
          </p:nvSpPr>
          <p:spPr bwMode="auto">
            <a:xfrm>
              <a:off x="744" y="922"/>
              <a:ext cx="888" cy="28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solidFill>
                      <a:schemeClr val="tx1"/>
                    </a:solidFill>
                  </a:ln>
                  <a:effectLst/>
                  <a:uLnTx/>
                  <a:uFillTx/>
                  <a:latin typeface="黑体" pitchFamily="49" charset="-122"/>
                  <a:ea typeface="黑体" pitchFamily="49" charset="-122"/>
                </a:rPr>
                <a:t>串行输入</a:t>
              </a:r>
            </a:p>
          </p:txBody>
        </p:sp>
        <p:sp>
          <p:nvSpPr>
            <p:cNvPr id="23" name="Freeform 26">
              <a:extLst>
                <a:ext uri="{FF2B5EF4-FFF2-40B4-BE49-F238E27FC236}">
                  <a16:creationId xmlns:a16="http://schemas.microsoft.com/office/drawing/2014/main" id="{24EFEAEA-D381-499B-94CA-CE0CA036143D}"/>
                </a:ext>
              </a:extLst>
            </p:cNvPr>
            <p:cNvSpPr>
              <a:spLocks/>
            </p:cNvSpPr>
            <p:nvPr/>
          </p:nvSpPr>
          <p:spPr bwMode="auto">
            <a:xfrm>
              <a:off x="3523" y="1762"/>
              <a:ext cx="180" cy="350"/>
            </a:xfrm>
            <a:custGeom>
              <a:avLst/>
              <a:gdLst>
                <a:gd name="T0" fmla="*/ 180 w 180"/>
                <a:gd name="T1" fmla="*/ 0 h 350"/>
                <a:gd name="T2" fmla="*/ 0 w 180"/>
                <a:gd name="T3" fmla="*/ 0 h 350"/>
                <a:gd name="T4" fmla="*/ 0 w 180"/>
                <a:gd name="T5" fmla="*/ 350 h 350"/>
                <a:gd name="T6" fmla="*/ 0 60000 65536"/>
                <a:gd name="T7" fmla="*/ 0 60000 65536"/>
                <a:gd name="T8" fmla="*/ 0 60000 65536"/>
              </a:gdLst>
              <a:ahLst/>
              <a:cxnLst>
                <a:cxn ang="T6">
                  <a:pos x="T0" y="T1"/>
                </a:cxn>
                <a:cxn ang="T7">
                  <a:pos x="T2" y="T3"/>
                </a:cxn>
                <a:cxn ang="T8">
                  <a:pos x="T4" y="T5"/>
                </a:cxn>
              </a:cxnLst>
              <a:rect l="0" t="0" r="r" b="b"/>
              <a:pathLst>
                <a:path w="180" h="350">
                  <a:moveTo>
                    <a:pt x="180" y="0"/>
                  </a:moveTo>
                  <a:lnTo>
                    <a:pt x="0" y="0"/>
                  </a:lnTo>
                  <a:lnTo>
                    <a:pt x="0" y="35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Oval 27">
              <a:extLst>
                <a:ext uri="{FF2B5EF4-FFF2-40B4-BE49-F238E27FC236}">
                  <a16:creationId xmlns:a16="http://schemas.microsoft.com/office/drawing/2014/main" id="{D38B690F-18A3-460B-90F4-98D39B910000}"/>
                </a:ext>
              </a:extLst>
            </p:cNvPr>
            <p:cNvSpPr>
              <a:spLocks noChangeAspect="1" noChangeArrowheads="1"/>
            </p:cNvSpPr>
            <p:nvPr/>
          </p:nvSpPr>
          <p:spPr bwMode="auto">
            <a:xfrm>
              <a:off x="3496" y="2090"/>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5" name="Oval 17">
              <a:extLst>
                <a:ext uri="{FF2B5EF4-FFF2-40B4-BE49-F238E27FC236}">
                  <a16:creationId xmlns:a16="http://schemas.microsoft.com/office/drawing/2014/main" id="{B9B19449-C7FA-4F3C-80EA-836A8D904A1B}"/>
                </a:ext>
              </a:extLst>
            </p:cNvPr>
            <p:cNvSpPr>
              <a:spLocks noChangeAspect="1" noChangeArrowheads="1"/>
            </p:cNvSpPr>
            <p:nvPr/>
          </p:nvSpPr>
          <p:spPr bwMode="auto">
            <a:xfrm>
              <a:off x="2547" y="2067"/>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Freeform 28">
              <a:extLst>
                <a:ext uri="{FF2B5EF4-FFF2-40B4-BE49-F238E27FC236}">
                  <a16:creationId xmlns:a16="http://schemas.microsoft.com/office/drawing/2014/main" id="{723C826A-3900-4EA4-970F-D83164CD9F18}"/>
                </a:ext>
              </a:extLst>
            </p:cNvPr>
            <p:cNvSpPr>
              <a:spLocks/>
            </p:cNvSpPr>
            <p:nvPr/>
          </p:nvSpPr>
          <p:spPr bwMode="auto">
            <a:xfrm>
              <a:off x="1140" y="1909"/>
              <a:ext cx="2868" cy="440"/>
            </a:xfrm>
            <a:custGeom>
              <a:avLst/>
              <a:gdLst>
                <a:gd name="T0" fmla="*/ 2868 w 2868"/>
                <a:gd name="T1" fmla="*/ 0 h 440"/>
                <a:gd name="T2" fmla="*/ 2868 w 2868"/>
                <a:gd name="T3" fmla="*/ 440 h 440"/>
                <a:gd name="T4" fmla="*/ 0 w 2868"/>
                <a:gd name="T5" fmla="*/ 440 h 440"/>
                <a:gd name="T6" fmla="*/ 0 60000 65536"/>
                <a:gd name="T7" fmla="*/ 0 60000 65536"/>
                <a:gd name="T8" fmla="*/ 0 60000 65536"/>
              </a:gdLst>
              <a:ahLst/>
              <a:cxnLst>
                <a:cxn ang="T6">
                  <a:pos x="T0" y="T1"/>
                </a:cxn>
                <a:cxn ang="T7">
                  <a:pos x="T2" y="T3"/>
                </a:cxn>
                <a:cxn ang="T8">
                  <a:pos x="T4" y="T5"/>
                </a:cxn>
              </a:cxnLst>
              <a:rect l="0" t="0" r="r" b="b"/>
              <a:pathLst>
                <a:path w="2868" h="440">
                  <a:moveTo>
                    <a:pt x="2868" y="0"/>
                  </a:moveTo>
                  <a:lnTo>
                    <a:pt x="2868" y="440"/>
                  </a:lnTo>
                  <a:lnTo>
                    <a:pt x="0" y="44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30">
              <a:extLst>
                <a:ext uri="{FF2B5EF4-FFF2-40B4-BE49-F238E27FC236}">
                  <a16:creationId xmlns:a16="http://schemas.microsoft.com/office/drawing/2014/main" id="{B9B343B9-2D59-469A-B747-F047FA7FFE8F}"/>
                </a:ext>
              </a:extLst>
            </p:cNvPr>
            <p:cNvSpPr>
              <a:spLocks noChangeShapeType="1"/>
            </p:cNvSpPr>
            <p:nvPr/>
          </p:nvSpPr>
          <p:spPr bwMode="auto">
            <a:xfrm>
              <a:off x="2992" y="1909"/>
              <a:ext cx="0" cy="42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31">
              <a:extLst>
                <a:ext uri="{FF2B5EF4-FFF2-40B4-BE49-F238E27FC236}">
                  <a16:creationId xmlns:a16="http://schemas.microsoft.com/office/drawing/2014/main" id="{FF5F47DD-EBFC-4987-B21F-CC2DF90198BF}"/>
                </a:ext>
              </a:extLst>
            </p:cNvPr>
            <p:cNvSpPr>
              <a:spLocks noChangeShapeType="1"/>
            </p:cNvSpPr>
            <p:nvPr/>
          </p:nvSpPr>
          <p:spPr bwMode="auto">
            <a:xfrm>
              <a:off x="1986" y="1909"/>
              <a:ext cx="0" cy="42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Oval 32">
              <a:extLst>
                <a:ext uri="{FF2B5EF4-FFF2-40B4-BE49-F238E27FC236}">
                  <a16:creationId xmlns:a16="http://schemas.microsoft.com/office/drawing/2014/main" id="{9EF1C48B-3F5E-4758-A522-323E81DDBA32}"/>
                </a:ext>
              </a:extLst>
            </p:cNvPr>
            <p:cNvSpPr>
              <a:spLocks noChangeArrowheads="1"/>
            </p:cNvSpPr>
            <p:nvPr/>
          </p:nvSpPr>
          <p:spPr bwMode="auto">
            <a:xfrm>
              <a:off x="2947" y="2304"/>
              <a:ext cx="68" cy="6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Oval 33">
              <a:extLst>
                <a:ext uri="{FF2B5EF4-FFF2-40B4-BE49-F238E27FC236}">
                  <a16:creationId xmlns:a16="http://schemas.microsoft.com/office/drawing/2014/main" id="{F61C0BA1-88D1-412F-BCEA-230CF41FBFF4}"/>
                </a:ext>
              </a:extLst>
            </p:cNvPr>
            <p:cNvSpPr>
              <a:spLocks noChangeArrowheads="1"/>
            </p:cNvSpPr>
            <p:nvPr/>
          </p:nvSpPr>
          <p:spPr bwMode="auto">
            <a:xfrm>
              <a:off x="1942" y="2327"/>
              <a:ext cx="68" cy="6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31" name="Group 36">
              <a:extLst>
                <a:ext uri="{FF2B5EF4-FFF2-40B4-BE49-F238E27FC236}">
                  <a16:creationId xmlns:a16="http://schemas.microsoft.com/office/drawing/2014/main" id="{8F6D362A-1B9C-4DB3-A601-3D43064DBBAF}"/>
                </a:ext>
              </a:extLst>
            </p:cNvPr>
            <p:cNvGrpSpPr>
              <a:grpSpLocks/>
            </p:cNvGrpSpPr>
            <p:nvPr/>
          </p:nvGrpSpPr>
          <p:grpSpPr bwMode="auto">
            <a:xfrm>
              <a:off x="813" y="2157"/>
              <a:ext cx="553" cy="288"/>
              <a:chOff x="1175" y="3106"/>
              <a:chExt cx="553" cy="288"/>
            </a:xfrm>
          </p:grpSpPr>
          <p:sp>
            <p:nvSpPr>
              <p:cNvPr id="36" name="Text Box 34">
                <a:extLst>
                  <a:ext uri="{FF2B5EF4-FFF2-40B4-BE49-F238E27FC236}">
                    <a16:creationId xmlns:a16="http://schemas.microsoft.com/office/drawing/2014/main" id="{1985A5CE-95CD-4D51-93AD-AE3A6BEB8BB1}"/>
                  </a:ext>
                </a:extLst>
              </p:cNvPr>
              <p:cNvSpPr txBox="1">
                <a:spLocks noChangeArrowheads="1"/>
              </p:cNvSpPr>
              <p:nvPr/>
            </p:nvSpPr>
            <p:spPr bwMode="auto">
              <a:xfrm>
                <a:off x="1175" y="3106"/>
                <a:ext cx="5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37" name="Line 35">
                <a:extLst>
                  <a:ext uri="{FF2B5EF4-FFF2-40B4-BE49-F238E27FC236}">
                    <a16:creationId xmlns:a16="http://schemas.microsoft.com/office/drawing/2014/main" id="{B8C7F5B8-322C-484D-B1C5-E1B99C3046AF}"/>
                  </a:ext>
                </a:extLst>
              </p:cNvPr>
              <p:cNvSpPr>
                <a:spLocks noChangeShapeType="1"/>
              </p:cNvSpPr>
              <p:nvPr/>
            </p:nvSpPr>
            <p:spPr bwMode="auto">
              <a:xfrm flipV="1">
                <a:off x="1219" y="3151"/>
                <a:ext cx="113" cy="1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2" name="AutoShape 37">
              <a:extLst>
                <a:ext uri="{FF2B5EF4-FFF2-40B4-BE49-F238E27FC236}">
                  <a16:creationId xmlns:a16="http://schemas.microsoft.com/office/drawing/2014/main" id="{FE2CC602-4BD7-47EF-A00D-61B0ADD1098F}"/>
                </a:ext>
              </a:extLst>
            </p:cNvPr>
            <p:cNvSpPr>
              <a:spLocks noChangeArrowheads="1"/>
            </p:cNvSpPr>
            <p:nvPr/>
          </p:nvSpPr>
          <p:spPr bwMode="auto">
            <a:xfrm rot="5400000">
              <a:off x="1716" y="1660"/>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AutoShape 38">
              <a:extLst>
                <a:ext uri="{FF2B5EF4-FFF2-40B4-BE49-F238E27FC236}">
                  <a16:creationId xmlns:a16="http://schemas.microsoft.com/office/drawing/2014/main" id="{663F3BCD-0FF5-41F0-9CA9-3835D4E511BE}"/>
                </a:ext>
              </a:extLst>
            </p:cNvPr>
            <p:cNvSpPr>
              <a:spLocks noChangeArrowheads="1"/>
            </p:cNvSpPr>
            <p:nvPr/>
          </p:nvSpPr>
          <p:spPr bwMode="auto">
            <a:xfrm rot="5400000">
              <a:off x="2710" y="1671"/>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AutoShape 39">
              <a:extLst>
                <a:ext uri="{FF2B5EF4-FFF2-40B4-BE49-F238E27FC236}">
                  <a16:creationId xmlns:a16="http://schemas.microsoft.com/office/drawing/2014/main" id="{B41E8B10-27D5-46CB-A3DE-5B62FAB09589}"/>
                </a:ext>
              </a:extLst>
            </p:cNvPr>
            <p:cNvSpPr>
              <a:spLocks noChangeArrowheads="1"/>
            </p:cNvSpPr>
            <p:nvPr/>
          </p:nvSpPr>
          <p:spPr bwMode="auto">
            <a:xfrm rot="5400000">
              <a:off x="3704" y="1705"/>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Line 40">
              <a:extLst>
                <a:ext uri="{FF2B5EF4-FFF2-40B4-BE49-F238E27FC236}">
                  <a16:creationId xmlns:a16="http://schemas.microsoft.com/office/drawing/2014/main" id="{E10171C3-405E-4764-BAA3-FE471077C5EF}"/>
                </a:ext>
              </a:extLst>
            </p:cNvPr>
            <p:cNvSpPr>
              <a:spLocks noChangeShapeType="1"/>
            </p:cNvSpPr>
            <p:nvPr/>
          </p:nvSpPr>
          <p:spPr bwMode="auto">
            <a:xfrm>
              <a:off x="3941" y="2349"/>
              <a:ext cx="62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8" name="Group 45">
            <a:extLst>
              <a:ext uri="{FF2B5EF4-FFF2-40B4-BE49-F238E27FC236}">
                <a16:creationId xmlns:a16="http://schemas.microsoft.com/office/drawing/2014/main" id="{7F582BFA-8838-4BE0-AF85-40D87A621219}"/>
              </a:ext>
            </a:extLst>
          </p:cNvPr>
          <p:cNvGrpSpPr>
            <a:grpSpLocks/>
          </p:cNvGrpSpPr>
          <p:nvPr/>
        </p:nvGrpSpPr>
        <p:grpSpPr bwMode="auto">
          <a:xfrm>
            <a:off x="3651251" y="1707764"/>
            <a:ext cx="3717926" cy="541338"/>
            <a:chOff x="2300" y="1242"/>
            <a:chExt cx="2342" cy="341"/>
          </a:xfrm>
        </p:grpSpPr>
        <p:sp>
          <p:nvSpPr>
            <p:cNvPr id="39" name="Text Box 42">
              <a:extLst>
                <a:ext uri="{FF2B5EF4-FFF2-40B4-BE49-F238E27FC236}">
                  <a16:creationId xmlns:a16="http://schemas.microsoft.com/office/drawing/2014/main" id="{203014A6-3144-4CF1-A50E-33ABA0A63D90}"/>
                </a:ext>
              </a:extLst>
            </p:cNvPr>
            <p:cNvSpPr txBox="1">
              <a:spLocks noChangeArrowheads="1"/>
            </p:cNvSpPr>
            <p:nvPr/>
          </p:nvSpPr>
          <p:spPr bwMode="auto">
            <a:xfrm>
              <a:off x="2300" y="1295"/>
              <a:ext cx="23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40" name="Text Box 43">
              <a:extLst>
                <a:ext uri="{FF2B5EF4-FFF2-40B4-BE49-F238E27FC236}">
                  <a16:creationId xmlns:a16="http://schemas.microsoft.com/office/drawing/2014/main" id="{F709DA06-7D21-4636-9146-DA5331873D74}"/>
                </a:ext>
              </a:extLst>
            </p:cNvPr>
            <p:cNvSpPr txBox="1">
              <a:spLocks noChangeArrowheads="1"/>
            </p:cNvSpPr>
            <p:nvPr/>
          </p:nvSpPr>
          <p:spPr bwMode="auto">
            <a:xfrm>
              <a:off x="3276" y="1253"/>
              <a:ext cx="38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41" name="Text Box 44">
              <a:extLst>
                <a:ext uri="{FF2B5EF4-FFF2-40B4-BE49-F238E27FC236}">
                  <a16:creationId xmlns:a16="http://schemas.microsoft.com/office/drawing/2014/main" id="{12993DF4-2D98-4327-850B-77F0685D4516}"/>
                </a:ext>
              </a:extLst>
            </p:cNvPr>
            <p:cNvSpPr txBox="1">
              <a:spLocks noChangeArrowheads="1"/>
            </p:cNvSpPr>
            <p:nvPr/>
          </p:nvSpPr>
          <p:spPr bwMode="auto">
            <a:xfrm>
              <a:off x="4258" y="1242"/>
              <a:ext cx="38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sp>
        <p:nvSpPr>
          <p:cNvPr id="42" name="Text Box 46">
            <a:extLst>
              <a:ext uri="{FF2B5EF4-FFF2-40B4-BE49-F238E27FC236}">
                <a16:creationId xmlns:a16="http://schemas.microsoft.com/office/drawing/2014/main" id="{517A95D1-DE04-4161-83B1-3187CAE858D1}"/>
              </a:ext>
            </a:extLst>
          </p:cNvPr>
          <p:cNvSpPr txBox="1">
            <a:spLocks noChangeArrowheads="1"/>
          </p:cNvSpPr>
          <p:nvPr/>
        </p:nvSpPr>
        <p:spPr bwMode="auto">
          <a:xfrm>
            <a:off x="1776413" y="1637913"/>
            <a:ext cx="573087"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nvGrpSpPr>
          <p:cNvPr id="43" name="Group 125">
            <a:extLst>
              <a:ext uri="{FF2B5EF4-FFF2-40B4-BE49-F238E27FC236}">
                <a16:creationId xmlns:a16="http://schemas.microsoft.com/office/drawing/2014/main" id="{06B03E6B-51F5-44D5-8CF9-822B47D7B2E5}"/>
              </a:ext>
            </a:extLst>
          </p:cNvPr>
          <p:cNvGrpSpPr>
            <a:grpSpLocks/>
          </p:cNvGrpSpPr>
          <p:nvPr/>
        </p:nvGrpSpPr>
        <p:grpSpPr bwMode="auto">
          <a:xfrm>
            <a:off x="1897063" y="4046697"/>
            <a:ext cx="2136775" cy="2332037"/>
            <a:chOff x="3331" y="2552"/>
            <a:chExt cx="1346" cy="1469"/>
          </a:xfrm>
        </p:grpSpPr>
        <p:sp>
          <p:nvSpPr>
            <p:cNvPr id="44" name="Rectangle 57">
              <a:extLst>
                <a:ext uri="{FF2B5EF4-FFF2-40B4-BE49-F238E27FC236}">
                  <a16:creationId xmlns:a16="http://schemas.microsoft.com/office/drawing/2014/main" id="{9F4D48F1-D8DE-465F-A4A2-C7BCF262C2B8}"/>
                </a:ext>
              </a:extLst>
            </p:cNvPr>
            <p:cNvSpPr>
              <a:spLocks noChangeArrowheads="1"/>
            </p:cNvSpPr>
            <p:nvPr/>
          </p:nvSpPr>
          <p:spPr bwMode="auto">
            <a:xfrm>
              <a:off x="3716" y="3430"/>
              <a:ext cx="958" cy="59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5" name="Rectangle 56">
              <a:extLst>
                <a:ext uri="{FF2B5EF4-FFF2-40B4-BE49-F238E27FC236}">
                  <a16:creationId xmlns:a16="http://schemas.microsoft.com/office/drawing/2014/main" id="{121CEAEA-6D13-4D4E-BD14-64C9A148F3B4}"/>
                </a:ext>
              </a:extLst>
            </p:cNvPr>
            <p:cNvSpPr>
              <a:spLocks noChangeArrowheads="1"/>
            </p:cNvSpPr>
            <p:nvPr/>
          </p:nvSpPr>
          <p:spPr bwMode="auto">
            <a:xfrm>
              <a:off x="3331" y="3430"/>
              <a:ext cx="385" cy="59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Rectangle 55">
              <a:extLst>
                <a:ext uri="{FF2B5EF4-FFF2-40B4-BE49-F238E27FC236}">
                  <a16:creationId xmlns:a16="http://schemas.microsoft.com/office/drawing/2014/main" id="{7EB5A789-DB8E-4DB4-85AD-F2BE2D300E20}"/>
                </a:ext>
              </a:extLst>
            </p:cNvPr>
            <p:cNvSpPr>
              <a:spLocks noChangeArrowheads="1"/>
            </p:cNvSpPr>
            <p:nvPr/>
          </p:nvSpPr>
          <p:spPr bwMode="auto">
            <a:xfrm>
              <a:off x="3716" y="3137"/>
              <a:ext cx="958" cy="29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Rectangle 54">
              <a:extLst>
                <a:ext uri="{FF2B5EF4-FFF2-40B4-BE49-F238E27FC236}">
                  <a16:creationId xmlns:a16="http://schemas.microsoft.com/office/drawing/2014/main" id="{F93BEA3E-2D72-4612-82F6-9AE5FFE3CC73}"/>
                </a:ext>
              </a:extLst>
            </p:cNvPr>
            <p:cNvSpPr>
              <a:spLocks noChangeArrowheads="1"/>
            </p:cNvSpPr>
            <p:nvPr/>
          </p:nvSpPr>
          <p:spPr bwMode="auto">
            <a:xfrm>
              <a:off x="3331" y="3137"/>
              <a:ext cx="385" cy="29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Rectangle 53">
              <a:extLst>
                <a:ext uri="{FF2B5EF4-FFF2-40B4-BE49-F238E27FC236}">
                  <a16:creationId xmlns:a16="http://schemas.microsoft.com/office/drawing/2014/main" id="{676FC9C6-DC4C-4610-AA56-85CBAFE212DA}"/>
                </a:ext>
              </a:extLst>
            </p:cNvPr>
            <p:cNvSpPr>
              <a:spLocks noChangeArrowheads="1"/>
            </p:cNvSpPr>
            <p:nvPr/>
          </p:nvSpPr>
          <p:spPr bwMode="auto">
            <a:xfrm>
              <a:off x="3716" y="2845"/>
              <a:ext cx="958" cy="2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Rectangle 52">
              <a:extLst>
                <a:ext uri="{FF2B5EF4-FFF2-40B4-BE49-F238E27FC236}">
                  <a16:creationId xmlns:a16="http://schemas.microsoft.com/office/drawing/2014/main" id="{31175E55-081A-4FF7-A8B0-07B9C5099697}"/>
                </a:ext>
              </a:extLst>
            </p:cNvPr>
            <p:cNvSpPr>
              <a:spLocks noChangeArrowheads="1"/>
            </p:cNvSpPr>
            <p:nvPr/>
          </p:nvSpPr>
          <p:spPr bwMode="auto">
            <a:xfrm>
              <a:off x="3331" y="2845"/>
              <a:ext cx="385" cy="29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0" name="Rectangle 51">
              <a:extLst>
                <a:ext uri="{FF2B5EF4-FFF2-40B4-BE49-F238E27FC236}">
                  <a16:creationId xmlns:a16="http://schemas.microsoft.com/office/drawing/2014/main" id="{AF5E6EED-9194-4AEE-817D-40CFE62EEEEF}"/>
                </a:ext>
              </a:extLst>
            </p:cNvPr>
            <p:cNvSpPr>
              <a:spLocks noChangeArrowheads="1"/>
            </p:cNvSpPr>
            <p:nvPr/>
          </p:nvSpPr>
          <p:spPr bwMode="auto">
            <a:xfrm>
              <a:off x="3716" y="2552"/>
              <a:ext cx="958" cy="29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0</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Q</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1</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Q</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51" name="Rectangle 50">
              <a:extLst>
                <a:ext uri="{FF2B5EF4-FFF2-40B4-BE49-F238E27FC236}">
                  <a16:creationId xmlns:a16="http://schemas.microsoft.com/office/drawing/2014/main" id="{761FD15C-5734-4683-B234-A13B1BB976F6}"/>
                </a:ext>
              </a:extLst>
            </p:cNvPr>
            <p:cNvSpPr>
              <a:spLocks noChangeArrowheads="1"/>
            </p:cNvSpPr>
            <p:nvPr/>
          </p:nvSpPr>
          <p:spPr bwMode="auto">
            <a:xfrm>
              <a:off x="3331" y="2552"/>
              <a:ext cx="385" cy="29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52" name="Line 59">
              <a:extLst>
                <a:ext uri="{FF2B5EF4-FFF2-40B4-BE49-F238E27FC236}">
                  <a16:creationId xmlns:a16="http://schemas.microsoft.com/office/drawing/2014/main" id="{59B97406-7B67-4DF5-92F7-A3A309CE638A}"/>
                </a:ext>
              </a:extLst>
            </p:cNvPr>
            <p:cNvSpPr>
              <a:spLocks noChangeShapeType="1"/>
            </p:cNvSpPr>
            <p:nvPr/>
          </p:nvSpPr>
          <p:spPr bwMode="auto">
            <a:xfrm>
              <a:off x="3331" y="2845"/>
              <a:ext cx="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60">
              <a:extLst>
                <a:ext uri="{FF2B5EF4-FFF2-40B4-BE49-F238E27FC236}">
                  <a16:creationId xmlns:a16="http://schemas.microsoft.com/office/drawing/2014/main" id="{620DEA63-5C06-4D37-83B7-358ABECEAB7D}"/>
                </a:ext>
              </a:extLst>
            </p:cNvPr>
            <p:cNvSpPr>
              <a:spLocks noChangeShapeType="1"/>
            </p:cNvSpPr>
            <p:nvPr/>
          </p:nvSpPr>
          <p:spPr bwMode="auto">
            <a:xfrm>
              <a:off x="3331" y="3137"/>
              <a:ext cx="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61">
              <a:extLst>
                <a:ext uri="{FF2B5EF4-FFF2-40B4-BE49-F238E27FC236}">
                  <a16:creationId xmlns:a16="http://schemas.microsoft.com/office/drawing/2014/main" id="{81FC4593-2524-4290-8AF4-77E04390CFBB}"/>
                </a:ext>
              </a:extLst>
            </p:cNvPr>
            <p:cNvSpPr>
              <a:spLocks noChangeShapeType="1"/>
            </p:cNvSpPr>
            <p:nvPr/>
          </p:nvSpPr>
          <p:spPr bwMode="auto">
            <a:xfrm>
              <a:off x="3331" y="3430"/>
              <a:ext cx="134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Line 64">
              <a:extLst>
                <a:ext uri="{FF2B5EF4-FFF2-40B4-BE49-F238E27FC236}">
                  <a16:creationId xmlns:a16="http://schemas.microsoft.com/office/drawing/2014/main" id="{37B1D8CA-3B10-4D34-BEBE-D7C416ACC5E0}"/>
                </a:ext>
              </a:extLst>
            </p:cNvPr>
            <p:cNvSpPr>
              <a:spLocks noChangeShapeType="1"/>
            </p:cNvSpPr>
            <p:nvPr/>
          </p:nvSpPr>
          <p:spPr bwMode="auto">
            <a:xfrm>
              <a:off x="3716" y="2552"/>
              <a:ext cx="0" cy="14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Line 58">
              <a:extLst>
                <a:ext uri="{FF2B5EF4-FFF2-40B4-BE49-F238E27FC236}">
                  <a16:creationId xmlns:a16="http://schemas.microsoft.com/office/drawing/2014/main" id="{CE1DF00B-F25D-4EB6-AD49-C8979E322395}"/>
                </a:ext>
              </a:extLst>
            </p:cNvPr>
            <p:cNvSpPr>
              <a:spLocks noChangeShapeType="1"/>
            </p:cNvSpPr>
            <p:nvPr/>
          </p:nvSpPr>
          <p:spPr bwMode="auto">
            <a:xfrm>
              <a:off x="3331" y="2552"/>
              <a:ext cx="1343"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63">
              <a:extLst>
                <a:ext uri="{FF2B5EF4-FFF2-40B4-BE49-F238E27FC236}">
                  <a16:creationId xmlns:a16="http://schemas.microsoft.com/office/drawing/2014/main" id="{97CF4E33-328E-4A5B-98EA-C5FFEF817E3D}"/>
                </a:ext>
              </a:extLst>
            </p:cNvPr>
            <p:cNvSpPr>
              <a:spLocks noChangeShapeType="1"/>
            </p:cNvSpPr>
            <p:nvPr/>
          </p:nvSpPr>
          <p:spPr bwMode="auto">
            <a:xfrm>
              <a:off x="3331" y="2552"/>
              <a:ext cx="0" cy="1469"/>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65">
              <a:extLst>
                <a:ext uri="{FF2B5EF4-FFF2-40B4-BE49-F238E27FC236}">
                  <a16:creationId xmlns:a16="http://schemas.microsoft.com/office/drawing/2014/main" id="{8847B256-F0C6-4C2C-BD3B-6AB1C99AADC4}"/>
                </a:ext>
              </a:extLst>
            </p:cNvPr>
            <p:cNvSpPr>
              <a:spLocks noChangeShapeType="1"/>
            </p:cNvSpPr>
            <p:nvPr/>
          </p:nvSpPr>
          <p:spPr bwMode="auto">
            <a:xfrm>
              <a:off x="4674" y="2552"/>
              <a:ext cx="0" cy="1469"/>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62">
              <a:extLst>
                <a:ext uri="{FF2B5EF4-FFF2-40B4-BE49-F238E27FC236}">
                  <a16:creationId xmlns:a16="http://schemas.microsoft.com/office/drawing/2014/main" id="{AEE8CB44-AF3D-4545-B663-BDADCC1CD2F6}"/>
                </a:ext>
              </a:extLst>
            </p:cNvPr>
            <p:cNvSpPr>
              <a:spLocks noChangeShapeType="1"/>
            </p:cNvSpPr>
            <p:nvPr/>
          </p:nvSpPr>
          <p:spPr bwMode="auto">
            <a:xfrm>
              <a:off x="3331" y="4021"/>
              <a:ext cx="1343"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103">
              <a:extLst>
                <a:ext uri="{FF2B5EF4-FFF2-40B4-BE49-F238E27FC236}">
                  <a16:creationId xmlns:a16="http://schemas.microsoft.com/office/drawing/2014/main" id="{DE0B625F-119F-4E33-BCFC-7988EAFBF99A}"/>
                </a:ext>
              </a:extLst>
            </p:cNvPr>
            <p:cNvSpPr>
              <a:spLocks noChangeShapeType="1"/>
            </p:cNvSpPr>
            <p:nvPr/>
          </p:nvSpPr>
          <p:spPr bwMode="auto">
            <a:xfrm>
              <a:off x="3344" y="3727"/>
              <a:ext cx="13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1" name="Text Box 104">
            <a:extLst>
              <a:ext uri="{FF2B5EF4-FFF2-40B4-BE49-F238E27FC236}">
                <a16:creationId xmlns:a16="http://schemas.microsoft.com/office/drawing/2014/main" id="{36AB2194-E46E-4F3E-AA51-E5F9ED189BAC}"/>
              </a:ext>
            </a:extLst>
          </p:cNvPr>
          <p:cNvSpPr txBox="1">
            <a:spLocks noChangeArrowheads="1"/>
          </p:cNvSpPr>
          <p:nvPr/>
        </p:nvSpPr>
        <p:spPr bwMode="auto">
          <a:xfrm>
            <a:off x="1595438" y="1637913"/>
            <a:ext cx="573087"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64" name="Text Box 110">
            <a:extLst>
              <a:ext uri="{FF2B5EF4-FFF2-40B4-BE49-F238E27FC236}">
                <a16:creationId xmlns:a16="http://schemas.microsoft.com/office/drawing/2014/main" id="{76009D2C-757B-4C98-9AA5-2453B7744D2E}"/>
              </a:ext>
            </a:extLst>
          </p:cNvPr>
          <p:cNvSpPr txBox="1">
            <a:spLocks noChangeArrowheads="1"/>
          </p:cNvSpPr>
          <p:nvPr/>
        </p:nvSpPr>
        <p:spPr bwMode="auto">
          <a:xfrm>
            <a:off x="3694907" y="1874450"/>
            <a:ext cx="412750" cy="457200"/>
          </a:xfrm>
          <a:prstGeom prst="rect">
            <a:avLst/>
          </a:prstGeom>
          <a:solidFill>
            <a:srgbClr val="FFFF00"/>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65" name="Text Box 111">
            <a:extLst>
              <a:ext uri="{FF2B5EF4-FFF2-40B4-BE49-F238E27FC236}">
                <a16:creationId xmlns:a16="http://schemas.microsoft.com/office/drawing/2014/main" id="{92895B5F-2CA3-48BF-972C-71D0504D27A1}"/>
              </a:ext>
            </a:extLst>
          </p:cNvPr>
          <p:cNvSpPr txBox="1">
            <a:spLocks noChangeArrowheads="1"/>
          </p:cNvSpPr>
          <p:nvPr/>
        </p:nvSpPr>
        <p:spPr bwMode="auto">
          <a:xfrm>
            <a:off x="1360488" y="1634738"/>
            <a:ext cx="573087"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66" name="Text Box 112">
            <a:extLst>
              <a:ext uri="{FF2B5EF4-FFF2-40B4-BE49-F238E27FC236}">
                <a16:creationId xmlns:a16="http://schemas.microsoft.com/office/drawing/2014/main" id="{B805DAD0-A716-43E0-ADD1-0C63B24E6A65}"/>
              </a:ext>
            </a:extLst>
          </p:cNvPr>
          <p:cNvSpPr txBox="1">
            <a:spLocks noChangeArrowheads="1"/>
          </p:cNvSpPr>
          <p:nvPr/>
        </p:nvSpPr>
        <p:spPr bwMode="auto">
          <a:xfrm>
            <a:off x="2046288" y="4511834"/>
            <a:ext cx="3730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69" name="Text Box 115">
            <a:extLst>
              <a:ext uri="{FF2B5EF4-FFF2-40B4-BE49-F238E27FC236}">
                <a16:creationId xmlns:a16="http://schemas.microsoft.com/office/drawing/2014/main" id="{6D8AEBBF-3475-4574-A70D-4ABD75DAAEFD}"/>
              </a:ext>
            </a:extLst>
          </p:cNvPr>
          <p:cNvSpPr txBox="1">
            <a:spLocks noChangeArrowheads="1"/>
          </p:cNvSpPr>
          <p:nvPr/>
        </p:nvSpPr>
        <p:spPr bwMode="auto">
          <a:xfrm>
            <a:off x="6839736" y="1820476"/>
            <a:ext cx="317918" cy="461963"/>
          </a:xfrm>
          <a:prstGeom prst="rect">
            <a:avLst/>
          </a:prstGeom>
          <a:solidFill>
            <a:schemeClr val="accent2">
              <a:lumMod val="60000"/>
              <a:lumOff val="40000"/>
            </a:schemeClr>
          </a:solidFill>
          <a:ln w="38100">
            <a:noFill/>
            <a:miter lim="800000"/>
            <a:headEnd/>
            <a:tailEnd/>
          </a:ln>
          <a:effec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70" name="Text Box 116">
            <a:extLst>
              <a:ext uri="{FF2B5EF4-FFF2-40B4-BE49-F238E27FC236}">
                <a16:creationId xmlns:a16="http://schemas.microsoft.com/office/drawing/2014/main" id="{477720E1-760F-4FB1-A515-F64D1A69B6A8}"/>
              </a:ext>
            </a:extLst>
          </p:cNvPr>
          <p:cNvSpPr txBox="1">
            <a:spLocks noChangeArrowheads="1"/>
          </p:cNvSpPr>
          <p:nvPr/>
        </p:nvSpPr>
        <p:spPr bwMode="auto">
          <a:xfrm>
            <a:off x="4645025" y="4064159"/>
            <a:ext cx="2924175"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右移移位寄存器</a:t>
            </a:r>
          </a:p>
        </p:txBody>
      </p:sp>
      <p:sp>
        <p:nvSpPr>
          <p:cNvPr id="71" name="Text Box 117">
            <a:extLst>
              <a:ext uri="{FF2B5EF4-FFF2-40B4-BE49-F238E27FC236}">
                <a16:creationId xmlns:a16="http://schemas.microsoft.com/office/drawing/2014/main" id="{0517B338-0FC0-4DC8-B59E-BCA661475697}"/>
              </a:ext>
            </a:extLst>
          </p:cNvPr>
          <p:cNvSpPr txBox="1">
            <a:spLocks noChangeArrowheads="1"/>
          </p:cNvSpPr>
          <p:nvPr/>
        </p:nvSpPr>
        <p:spPr bwMode="auto">
          <a:xfrm>
            <a:off x="2584450" y="4510247"/>
            <a:ext cx="13398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0    0    0</a:t>
            </a:r>
          </a:p>
        </p:txBody>
      </p:sp>
      <p:sp>
        <p:nvSpPr>
          <p:cNvPr id="72" name="Text Box 118">
            <a:extLst>
              <a:ext uri="{FF2B5EF4-FFF2-40B4-BE49-F238E27FC236}">
                <a16:creationId xmlns:a16="http://schemas.microsoft.com/office/drawing/2014/main" id="{1E6ED955-840D-4237-879F-51201E8A67EA}"/>
              </a:ext>
            </a:extLst>
          </p:cNvPr>
          <p:cNvSpPr txBox="1">
            <a:spLocks noChangeArrowheads="1"/>
          </p:cNvSpPr>
          <p:nvPr/>
        </p:nvSpPr>
        <p:spPr bwMode="auto">
          <a:xfrm>
            <a:off x="2046288" y="4976972"/>
            <a:ext cx="3730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73" name="Text Box 119">
            <a:extLst>
              <a:ext uri="{FF2B5EF4-FFF2-40B4-BE49-F238E27FC236}">
                <a16:creationId xmlns:a16="http://schemas.microsoft.com/office/drawing/2014/main" id="{21A34E06-6691-4FC1-A985-696390C078BE}"/>
              </a:ext>
            </a:extLst>
          </p:cNvPr>
          <p:cNvSpPr txBox="1">
            <a:spLocks noChangeArrowheads="1"/>
          </p:cNvSpPr>
          <p:nvPr/>
        </p:nvSpPr>
        <p:spPr bwMode="auto">
          <a:xfrm>
            <a:off x="2566988" y="4975384"/>
            <a:ext cx="407987"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a:t>
            </a:r>
          </a:p>
        </p:txBody>
      </p:sp>
      <p:sp>
        <p:nvSpPr>
          <p:cNvPr id="74" name="Text Box 120">
            <a:extLst>
              <a:ext uri="{FF2B5EF4-FFF2-40B4-BE49-F238E27FC236}">
                <a16:creationId xmlns:a16="http://schemas.microsoft.com/office/drawing/2014/main" id="{814D4784-1F32-4335-B62B-93931D2AAFFB}"/>
              </a:ext>
            </a:extLst>
          </p:cNvPr>
          <p:cNvSpPr txBox="1">
            <a:spLocks noChangeArrowheads="1"/>
          </p:cNvSpPr>
          <p:nvPr/>
        </p:nvSpPr>
        <p:spPr bwMode="auto">
          <a:xfrm>
            <a:off x="3013075" y="4976972"/>
            <a:ext cx="949325"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0    0</a:t>
            </a:r>
          </a:p>
        </p:txBody>
      </p:sp>
      <p:sp>
        <p:nvSpPr>
          <p:cNvPr id="75" name="Text Box 121">
            <a:extLst>
              <a:ext uri="{FF2B5EF4-FFF2-40B4-BE49-F238E27FC236}">
                <a16:creationId xmlns:a16="http://schemas.microsoft.com/office/drawing/2014/main" id="{6FF34288-C245-4950-9BD8-2280DB470131}"/>
              </a:ext>
            </a:extLst>
          </p:cNvPr>
          <p:cNvSpPr txBox="1">
            <a:spLocks noChangeArrowheads="1"/>
          </p:cNvSpPr>
          <p:nvPr/>
        </p:nvSpPr>
        <p:spPr bwMode="auto">
          <a:xfrm>
            <a:off x="2046288" y="5462747"/>
            <a:ext cx="3730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76" name="Text Box 122">
            <a:extLst>
              <a:ext uri="{FF2B5EF4-FFF2-40B4-BE49-F238E27FC236}">
                <a16:creationId xmlns:a16="http://schemas.microsoft.com/office/drawing/2014/main" id="{8BCDD994-5766-4D17-92D4-52C9C233AAFE}"/>
              </a:ext>
            </a:extLst>
          </p:cNvPr>
          <p:cNvSpPr txBox="1">
            <a:spLocks noChangeArrowheads="1"/>
          </p:cNvSpPr>
          <p:nvPr/>
        </p:nvSpPr>
        <p:spPr bwMode="auto">
          <a:xfrm>
            <a:off x="2584450" y="5459572"/>
            <a:ext cx="13398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1    1    0</a:t>
            </a:r>
          </a:p>
        </p:txBody>
      </p:sp>
      <p:sp>
        <p:nvSpPr>
          <p:cNvPr id="77" name="Text Box 123">
            <a:extLst>
              <a:ext uri="{FF2B5EF4-FFF2-40B4-BE49-F238E27FC236}">
                <a16:creationId xmlns:a16="http://schemas.microsoft.com/office/drawing/2014/main" id="{25BE7944-4F4B-4CFC-A77E-7542F52A7A49}"/>
              </a:ext>
            </a:extLst>
          </p:cNvPr>
          <p:cNvSpPr txBox="1">
            <a:spLocks noChangeArrowheads="1"/>
          </p:cNvSpPr>
          <p:nvPr/>
        </p:nvSpPr>
        <p:spPr bwMode="auto">
          <a:xfrm>
            <a:off x="2046288" y="5927884"/>
            <a:ext cx="3730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3</a:t>
            </a:r>
          </a:p>
        </p:txBody>
      </p:sp>
      <p:sp>
        <p:nvSpPr>
          <p:cNvPr id="78" name="Text Box 124">
            <a:extLst>
              <a:ext uri="{FF2B5EF4-FFF2-40B4-BE49-F238E27FC236}">
                <a16:creationId xmlns:a16="http://schemas.microsoft.com/office/drawing/2014/main" id="{04D6D70B-0AF4-4A70-B925-307DCA7C4DFE}"/>
              </a:ext>
            </a:extLst>
          </p:cNvPr>
          <p:cNvSpPr txBox="1">
            <a:spLocks noChangeArrowheads="1"/>
          </p:cNvSpPr>
          <p:nvPr/>
        </p:nvSpPr>
        <p:spPr bwMode="auto">
          <a:xfrm>
            <a:off x="2601913" y="5926297"/>
            <a:ext cx="1339850"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0    1    1</a:t>
            </a:r>
          </a:p>
        </p:txBody>
      </p:sp>
      <p:sp>
        <p:nvSpPr>
          <p:cNvPr id="85" name="Text Box 129">
            <a:extLst>
              <a:ext uri="{FF2B5EF4-FFF2-40B4-BE49-F238E27FC236}">
                <a16:creationId xmlns:a16="http://schemas.microsoft.com/office/drawing/2014/main" id="{66B7C46C-EF68-4887-9C10-2A8F59D1D75E}"/>
              </a:ext>
            </a:extLst>
          </p:cNvPr>
          <p:cNvSpPr txBox="1">
            <a:spLocks noChangeArrowheads="1"/>
          </p:cNvSpPr>
          <p:nvPr/>
        </p:nvSpPr>
        <p:spPr bwMode="auto">
          <a:xfrm>
            <a:off x="4929188" y="5048409"/>
            <a:ext cx="2422525" cy="94615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锁存器不能作为移位寄存器</a:t>
            </a:r>
          </a:p>
        </p:txBody>
      </p:sp>
      <p:sp>
        <p:nvSpPr>
          <p:cNvPr id="86" name="TextBox 85"/>
          <p:cNvSpPr txBox="1"/>
          <p:nvPr/>
        </p:nvSpPr>
        <p:spPr bwMode="auto">
          <a:xfrm>
            <a:off x="466531" y="625151"/>
            <a:ext cx="37788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dirty="0">
                <a:solidFill>
                  <a:schemeClr val="tx1"/>
                </a:solidFill>
                <a:latin typeface="黑体" pitchFamily="49" charset="-122"/>
                <a:ea typeface="黑体" pitchFamily="49" charset="-122"/>
              </a:rPr>
              <a:t>1</a:t>
            </a:r>
            <a:r>
              <a:rPr lang="zh-CN" altLang="en-US" dirty="0">
                <a:solidFill>
                  <a:schemeClr val="tx1"/>
                </a:solidFill>
                <a:latin typeface="黑体" pitchFamily="49" charset="-122"/>
                <a:ea typeface="黑体" pitchFamily="49" charset="-122"/>
              </a:rPr>
              <a:t>、移位寄存器</a:t>
            </a:r>
          </a:p>
        </p:txBody>
      </p:sp>
      <p:sp>
        <p:nvSpPr>
          <p:cNvPr id="87" name="Text Box 110">
            <a:extLst>
              <a:ext uri="{FF2B5EF4-FFF2-40B4-BE49-F238E27FC236}">
                <a16:creationId xmlns:a16="http://schemas.microsoft.com/office/drawing/2014/main" id="{97E6E9D7-2C35-41C7-930D-ED2A2D25609B}"/>
              </a:ext>
            </a:extLst>
          </p:cNvPr>
          <p:cNvSpPr txBox="1">
            <a:spLocks noChangeArrowheads="1"/>
          </p:cNvSpPr>
          <p:nvPr/>
        </p:nvSpPr>
        <p:spPr bwMode="auto">
          <a:xfrm>
            <a:off x="5267326" y="1816426"/>
            <a:ext cx="412750" cy="457200"/>
          </a:xfrm>
          <a:prstGeom prst="rect">
            <a:avLst/>
          </a:prstGeom>
          <a:solidFill>
            <a:srgbClr val="FFFF00"/>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88" name="Text Box 110">
            <a:extLst>
              <a:ext uri="{FF2B5EF4-FFF2-40B4-BE49-F238E27FC236}">
                <a16:creationId xmlns:a16="http://schemas.microsoft.com/office/drawing/2014/main" id="{E5AED6A5-D566-45BA-BFE0-12F53DE9B9F2}"/>
              </a:ext>
            </a:extLst>
          </p:cNvPr>
          <p:cNvSpPr txBox="1">
            <a:spLocks noChangeArrowheads="1"/>
          </p:cNvSpPr>
          <p:nvPr/>
        </p:nvSpPr>
        <p:spPr bwMode="auto">
          <a:xfrm>
            <a:off x="3679433" y="1882388"/>
            <a:ext cx="412750" cy="457200"/>
          </a:xfrm>
          <a:prstGeom prst="rect">
            <a:avLst/>
          </a:prstGeom>
          <a:solidFill>
            <a:srgbClr val="FFFF00"/>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blinds(horizontal)">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up)">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dissolve">
                                      <p:cBhvr>
                                        <p:cTn id="32" dur="500"/>
                                        <p:tgtEl>
                                          <p:spTgt spid="6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left)">
                                      <p:cBhvr>
                                        <p:cTn id="37" dur="500"/>
                                        <p:tgtEl>
                                          <p:spTgt spid="71"/>
                                        </p:tgtEl>
                                      </p:cBhvr>
                                    </p:animEffect>
                                  </p:childTnLst>
                                </p:cTn>
                              </p:par>
                            </p:childTnLst>
                          </p:cTn>
                        </p:par>
                      </p:childTnLst>
                    </p:cTn>
                  </p:par>
                  <p:par>
                    <p:cTn id="38" fill="hold">
                      <p:stCondLst>
                        <p:cond delay="indefinite"/>
                      </p:stCondLst>
                      <p:childTnLst>
                        <p:par>
                          <p:cTn id="39" fill="hold">
                            <p:stCondLst>
                              <p:cond delay="0"/>
                            </p:stCondLst>
                            <p:childTnLst>
                              <p:par>
                                <p:cTn id="40" presetID="19" presetClass="entr" presetSubtype="1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 calcmode="lin" valueType="num">
                                      <p:cBhvr>
                                        <p:cTn id="42" dur="5000" fill="hold"/>
                                        <p:tgtEl>
                                          <p:spTgt spid="42"/>
                                        </p:tgtEl>
                                        <p:attrNameLst>
                                          <p:attrName>ppt_w</p:attrName>
                                        </p:attrNameLst>
                                      </p:cBhvr>
                                      <p:tavLst>
                                        <p:tav tm="0" fmla="#ppt_w*sin(2.5*pi*$)">
                                          <p:val>
                                            <p:fltVal val="0"/>
                                          </p:val>
                                        </p:tav>
                                        <p:tav tm="100000">
                                          <p:val>
                                            <p:fltVal val="1"/>
                                          </p:val>
                                        </p:tav>
                                      </p:tavLst>
                                    </p:anim>
                                    <p:anim calcmode="lin" valueType="num">
                                      <p:cBhvr>
                                        <p:cTn id="43" dur="50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dissolve">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dissolve">
                                      <p:cBhvr>
                                        <p:cTn id="57" dur="500"/>
                                        <p:tgtEl>
                                          <p:spTgt spid="7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wipe(left)">
                                      <p:cBhvr>
                                        <p:cTn id="62" dur="500"/>
                                        <p:tgtEl>
                                          <p:spTgt spid="74"/>
                                        </p:tgtEl>
                                      </p:cBhvr>
                                    </p:animEffect>
                                  </p:childTnLst>
                                </p:cTn>
                              </p:par>
                            </p:childTnLst>
                          </p:cTn>
                        </p:par>
                      </p:childTnLst>
                    </p:cTn>
                  </p:par>
                  <p:par>
                    <p:cTn id="63" fill="hold">
                      <p:stCondLst>
                        <p:cond delay="indefinite"/>
                      </p:stCondLst>
                      <p:childTnLst>
                        <p:par>
                          <p:cTn id="64" fill="hold">
                            <p:stCondLst>
                              <p:cond delay="0"/>
                            </p:stCondLst>
                            <p:childTnLst>
                              <p:par>
                                <p:cTn id="65" presetID="19" presetClass="entr" presetSubtype="10"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anim calcmode="lin" valueType="num">
                                      <p:cBhvr>
                                        <p:cTn id="67" dur="5000" fill="hold"/>
                                        <p:tgtEl>
                                          <p:spTgt spid="61"/>
                                        </p:tgtEl>
                                        <p:attrNameLst>
                                          <p:attrName>ppt_w</p:attrName>
                                        </p:attrNameLst>
                                      </p:cBhvr>
                                      <p:tavLst>
                                        <p:tav tm="0" fmla="#ppt_w*sin(2.5*pi*$)">
                                          <p:val>
                                            <p:fltVal val="0"/>
                                          </p:val>
                                        </p:tav>
                                        <p:tav tm="100000">
                                          <p:val>
                                            <p:fltVal val="1"/>
                                          </p:val>
                                        </p:tav>
                                      </p:tavLst>
                                    </p:anim>
                                    <p:anim calcmode="lin" valueType="num">
                                      <p:cBhvr>
                                        <p:cTn id="68" dur="5000" fill="hold"/>
                                        <p:tgtEl>
                                          <p:spTgt spid="61"/>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75"/>
                                        </p:tgtEl>
                                        <p:attrNameLst>
                                          <p:attrName>style.visibility</p:attrName>
                                        </p:attrNameLst>
                                      </p:cBhvr>
                                      <p:to>
                                        <p:strVal val="visible"/>
                                      </p:to>
                                    </p:set>
                                    <p:animEffect transition="in" filter="dissolve">
                                      <p:cBhvr>
                                        <p:cTn id="77" dur="500"/>
                                        <p:tgtEl>
                                          <p:spTgt spid="7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wipe(left)">
                                      <p:cBhvr>
                                        <p:cTn id="82" dur="500"/>
                                        <p:tgtEl>
                                          <p:spTgt spid="76"/>
                                        </p:tgtEl>
                                      </p:cBhvr>
                                    </p:animEffect>
                                  </p:childTnLst>
                                </p:cTn>
                              </p:par>
                            </p:childTnLst>
                          </p:cTn>
                        </p:par>
                      </p:childTnLst>
                    </p:cTn>
                  </p:par>
                  <p:par>
                    <p:cTn id="83" fill="hold">
                      <p:stCondLst>
                        <p:cond delay="indefinite"/>
                      </p:stCondLst>
                      <p:childTnLst>
                        <p:par>
                          <p:cTn id="84" fill="hold">
                            <p:stCondLst>
                              <p:cond delay="0"/>
                            </p:stCondLst>
                            <p:childTnLst>
                              <p:par>
                                <p:cTn id="85" presetID="19" presetClass="entr" presetSubtype="10" fill="hold" grpId="0" nodeType="clickEffect">
                                  <p:stCondLst>
                                    <p:cond delay="0"/>
                                  </p:stCondLst>
                                  <p:childTnLst>
                                    <p:set>
                                      <p:cBhvr>
                                        <p:cTn id="86" dur="1" fill="hold">
                                          <p:stCondLst>
                                            <p:cond delay="0"/>
                                          </p:stCondLst>
                                        </p:cTn>
                                        <p:tgtEl>
                                          <p:spTgt spid="65"/>
                                        </p:tgtEl>
                                        <p:attrNameLst>
                                          <p:attrName>style.visibility</p:attrName>
                                        </p:attrNameLst>
                                      </p:cBhvr>
                                      <p:to>
                                        <p:strVal val="visible"/>
                                      </p:to>
                                    </p:set>
                                    <p:anim calcmode="lin" valueType="num">
                                      <p:cBhvr>
                                        <p:cTn id="87" dur="5000" fill="hold"/>
                                        <p:tgtEl>
                                          <p:spTgt spid="65"/>
                                        </p:tgtEl>
                                        <p:attrNameLst>
                                          <p:attrName>ppt_w</p:attrName>
                                        </p:attrNameLst>
                                      </p:cBhvr>
                                      <p:tavLst>
                                        <p:tav tm="0" fmla="#ppt_w*sin(2.5*pi*$)">
                                          <p:val>
                                            <p:fltVal val="0"/>
                                          </p:val>
                                        </p:tav>
                                        <p:tav tm="100000">
                                          <p:val>
                                            <p:fltVal val="1"/>
                                          </p:val>
                                        </p:tav>
                                      </p:tavLst>
                                    </p:anim>
                                    <p:anim calcmode="lin" valueType="num">
                                      <p:cBhvr>
                                        <p:cTn id="88" dur="5000" fill="hold"/>
                                        <p:tgtEl>
                                          <p:spTgt spid="65"/>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77"/>
                                        </p:tgtEl>
                                        <p:attrNameLst>
                                          <p:attrName>style.visibility</p:attrName>
                                        </p:attrNameLst>
                                      </p:cBhvr>
                                      <p:to>
                                        <p:strVal val="visible"/>
                                      </p:to>
                                    </p:set>
                                    <p:animEffect transition="in" filter="dissolve">
                                      <p:cBhvr>
                                        <p:cTn id="99" dur="500"/>
                                        <p:tgtEl>
                                          <p:spTgt spid="77"/>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78"/>
                                        </p:tgtEl>
                                        <p:attrNameLst>
                                          <p:attrName>style.visibility</p:attrName>
                                        </p:attrNameLst>
                                      </p:cBhvr>
                                      <p:to>
                                        <p:strVal val="visible"/>
                                      </p:to>
                                    </p:set>
                                    <p:animEffect transition="in" filter="wipe(left)">
                                      <p:cBhvr>
                                        <p:cTn id="104" dur="500"/>
                                        <p:tgtEl>
                                          <p:spTgt spid="78"/>
                                        </p:tgtEl>
                                      </p:cBhvr>
                                    </p:animEffect>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anim calcmode="lin" valueType="num">
                                      <p:cBhvr additive="base">
                                        <p:cTn id="109" dur="500" fill="hold"/>
                                        <p:tgtEl>
                                          <p:spTgt spid="70"/>
                                        </p:tgtEl>
                                        <p:attrNameLst>
                                          <p:attrName>ppt_x</p:attrName>
                                        </p:attrNameLst>
                                      </p:cBhvr>
                                      <p:tavLst>
                                        <p:tav tm="0">
                                          <p:val>
                                            <p:strVal val="1+#ppt_w/2"/>
                                          </p:val>
                                        </p:tav>
                                        <p:tav tm="100000">
                                          <p:val>
                                            <p:strVal val="#ppt_x"/>
                                          </p:val>
                                        </p:tav>
                                      </p:tavLst>
                                    </p:anim>
                                    <p:anim calcmode="lin" valueType="num">
                                      <p:cBhvr additive="base">
                                        <p:cTn id="110"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3" presetClass="entr" presetSubtype="16" fill="hold" grpId="0" nodeType="clickEffect">
                                  <p:stCondLst>
                                    <p:cond delay="0"/>
                                  </p:stCondLst>
                                  <p:childTnLst>
                                    <p:set>
                                      <p:cBhvr>
                                        <p:cTn id="114" dur="1" fill="hold">
                                          <p:stCondLst>
                                            <p:cond delay="0"/>
                                          </p:stCondLst>
                                        </p:cTn>
                                        <p:tgtEl>
                                          <p:spTgt spid="85"/>
                                        </p:tgtEl>
                                        <p:attrNameLst>
                                          <p:attrName>style.visibility</p:attrName>
                                        </p:attrNameLst>
                                      </p:cBhvr>
                                      <p:to>
                                        <p:strVal val="visible"/>
                                      </p:to>
                                    </p:set>
                                    <p:anim calcmode="lin" valueType="num">
                                      <p:cBhvr>
                                        <p:cTn id="115" dur="500" fill="hold"/>
                                        <p:tgtEl>
                                          <p:spTgt spid="85"/>
                                        </p:tgtEl>
                                        <p:attrNameLst>
                                          <p:attrName>ppt_w</p:attrName>
                                        </p:attrNameLst>
                                      </p:cBhvr>
                                      <p:tavLst>
                                        <p:tav tm="0">
                                          <p:val>
                                            <p:fltVal val="0"/>
                                          </p:val>
                                        </p:tav>
                                        <p:tav tm="100000">
                                          <p:val>
                                            <p:strVal val="#ppt_w"/>
                                          </p:val>
                                        </p:tav>
                                      </p:tavLst>
                                    </p:anim>
                                    <p:anim calcmode="lin" valueType="num">
                                      <p:cBhvr>
                                        <p:cTn id="116" dur="500" fill="hold"/>
                                        <p:tgtEl>
                                          <p:spTgt spid="85"/>
                                        </p:tgtEl>
                                        <p:attrNameLst>
                                          <p:attrName>ppt_h</p:attrName>
                                        </p:attrNameLst>
                                      </p:cBhvr>
                                      <p:tavLst>
                                        <p:tav tm="0">
                                          <p:val>
                                            <p:fltVal val="0"/>
                                          </p:val>
                                        </p:tav>
                                        <p:tav tm="100000">
                                          <p:val>
                                            <p:strVal val="#ppt_h"/>
                                          </p:val>
                                        </p:tav>
                                      </p:tavLst>
                                    </p:anim>
                                  </p:childTnLst>
                                </p:cTn>
                              </p:par>
                            </p:childTnLst>
                          </p:cTn>
                        </p:par>
                        <p:par>
                          <p:cTn id="117" fill="hold">
                            <p:stCondLst>
                              <p:cond delay="500"/>
                            </p:stCondLst>
                            <p:childTnLst>
                              <p:par>
                                <p:cTn id="118" presetID="4" presetClass="entr" presetSubtype="16" fill="hold" grpId="0" nodeType="afterEffect">
                                  <p:stCondLst>
                                    <p:cond delay="1000"/>
                                  </p:stCondLst>
                                  <p:childTnLst>
                                    <p:set>
                                      <p:cBhvr>
                                        <p:cTn id="119" dur="1" fill="hold">
                                          <p:stCondLst>
                                            <p:cond delay="0"/>
                                          </p:stCondLst>
                                        </p:cTn>
                                        <p:tgtEl>
                                          <p:spTgt spid="4"/>
                                        </p:tgtEl>
                                        <p:attrNameLst>
                                          <p:attrName>style.visibility</p:attrName>
                                        </p:attrNameLst>
                                      </p:cBhvr>
                                      <p:to>
                                        <p:strVal val="visible"/>
                                      </p:to>
                                    </p:set>
                                    <p:animEffect transition="in" filter="box(in)">
                                      <p:cBhvr>
                                        <p:cTn id="1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42" grpId="0" autoUpdateAnimBg="0"/>
      <p:bldP spid="61" grpId="0" autoUpdateAnimBg="0"/>
      <p:bldP spid="64" grpId="0" animBg="1"/>
      <p:bldP spid="65" grpId="0" autoUpdateAnimBg="0"/>
      <p:bldP spid="66" grpId="0" autoUpdateAnimBg="0"/>
      <p:bldP spid="69" grpId="0" animBg="1"/>
      <p:bldP spid="70" grpId="0" animBg="1" autoUpdateAnimBg="0"/>
      <p:bldP spid="71" grpId="0" autoUpdateAnimBg="0"/>
      <p:bldP spid="72" grpId="0" autoUpdateAnimBg="0"/>
      <p:bldP spid="73" grpId="0" autoUpdateAnimBg="0"/>
      <p:bldP spid="74" grpId="0" autoUpdateAnimBg="0"/>
      <p:bldP spid="75" grpId="0" autoUpdateAnimBg="0"/>
      <p:bldP spid="76" grpId="0" autoUpdateAnimBg="0"/>
      <p:bldP spid="77" grpId="0" autoUpdateAnimBg="0"/>
      <p:bldP spid="78" grpId="0" autoUpdateAnimBg="0"/>
      <p:bldP spid="85" grpId="0" animBg="1" autoUpdateAnimBg="0"/>
      <p:bldP spid="86" grpId="0"/>
      <p:bldP spid="87" grpId="0" animBg="1"/>
      <p:bldP spid="8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36</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3" name="Group 3">
            <a:extLst>
              <a:ext uri="{FF2B5EF4-FFF2-40B4-BE49-F238E27FC236}">
                <a16:creationId xmlns:a16="http://schemas.microsoft.com/office/drawing/2014/main" id="{CB2F3C72-6664-4296-A2A0-4E21435788E0}"/>
              </a:ext>
            </a:extLst>
          </p:cNvPr>
          <p:cNvGrpSpPr>
            <a:grpSpLocks/>
          </p:cNvGrpSpPr>
          <p:nvPr/>
        </p:nvGrpSpPr>
        <p:grpSpPr bwMode="auto">
          <a:xfrm>
            <a:off x="1220788" y="1337945"/>
            <a:ext cx="6310312" cy="2589213"/>
            <a:chOff x="949" y="813"/>
            <a:chExt cx="3975" cy="1631"/>
          </a:xfrm>
        </p:grpSpPr>
        <p:sp>
          <p:nvSpPr>
            <p:cNvPr id="4" name="Rectangle 4">
              <a:extLst>
                <a:ext uri="{FF2B5EF4-FFF2-40B4-BE49-F238E27FC236}">
                  <a16:creationId xmlns:a16="http://schemas.microsoft.com/office/drawing/2014/main" id="{6107AC29-71AC-4233-A79D-DE47D6A7484F}"/>
                </a:ext>
              </a:extLst>
            </p:cNvPr>
            <p:cNvSpPr>
              <a:spLocks noChangeArrowheads="1"/>
            </p:cNvSpPr>
            <p:nvPr/>
          </p:nvSpPr>
          <p:spPr bwMode="auto">
            <a:xfrm>
              <a:off x="1866" y="1102"/>
              <a:ext cx="572"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0</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5" name="Rectangle 5">
              <a:extLst>
                <a:ext uri="{FF2B5EF4-FFF2-40B4-BE49-F238E27FC236}">
                  <a16:creationId xmlns:a16="http://schemas.microsoft.com/office/drawing/2014/main" id="{D07C0BDF-0DAF-47D6-B036-7512A739F74D}"/>
                </a:ext>
              </a:extLst>
            </p:cNvPr>
            <p:cNvSpPr>
              <a:spLocks noChangeArrowheads="1"/>
            </p:cNvSpPr>
            <p:nvPr/>
          </p:nvSpPr>
          <p:spPr bwMode="auto">
            <a:xfrm>
              <a:off x="2857" y="1102"/>
              <a:ext cx="571"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1</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6" name="Rectangle 6">
              <a:extLst>
                <a:ext uri="{FF2B5EF4-FFF2-40B4-BE49-F238E27FC236}">
                  <a16:creationId xmlns:a16="http://schemas.microsoft.com/office/drawing/2014/main" id="{08442AD8-953A-4610-8546-E2D8E23ACBC5}"/>
                </a:ext>
              </a:extLst>
            </p:cNvPr>
            <p:cNvSpPr>
              <a:spLocks noChangeArrowheads="1"/>
            </p:cNvSpPr>
            <p:nvPr/>
          </p:nvSpPr>
          <p:spPr bwMode="auto">
            <a:xfrm>
              <a:off x="3846" y="1102"/>
              <a:ext cx="572" cy="81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D  Q</a:t>
              </a:r>
              <a:r>
                <a:rPr kumimoji="0"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2</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solidFill>
                      <a:schemeClr val="tx1"/>
                    </a:solidFill>
                  </a:ln>
                  <a:effectLst/>
                  <a:uLnTx/>
                  <a:uFillTx/>
                  <a:latin typeface="Georgia" panose="02040502050405020303" pitchFamily="18" charset="0"/>
                  <a:ea typeface="宋体" panose="02010600030101010101" pitchFamily="2" charset="-122"/>
                  <a:cs typeface="+mn-cs"/>
                </a:rPr>
                <a:t> CP</a:t>
              </a:r>
            </a:p>
          </p:txBody>
        </p:sp>
        <p:sp>
          <p:nvSpPr>
            <p:cNvPr id="7" name="Line 7">
              <a:extLst>
                <a:ext uri="{FF2B5EF4-FFF2-40B4-BE49-F238E27FC236}">
                  <a16:creationId xmlns:a16="http://schemas.microsoft.com/office/drawing/2014/main" id="{9F407753-C1D2-433C-991F-DDB5F0A10B4A}"/>
                </a:ext>
              </a:extLst>
            </p:cNvPr>
            <p:cNvSpPr>
              <a:spLocks noChangeShapeType="1"/>
            </p:cNvSpPr>
            <p:nvPr/>
          </p:nvSpPr>
          <p:spPr bwMode="auto">
            <a:xfrm>
              <a:off x="2438" y="1334"/>
              <a:ext cx="4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8">
              <a:extLst>
                <a:ext uri="{FF2B5EF4-FFF2-40B4-BE49-F238E27FC236}">
                  <a16:creationId xmlns:a16="http://schemas.microsoft.com/office/drawing/2014/main" id="{69DD79C2-8099-4DFC-B6E4-848365237317}"/>
                </a:ext>
              </a:extLst>
            </p:cNvPr>
            <p:cNvSpPr>
              <a:spLocks noChangeShapeType="1"/>
            </p:cNvSpPr>
            <p:nvPr/>
          </p:nvSpPr>
          <p:spPr bwMode="auto">
            <a:xfrm>
              <a:off x="3428" y="1295"/>
              <a:ext cx="4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9">
              <a:extLst>
                <a:ext uri="{FF2B5EF4-FFF2-40B4-BE49-F238E27FC236}">
                  <a16:creationId xmlns:a16="http://schemas.microsoft.com/office/drawing/2014/main" id="{683188B5-4A43-41DA-ADF9-3D90CD9A2A22}"/>
                </a:ext>
              </a:extLst>
            </p:cNvPr>
            <p:cNvSpPr>
              <a:spLocks noChangeShapeType="1"/>
            </p:cNvSpPr>
            <p:nvPr/>
          </p:nvSpPr>
          <p:spPr bwMode="auto">
            <a:xfrm>
              <a:off x="4417" y="1295"/>
              <a:ext cx="27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10">
              <a:extLst>
                <a:ext uri="{FF2B5EF4-FFF2-40B4-BE49-F238E27FC236}">
                  <a16:creationId xmlns:a16="http://schemas.microsoft.com/office/drawing/2014/main" id="{F09C2FB2-2AF7-4C25-950E-6B18DA2366AD}"/>
                </a:ext>
              </a:extLst>
            </p:cNvPr>
            <p:cNvSpPr>
              <a:spLocks noChangeShapeType="1"/>
            </p:cNvSpPr>
            <p:nvPr/>
          </p:nvSpPr>
          <p:spPr bwMode="auto">
            <a:xfrm>
              <a:off x="1276" y="2106"/>
              <a:ext cx="23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11">
              <a:extLst>
                <a:ext uri="{FF2B5EF4-FFF2-40B4-BE49-F238E27FC236}">
                  <a16:creationId xmlns:a16="http://schemas.microsoft.com/office/drawing/2014/main" id="{8E7B6355-ABDC-4D6E-B195-2F9BE69E56E2}"/>
                </a:ext>
              </a:extLst>
            </p:cNvPr>
            <p:cNvSpPr>
              <a:spLocks noChangeShapeType="1"/>
            </p:cNvSpPr>
            <p:nvPr/>
          </p:nvSpPr>
          <p:spPr bwMode="auto">
            <a:xfrm>
              <a:off x="1714" y="1719"/>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2">
              <a:extLst>
                <a:ext uri="{FF2B5EF4-FFF2-40B4-BE49-F238E27FC236}">
                  <a16:creationId xmlns:a16="http://schemas.microsoft.com/office/drawing/2014/main" id="{15758336-E7EB-4317-9645-B25EDC799D3B}"/>
                </a:ext>
              </a:extLst>
            </p:cNvPr>
            <p:cNvSpPr>
              <a:spLocks noChangeShapeType="1"/>
            </p:cNvSpPr>
            <p:nvPr/>
          </p:nvSpPr>
          <p:spPr bwMode="auto">
            <a:xfrm>
              <a:off x="1714" y="1719"/>
              <a:ext cx="0" cy="3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Oval 13">
              <a:extLst>
                <a:ext uri="{FF2B5EF4-FFF2-40B4-BE49-F238E27FC236}">
                  <a16:creationId xmlns:a16="http://schemas.microsoft.com/office/drawing/2014/main" id="{9DBEB6D9-095F-4C13-8550-A574F3B0C708}"/>
                </a:ext>
              </a:extLst>
            </p:cNvPr>
            <p:cNvSpPr>
              <a:spLocks noChangeAspect="1" noChangeArrowheads="1"/>
            </p:cNvSpPr>
            <p:nvPr/>
          </p:nvSpPr>
          <p:spPr bwMode="auto">
            <a:xfrm>
              <a:off x="1692" y="2066"/>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ACBA6930-9608-4B62-A9F3-9342F00B034E}"/>
                </a:ext>
              </a:extLst>
            </p:cNvPr>
            <p:cNvSpPr>
              <a:spLocks noChangeShapeType="1"/>
            </p:cNvSpPr>
            <p:nvPr/>
          </p:nvSpPr>
          <p:spPr bwMode="auto">
            <a:xfrm>
              <a:off x="2705" y="1719"/>
              <a:ext cx="15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97FD6D55-6E9B-4CC6-91C9-D598C4FC5730}"/>
                </a:ext>
              </a:extLst>
            </p:cNvPr>
            <p:cNvSpPr>
              <a:spLocks noChangeShapeType="1"/>
            </p:cNvSpPr>
            <p:nvPr/>
          </p:nvSpPr>
          <p:spPr bwMode="auto">
            <a:xfrm>
              <a:off x="2705" y="1719"/>
              <a:ext cx="0" cy="3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Text Box 16">
              <a:extLst>
                <a:ext uri="{FF2B5EF4-FFF2-40B4-BE49-F238E27FC236}">
                  <a16:creationId xmlns:a16="http://schemas.microsoft.com/office/drawing/2014/main" id="{9B05B3C0-20FD-4EF9-9120-16CEDF380AE8}"/>
                </a:ext>
              </a:extLst>
            </p:cNvPr>
            <p:cNvSpPr txBox="1">
              <a:spLocks noChangeArrowheads="1"/>
            </p:cNvSpPr>
            <p:nvPr/>
          </p:nvSpPr>
          <p:spPr bwMode="auto">
            <a:xfrm>
              <a:off x="1208" y="1821"/>
              <a:ext cx="35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CP</a:t>
              </a:r>
            </a:p>
          </p:txBody>
        </p:sp>
        <p:sp>
          <p:nvSpPr>
            <p:cNvPr id="17" name="Freeform 17">
              <a:extLst>
                <a:ext uri="{FF2B5EF4-FFF2-40B4-BE49-F238E27FC236}">
                  <a16:creationId xmlns:a16="http://schemas.microsoft.com/office/drawing/2014/main" id="{03C9E1A3-CC69-4EEF-B9CD-4EFD1CC8055A}"/>
                </a:ext>
              </a:extLst>
            </p:cNvPr>
            <p:cNvSpPr>
              <a:spLocks/>
            </p:cNvSpPr>
            <p:nvPr/>
          </p:nvSpPr>
          <p:spPr bwMode="auto">
            <a:xfrm>
              <a:off x="3659" y="1761"/>
              <a:ext cx="180" cy="350"/>
            </a:xfrm>
            <a:custGeom>
              <a:avLst/>
              <a:gdLst>
                <a:gd name="T0" fmla="*/ 180 w 180"/>
                <a:gd name="T1" fmla="*/ 0 h 350"/>
                <a:gd name="T2" fmla="*/ 0 w 180"/>
                <a:gd name="T3" fmla="*/ 0 h 350"/>
                <a:gd name="T4" fmla="*/ 0 w 180"/>
                <a:gd name="T5" fmla="*/ 350 h 350"/>
                <a:gd name="T6" fmla="*/ 0 60000 65536"/>
                <a:gd name="T7" fmla="*/ 0 60000 65536"/>
                <a:gd name="T8" fmla="*/ 0 60000 65536"/>
              </a:gdLst>
              <a:ahLst/>
              <a:cxnLst>
                <a:cxn ang="T6">
                  <a:pos x="T0" y="T1"/>
                </a:cxn>
                <a:cxn ang="T7">
                  <a:pos x="T2" y="T3"/>
                </a:cxn>
                <a:cxn ang="T8">
                  <a:pos x="T4" y="T5"/>
                </a:cxn>
              </a:cxnLst>
              <a:rect l="0" t="0" r="r" b="b"/>
              <a:pathLst>
                <a:path w="180" h="350">
                  <a:moveTo>
                    <a:pt x="180" y="0"/>
                  </a:moveTo>
                  <a:lnTo>
                    <a:pt x="0" y="0"/>
                  </a:lnTo>
                  <a:lnTo>
                    <a:pt x="0" y="35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Oval 18">
              <a:extLst>
                <a:ext uri="{FF2B5EF4-FFF2-40B4-BE49-F238E27FC236}">
                  <a16:creationId xmlns:a16="http://schemas.microsoft.com/office/drawing/2014/main" id="{4CF59774-3B2D-4EA4-BFC5-807297903C75}"/>
                </a:ext>
              </a:extLst>
            </p:cNvPr>
            <p:cNvSpPr>
              <a:spLocks noChangeAspect="1" noChangeArrowheads="1"/>
            </p:cNvSpPr>
            <p:nvPr/>
          </p:nvSpPr>
          <p:spPr bwMode="auto">
            <a:xfrm>
              <a:off x="3632" y="2089"/>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9" name="Oval 19">
              <a:extLst>
                <a:ext uri="{FF2B5EF4-FFF2-40B4-BE49-F238E27FC236}">
                  <a16:creationId xmlns:a16="http://schemas.microsoft.com/office/drawing/2014/main" id="{3572FE43-42B2-4D8A-BAB8-A74EC426643D}"/>
                </a:ext>
              </a:extLst>
            </p:cNvPr>
            <p:cNvSpPr>
              <a:spLocks noChangeAspect="1" noChangeArrowheads="1"/>
            </p:cNvSpPr>
            <p:nvPr/>
          </p:nvSpPr>
          <p:spPr bwMode="auto">
            <a:xfrm>
              <a:off x="2683" y="2066"/>
              <a:ext cx="36" cy="3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0" name="Freeform 20">
              <a:extLst>
                <a:ext uri="{FF2B5EF4-FFF2-40B4-BE49-F238E27FC236}">
                  <a16:creationId xmlns:a16="http://schemas.microsoft.com/office/drawing/2014/main" id="{34773FFA-6A52-4414-B538-EBD86DCC47EA}"/>
                </a:ext>
              </a:extLst>
            </p:cNvPr>
            <p:cNvSpPr>
              <a:spLocks/>
            </p:cNvSpPr>
            <p:nvPr/>
          </p:nvSpPr>
          <p:spPr bwMode="auto">
            <a:xfrm>
              <a:off x="1276" y="1908"/>
              <a:ext cx="2868" cy="440"/>
            </a:xfrm>
            <a:custGeom>
              <a:avLst/>
              <a:gdLst>
                <a:gd name="T0" fmla="*/ 2868 w 2868"/>
                <a:gd name="T1" fmla="*/ 0 h 440"/>
                <a:gd name="T2" fmla="*/ 2868 w 2868"/>
                <a:gd name="T3" fmla="*/ 440 h 440"/>
                <a:gd name="T4" fmla="*/ 0 w 2868"/>
                <a:gd name="T5" fmla="*/ 440 h 440"/>
                <a:gd name="T6" fmla="*/ 0 60000 65536"/>
                <a:gd name="T7" fmla="*/ 0 60000 65536"/>
                <a:gd name="T8" fmla="*/ 0 60000 65536"/>
              </a:gdLst>
              <a:ahLst/>
              <a:cxnLst>
                <a:cxn ang="T6">
                  <a:pos x="T0" y="T1"/>
                </a:cxn>
                <a:cxn ang="T7">
                  <a:pos x="T2" y="T3"/>
                </a:cxn>
                <a:cxn ang="T8">
                  <a:pos x="T4" y="T5"/>
                </a:cxn>
              </a:cxnLst>
              <a:rect l="0" t="0" r="r" b="b"/>
              <a:pathLst>
                <a:path w="2868" h="440">
                  <a:moveTo>
                    <a:pt x="2868" y="0"/>
                  </a:moveTo>
                  <a:lnTo>
                    <a:pt x="2868" y="440"/>
                  </a:lnTo>
                  <a:lnTo>
                    <a:pt x="0" y="44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Line 21">
              <a:extLst>
                <a:ext uri="{FF2B5EF4-FFF2-40B4-BE49-F238E27FC236}">
                  <a16:creationId xmlns:a16="http://schemas.microsoft.com/office/drawing/2014/main" id="{5FFF6287-1354-48AF-987B-0D5780D88626}"/>
                </a:ext>
              </a:extLst>
            </p:cNvPr>
            <p:cNvSpPr>
              <a:spLocks noChangeShapeType="1"/>
            </p:cNvSpPr>
            <p:nvPr/>
          </p:nvSpPr>
          <p:spPr bwMode="auto">
            <a:xfrm>
              <a:off x="3128" y="1908"/>
              <a:ext cx="0" cy="42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22">
              <a:extLst>
                <a:ext uri="{FF2B5EF4-FFF2-40B4-BE49-F238E27FC236}">
                  <a16:creationId xmlns:a16="http://schemas.microsoft.com/office/drawing/2014/main" id="{AE67E6ED-1946-4D7E-89A5-F6BA0D036B4F}"/>
                </a:ext>
              </a:extLst>
            </p:cNvPr>
            <p:cNvSpPr>
              <a:spLocks noChangeShapeType="1"/>
            </p:cNvSpPr>
            <p:nvPr/>
          </p:nvSpPr>
          <p:spPr bwMode="auto">
            <a:xfrm>
              <a:off x="2122" y="1908"/>
              <a:ext cx="0" cy="42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Oval 23">
              <a:extLst>
                <a:ext uri="{FF2B5EF4-FFF2-40B4-BE49-F238E27FC236}">
                  <a16:creationId xmlns:a16="http://schemas.microsoft.com/office/drawing/2014/main" id="{38BAF027-3D1E-4D82-940D-52185B462BCA}"/>
                </a:ext>
              </a:extLst>
            </p:cNvPr>
            <p:cNvSpPr>
              <a:spLocks noChangeArrowheads="1"/>
            </p:cNvSpPr>
            <p:nvPr/>
          </p:nvSpPr>
          <p:spPr bwMode="auto">
            <a:xfrm>
              <a:off x="3083" y="2303"/>
              <a:ext cx="68" cy="6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Oval 24">
              <a:extLst>
                <a:ext uri="{FF2B5EF4-FFF2-40B4-BE49-F238E27FC236}">
                  <a16:creationId xmlns:a16="http://schemas.microsoft.com/office/drawing/2014/main" id="{96EFE26B-0ED1-4F22-8C49-C96BF4F0F4F4}"/>
                </a:ext>
              </a:extLst>
            </p:cNvPr>
            <p:cNvSpPr>
              <a:spLocks noChangeArrowheads="1"/>
            </p:cNvSpPr>
            <p:nvPr/>
          </p:nvSpPr>
          <p:spPr bwMode="auto">
            <a:xfrm>
              <a:off x="2078" y="2326"/>
              <a:ext cx="68" cy="6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25" name="Group 25">
              <a:extLst>
                <a:ext uri="{FF2B5EF4-FFF2-40B4-BE49-F238E27FC236}">
                  <a16:creationId xmlns:a16="http://schemas.microsoft.com/office/drawing/2014/main" id="{F820FB48-C022-4D3C-8210-21DF41520AAA}"/>
                </a:ext>
              </a:extLst>
            </p:cNvPr>
            <p:cNvGrpSpPr>
              <a:grpSpLocks/>
            </p:cNvGrpSpPr>
            <p:nvPr/>
          </p:nvGrpSpPr>
          <p:grpSpPr bwMode="auto">
            <a:xfrm>
              <a:off x="949" y="2156"/>
              <a:ext cx="553" cy="288"/>
              <a:chOff x="1175" y="3106"/>
              <a:chExt cx="553" cy="288"/>
            </a:xfrm>
          </p:grpSpPr>
          <p:sp>
            <p:nvSpPr>
              <p:cNvPr id="35" name="Text Box 26">
                <a:extLst>
                  <a:ext uri="{FF2B5EF4-FFF2-40B4-BE49-F238E27FC236}">
                    <a16:creationId xmlns:a16="http://schemas.microsoft.com/office/drawing/2014/main" id="{9F1D8F07-880F-4A4D-AF8B-03B5B9A44CF3}"/>
                  </a:ext>
                </a:extLst>
              </p:cNvPr>
              <p:cNvSpPr txBox="1">
                <a:spLocks noChangeArrowheads="1"/>
              </p:cNvSpPr>
              <p:nvPr/>
            </p:nvSpPr>
            <p:spPr bwMode="auto">
              <a:xfrm>
                <a:off x="1175" y="3106"/>
                <a:ext cx="5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36" name="Line 27">
                <a:extLst>
                  <a:ext uri="{FF2B5EF4-FFF2-40B4-BE49-F238E27FC236}">
                    <a16:creationId xmlns:a16="http://schemas.microsoft.com/office/drawing/2014/main" id="{47D14BA1-1D84-4007-90B3-0CC189D2773D}"/>
                  </a:ext>
                </a:extLst>
              </p:cNvPr>
              <p:cNvSpPr>
                <a:spLocks noChangeShapeType="1"/>
              </p:cNvSpPr>
              <p:nvPr/>
            </p:nvSpPr>
            <p:spPr bwMode="auto">
              <a:xfrm flipV="1">
                <a:off x="1219" y="3151"/>
                <a:ext cx="113" cy="1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6" name="AutoShape 28">
              <a:extLst>
                <a:ext uri="{FF2B5EF4-FFF2-40B4-BE49-F238E27FC236}">
                  <a16:creationId xmlns:a16="http://schemas.microsoft.com/office/drawing/2014/main" id="{98F9B689-78F0-4FA5-85AA-DB4C79741441}"/>
                </a:ext>
              </a:extLst>
            </p:cNvPr>
            <p:cNvSpPr>
              <a:spLocks noChangeArrowheads="1"/>
            </p:cNvSpPr>
            <p:nvPr/>
          </p:nvSpPr>
          <p:spPr bwMode="auto">
            <a:xfrm rot="5400000">
              <a:off x="1852" y="1659"/>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AutoShape 29">
              <a:extLst>
                <a:ext uri="{FF2B5EF4-FFF2-40B4-BE49-F238E27FC236}">
                  <a16:creationId xmlns:a16="http://schemas.microsoft.com/office/drawing/2014/main" id="{E5773675-80D2-402C-BF77-5A87872277E9}"/>
                </a:ext>
              </a:extLst>
            </p:cNvPr>
            <p:cNvSpPr>
              <a:spLocks noChangeArrowheads="1"/>
            </p:cNvSpPr>
            <p:nvPr/>
          </p:nvSpPr>
          <p:spPr bwMode="auto">
            <a:xfrm rot="5400000">
              <a:off x="2846" y="1670"/>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AutoShape 30">
              <a:extLst>
                <a:ext uri="{FF2B5EF4-FFF2-40B4-BE49-F238E27FC236}">
                  <a16:creationId xmlns:a16="http://schemas.microsoft.com/office/drawing/2014/main" id="{52E320EC-705E-4D51-A0DB-228183E6A0CE}"/>
                </a:ext>
              </a:extLst>
            </p:cNvPr>
            <p:cNvSpPr>
              <a:spLocks noChangeArrowheads="1"/>
            </p:cNvSpPr>
            <p:nvPr/>
          </p:nvSpPr>
          <p:spPr bwMode="auto">
            <a:xfrm rot="5400000">
              <a:off x="3840" y="1704"/>
              <a:ext cx="104" cy="90"/>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9" name="Line 31">
              <a:extLst>
                <a:ext uri="{FF2B5EF4-FFF2-40B4-BE49-F238E27FC236}">
                  <a16:creationId xmlns:a16="http://schemas.microsoft.com/office/drawing/2014/main" id="{3BC7256A-94A7-4400-B6DF-9A934D333DD8}"/>
                </a:ext>
              </a:extLst>
            </p:cNvPr>
            <p:cNvSpPr>
              <a:spLocks noChangeShapeType="1"/>
            </p:cNvSpPr>
            <p:nvPr/>
          </p:nvSpPr>
          <p:spPr bwMode="auto">
            <a:xfrm flipV="1">
              <a:off x="4077" y="2337"/>
              <a:ext cx="56" cy="1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Oval 32">
              <a:extLst>
                <a:ext uri="{FF2B5EF4-FFF2-40B4-BE49-F238E27FC236}">
                  <a16:creationId xmlns:a16="http://schemas.microsoft.com/office/drawing/2014/main" id="{3FF1A101-F95D-4A85-99D4-8FD6F2ECDA37}"/>
                </a:ext>
              </a:extLst>
            </p:cNvPr>
            <p:cNvSpPr>
              <a:spLocks noChangeArrowheads="1"/>
            </p:cNvSpPr>
            <p:nvPr/>
          </p:nvSpPr>
          <p:spPr bwMode="auto">
            <a:xfrm>
              <a:off x="4416" y="1717"/>
              <a:ext cx="68" cy="6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Freeform 33">
              <a:extLst>
                <a:ext uri="{FF2B5EF4-FFF2-40B4-BE49-F238E27FC236}">
                  <a16:creationId xmlns:a16="http://schemas.microsoft.com/office/drawing/2014/main" id="{25930131-ED0E-463B-B495-7B6DB8806F54}"/>
                </a:ext>
              </a:extLst>
            </p:cNvPr>
            <p:cNvSpPr>
              <a:spLocks/>
            </p:cNvSpPr>
            <p:nvPr/>
          </p:nvSpPr>
          <p:spPr bwMode="auto">
            <a:xfrm>
              <a:off x="1592" y="813"/>
              <a:ext cx="3332" cy="949"/>
            </a:xfrm>
            <a:custGeom>
              <a:avLst/>
              <a:gdLst>
                <a:gd name="T0" fmla="*/ 2903 w 3332"/>
                <a:gd name="T1" fmla="*/ 949 h 949"/>
                <a:gd name="T2" fmla="*/ 3332 w 3332"/>
                <a:gd name="T3" fmla="*/ 949 h 949"/>
                <a:gd name="T4" fmla="*/ 3332 w 3332"/>
                <a:gd name="T5" fmla="*/ 0 h 949"/>
                <a:gd name="T6" fmla="*/ 0 w 3332"/>
                <a:gd name="T7" fmla="*/ 0 h 949"/>
                <a:gd name="T8" fmla="*/ 0 w 3332"/>
                <a:gd name="T9" fmla="*/ 384 h 949"/>
                <a:gd name="T10" fmla="*/ 283 w 3332"/>
                <a:gd name="T11" fmla="*/ 384 h 94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32" h="949">
                  <a:moveTo>
                    <a:pt x="2903" y="949"/>
                  </a:moveTo>
                  <a:lnTo>
                    <a:pt x="3332" y="949"/>
                  </a:lnTo>
                  <a:lnTo>
                    <a:pt x="3332" y="0"/>
                  </a:lnTo>
                  <a:lnTo>
                    <a:pt x="0" y="0"/>
                  </a:lnTo>
                  <a:lnTo>
                    <a:pt x="0" y="384"/>
                  </a:lnTo>
                  <a:lnTo>
                    <a:pt x="283" y="38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2" name="Group 34">
              <a:extLst>
                <a:ext uri="{FF2B5EF4-FFF2-40B4-BE49-F238E27FC236}">
                  <a16:creationId xmlns:a16="http://schemas.microsoft.com/office/drawing/2014/main" id="{EC2B044D-2C5B-4083-AC7D-C6393900380D}"/>
                </a:ext>
              </a:extLst>
            </p:cNvPr>
            <p:cNvGrpSpPr>
              <a:grpSpLocks/>
            </p:cNvGrpSpPr>
            <p:nvPr/>
          </p:nvGrpSpPr>
          <p:grpSpPr bwMode="auto">
            <a:xfrm>
              <a:off x="4450" y="1469"/>
              <a:ext cx="339" cy="288"/>
              <a:chOff x="1344" y="3411"/>
              <a:chExt cx="339" cy="288"/>
            </a:xfrm>
          </p:grpSpPr>
          <p:sp>
            <p:nvSpPr>
              <p:cNvPr id="33" name="Text Box 35">
                <a:extLst>
                  <a:ext uri="{FF2B5EF4-FFF2-40B4-BE49-F238E27FC236}">
                    <a16:creationId xmlns:a16="http://schemas.microsoft.com/office/drawing/2014/main" id="{C474F03C-DD43-4A0E-AA7F-63635966A0E8}"/>
                  </a:ext>
                </a:extLst>
              </p:cNvPr>
              <p:cNvSpPr txBox="1">
                <a:spLocks noChangeArrowheads="1"/>
              </p:cNvSpPr>
              <p:nvPr/>
            </p:nvSpPr>
            <p:spPr bwMode="auto">
              <a:xfrm>
                <a:off x="1344" y="3411"/>
                <a:ext cx="33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0" i="0" u="none" strike="noStrike" kern="1200" cap="none" spc="0" normalizeH="0" baseline="0" noProof="0" dirty="0">
                    <a:ln>
                      <a:solidFill>
                        <a:schemeClr val="tx1"/>
                      </a:solidFill>
                    </a:ln>
                    <a:effectLst/>
                    <a:uLnTx/>
                    <a:uFillTx/>
                    <a:latin typeface="Georgia" panose="02040502050405020303" pitchFamily="18" charset="0"/>
                    <a:ea typeface="宋体" panose="02010600030101010101" pitchFamily="2" charset="-122"/>
                    <a:cs typeface="+mn-cs"/>
                  </a:rPr>
                  <a:t>Q</a:t>
                </a:r>
                <a:r>
                  <a:rPr kumimoji="0"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34" name="Line 36">
                <a:extLst>
                  <a:ext uri="{FF2B5EF4-FFF2-40B4-BE49-F238E27FC236}">
                    <a16:creationId xmlns:a16="http://schemas.microsoft.com/office/drawing/2014/main" id="{99E4241B-A400-4D46-9C77-D91B5A143D0B}"/>
                  </a:ext>
                </a:extLst>
              </p:cNvPr>
              <p:cNvSpPr>
                <a:spLocks noChangeShapeType="1"/>
              </p:cNvSpPr>
              <p:nvPr/>
            </p:nvSpPr>
            <p:spPr bwMode="auto">
              <a:xfrm>
                <a:off x="1400" y="3445"/>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37" name="Text Box 37">
            <a:extLst>
              <a:ext uri="{FF2B5EF4-FFF2-40B4-BE49-F238E27FC236}">
                <a16:creationId xmlns:a16="http://schemas.microsoft.com/office/drawing/2014/main" id="{172FF8FB-C618-4860-AED1-E25AE5BC66E4}"/>
              </a:ext>
            </a:extLst>
          </p:cNvPr>
          <p:cNvSpPr txBox="1">
            <a:spLocks noChangeArrowheads="1"/>
          </p:cNvSpPr>
          <p:nvPr/>
        </p:nvSpPr>
        <p:spPr bwMode="auto">
          <a:xfrm>
            <a:off x="715963" y="4209733"/>
            <a:ext cx="1612900"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0</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38" name="Text Box 38">
            <a:extLst>
              <a:ext uri="{FF2B5EF4-FFF2-40B4-BE49-F238E27FC236}">
                <a16:creationId xmlns:a16="http://schemas.microsoft.com/office/drawing/2014/main" id="{CFE4E7BA-ABCF-4B53-8462-B30D50D1F270}"/>
              </a:ext>
            </a:extLst>
          </p:cNvPr>
          <p:cNvSpPr txBox="1">
            <a:spLocks noChangeArrowheads="1"/>
          </p:cNvSpPr>
          <p:nvPr/>
        </p:nvSpPr>
        <p:spPr bwMode="auto">
          <a:xfrm>
            <a:off x="1379538" y="4998720"/>
            <a:ext cx="808037"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000</a:t>
            </a:r>
          </a:p>
        </p:txBody>
      </p:sp>
      <p:sp>
        <p:nvSpPr>
          <p:cNvPr id="39" name="Text Box 39">
            <a:extLst>
              <a:ext uri="{FF2B5EF4-FFF2-40B4-BE49-F238E27FC236}">
                <a16:creationId xmlns:a16="http://schemas.microsoft.com/office/drawing/2014/main" id="{B19D6736-ADB0-478C-B109-4AA478B0A6CC}"/>
              </a:ext>
            </a:extLst>
          </p:cNvPr>
          <p:cNvSpPr txBox="1">
            <a:spLocks noChangeArrowheads="1"/>
          </p:cNvSpPr>
          <p:nvPr/>
        </p:nvSpPr>
        <p:spPr bwMode="auto">
          <a:xfrm>
            <a:off x="1935163" y="4998720"/>
            <a:ext cx="1309687"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100</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0" name="Text Box 40">
            <a:extLst>
              <a:ext uri="{FF2B5EF4-FFF2-40B4-BE49-F238E27FC236}">
                <a16:creationId xmlns:a16="http://schemas.microsoft.com/office/drawing/2014/main" id="{C8948378-D3BF-48DB-B6F4-21736966CA50}"/>
              </a:ext>
            </a:extLst>
          </p:cNvPr>
          <p:cNvSpPr txBox="1">
            <a:spLocks noChangeArrowheads="1"/>
          </p:cNvSpPr>
          <p:nvPr/>
        </p:nvSpPr>
        <p:spPr bwMode="auto">
          <a:xfrm>
            <a:off x="2849563" y="4981258"/>
            <a:ext cx="1309687"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110</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1" name="Text Box 41">
            <a:extLst>
              <a:ext uri="{FF2B5EF4-FFF2-40B4-BE49-F238E27FC236}">
                <a16:creationId xmlns:a16="http://schemas.microsoft.com/office/drawing/2014/main" id="{0E19CF9F-B27A-463C-9083-FE0DA6D4F070}"/>
              </a:ext>
            </a:extLst>
          </p:cNvPr>
          <p:cNvSpPr txBox="1">
            <a:spLocks noChangeArrowheads="1"/>
          </p:cNvSpPr>
          <p:nvPr/>
        </p:nvSpPr>
        <p:spPr bwMode="auto">
          <a:xfrm>
            <a:off x="3763963" y="4963795"/>
            <a:ext cx="1309687"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111</a:t>
            </a:r>
            <a:endPar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Text Box 42">
            <a:extLst>
              <a:ext uri="{FF2B5EF4-FFF2-40B4-BE49-F238E27FC236}">
                <a16:creationId xmlns:a16="http://schemas.microsoft.com/office/drawing/2014/main" id="{BE8D3E1A-22BF-4BC1-A5A4-5F2884B60ACB}"/>
              </a:ext>
            </a:extLst>
          </p:cNvPr>
          <p:cNvSpPr txBox="1">
            <a:spLocks noChangeArrowheads="1"/>
          </p:cNvSpPr>
          <p:nvPr/>
        </p:nvSpPr>
        <p:spPr bwMode="auto">
          <a:xfrm>
            <a:off x="4641850" y="4963795"/>
            <a:ext cx="1309688"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011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Text Box 43">
            <a:extLst>
              <a:ext uri="{FF2B5EF4-FFF2-40B4-BE49-F238E27FC236}">
                <a16:creationId xmlns:a16="http://schemas.microsoft.com/office/drawing/2014/main" id="{6FA83898-66B7-410F-943B-7C2D1E224771}"/>
              </a:ext>
            </a:extLst>
          </p:cNvPr>
          <p:cNvSpPr txBox="1">
            <a:spLocks noChangeArrowheads="1"/>
          </p:cNvSpPr>
          <p:nvPr/>
        </p:nvSpPr>
        <p:spPr bwMode="auto">
          <a:xfrm>
            <a:off x="5519738" y="4946333"/>
            <a:ext cx="1309687"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001</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Freeform 44">
            <a:extLst>
              <a:ext uri="{FF2B5EF4-FFF2-40B4-BE49-F238E27FC236}">
                <a16:creationId xmlns:a16="http://schemas.microsoft.com/office/drawing/2014/main" id="{59BCD8E9-0B70-443B-A324-E519812CB598}"/>
              </a:ext>
            </a:extLst>
          </p:cNvPr>
          <p:cNvSpPr>
            <a:spLocks/>
          </p:cNvSpPr>
          <p:nvPr/>
        </p:nvSpPr>
        <p:spPr bwMode="auto">
          <a:xfrm>
            <a:off x="1685925" y="5374958"/>
            <a:ext cx="4518025" cy="592137"/>
          </a:xfrm>
          <a:custGeom>
            <a:avLst/>
            <a:gdLst>
              <a:gd name="T0" fmla="*/ 2147483647 w 2846"/>
              <a:gd name="T1" fmla="*/ 0 h 271"/>
              <a:gd name="T2" fmla="*/ 2147483647 w 2846"/>
              <a:gd name="T3" fmla="*/ 2147483647 h 271"/>
              <a:gd name="T4" fmla="*/ 0 w 2846"/>
              <a:gd name="T5" fmla="*/ 2147483647 h 271"/>
              <a:gd name="T6" fmla="*/ 0 w 2846"/>
              <a:gd name="T7" fmla="*/ 2147483647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46" h="271">
                <a:moveTo>
                  <a:pt x="2846" y="0"/>
                </a:moveTo>
                <a:lnTo>
                  <a:pt x="2846" y="271"/>
                </a:lnTo>
                <a:lnTo>
                  <a:pt x="0" y="271"/>
                </a:lnTo>
                <a:lnTo>
                  <a:pt x="0" y="34"/>
                </a:lnTo>
              </a:path>
            </a:pathLst>
          </a:custGeom>
          <a:noFill/>
          <a:ln w="38100" cap="flat" cmpd="sng">
            <a:solidFill>
              <a:schemeClr val="tx1"/>
            </a:solidFill>
            <a:prstDash val="solid"/>
            <a:round/>
            <a:headEnd type="none" w="med" len="me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Text Box 45">
            <a:extLst>
              <a:ext uri="{FF2B5EF4-FFF2-40B4-BE49-F238E27FC236}">
                <a16:creationId xmlns:a16="http://schemas.microsoft.com/office/drawing/2014/main" id="{DFDC7054-23F3-4223-954F-EFF5F0641008}"/>
              </a:ext>
            </a:extLst>
          </p:cNvPr>
          <p:cNvSpPr txBox="1">
            <a:spLocks noChangeArrowheads="1"/>
          </p:cNvSpPr>
          <p:nvPr/>
        </p:nvSpPr>
        <p:spPr bwMode="auto">
          <a:xfrm>
            <a:off x="6904038" y="4711383"/>
            <a:ext cx="1809750"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i="0" u="none" strike="noStrike" kern="1200" cap="none" spc="0" normalizeH="0" baseline="0" noProof="0" dirty="0">
                <a:ln>
                  <a:solidFill>
                    <a:schemeClr val="tx1"/>
                  </a:solidFill>
                </a:ln>
                <a:effectLst/>
                <a:uLnTx/>
                <a:uFillTx/>
                <a:latin typeface="黑体" pitchFamily="49" charset="-122"/>
                <a:ea typeface="黑体" pitchFamily="49" charset="-122"/>
              </a:rPr>
              <a:t>同步六进制计数器</a:t>
            </a:r>
          </a:p>
        </p:txBody>
      </p:sp>
      <p:grpSp>
        <p:nvGrpSpPr>
          <p:cNvPr id="48" name="Group 48">
            <a:extLst>
              <a:ext uri="{FF2B5EF4-FFF2-40B4-BE49-F238E27FC236}">
                <a16:creationId xmlns:a16="http://schemas.microsoft.com/office/drawing/2014/main" id="{D36BCD59-158D-40BB-9BA0-8013701E3302}"/>
              </a:ext>
            </a:extLst>
          </p:cNvPr>
          <p:cNvGrpSpPr>
            <a:grpSpLocks/>
          </p:cNvGrpSpPr>
          <p:nvPr/>
        </p:nvGrpSpPr>
        <p:grpSpPr bwMode="auto">
          <a:xfrm>
            <a:off x="3721100" y="674370"/>
            <a:ext cx="3954463" cy="1739900"/>
            <a:chOff x="1512" y="1710"/>
            <a:chExt cx="2491" cy="1096"/>
          </a:xfrm>
        </p:grpSpPr>
        <p:grpSp>
          <p:nvGrpSpPr>
            <p:cNvPr id="49" name="Group 49">
              <a:extLst>
                <a:ext uri="{FF2B5EF4-FFF2-40B4-BE49-F238E27FC236}">
                  <a16:creationId xmlns:a16="http://schemas.microsoft.com/office/drawing/2014/main" id="{4EE45782-DE37-488A-B6A8-A3E51BB622C5}"/>
                </a:ext>
              </a:extLst>
            </p:cNvPr>
            <p:cNvGrpSpPr>
              <a:grpSpLocks/>
            </p:cNvGrpSpPr>
            <p:nvPr/>
          </p:nvGrpSpPr>
          <p:grpSpPr bwMode="auto">
            <a:xfrm>
              <a:off x="1512" y="1710"/>
              <a:ext cx="2304" cy="1096"/>
              <a:chOff x="2326" y="530"/>
              <a:chExt cx="2304" cy="1096"/>
            </a:xfrm>
          </p:grpSpPr>
          <p:sp>
            <p:nvSpPr>
              <p:cNvPr id="59" name="Line 50">
                <a:extLst>
                  <a:ext uri="{FF2B5EF4-FFF2-40B4-BE49-F238E27FC236}">
                    <a16:creationId xmlns:a16="http://schemas.microsoft.com/office/drawing/2014/main" id="{DE1E2935-2502-442D-BBAB-534F0473F673}"/>
                  </a:ext>
                </a:extLst>
              </p:cNvPr>
              <p:cNvSpPr>
                <a:spLocks noChangeShapeType="1"/>
              </p:cNvSpPr>
              <p:nvPr/>
            </p:nvSpPr>
            <p:spPr bwMode="auto">
              <a:xfrm flipV="1">
                <a:off x="2428" y="576"/>
                <a:ext cx="1" cy="8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51">
                <a:extLst>
                  <a:ext uri="{FF2B5EF4-FFF2-40B4-BE49-F238E27FC236}">
                    <a16:creationId xmlns:a16="http://schemas.microsoft.com/office/drawing/2014/main" id="{F6153BF8-3955-426F-AEA6-062875E9EECD}"/>
                  </a:ext>
                </a:extLst>
              </p:cNvPr>
              <p:cNvSpPr>
                <a:spLocks noChangeShapeType="1"/>
              </p:cNvSpPr>
              <p:nvPr/>
            </p:nvSpPr>
            <p:spPr bwMode="auto">
              <a:xfrm flipV="1">
                <a:off x="3433" y="541"/>
                <a:ext cx="1" cy="8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52">
                <a:extLst>
                  <a:ext uri="{FF2B5EF4-FFF2-40B4-BE49-F238E27FC236}">
                    <a16:creationId xmlns:a16="http://schemas.microsoft.com/office/drawing/2014/main" id="{4BE26A59-F744-4B24-809A-5D9D06AEC2F7}"/>
                  </a:ext>
                </a:extLst>
              </p:cNvPr>
              <p:cNvSpPr>
                <a:spLocks noChangeShapeType="1"/>
              </p:cNvSpPr>
              <p:nvPr/>
            </p:nvSpPr>
            <p:spPr bwMode="auto">
              <a:xfrm flipV="1">
                <a:off x="4416" y="530"/>
                <a:ext cx="1" cy="8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Line 53">
                <a:extLst>
                  <a:ext uri="{FF2B5EF4-FFF2-40B4-BE49-F238E27FC236}">
                    <a16:creationId xmlns:a16="http://schemas.microsoft.com/office/drawing/2014/main" id="{B52FCC0C-3478-46D5-9B11-CD54E86F6830}"/>
                  </a:ext>
                </a:extLst>
              </p:cNvPr>
              <p:cNvSpPr>
                <a:spLocks noChangeShapeType="1"/>
              </p:cNvSpPr>
              <p:nvPr/>
            </p:nvSpPr>
            <p:spPr bwMode="auto">
              <a:xfrm>
                <a:off x="2349" y="564"/>
                <a:ext cx="1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Line 54">
                <a:extLst>
                  <a:ext uri="{FF2B5EF4-FFF2-40B4-BE49-F238E27FC236}">
                    <a16:creationId xmlns:a16="http://schemas.microsoft.com/office/drawing/2014/main" id="{DE5D9698-A189-410A-9A0A-3C80B9D3B3C5}"/>
                  </a:ext>
                </a:extLst>
              </p:cNvPr>
              <p:cNvSpPr>
                <a:spLocks noChangeShapeType="1"/>
              </p:cNvSpPr>
              <p:nvPr/>
            </p:nvSpPr>
            <p:spPr bwMode="auto">
              <a:xfrm>
                <a:off x="3365" y="541"/>
                <a:ext cx="1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Line 55">
                <a:extLst>
                  <a:ext uri="{FF2B5EF4-FFF2-40B4-BE49-F238E27FC236}">
                    <a16:creationId xmlns:a16="http://schemas.microsoft.com/office/drawing/2014/main" id="{AE68D0D5-3455-436C-BD9B-616B1A03CB5D}"/>
                  </a:ext>
                </a:extLst>
              </p:cNvPr>
              <p:cNvSpPr>
                <a:spLocks noChangeShapeType="1"/>
              </p:cNvSpPr>
              <p:nvPr/>
            </p:nvSpPr>
            <p:spPr bwMode="auto">
              <a:xfrm>
                <a:off x="4337" y="530"/>
                <a:ext cx="1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65" name="Group 56">
                <a:extLst>
                  <a:ext uri="{FF2B5EF4-FFF2-40B4-BE49-F238E27FC236}">
                    <a16:creationId xmlns:a16="http://schemas.microsoft.com/office/drawing/2014/main" id="{D88B0C85-46B9-4AB7-9A1F-5C763454BAA2}"/>
                  </a:ext>
                </a:extLst>
              </p:cNvPr>
              <p:cNvGrpSpPr>
                <a:grpSpLocks/>
              </p:cNvGrpSpPr>
              <p:nvPr/>
            </p:nvGrpSpPr>
            <p:grpSpPr bwMode="auto">
              <a:xfrm>
                <a:off x="2326" y="577"/>
                <a:ext cx="328" cy="288"/>
                <a:chOff x="2326" y="577"/>
                <a:chExt cx="328" cy="288"/>
              </a:xfrm>
            </p:grpSpPr>
            <p:sp>
              <p:nvSpPr>
                <p:cNvPr id="75" name="Oval 57">
                  <a:extLst>
                    <a:ext uri="{FF2B5EF4-FFF2-40B4-BE49-F238E27FC236}">
                      <a16:creationId xmlns:a16="http://schemas.microsoft.com/office/drawing/2014/main" id="{2B0A5D6F-69B1-49CD-9D69-07D0D27948C2}"/>
                    </a:ext>
                  </a:extLst>
                </p:cNvPr>
                <p:cNvSpPr>
                  <a:spLocks noChangeArrowheads="1"/>
                </p:cNvSpPr>
                <p:nvPr/>
              </p:nvSpPr>
              <p:spPr bwMode="auto">
                <a:xfrm>
                  <a:off x="2349" y="656"/>
                  <a:ext cx="158" cy="15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6" name="Text Box 58">
                  <a:extLst>
                    <a:ext uri="{FF2B5EF4-FFF2-40B4-BE49-F238E27FC236}">
                      <a16:creationId xmlns:a16="http://schemas.microsoft.com/office/drawing/2014/main" id="{0432F9D8-3780-468E-B301-AE57DA382293}"/>
                    </a:ext>
                  </a:extLst>
                </p:cNvPr>
                <p:cNvSpPr txBox="1">
                  <a:spLocks noChangeArrowheads="1"/>
                </p:cNvSpPr>
                <p:nvPr/>
              </p:nvSpPr>
              <p:spPr bwMode="auto">
                <a:xfrm>
                  <a:off x="2326" y="577"/>
                  <a:ext cx="32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66" name="Group 59">
                <a:extLst>
                  <a:ext uri="{FF2B5EF4-FFF2-40B4-BE49-F238E27FC236}">
                    <a16:creationId xmlns:a16="http://schemas.microsoft.com/office/drawing/2014/main" id="{D32775E0-6FF6-4C61-8C55-10FF2B08247B}"/>
                  </a:ext>
                </a:extLst>
              </p:cNvPr>
              <p:cNvGrpSpPr>
                <a:grpSpLocks/>
              </p:cNvGrpSpPr>
              <p:nvPr/>
            </p:nvGrpSpPr>
            <p:grpSpPr bwMode="auto">
              <a:xfrm>
                <a:off x="3342" y="577"/>
                <a:ext cx="328" cy="288"/>
                <a:chOff x="3342" y="577"/>
                <a:chExt cx="328" cy="288"/>
              </a:xfrm>
            </p:grpSpPr>
            <p:sp>
              <p:nvSpPr>
                <p:cNvPr id="73" name="Oval 60">
                  <a:extLst>
                    <a:ext uri="{FF2B5EF4-FFF2-40B4-BE49-F238E27FC236}">
                      <a16:creationId xmlns:a16="http://schemas.microsoft.com/office/drawing/2014/main" id="{767B1C80-9A9E-4870-B50D-9A397EB566DC}"/>
                    </a:ext>
                  </a:extLst>
                </p:cNvPr>
                <p:cNvSpPr>
                  <a:spLocks noChangeArrowheads="1"/>
                </p:cNvSpPr>
                <p:nvPr/>
              </p:nvSpPr>
              <p:spPr bwMode="auto">
                <a:xfrm>
                  <a:off x="3365" y="656"/>
                  <a:ext cx="158" cy="15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4" name="Text Box 61">
                  <a:extLst>
                    <a:ext uri="{FF2B5EF4-FFF2-40B4-BE49-F238E27FC236}">
                      <a16:creationId xmlns:a16="http://schemas.microsoft.com/office/drawing/2014/main" id="{5C87DE67-EE71-4D60-9976-74882701158A}"/>
                    </a:ext>
                  </a:extLst>
                </p:cNvPr>
                <p:cNvSpPr txBox="1">
                  <a:spLocks noChangeArrowheads="1"/>
                </p:cNvSpPr>
                <p:nvPr/>
              </p:nvSpPr>
              <p:spPr bwMode="auto">
                <a:xfrm>
                  <a:off x="3342" y="577"/>
                  <a:ext cx="32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67" name="Group 62">
                <a:extLst>
                  <a:ext uri="{FF2B5EF4-FFF2-40B4-BE49-F238E27FC236}">
                    <a16:creationId xmlns:a16="http://schemas.microsoft.com/office/drawing/2014/main" id="{6F9B39AB-D19F-4584-A943-48FD3AC6BA0F}"/>
                  </a:ext>
                </a:extLst>
              </p:cNvPr>
              <p:cNvGrpSpPr>
                <a:grpSpLocks/>
              </p:cNvGrpSpPr>
              <p:nvPr/>
            </p:nvGrpSpPr>
            <p:grpSpPr bwMode="auto">
              <a:xfrm>
                <a:off x="4302" y="577"/>
                <a:ext cx="328" cy="288"/>
                <a:chOff x="4302" y="577"/>
                <a:chExt cx="328" cy="288"/>
              </a:xfrm>
            </p:grpSpPr>
            <p:sp>
              <p:nvSpPr>
                <p:cNvPr id="71" name="Oval 63">
                  <a:extLst>
                    <a:ext uri="{FF2B5EF4-FFF2-40B4-BE49-F238E27FC236}">
                      <a16:creationId xmlns:a16="http://schemas.microsoft.com/office/drawing/2014/main" id="{2EECF700-E489-4AD2-8538-F549DD8E0DE8}"/>
                    </a:ext>
                  </a:extLst>
                </p:cNvPr>
                <p:cNvSpPr>
                  <a:spLocks noChangeArrowheads="1"/>
                </p:cNvSpPr>
                <p:nvPr/>
              </p:nvSpPr>
              <p:spPr bwMode="auto">
                <a:xfrm>
                  <a:off x="4325" y="656"/>
                  <a:ext cx="158" cy="15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2" name="Text Box 64">
                  <a:extLst>
                    <a:ext uri="{FF2B5EF4-FFF2-40B4-BE49-F238E27FC236}">
                      <a16:creationId xmlns:a16="http://schemas.microsoft.com/office/drawing/2014/main" id="{9C81D55F-061F-4BC0-B8F3-7FFEAFADFC08}"/>
                    </a:ext>
                  </a:extLst>
                </p:cNvPr>
                <p:cNvSpPr txBox="1">
                  <a:spLocks noChangeArrowheads="1"/>
                </p:cNvSpPr>
                <p:nvPr/>
              </p:nvSpPr>
              <p:spPr bwMode="auto">
                <a:xfrm>
                  <a:off x="4302" y="577"/>
                  <a:ext cx="32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sp>
            <p:nvSpPr>
              <p:cNvPr id="68" name="Text Box 65">
                <a:extLst>
                  <a:ext uri="{FF2B5EF4-FFF2-40B4-BE49-F238E27FC236}">
                    <a16:creationId xmlns:a16="http://schemas.microsoft.com/office/drawing/2014/main" id="{71C1D36E-6574-449A-A6D6-86C76B002811}"/>
                  </a:ext>
                </a:extLst>
              </p:cNvPr>
              <p:cNvSpPr txBox="1">
                <a:spLocks noChangeArrowheads="1"/>
              </p:cNvSpPr>
              <p:nvPr/>
            </p:nvSpPr>
            <p:spPr bwMode="auto">
              <a:xfrm>
                <a:off x="2327" y="1107"/>
                <a:ext cx="226" cy="519"/>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4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p>
            </p:txBody>
          </p:sp>
          <p:sp>
            <p:nvSpPr>
              <p:cNvPr id="69" name="Text Box 66">
                <a:extLst>
                  <a:ext uri="{FF2B5EF4-FFF2-40B4-BE49-F238E27FC236}">
                    <a16:creationId xmlns:a16="http://schemas.microsoft.com/office/drawing/2014/main" id="{3096E22F-35AA-45C2-B28D-AEAD8356ABDD}"/>
                  </a:ext>
                </a:extLst>
              </p:cNvPr>
              <p:cNvSpPr txBox="1">
                <a:spLocks noChangeArrowheads="1"/>
              </p:cNvSpPr>
              <p:nvPr/>
            </p:nvSpPr>
            <p:spPr bwMode="auto">
              <a:xfrm>
                <a:off x="3344" y="1062"/>
                <a:ext cx="226" cy="519"/>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4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p>
            </p:txBody>
          </p:sp>
          <p:sp>
            <p:nvSpPr>
              <p:cNvPr id="70" name="Text Box 67">
                <a:extLst>
                  <a:ext uri="{FF2B5EF4-FFF2-40B4-BE49-F238E27FC236}">
                    <a16:creationId xmlns:a16="http://schemas.microsoft.com/office/drawing/2014/main" id="{3C1A0452-DC21-4822-ABE6-4EEC808AF1BA}"/>
                  </a:ext>
                </a:extLst>
              </p:cNvPr>
              <p:cNvSpPr txBox="1">
                <a:spLocks noChangeArrowheads="1"/>
              </p:cNvSpPr>
              <p:nvPr/>
            </p:nvSpPr>
            <p:spPr bwMode="auto">
              <a:xfrm>
                <a:off x="4315" y="1060"/>
                <a:ext cx="226" cy="519"/>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4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p>
            </p:txBody>
          </p:sp>
        </p:grpSp>
        <p:grpSp>
          <p:nvGrpSpPr>
            <p:cNvPr id="50" name="Group 68">
              <a:extLst>
                <a:ext uri="{FF2B5EF4-FFF2-40B4-BE49-F238E27FC236}">
                  <a16:creationId xmlns:a16="http://schemas.microsoft.com/office/drawing/2014/main" id="{121E4461-E38C-4E5C-B788-F37A85A6C7A2}"/>
                </a:ext>
              </a:extLst>
            </p:cNvPr>
            <p:cNvGrpSpPr>
              <a:grpSpLocks/>
            </p:cNvGrpSpPr>
            <p:nvPr/>
          </p:nvGrpSpPr>
          <p:grpSpPr bwMode="auto">
            <a:xfrm>
              <a:off x="1563" y="2149"/>
              <a:ext cx="457" cy="288"/>
              <a:chOff x="1563" y="2149"/>
              <a:chExt cx="457" cy="288"/>
            </a:xfrm>
          </p:grpSpPr>
          <p:sp>
            <p:nvSpPr>
              <p:cNvPr id="57" name="Rectangle 69">
                <a:extLst>
                  <a:ext uri="{FF2B5EF4-FFF2-40B4-BE49-F238E27FC236}">
                    <a16:creationId xmlns:a16="http://schemas.microsoft.com/office/drawing/2014/main" id="{1CD2545F-A989-497B-A24C-FD41DD7CB6F1}"/>
                  </a:ext>
                </a:extLst>
              </p:cNvPr>
              <p:cNvSpPr>
                <a:spLocks noChangeArrowheads="1"/>
              </p:cNvSpPr>
              <p:nvPr/>
            </p:nvSpPr>
            <p:spPr bwMode="auto">
              <a:xfrm>
                <a:off x="1563" y="2167"/>
                <a:ext cx="110" cy="247"/>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8" name="Text Box 70">
                <a:extLst>
                  <a:ext uri="{FF2B5EF4-FFF2-40B4-BE49-F238E27FC236}">
                    <a16:creationId xmlns:a16="http://schemas.microsoft.com/office/drawing/2014/main" id="{27B3953B-B72C-4862-A286-44D74C8B3ED3}"/>
                  </a:ext>
                </a:extLst>
              </p:cNvPr>
              <p:cNvSpPr txBox="1">
                <a:spLocks noChangeArrowheads="1"/>
              </p:cNvSpPr>
              <p:nvPr/>
            </p:nvSpPr>
            <p:spPr bwMode="auto">
              <a:xfrm>
                <a:off x="1663" y="2149"/>
                <a:ext cx="35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grpSp>
          <p:nvGrpSpPr>
            <p:cNvPr id="51" name="Group 71">
              <a:extLst>
                <a:ext uri="{FF2B5EF4-FFF2-40B4-BE49-F238E27FC236}">
                  <a16:creationId xmlns:a16="http://schemas.microsoft.com/office/drawing/2014/main" id="{C110D147-107A-429C-A2B3-B2D2DE8C7F05}"/>
                </a:ext>
              </a:extLst>
            </p:cNvPr>
            <p:cNvGrpSpPr>
              <a:grpSpLocks/>
            </p:cNvGrpSpPr>
            <p:nvPr/>
          </p:nvGrpSpPr>
          <p:grpSpPr bwMode="auto">
            <a:xfrm>
              <a:off x="2559" y="2140"/>
              <a:ext cx="457" cy="288"/>
              <a:chOff x="1563" y="2149"/>
              <a:chExt cx="457" cy="288"/>
            </a:xfrm>
          </p:grpSpPr>
          <p:sp>
            <p:nvSpPr>
              <p:cNvPr id="55" name="Rectangle 72">
                <a:extLst>
                  <a:ext uri="{FF2B5EF4-FFF2-40B4-BE49-F238E27FC236}">
                    <a16:creationId xmlns:a16="http://schemas.microsoft.com/office/drawing/2014/main" id="{A92E5321-ACEE-4447-949D-AC61F451DC39}"/>
                  </a:ext>
                </a:extLst>
              </p:cNvPr>
              <p:cNvSpPr>
                <a:spLocks noChangeArrowheads="1"/>
              </p:cNvSpPr>
              <p:nvPr/>
            </p:nvSpPr>
            <p:spPr bwMode="auto">
              <a:xfrm>
                <a:off x="1563" y="2167"/>
                <a:ext cx="110" cy="247"/>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6" name="Text Box 73">
                <a:extLst>
                  <a:ext uri="{FF2B5EF4-FFF2-40B4-BE49-F238E27FC236}">
                    <a16:creationId xmlns:a16="http://schemas.microsoft.com/office/drawing/2014/main" id="{D86D50F2-7988-40CB-AD2C-842CFA67368E}"/>
                  </a:ext>
                </a:extLst>
              </p:cNvPr>
              <p:cNvSpPr txBox="1">
                <a:spLocks noChangeArrowheads="1"/>
              </p:cNvSpPr>
              <p:nvPr/>
            </p:nvSpPr>
            <p:spPr bwMode="auto">
              <a:xfrm>
                <a:off x="1663" y="2149"/>
                <a:ext cx="35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grpSp>
          <p:nvGrpSpPr>
            <p:cNvPr id="52" name="Group 74">
              <a:extLst>
                <a:ext uri="{FF2B5EF4-FFF2-40B4-BE49-F238E27FC236}">
                  <a16:creationId xmlns:a16="http://schemas.microsoft.com/office/drawing/2014/main" id="{7E9CDC1D-D49F-4602-B539-F33ECC5507E2}"/>
                </a:ext>
              </a:extLst>
            </p:cNvPr>
            <p:cNvGrpSpPr>
              <a:grpSpLocks/>
            </p:cNvGrpSpPr>
            <p:nvPr/>
          </p:nvGrpSpPr>
          <p:grpSpPr bwMode="auto">
            <a:xfrm>
              <a:off x="3546" y="2131"/>
              <a:ext cx="457" cy="288"/>
              <a:chOff x="1563" y="2149"/>
              <a:chExt cx="457" cy="288"/>
            </a:xfrm>
          </p:grpSpPr>
          <p:sp>
            <p:nvSpPr>
              <p:cNvPr id="53" name="Rectangle 75">
                <a:extLst>
                  <a:ext uri="{FF2B5EF4-FFF2-40B4-BE49-F238E27FC236}">
                    <a16:creationId xmlns:a16="http://schemas.microsoft.com/office/drawing/2014/main" id="{3F9DAEA8-BC9A-4DB7-A451-6DFF00D4A4A2}"/>
                  </a:ext>
                </a:extLst>
              </p:cNvPr>
              <p:cNvSpPr>
                <a:spLocks noChangeArrowheads="1"/>
              </p:cNvSpPr>
              <p:nvPr/>
            </p:nvSpPr>
            <p:spPr bwMode="auto">
              <a:xfrm>
                <a:off x="1563" y="2167"/>
                <a:ext cx="110" cy="247"/>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Text Box 76">
                <a:extLst>
                  <a:ext uri="{FF2B5EF4-FFF2-40B4-BE49-F238E27FC236}">
                    <a16:creationId xmlns:a16="http://schemas.microsoft.com/office/drawing/2014/main" id="{E785B37F-6096-443E-B0CA-E71782EE47BE}"/>
                  </a:ext>
                </a:extLst>
              </p:cNvPr>
              <p:cNvSpPr txBox="1">
                <a:spLocks noChangeArrowheads="1"/>
              </p:cNvSpPr>
              <p:nvPr/>
            </p:nvSpPr>
            <p:spPr bwMode="auto">
              <a:xfrm>
                <a:off x="1663" y="2149"/>
                <a:ext cx="35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grpSp>
      <p:sp>
        <p:nvSpPr>
          <p:cNvPr id="77" name="TextBox 76"/>
          <p:cNvSpPr txBox="1"/>
          <p:nvPr/>
        </p:nvSpPr>
        <p:spPr bwMode="auto">
          <a:xfrm>
            <a:off x="834157" y="226734"/>
            <a:ext cx="25285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dirty="0">
                <a:solidFill>
                  <a:schemeClr val="tx1"/>
                </a:solidFill>
                <a:latin typeface="黑体" pitchFamily="49" charset="-122"/>
                <a:ea typeface="黑体" pitchFamily="49" charset="-122"/>
              </a:rPr>
              <a:t>2</a:t>
            </a:r>
            <a:r>
              <a:rPr lang="zh-CN" altLang="en-US" dirty="0">
                <a:solidFill>
                  <a:schemeClr val="tx1"/>
                </a:solidFill>
                <a:latin typeface="黑体" pitchFamily="49" charset="-122"/>
                <a:ea typeface="黑体" pitchFamily="49" charset="-122"/>
              </a:rPr>
              <a:t>、计数器</a:t>
            </a:r>
            <a:endParaRPr lang="zh-CN" altLang="en-US" sz="2800" dirty="0">
              <a:latin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500" fill="hold"/>
                                        <p:tgtEl>
                                          <p:spTgt spid="37"/>
                                        </p:tgtEl>
                                        <p:attrNameLst>
                                          <p:attrName>ppt_x</p:attrName>
                                        </p:attrNameLst>
                                      </p:cBhvr>
                                      <p:tavLst>
                                        <p:tav tm="0">
                                          <p:val>
                                            <p:strVal val="0-#ppt_w/2"/>
                                          </p:val>
                                        </p:tav>
                                        <p:tav tm="100000">
                                          <p:val>
                                            <p:strVal val="#ppt_x"/>
                                          </p:val>
                                        </p:tav>
                                      </p:tavLst>
                                    </p:anim>
                                    <p:anim calcmode="lin" valueType="num">
                                      <p:cBhvr additive="base">
                                        <p:cTn id="13"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slide(fromTop)">
                                      <p:cBhvr>
                                        <p:cTn id="18" dur="500"/>
                                        <p:tgtEl>
                                          <p:spTgt spid="4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left)">
                                      <p:cBhvr>
                                        <p:cTn id="23" dur="5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wipe(left)">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wipe(left)">
                                      <p:cBhvr>
                                        <p:cTn id="33" dur="500"/>
                                        <p:tgtEl>
                                          <p:spTgt spid="4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ipe(left)">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wipe(left)">
                                      <p:cBhvr>
                                        <p:cTn id="43" dur="500"/>
                                        <p:tgtEl>
                                          <p:spTgt spid="4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wipe(left)">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wipe(right)">
                                      <p:cBhvr>
                                        <p:cTn id="53" dur="500"/>
                                        <p:tgtEl>
                                          <p:spTgt spid="44"/>
                                        </p:tgtEl>
                                      </p:cBhvr>
                                    </p:animEffect>
                                  </p:childTnLst>
                                </p:cTn>
                              </p:par>
                            </p:childTnLst>
                          </p:cTn>
                        </p:par>
                        <p:par>
                          <p:cTn id="54" fill="hold">
                            <p:stCondLst>
                              <p:cond delay="500"/>
                            </p:stCondLst>
                            <p:childTnLst>
                              <p:par>
                                <p:cTn id="55" presetID="2" presetClass="entr" presetSubtype="2" fill="hold" grpId="0" nodeType="afterEffect">
                                  <p:stCondLst>
                                    <p:cond delay="2000"/>
                                  </p:stCondLst>
                                  <p:childTnLst>
                                    <p:set>
                                      <p:cBhvr>
                                        <p:cTn id="56" dur="1" fill="hold">
                                          <p:stCondLst>
                                            <p:cond delay="0"/>
                                          </p:stCondLst>
                                        </p:cTn>
                                        <p:tgtEl>
                                          <p:spTgt spid="45"/>
                                        </p:tgtEl>
                                        <p:attrNameLst>
                                          <p:attrName>style.visibility</p:attrName>
                                        </p:attrNameLst>
                                      </p:cBhvr>
                                      <p:to>
                                        <p:strVal val="visible"/>
                                      </p:to>
                                    </p:set>
                                    <p:anim calcmode="lin" valueType="num">
                                      <p:cBhvr additive="base">
                                        <p:cTn id="57" dur="500" fill="hold"/>
                                        <p:tgtEl>
                                          <p:spTgt spid="45"/>
                                        </p:tgtEl>
                                        <p:attrNameLst>
                                          <p:attrName>ppt_x</p:attrName>
                                        </p:attrNameLst>
                                      </p:cBhvr>
                                      <p:tavLst>
                                        <p:tav tm="0">
                                          <p:val>
                                            <p:strVal val="1+#ppt_w/2"/>
                                          </p:val>
                                        </p:tav>
                                        <p:tav tm="100000">
                                          <p:val>
                                            <p:strVal val="#ppt_x"/>
                                          </p:val>
                                        </p:tav>
                                      </p:tavLst>
                                    </p:anim>
                                    <p:anim calcmode="lin" valueType="num">
                                      <p:cBhvr additive="base">
                                        <p:cTn id="58"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autoUpdateAnimBg="0"/>
      <p:bldP spid="38" grpId="0" autoUpdateAnimBg="0"/>
      <p:bldP spid="39" grpId="0" autoUpdateAnimBg="0"/>
      <p:bldP spid="40" grpId="0" autoUpdateAnimBg="0"/>
      <p:bldP spid="41" grpId="0" autoUpdateAnimBg="0"/>
      <p:bldP spid="42" grpId="0" autoUpdateAnimBg="0"/>
      <p:bldP spid="43" grpId="0" autoUpdateAnimBg="0"/>
      <p:bldP spid="45"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85AF05F-10B0-48DA-BB49-BB31878DE00A}"/>
              </a:ext>
            </a:extLst>
          </p:cNvPr>
          <p:cNvSpPr txBox="1">
            <a:spLocks noChangeArrowheads="1"/>
          </p:cNvSpPr>
          <p:nvPr/>
        </p:nvSpPr>
        <p:spPr>
          <a:xfrm>
            <a:off x="2993708" y="121920"/>
            <a:ext cx="3422332" cy="533400"/>
          </a:xfrm>
          <a:prstGeom prst="rect">
            <a:avLst/>
          </a:prstGeom>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五、集成</a:t>
            </a:r>
            <a:r>
              <a:rPr kumimoji="1" lang="en-US" altLang="zh-CN" sz="2800" b="1" i="0" u="none" strike="noStrike" kern="1200" cap="none" spc="0" normalizeH="0" baseline="0" noProof="0">
                <a:ln>
                  <a:solidFill>
                    <a:schemeClr val="tx1"/>
                  </a:solidFill>
                </a:ln>
                <a:solidFill>
                  <a:schemeClr val="tx1"/>
                </a:solidFill>
                <a:effectLst/>
                <a:uLnTx/>
                <a:uFillTx/>
                <a:latin typeface="+mn-lt"/>
                <a:ea typeface="黑体" pitchFamily="49" charset="-122"/>
                <a:cs typeface="+mj-cs"/>
              </a:rPr>
              <a:t>D</a:t>
            </a:r>
            <a:r>
              <a:rPr kumimoji="1" lang="zh-CN" altLang="en-US"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触发器</a:t>
            </a:r>
            <a:endParaRPr kumimoji="1" lang="zh-CN" altLang="en-US"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endParaRPr>
          </a:p>
        </p:txBody>
      </p:sp>
      <p:grpSp>
        <p:nvGrpSpPr>
          <p:cNvPr id="3" name="Group 35">
            <a:extLst>
              <a:ext uri="{FF2B5EF4-FFF2-40B4-BE49-F238E27FC236}">
                <a16:creationId xmlns:a16="http://schemas.microsoft.com/office/drawing/2014/main" id="{31CB97CF-1F2E-46ED-8C2D-A67D6A0C18F7}"/>
              </a:ext>
            </a:extLst>
          </p:cNvPr>
          <p:cNvGrpSpPr>
            <a:grpSpLocks/>
          </p:cNvGrpSpPr>
          <p:nvPr/>
        </p:nvGrpSpPr>
        <p:grpSpPr bwMode="auto">
          <a:xfrm>
            <a:off x="1521460" y="688658"/>
            <a:ext cx="5578475" cy="3033712"/>
            <a:chOff x="1736" y="284"/>
            <a:chExt cx="3514" cy="2049"/>
          </a:xfrm>
        </p:grpSpPr>
        <p:sp>
          <p:nvSpPr>
            <p:cNvPr id="4" name="Rectangle 5">
              <a:extLst>
                <a:ext uri="{FF2B5EF4-FFF2-40B4-BE49-F238E27FC236}">
                  <a16:creationId xmlns:a16="http://schemas.microsoft.com/office/drawing/2014/main" id="{033CCCC3-5C56-41A3-8FD1-888348082F39}"/>
                </a:ext>
              </a:extLst>
            </p:cNvPr>
            <p:cNvSpPr>
              <a:spLocks noChangeArrowheads="1"/>
            </p:cNvSpPr>
            <p:nvPr/>
          </p:nvSpPr>
          <p:spPr bwMode="auto">
            <a:xfrm>
              <a:off x="1921" y="1836"/>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 name="Rectangle 6">
              <a:extLst>
                <a:ext uri="{FF2B5EF4-FFF2-40B4-BE49-F238E27FC236}">
                  <a16:creationId xmlns:a16="http://schemas.microsoft.com/office/drawing/2014/main" id="{86C1C04B-5AB9-4F08-9825-A613296EAFDB}"/>
                </a:ext>
              </a:extLst>
            </p:cNvPr>
            <p:cNvSpPr>
              <a:spLocks noChangeArrowheads="1"/>
            </p:cNvSpPr>
            <p:nvPr/>
          </p:nvSpPr>
          <p:spPr bwMode="auto">
            <a:xfrm>
              <a:off x="2360" y="1830"/>
              <a:ext cx="231"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 name="Rectangle 7">
              <a:extLst>
                <a:ext uri="{FF2B5EF4-FFF2-40B4-BE49-F238E27FC236}">
                  <a16:creationId xmlns:a16="http://schemas.microsoft.com/office/drawing/2014/main" id="{68DEEAED-9407-4BB4-9662-7E606EA46FB1}"/>
                </a:ext>
              </a:extLst>
            </p:cNvPr>
            <p:cNvSpPr>
              <a:spLocks noChangeArrowheads="1"/>
            </p:cNvSpPr>
            <p:nvPr/>
          </p:nvSpPr>
          <p:spPr bwMode="auto">
            <a:xfrm>
              <a:off x="2792" y="1830"/>
              <a:ext cx="232"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7" name="Rectangle 8">
              <a:extLst>
                <a:ext uri="{FF2B5EF4-FFF2-40B4-BE49-F238E27FC236}">
                  <a16:creationId xmlns:a16="http://schemas.microsoft.com/office/drawing/2014/main" id="{55997B4D-3F65-4626-BD0C-DFEC37A55290}"/>
                </a:ext>
              </a:extLst>
            </p:cNvPr>
            <p:cNvSpPr>
              <a:spLocks noChangeArrowheads="1"/>
            </p:cNvSpPr>
            <p:nvPr/>
          </p:nvSpPr>
          <p:spPr bwMode="auto">
            <a:xfrm>
              <a:off x="3272" y="1830"/>
              <a:ext cx="232"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8" name="Rectangle 9">
              <a:extLst>
                <a:ext uri="{FF2B5EF4-FFF2-40B4-BE49-F238E27FC236}">
                  <a16:creationId xmlns:a16="http://schemas.microsoft.com/office/drawing/2014/main" id="{3438DF71-E780-4DAB-9ADC-A2BB39800534}"/>
                </a:ext>
              </a:extLst>
            </p:cNvPr>
            <p:cNvSpPr>
              <a:spLocks noChangeArrowheads="1"/>
            </p:cNvSpPr>
            <p:nvPr/>
          </p:nvSpPr>
          <p:spPr bwMode="auto">
            <a:xfrm>
              <a:off x="3752" y="1830"/>
              <a:ext cx="231"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 name="Rectangle 10">
              <a:extLst>
                <a:ext uri="{FF2B5EF4-FFF2-40B4-BE49-F238E27FC236}">
                  <a16:creationId xmlns:a16="http://schemas.microsoft.com/office/drawing/2014/main" id="{F52D0C40-8AD8-4500-BDB1-DF4B3F37030F}"/>
                </a:ext>
              </a:extLst>
            </p:cNvPr>
            <p:cNvSpPr>
              <a:spLocks noChangeArrowheads="1"/>
            </p:cNvSpPr>
            <p:nvPr/>
          </p:nvSpPr>
          <p:spPr bwMode="auto">
            <a:xfrm>
              <a:off x="4232" y="1830"/>
              <a:ext cx="232"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 name="Rectangle 11">
              <a:extLst>
                <a:ext uri="{FF2B5EF4-FFF2-40B4-BE49-F238E27FC236}">
                  <a16:creationId xmlns:a16="http://schemas.microsoft.com/office/drawing/2014/main" id="{811AB29A-F541-4D4E-8EC2-695528C73CC6}"/>
                </a:ext>
              </a:extLst>
            </p:cNvPr>
            <p:cNvSpPr>
              <a:spLocks noChangeArrowheads="1"/>
            </p:cNvSpPr>
            <p:nvPr/>
          </p:nvSpPr>
          <p:spPr bwMode="auto">
            <a:xfrm>
              <a:off x="4664" y="1830"/>
              <a:ext cx="232" cy="192"/>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 name="Rectangle 12">
              <a:extLst>
                <a:ext uri="{FF2B5EF4-FFF2-40B4-BE49-F238E27FC236}">
                  <a16:creationId xmlns:a16="http://schemas.microsoft.com/office/drawing/2014/main" id="{616BD7F6-DCE7-4A08-ABE7-2676447F0528}"/>
                </a:ext>
              </a:extLst>
            </p:cNvPr>
            <p:cNvSpPr>
              <a:spLocks noChangeArrowheads="1"/>
            </p:cNvSpPr>
            <p:nvPr/>
          </p:nvSpPr>
          <p:spPr bwMode="auto">
            <a:xfrm>
              <a:off x="1921" y="582"/>
              <a:ext cx="232" cy="21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 name="Rectangle 13">
              <a:extLst>
                <a:ext uri="{FF2B5EF4-FFF2-40B4-BE49-F238E27FC236}">
                  <a16:creationId xmlns:a16="http://schemas.microsoft.com/office/drawing/2014/main" id="{F0C26010-797E-4B59-963B-FF8D8E2FF027}"/>
                </a:ext>
              </a:extLst>
            </p:cNvPr>
            <p:cNvSpPr>
              <a:spLocks noChangeArrowheads="1"/>
            </p:cNvSpPr>
            <p:nvPr/>
          </p:nvSpPr>
          <p:spPr bwMode="auto">
            <a:xfrm>
              <a:off x="2360" y="593"/>
              <a:ext cx="232"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 name="Rectangle 14">
              <a:extLst>
                <a:ext uri="{FF2B5EF4-FFF2-40B4-BE49-F238E27FC236}">
                  <a16:creationId xmlns:a16="http://schemas.microsoft.com/office/drawing/2014/main" id="{F6F5414C-0C3D-48E8-AABF-E21656E1B351}"/>
                </a:ext>
              </a:extLst>
            </p:cNvPr>
            <p:cNvSpPr>
              <a:spLocks noChangeArrowheads="1"/>
            </p:cNvSpPr>
            <p:nvPr/>
          </p:nvSpPr>
          <p:spPr bwMode="auto">
            <a:xfrm>
              <a:off x="2792" y="593"/>
              <a:ext cx="232"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 name="Rectangle 15">
              <a:extLst>
                <a:ext uri="{FF2B5EF4-FFF2-40B4-BE49-F238E27FC236}">
                  <a16:creationId xmlns:a16="http://schemas.microsoft.com/office/drawing/2014/main" id="{3E70D719-A61F-4903-BA99-4C0D860651B3}"/>
                </a:ext>
              </a:extLst>
            </p:cNvPr>
            <p:cNvSpPr>
              <a:spLocks noChangeArrowheads="1"/>
            </p:cNvSpPr>
            <p:nvPr/>
          </p:nvSpPr>
          <p:spPr bwMode="auto">
            <a:xfrm>
              <a:off x="3272" y="593"/>
              <a:ext cx="231"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 name="Rectangle 16">
              <a:extLst>
                <a:ext uri="{FF2B5EF4-FFF2-40B4-BE49-F238E27FC236}">
                  <a16:creationId xmlns:a16="http://schemas.microsoft.com/office/drawing/2014/main" id="{B5A8C44D-7903-4327-86F2-0E504D54DC46}"/>
                </a:ext>
              </a:extLst>
            </p:cNvPr>
            <p:cNvSpPr>
              <a:spLocks noChangeArrowheads="1"/>
            </p:cNvSpPr>
            <p:nvPr/>
          </p:nvSpPr>
          <p:spPr bwMode="auto">
            <a:xfrm>
              <a:off x="3704" y="593"/>
              <a:ext cx="232"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 name="Rectangle 17">
              <a:extLst>
                <a:ext uri="{FF2B5EF4-FFF2-40B4-BE49-F238E27FC236}">
                  <a16:creationId xmlns:a16="http://schemas.microsoft.com/office/drawing/2014/main" id="{2EFAA5C9-FC72-4247-8B09-BAFE97BFDCD0}"/>
                </a:ext>
              </a:extLst>
            </p:cNvPr>
            <p:cNvSpPr>
              <a:spLocks noChangeArrowheads="1"/>
            </p:cNvSpPr>
            <p:nvPr/>
          </p:nvSpPr>
          <p:spPr bwMode="auto">
            <a:xfrm>
              <a:off x="4184" y="593"/>
              <a:ext cx="232"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7" name="Rectangle 18">
              <a:extLst>
                <a:ext uri="{FF2B5EF4-FFF2-40B4-BE49-F238E27FC236}">
                  <a16:creationId xmlns:a16="http://schemas.microsoft.com/office/drawing/2014/main" id="{53F3FD24-F2BB-4849-86C1-2B533CD7AF43}"/>
                </a:ext>
              </a:extLst>
            </p:cNvPr>
            <p:cNvSpPr>
              <a:spLocks noChangeArrowheads="1"/>
            </p:cNvSpPr>
            <p:nvPr/>
          </p:nvSpPr>
          <p:spPr bwMode="auto">
            <a:xfrm>
              <a:off x="4664" y="593"/>
              <a:ext cx="231" cy="200"/>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8" name="Text Box 19">
              <a:extLst>
                <a:ext uri="{FF2B5EF4-FFF2-40B4-BE49-F238E27FC236}">
                  <a16:creationId xmlns:a16="http://schemas.microsoft.com/office/drawing/2014/main" id="{0191E001-A8E0-414D-9168-638A5572CB98}"/>
                </a:ext>
              </a:extLst>
            </p:cNvPr>
            <p:cNvSpPr txBox="1">
              <a:spLocks noChangeArrowheads="1"/>
            </p:cNvSpPr>
            <p:nvPr/>
          </p:nvSpPr>
          <p:spPr bwMode="auto">
            <a:xfrm>
              <a:off x="1910" y="1560"/>
              <a:ext cx="2916" cy="268"/>
            </a:xfrm>
            <a:prstGeom prst="rect">
              <a:avLst/>
            </a:prstGeom>
            <a:noFill/>
            <a:ln w="28575"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1        2        3        4        5        6       7       8</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19" name="Text Box 20">
              <a:extLst>
                <a:ext uri="{FF2B5EF4-FFF2-40B4-BE49-F238E27FC236}">
                  <a16:creationId xmlns:a16="http://schemas.microsoft.com/office/drawing/2014/main" id="{3E00E6BE-31AC-4032-ABE3-91947C985FA8}"/>
                </a:ext>
              </a:extLst>
            </p:cNvPr>
            <p:cNvSpPr txBox="1">
              <a:spLocks noChangeArrowheads="1"/>
            </p:cNvSpPr>
            <p:nvPr/>
          </p:nvSpPr>
          <p:spPr bwMode="auto">
            <a:xfrm>
              <a:off x="1857" y="2024"/>
              <a:ext cx="3393" cy="309"/>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D1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CP</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D1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地</a:t>
              </a:r>
              <a:r>
                <a:rPr kumimoji="1" lang="zh-CN" altLang="en-US"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zh-CN" altLang="en-US" sz="20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   </a:t>
              </a:r>
            </a:p>
          </p:txBody>
        </p:sp>
        <p:sp>
          <p:nvSpPr>
            <p:cNvPr id="20" name="Line 21">
              <a:extLst>
                <a:ext uri="{FF2B5EF4-FFF2-40B4-BE49-F238E27FC236}">
                  <a16:creationId xmlns:a16="http://schemas.microsoft.com/office/drawing/2014/main" id="{F589711D-1E27-4D00-9E44-6EE036ED6725}"/>
                </a:ext>
              </a:extLst>
            </p:cNvPr>
            <p:cNvSpPr>
              <a:spLocks noChangeShapeType="1"/>
            </p:cNvSpPr>
            <p:nvPr/>
          </p:nvSpPr>
          <p:spPr bwMode="auto">
            <a:xfrm>
              <a:off x="4295" y="2092"/>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Text Box 22">
              <a:extLst>
                <a:ext uri="{FF2B5EF4-FFF2-40B4-BE49-F238E27FC236}">
                  <a16:creationId xmlns:a16="http://schemas.microsoft.com/office/drawing/2014/main" id="{A9AE7B85-62F1-4009-B26A-37B49677579E}"/>
                </a:ext>
              </a:extLst>
            </p:cNvPr>
            <p:cNvSpPr txBox="1">
              <a:spLocks noChangeArrowheads="1"/>
            </p:cNvSpPr>
            <p:nvPr/>
          </p:nvSpPr>
          <p:spPr bwMode="auto">
            <a:xfrm>
              <a:off x="1736" y="284"/>
              <a:ext cx="3352" cy="309"/>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+V</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CC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D2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CP</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D2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a:t>
              </a:r>
            </a:p>
          </p:txBody>
        </p:sp>
        <p:sp>
          <p:nvSpPr>
            <p:cNvPr id="22" name="Line 23">
              <a:extLst>
                <a:ext uri="{FF2B5EF4-FFF2-40B4-BE49-F238E27FC236}">
                  <a16:creationId xmlns:a16="http://schemas.microsoft.com/office/drawing/2014/main" id="{ECC2EFE1-3372-4B5A-ADBF-B8B6262EAEAE}"/>
                </a:ext>
              </a:extLst>
            </p:cNvPr>
            <p:cNvSpPr>
              <a:spLocks noChangeShapeType="1"/>
            </p:cNvSpPr>
            <p:nvPr/>
          </p:nvSpPr>
          <p:spPr bwMode="auto">
            <a:xfrm>
              <a:off x="2375" y="353"/>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24">
              <a:extLst>
                <a:ext uri="{FF2B5EF4-FFF2-40B4-BE49-F238E27FC236}">
                  <a16:creationId xmlns:a16="http://schemas.microsoft.com/office/drawing/2014/main" id="{FAD3A9ED-D634-40C7-B544-11461C4D460D}"/>
                </a:ext>
              </a:extLst>
            </p:cNvPr>
            <p:cNvSpPr>
              <a:spLocks noChangeShapeType="1"/>
            </p:cNvSpPr>
            <p:nvPr/>
          </p:nvSpPr>
          <p:spPr bwMode="auto">
            <a:xfrm>
              <a:off x="4668" y="353"/>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25">
              <a:extLst>
                <a:ext uri="{FF2B5EF4-FFF2-40B4-BE49-F238E27FC236}">
                  <a16:creationId xmlns:a16="http://schemas.microsoft.com/office/drawing/2014/main" id="{09EB4953-707E-4983-A0E4-16E319FD0B1E}"/>
                </a:ext>
              </a:extLst>
            </p:cNvPr>
            <p:cNvSpPr>
              <a:spLocks noChangeArrowheads="1"/>
            </p:cNvSpPr>
            <p:nvPr/>
          </p:nvSpPr>
          <p:spPr bwMode="auto">
            <a:xfrm>
              <a:off x="1844" y="792"/>
              <a:ext cx="3168" cy="1044"/>
            </a:xfrm>
            <a:prstGeom prst="rect">
              <a:avLst/>
            </a:prstGeom>
            <a:solidFill>
              <a:srgbClr val="FFFF99"/>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74</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sym typeface="Symbol" panose="05050102010706020507" pitchFamily="18" charset="2"/>
                </a:rPr>
                <a:t></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74</a:t>
              </a:r>
            </a:p>
          </p:txBody>
        </p:sp>
        <p:sp>
          <p:nvSpPr>
            <p:cNvPr id="25" name="Text Box 26">
              <a:extLst>
                <a:ext uri="{FF2B5EF4-FFF2-40B4-BE49-F238E27FC236}">
                  <a16:creationId xmlns:a16="http://schemas.microsoft.com/office/drawing/2014/main" id="{41E0D4D6-579A-4148-97AF-E524D214D748}"/>
                </a:ext>
              </a:extLst>
            </p:cNvPr>
            <p:cNvSpPr txBox="1">
              <a:spLocks noChangeArrowheads="1"/>
            </p:cNvSpPr>
            <p:nvPr/>
          </p:nvSpPr>
          <p:spPr bwMode="auto">
            <a:xfrm>
              <a:off x="1880" y="786"/>
              <a:ext cx="2996" cy="268"/>
            </a:xfrm>
            <a:prstGeom prst="rect">
              <a:avLst/>
            </a:prstGeom>
            <a:noFill/>
            <a:ln w="28575"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14        13       12        11       10         9         8</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26" name="Text Box 27">
              <a:extLst>
                <a:ext uri="{FF2B5EF4-FFF2-40B4-BE49-F238E27FC236}">
                  <a16:creationId xmlns:a16="http://schemas.microsoft.com/office/drawing/2014/main" id="{7E4BE312-4E3E-4DF9-B1D1-190CF54477A8}"/>
                </a:ext>
              </a:extLst>
            </p:cNvPr>
            <p:cNvSpPr txBox="1">
              <a:spLocks noChangeArrowheads="1"/>
            </p:cNvSpPr>
            <p:nvPr/>
          </p:nvSpPr>
          <p:spPr bwMode="auto">
            <a:xfrm>
              <a:off x="1928" y="1581"/>
              <a:ext cx="3072" cy="268"/>
            </a:xfrm>
            <a:prstGeom prst="rect">
              <a:avLst/>
            </a:prstGeom>
            <a:noFill/>
            <a:ln w="28575"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1         2         3          4          5          6         7       </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27" name="Arc 28">
              <a:extLst>
                <a:ext uri="{FF2B5EF4-FFF2-40B4-BE49-F238E27FC236}">
                  <a16:creationId xmlns:a16="http://schemas.microsoft.com/office/drawing/2014/main" id="{69CA73EC-9BAF-4FA8-83B9-522EEBAFA19D}"/>
                </a:ext>
              </a:extLst>
            </p:cNvPr>
            <p:cNvSpPr>
              <a:spLocks/>
            </p:cNvSpPr>
            <p:nvPr/>
          </p:nvSpPr>
          <p:spPr bwMode="auto">
            <a:xfrm>
              <a:off x="1842" y="1190"/>
              <a:ext cx="192" cy="14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rc 29">
              <a:extLst>
                <a:ext uri="{FF2B5EF4-FFF2-40B4-BE49-F238E27FC236}">
                  <a16:creationId xmlns:a16="http://schemas.microsoft.com/office/drawing/2014/main" id="{9A40B672-354D-445C-B9BE-1EB3C45FEA1B}"/>
                </a:ext>
              </a:extLst>
            </p:cNvPr>
            <p:cNvSpPr>
              <a:spLocks/>
            </p:cNvSpPr>
            <p:nvPr/>
          </p:nvSpPr>
          <p:spPr bwMode="auto">
            <a:xfrm flipV="1">
              <a:off x="1842" y="1339"/>
              <a:ext cx="192" cy="14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30">
              <a:extLst>
                <a:ext uri="{FF2B5EF4-FFF2-40B4-BE49-F238E27FC236}">
                  <a16:creationId xmlns:a16="http://schemas.microsoft.com/office/drawing/2014/main" id="{9224E2EF-6427-4C72-A031-6250CC32E2F5}"/>
                </a:ext>
              </a:extLst>
            </p:cNvPr>
            <p:cNvSpPr>
              <a:spLocks noChangeShapeType="1"/>
            </p:cNvSpPr>
            <p:nvPr/>
          </p:nvSpPr>
          <p:spPr bwMode="auto">
            <a:xfrm>
              <a:off x="1906" y="209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31">
              <a:extLst>
                <a:ext uri="{FF2B5EF4-FFF2-40B4-BE49-F238E27FC236}">
                  <a16:creationId xmlns:a16="http://schemas.microsoft.com/office/drawing/2014/main" id="{E3029453-7DAD-4805-8D6C-09FB57A56946}"/>
                </a:ext>
              </a:extLst>
            </p:cNvPr>
            <p:cNvSpPr>
              <a:spLocks noChangeShapeType="1"/>
            </p:cNvSpPr>
            <p:nvPr/>
          </p:nvSpPr>
          <p:spPr bwMode="auto">
            <a:xfrm>
              <a:off x="3309" y="2092"/>
              <a:ext cx="1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32">
              <a:extLst>
                <a:ext uri="{FF2B5EF4-FFF2-40B4-BE49-F238E27FC236}">
                  <a16:creationId xmlns:a16="http://schemas.microsoft.com/office/drawing/2014/main" id="{95BD50F8-191E-439E-88FB-4F2A4CED7604}"/>
                </a:ext>
              </a:extLst>
            </p:cNvPr>
            <p:cNvSpPr>
              <a:spLocks noChangeShapeType="1"/>
            </p:cNvSpPr>
            <p:nvPr/>
          </p:nvSpPr>
          <p:spPr bwMode="auto">
            <a:xfrm>
              <a:off x="3686" y="353"/>
              <a:ext cx="1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2" name="Group 67">
            <a:extLst>
              <a:ext uri="{FF2B5EF4-FFF2-40B4-BE49-F238E27FC236}">
                <a16:creationId xmlns:a16="http://schemas.microsoft.com/office/drawing/2014/main" id="{AE1126F8-4227-461F-9EC7-12B038BE6014}"/>
              </a:ext>
            </a:extLst>
          </p:cNvPr>
          <p:cNvGrpSpPr>
            <a:grpSpLocks/>
          </p:cNvGrpSpPr>
          <p:nvPr/>
        </p:nvGrpSpPr>
        <p:grpSpPr bwMode="auto">
          <a:xfrm>
            <a:off x="1565275" y="3905250"/>
            <a:ext cx="5715000" cy="2952750"/>
            <a:chOff x="2090" y="2347"/>
            <a:chExt cx="3600" cy="1860"/>
          </a:xfrm>
        </p:grpSpPr>
        <p:sp>
          <p:nvSpPr>
            <p:cNvPr id="33" name="Rectangle 37">
              <a:extLst>
                <a:ext uri="{FF2B5EF4-FFF2-40B4-BE49-F238E27FC236}">
                  <a16:creationId xmlns:a16="http://schemas.microsoft.com/office/drawing/2014/main" id="{DA346B8C-803A-4D68-8EF0-553BE31D41F6}"/>
                </a:ext>
              </a:extLst>
            </p:cNvPr>
            <p:cNvSpPr>
              <a:spLocks noChangeArrowheads="1"/>
            </p:cNvSpPr>
            <p:nvPr/>
          </p:nvSpPr>
          <p:spPr bwMode="auto">
            <a:xfrm>
              <a:off x="2275" y="3728"/>
              <a:ext cx="232"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Rectangle 38">
              <a:extLst>
                <a:ext uri="{FF2B5EF4-FFF2-40B4-BE49-F238E27FC236}">
                  <a16:creationId xmlns:a16="http://schemas.microsoft.com/office/drawing/2014/main" id="{AD34AB00-FB67-40A9-9A7D-F845F7043D0D}"/>
                </a:ext>
              </a:extLst>
            </p:cNvPr>
            <p:cNvSpPr>
              <a:spLocks noChangeArrowheads="1"/>
            </p:cNvSpPr>
            <p:nvPr/>
          </p:nvSpPr>
          <p:spPr bwMode="auto">
            <a:xfrm>
              <a:off x="2662" y="3728"/>
              <a:ext cx="231"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5" name="Rectangle 39">
              <a:extLst>
                <a:ext uri="{FF2B5EF4-FFF2-40B4-BE49-F238E27FC236}">
                  <a16:creationId xmlns:a16="http://schemas.microsoft.com/office/drawing/2014/main" id="{021EE64D-E1B2-4263-85A0-93D9A7CCC1F0}"/>
                </a:ext>
              </a:extLst>
            </p:cNvPr>
            <p:cNvSpPr>
              <a:spLocks noChangeArrowheads="1"/>
            </p:cNvSpPr>
            <p:nvPr/>
          </p:nvSpPr>
          <p:spPr bwMode="auto">
            <a:xfrm>
              <a:off x="3048" y="3728"/>
              <a:ext cx="232"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6" name="Rectangle 40">
              <a:extLst>
                <a:ext uri="{FF2B5EF4-FFF2-40B4-BE49-F238E27FC236}">
                  <a16:creationId xmlns:a16="http://schemas.microsoft.com/office/drawing/2014/main" id="{B8E7D3F4-E50C-4AAB-94A0-31DA9DC70E36}"/>
                </a:ext>
              </a:extLst>
            </p:cNvPr>
            <p:cNvSpPr>
              <a:spLocks noChangeArrowheads="1"/>
            </p:cNvSpPr>
            <p:nvPr/>
          </p:nvSpPr>
          <p:spPr bwMode="auto">
            <a:xfrm>
              <a:off x="3434" y="3728"/>
              <a:ext cx="232"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7" name="Rectangle 41">
              <a:extLst>
                <a:ext uri="{FF2B5EF4-FFF2-40B4-BE49-F238E27FC236}">
                  <a16:creationId xmlns:a16="http://schemas.microsoft.com/office/drawing/2014/main" id="{2F9A3445-4ED1-4F0F-8850-EAF6A8D075D5}"/>
                </a:ext>
              </a:extLst>
            </p:cNvPr>
            <p:cNvSpPr>
              <a:spLocks noChangeArrowheads="1"/>
            </p:cNvSpPr>
            <p:nvPr/>
          </p:nvSpPr>
          <p:spPr bwMode="auto">
            <a:xfrm>
              <a:off x="3821" y="3728"/>
              <a:ext cx="231"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8" name="Rectangle 42">
              <a:extLst>
                <a:ext uri="{FF2B5EF4-FFF2-40B4-BE49-F238E27FC236}">
                  <a16:creationId xmlns:a16="http://schemas.microsoft.com/office/drawing/2014/main" id="{DD555767-69E6-498C-A3B6-D9D07BCFA30D}"/>
                </a:ext>
              </a:extLst>
            </p:cNvPr>
            <p:cNvSpPr>
              <a:spLocks noChangeArrowheads="1"/>
            </p:cNvSpPr>
            <p:nvPr/>
          </p:nvSpPr>
          <p:spPr bwMode="auto">
            <a:xfrm>
              <a:off x="4207" y="3728"/>
              <a:ext cx="232"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9" name="Rectangle 43">
              <a:extLst>
                <a:ext uri="{FF2B5EF4-FFF2-40B4-BE49-F238E27FC236}">
                  <a16:creationId xmlns:a16="http://schemas.microsoft.com/office/drawing/2014/main" id="{FFE59B2C-31AC-4C90-9A4C-DBA5586932AE}"/>
                </a:ext>
              </a:extLst>
            </p:cNvPr>
            <p:cNvSpPr>
              <a:spLocks noChangeArrowheads="1"/>
            </p:cNvSpPr>
            <p:nvPr/>
          </p:nvSpPr>
          <p:spPr bwMode="auto">
            <a:xfrm>
              <a:off x="4593" y="3728"/>
              <a:ext cx="232"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0" name="Rectangle 44">
              <a:extLst>
                <a:ext uri="{FF2B5EF4-FFF2-40B4-BE49-F238E27FC236}">
                  <a16:creationId xmlns:a16="http://schemas.microsoft.com/office/drawing/2014/main" id="{85DC31E8-199D-4296-80E7-3AB56C136E07}"/>
                </a:ext>
              </a:extLst>
            </p:cNvPr>
            <p:cNvSpPr>
              <a:spLocks noChangeArrowheads="1"/>
            </p:cNvSpPr>
            <p:nvPr/>
          </p:nvSpPr>
          <p:spPr bwMode="auto">
            <a:xfrm>
              <a:off x="4980" y="3728"/>
              <a:ext cx="231" cy="20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1" name="Rectangle 45">
              <a:extLst>
                <a:ext uri="{FF2B5EF4-FFF2-40B4-BE49-F238E27FC236}">
                  <a16:creationId xmlns:a16="http://schemas.microsoft.com/office/drawing/2014/main" id="{422891ED-646C-48AF-96F4-AAD23B7013CB}"/>
                </a:ext>
              </a:extLst>
            </p:cNvPr>
            <p:cNvSpPr>
              <a:spLocks noChangeArrowheads="1"/>
            </p:cNvSpPr>
            <p:nvPr/>
          </p:nvSpPr>
          <p:spPr bwMode="auto">
            <a:xfrm>
              <a:off x="2275" y="2618"/>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2" name="Rectangle 46">
              <a:extLst>
                <a:ext uri="{FF2B5EF4-FFF2-40B4-BE49-F238E27FC236}">
                  <a16:creationId xmlns:a16="http://schemas.microsoft.com/office/drawing/2014/main" id="{38F2D1CA-8E8F-4F78-A717-F542D843A31A}"/>
                </a:ext>
              </a:extLst>
            </p:cNvPr>
            <p:cNvSpPr>
              <a:spLocks noChangeArrowheads="1"/>
            </p:cNvSpPr>
            <p:nvPr/>
          </p:nvSpPr>
          <p:spPr bwMode="auto">
            <a:xfrm>
              <a:off x="2662" y="2618"/>
              <a:ext cx="231"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3" name="Rectangle 47">
              <a:extLst>
                <a:ext uri="{FF2B5EF4-FFF2-40B4-BE49-F238E27FC236}">
                  <a16:creationId xmlns:a16="http://schemas.microsoft.com/office/drawing/2014/main" id="{3ADF157B-56BB-4A97-8D64-42FFD3141BD2}"/>
                </a:ext>
              </a:extLst>
            </p:cNvPr>
            <p:cNvSpPr>
              <a:spLocks noChangeArrowheads="1"/>
            </p:cNvSpPr>
            <p:nvPr/>
          </p:nvSpPr>
          <p:spPr bwMode="auto">
            <a:xfrm>
              <a:off x="3048" y="2618"/>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Rectangle 48">
              <a:extLst>
                <a:ext uri="{FF2B5EF4-FFF2-40B4-BE49-F238E27FC236}">
                  <a16:creationId xmlns:a16="http://schemas.microsoft.com/office/drawing/2014/main" id="{C5B76459-21A4-43E9-8C88-F804817FAE43}"/>
                </a:ext>
              </a:extLst>
            </p:cNvPr>
            <p:cNvSpPr>
              <a:spLocks noChangeArrowheads="1"/>
            </p:cNvSpPr>
            <p:nvPr/>
          </p:nvSpPr>
          <p:spPr bwMode="auto">
            <a:xfrm>
              <a:off x="3434" y="2618"/>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5" name="Rectangle 49">
              <a:extLst>
                <a:ext uri="{FF2B5EF4-FFF2-40B4-BE49-F238E27FC236}">
                  <a16:creationId xmlns:a16="http://schemas.microsoft.com/office/drawing/2014/main" id="{1471C35E-6436-4C33-B324-25884EB72FC1}"/>
                </a:ext>
              </a:extLst>
            </p:cNvPr>
            <p:cNvSpPr>
              <a:spLocks noChangeArrowheads="1"/>
            </p:cNvSpPr>
            <p:nvPr/>
          </p:nvSpPr>
          <p:spPr bwMode="auto">
            <a:xfrm>
              <a:off x="3818" y="2618"/>
              <a:ext cx="231" cy="21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Rectangle 50">
              <a:extLst>
                <a:ext uri="{FF2B5EF4-FFF2-40B4-BE49-F238E27FC236}">
                  <a16:creationId xmlns:a16="http://schemas.microsoft.com/office/drawing/2014/main" id="{20E2DF10-09CF-4B79-863A-84DE6498F531}"/>
                </a:ext>
              </a:extLst>
            </p:cNvPr>
            <p:cNvSpPr>
              <a:spLocks noChangeArrowheads="1"/>
            </p:cNvSpPr>
            <p:nvPr/>
          </p:nvSpPr>
          <p:spPr bwMode="auto">
            <a:xfrm>
              <a:off x="4207" y="2618"/>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7" name="Rectangle 51">
              <a:extLst>
                <a:ext uri="{FF2B5EF4-FFF2-40B4-BE49-F238E27FC236}">
                  <a16:creationId xmlns:a16="http://schemas.microsoft.com/office/drawing/2014/main" id="{BA2CAA67-EFD7-443A-AFE9-DB6002ED31D4}"/>
                </a:ext>
              </a:extLst>
            </p:cNvPr>
            <p:cNvSpPr>
              <a:spLocks noChangeArrowheads="1"/>
            </p:cNvSpPr>
            <p:nvPr/>
          </p:nvSpPr>
          <p:spPr bwMode="auto">
            <a:xfrm>
              <a:off x="4593" y="2618"/>
              <a:ext cx="232"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8" name="Rectangle 52">
              <a:extLst>
                <a:ext uri="{FF2B5EF4-FFF2-40B4-BE49-F238E27FC236}">
                  <a16:creationId xmlns:a16="http://schemas.microsoft.com/office/drawing/2014/main" id="{7EF7E90B-C038-4B60-8F5C-5AD4A598EA80}"/>
                </a:ext>
              </a:extLst>
            </p:cNvPr>
            <p:cNvSpPr>
              <a:spLocks noChangeArrowheads="1"/>
            </p:cNvSpPr>
            <p:nvPr/>
          </p:nvSpPr>
          <p:spPr bwMode="auto">
            <a:xfrm>
              <a:off x="4980" y="2618"/>
              <a:ext cx="231" cy="18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9" name="Text Box 53">
              <a:extLst>
                <a:ext uri="{FF2B5EF4-FFF2-40B4-BE49-F238E27FC236}">
                  <a16:creationId xmlns:a16="http://schemas.microsoft.com/office/drawing/2014/main" id="{688F1326-FC1A-461D-A70C-0CF10A23CD86}"/>
                </a:ext>
              </a:extLst>
            </p:cNvPr>
            <p:cNvSpPr txBox="1">
              <a:spLocks noChangeArrowheads="1"/>
            </p:cNvSpPr>
            <p:nvPr/>
          </p:nvSpPr>
          <p:spPr bwMode="auto">
            <a:xfrm>
              <a:off x="2264" y="3476"/>
              <a:ext cx="2944" cy="252"/>
            </a:xfrm>
            <a:prstGeom prst="rect">
              <a:avLst/>
            </a:prstGeom>
            <a:noFill/>
            <a:ln w="28575" cap="sq">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1        2        3        4        5        6       7       8</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50" name="Text Box 54">
              <a:extLst>
                <a:ext uri="{FF2B5EF4-FFF2-40B4-BE49-F238E27FC236}">
                  <a16:creationId xmlns:a16="http://schemas.microsoft.com/office/drawing/2014/main" id="{F7920192-90FC-4D21-BE8D-8FBAFFFC972E}"/>
                </a:ext>
              </a:extLst>
            </p:cNvPr>
            <p:cNvSpPr txBox="1">
              <a:spLocks noChangeArrowheads="1"/>
            </p:cNvSpPr>
            <p:nvPr/>
          </p:nvSpPr>
          <p:spPr bwMode="auto">
            <a:xfrm>
              <a:off x="2282" y="3919"/>
              <a:ext cx="3393"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2</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Q     </a:t>
              </a:r>
              <a:r>
                <a:rPr kumimoji="1" lang="zh-CN"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地</a:t>
              </a:r>
              <a:r>
                <a:rPr kumimoji="1" lang="zh-CN" altLang="en-US"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zh-CN" altLang="en-US" sz="20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   </a:t>
              </a:r>
            </a:p>
          </p:txBody>
        </p:sp>
        <p:sp>
          <p:nvSpPr>
            <p:cNvPr id="51" name="Line 55">
              <a:extLst>
                <a:ext uri="{FF2B5EF4-FFF2-40B4-BE49-F238E27FC236}">
                  <a16:creationId xmlns:a16="http://schemas.microsoft.com/office/drawing/2014/main" id="{973A0F3D-AEDD-4396-9546-85B34752EFF3}"/>
                </a:ext>
              </a:extLst>
            </p:cNvPr>
            <p:cNvSpPr>
              <a:spLocks noChangeShapeType="1"/>
            </p:cNvSpPr>
            <p:nvPr/>
          </p:nvSpPr>
          <p:spPr bwMode="auto">
            <a:xfrm>
              <a:off x="4298" y="3987"/>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Text Box 56">
              <a:extLst>
                <a:ext uri="{FF2B5EF4-FFF2-40B4-BE49-F238E27FC236}">
                  <a16:creationId xmlns:a16="http://schemas.microsoft.com/office/drawing/2014/main" id="{D5520A2B-B0F4-4760-AE2A-89A884A6ACAF}"/>
                </a:ext>
              </a:extLst>
            </p:cNvPr>
            <p:cNvSpPr txBox="1">
              <a:spLocks noChangeArrowheads="1"/>
            </p:cNvSpPr>
            <p:nvPr/>
          </p:nvSpPr>
          <p:spPr bwMode="auto">
            <a:xfrm>
              <a:off x="2090" y="2347"/>
              <a:ext cx="3600"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+V</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CC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4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4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4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 D</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3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3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幼圆" panose="02010509060101010101" pitchFamily="49" charset="-122"/>
                  <a:cs typeface="+mn-cs"/>
                </a:rPr>
                <a:t>3    </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CP</a:t>
              </a:r>
            </a:p>
          </p:txBody>
        </p:sp>
        <p:sp>
          <p:nvSpPr>
            <p:cNvPr id="53" name="Line 57">
              <a:extLst>
                <a:ext uri="{FF2B5EF4-FFF2-40B4-BE49-F238E27FC236}">
                  <a16:creationId xmlns:a16="http://schemas.microsoft.com/office/drawing/2014/main" id="{A00A607D-C168-41EF-B6B0-AB84D89208F6}"/>
                </a:ext>
              </a:extLst>
            </p:cNvPr>
            <p:cNvSpPr>
              <a:spLocks noChangeShapeType="1"/>
            </p:cNvSpPr>
            <p:nvPr/>
          </p:nvSpPr>
          <p:spPr bwMode="auto">
            <a:xfrm>
              <a:off x="3098" y="2405"/>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58">
              <a:extLst>
                <a:ext uri="{FF2B5EF4-FFF2-40B4-BE49-F238E27FC236}">
                  <a16:creationId xmlns:a16="http://schemas.microsoft.com/office/drawing/2014/main" id="{AB4D0B26-E569-41C9-8D0B-998FA19B5EB9}"/>
                </a:ext>
              </a:extLst>
            </p:cNvPr>
            <p:cNvSpPr>
              <a:spLocks noChangeShapeType="1"/>
            </p:cNvSpPr>
            <p:nvPr/>
          </p:nvSpPr>
          <p:spPr bwMode="auto">
            <a:xfrm>
              <a:off x="4202" y="2405"/>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Rectangle 59">
              <a:extLst>
                <a:ext uri="{FF2B5EF4-FFF2-40B4-BE49-F238E27FC236}">
                  <a16:creationId xmlns:a16="http://schemas.microsoft.com/office/drawing/2014/main" id="{A6480A4C-DC0D-4532-9435-31592BF415AE}"/>
                </a:ext>
              </a:extLst>
            </p:cNvPr>
            <p:cNvSpPr>
              <a:spLocks noChangeArrowheads="1"/>
            </p:cNvSpPr>
            <p:nvPr/>
          </p:nvSpPr>
          <p:spPr bwMode="auto">
            <a:xfrm>
              <a:off x="2198" y="2804"/>
              <a:ext cx="3168" cy="924"/>
            </a:xfrm>
            <a:prstGeom prst="rect">
              <a:avLst/>
            </a:prstGeom>
            <a:solidFill>
              <a:srgbClr val="FFFF99"/>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74</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sym typeface="Symbol" panose="05050102010706020507" pitchFamily="18" charset="2"/>
                </a:rPr>
                <a:t></a:t>
              </a: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175</a:t>
              </a:r>
            </a:p>
          </p:txBody>
        </p:sp>
        <p:sp>
          <p:nvSpPr>
            <p:cNvPr id="56" name="Text Box 60">
              <a:extLst>
                <a:ext uri="{FF2B5EF4-FFF2-40B4-BE49-F238E27FC236}">
                  <a16:creationId xmlns:a16="http://schemas.microsoft.com/office/drawing/2014/main" id="{452B486E-9554-4C81-A52C-B1B03A4EB0B8}"/>
                </a:ext>
              </a:extLst>
            </p:cNvPr>
            <p:cNvSpPr txBox="1">
              <a:spLocks noChangeArrowheads="1"/>
            </p:cNvSpPr>
            <p:nvPr/>
          </p:nvSpPr>
          <p:spPr bwMode="auto">
            <a:xfrm>
              <a:off x="2234" y="2792"/>
              <a:ext cx="2996" cy="250"/>
            </a:xfrm>
            <a:prstGeom prst="rect">
              <a:avLst/>
            </a:prstGeom>
            <a:noFill/>
            <a:ln w="28575"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16      15      14      13     12     11      10        9</a:t>
              </a:r>
            </a:p>
          </p:txBody>
        </p:sp>
        <p:sp>
          <p:nvSpPr>
            <p:cNvPr id="57" name="Text Box 61">
              <a:extLst>
                <a:ext uri="{FF2B5EF4-FFF2-40B4-BE49-F238E27FC236}">
                  <a16:creationId xmlns:a16="http://schemas.microsoft.com/office/drawing/2014/main" id="{4EA50A78-E863-4AC0-AD4C-2595AEF7C8D4}"/>
                </a:ext>
              </a:extLst>
            </p:cNvPr>
            <p:cNvSpPr txBox="1">
              <a:spLocks noChangeArrowheads="1"/>
            </p:cNvSpPr>
            <p:nvPr/>
          </p:nvSpPr>
          <p:spPr bwMode="auto">
            <a:xfrm>
              <a:off x="2264" y="3477"/>
              <a:ext cx="2916" cy="250"/>
            </a:xfrm>
            <a:prstGeom prst="rect">
              <a:avLst/>
            </a:prstGeom>
            <a:noFill/>
            <a:ln w="28575" cap="sq">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rPr>
                <a:t>1        2        3        4        5        6       7       8</a:t>
              </a:r>
              <a:endPar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58" name="Arc 62">
              <a:extLst>
                <a:ext uri="{FF2B5EF4-FFF2-40B4-BE49-F238E27FC236}">
                  <a16:creationId xmlns:a16="http://schemas.microsoft.com/office/drawing/2014/main" id="{E8F9675C-AD52-437D-B185-D5D0DD3CD88B}"/>
                </a:ext>
              </a:extLst>
            </p:cNvPr>
            <p:cNvSpPr>
              <a:spLocks/>
            </p:cNvSpPr>
            <p:nvPr/>
          </p:nvSpPr>
          <p:spPr bwMode="auto">
            <a:xfrm>
              <a:off x="2186" y="3156"/>
              <a:ext cx="192" cy="1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Arc 63">
              <a:extLst>
                <a:ext uri="{FF2B5EF4-FFF2-40B4-BE49-F238E27FC236}">
                  <a16:creationId xmlns:a16="http://schemas.microsoft.com/office/drawing/2014/main" id="{E342A3C6-6B1A-48BA-9E9F-0656D2F1BB5F}"/>
                </a:ext>
              </a:extLst>
            </p:cNvPr>
            <p:cNvSpPr>
              <a:spLocks/>
            </p:cNvSpPr>
            <p:nvPr/>
          </p:nvSpPr>
          <p:spPr bwMode="auto">
            <a:xfrm flipV="1">
              <a:off x="2186" y="3288"/>
              <a:ext cx="192" cy="1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64">
              <a:extLst>
                <a:ext uri="{FF2B5EF4-FFF2-40B4-BE49-F238E27FC236}">
                  <a16:creationId xmlns:a16="http://schemas.microsoft.com/office/drawing/2014/main" id="{E98A4411-7EA0-4F1B-869D-1408D9F7BBDE}"/>
                </a:ext>
              </a:extLst>
            </p:cNvPr>
            <p:cNvSpPr>
              <a:spLocks noChangeShapeType="1"/>
            </p:cNvSpPr>
            <p:nvPr/>
          </p:nvSpPr>
          <p:spPr bwMode="auto">
            <a:xfrm>
              <a:off x="2714" y="3987"/>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65">
              <a:extLst>
                <a:ext uri="{FF2B5EF4-FFF2-40B4-BE49-F238E27FC236}">
                  <a16:creationId xmlns:a16="http://schemas.microsoft.com/office/drawing/2014/main" id="{01F7E412-5EBB-4EC0-A1FE-0334957F9EBA}"/>
                </a:ext>
              </a:extLst>
            </p:cNvPr>
            <p:cNvSpPr>
              <a:spLocks noChangeShapeType="1"/>
            </p:cNvSpPr>
            <p:nvPr/>
          </p:nvSpPr>
          <p:spPr bwMode="auto">
            <a:xfrm>
              <a:off x="2330" y="397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2" name="灯片编号占位符 61"/>
          <p:cNvSpPr txBox="1">
            <a:spLocks/>
          </p:cNvSpPr>
          <p:nvPr/>
        </p:nvSpPr>
        <p:spPr>
          <a:xfrm>
            <a:off x="0" y="6400800"/>
            <a:ext cx="655320" cy="4572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7BF59E8-3B5B-4FD1-ABC6-5D0A35914F4F}"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37</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ox(i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box(out)">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37188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38</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Rectangle 2">
            <a:extLst>
              <a:ext uri="{FF2B5EF4-FFF2-40B4-BE49-F238E27FC236}">
                <a16:creationId xmlns:a16="http://schemas.microsoft.com/office/drawing/2014/main" id="{985AF05F-10B0-48DA-BB49-BB31878DE00A}"/>
              </a:ext>
            </a:extLst>
          </p:cNvPr>
          <p:cNvSpPr txBox="1">
            <a:spLocks noChangeArrowheads="1"/>
          </p:cNvSpPr>
          <p:nvPr/>
        </p:nvSpPr>
        <p:spPr>
          <a:xfrm>
            <a:off x="768668" y="228600"/>
            <a:ext cx="3422332" cy="533400"/>
          </a:xfrm>
          <a:prstGeom prst="rect">
            <a:avLst/>
          </a:prstGeom>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rPr>
              <a:t>六、</a:t>
            </a:r>
            <a:r>
              <a:rPr kumimoji="1" lang="en-US" altLang="zh-CN"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rPr>
              <a:t>D</a:t>
            </a:r>
            <a:r>
              <a:rPr kumimoji="1" lang="zh-CN" altLang="en-US"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rPr>
              <a:t>触发器应用</a:t>
            </a:r>
          </a:p>
        </p:txBody>
      </p:sp>
      <p:sp>
        <p:nvSpPr>
          <p:cNvPr id="6" name="Text Box 5">
            <a:extLst>
              <a:ext uri="{FF2B5EF4-FFF2-40B4-BE49-F238E27FC236}">
                <a16:creationId xmlns:a16="http://schemas.microsoft.com/office/drawing/2014/main" id="{72BB07F7-B1BD-4108-A88C-62FA3DE98BE6}"/>
              </a:ext>
            </a:extLst>
          </p:cNvPr>
          <p:cNvSpPr txBox="1">
            <a:spLocks noChangeArrowheads="1"/>
          </p:cNvSpPr>
          <p:nvPr/>
        </p:nvSpPr>
        <p:spPr bwMode="auto">
          <a:xfrm>
            <a:off x="601981" y="864235"/>
            <a:ext cx="1454150" cy="519113"/>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solidFill>
                  <a:srgbClr val="FF0000"/>
                </a:solidFill>
                <a:effectLst/>
                <a:uLnTx/>
                <a:uFillTx/>
                <a:latin typeface="黑体" pitchFamily="49" charset="-122"/>
                <a:ea typeface="黑体" pitchFamily="49" charset="-122"/>
              </a:rPr>
              <a:t>【</a:t>
            </a:r>
            <a:r>
              <a:rPr kumimoji="1" lang="zh-CN" altLang="en-US" sz="2800" b="1" i="0" u="none" strike="noStrike" kern="1200" cap="none" spc="0" normalizeH="0" baseline="0" noProof="0" dirty="0">
                <a:solidFill>
                  <a:srgbClr val="FF0000"/>
                </a:solidFill>
                <a:effectLst/>
                <a:uLnTx/>
                <a:uFillTx/>
                <a:latin typeface="黑体" pitchFamily="49" charset="-122"/>
                <a:ea typeface="黑体" pitchFamily="49" charset="-122"/>
              </a:rPr>
              <a:t>例</a:t>
            </a:r>
            <a:r>
              <a:rPr kumimoji="1" lang="en-US" altLang="zh-CN" sz="2800" b="1" i="0" u="none" strike="noStrike" kern="1200" cap="none" spc="0" normalizeH="0" baseline="0" noProof="0" dirty="0">
                <a:solidFill>
                  <a:srgbClr val="FF0000"/>
                </a:solidFill>
                <a:effectLst/>
                <a:uLnTx/>
                <a:uFillTx/>
                <a:latin typeface="黑体" pitchFamily="49" charset="-122"/>
                <a:ea typeface="黑体" pitchFamily="49" charset="-122"/>
              </a:rPr>
              <a:t>1】</a:t>
            </a:r>
          </a:p>
        </p:txBody>
      </p:sp>
      <p:sp>
        <p:nvSpPr>
          <p:cNvPr id="7" name="Text Box 6">
            <a:extLst>
              <a:ext uri="{FF2B5EF4-FFF2-40B4-BE49-F238E27FC236}">
                <a16:creationId xmlns:a16="http://schemas.microsoft.com/office/drawing/2014/main" id="{A265E8A0-E9E2-4FC4-9BDA-C615ED1A56AD}"/>
              </a:ext>
            </a:extLst>
          </p:cNvPr>
          <p:cNvSpPr txBox="1">
            <a:spLocks noChangeArrowheads="1"/>
          </p:cNvSpPr>
          <p:nvPr/>
        </p:nvSpPr>
        <p:spPr bwMode="auto">
          <a:xfrm>
            <a:off x="2080376" y="872723"/>
            <a:ext cx="5619750"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solidFill>
                    <a:schemeClr val="tx1"/>
                  </a:solidFill>
                </a:ln>
                <a:effectLst/>
                <a:uLnTx/>
                <a:uFillTx/>
                <a:latin typeface="黑体" pitchFamily="49" charset="-122"/>
                <a:ea typeface="黑体" pitchFamily="49" charset="-122"/>
              </a:rPr>
              <a:t>分析下面组合电路的逻辑功能。</a:t>
            </a:r>
          </a:p>
        </p:txBody>
      </p:sp>
      <p:sp>
        <p:nvSpPr>
          <p:cNvPr id="8" name="Text Box 7">
            <a:extLst>
              <a:ext uri="{FF2B5EF4-FFF2-40B4-BE49-F238E27FC236}">
                <a16:creationId xmlns:a16="http://schemas.microsoft.com/office/drawing/2014/main" id="{8907AC22-D869-4A35-89C5-EFD289F29035}"/>
              </a:ext>
            </a:extLst>
          </p:cNvPr>
          <p:cNvSpPr txBox="1">
            <a:spLocks noChangeArrowheads="1"/>
          </p:cNvSpPr>
          <p:nvPr/>
        </p:nvSpPr>
        <p:spPr bwMode="auto">
          <a:xfrm>
            <a:off x="1179513" y="5684520"/>
            <a:ext cx="226060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effectLst/>
                <a:uLnTx/>
                <a:uFillTx/>
                <a:latin typeface="黑体" pitchFamily="49" charset="-122"/>
                <a:ea typeface="黑体" pitchFamily="49" charset="-122"/>
              </a:rPr>
              <a:t>四人抢答器</a:t>
            </a:r>
          </a:p>
        </p:txBody>
      </p:sp>
      <p:grpSp>
        <p:nvGrpSpPr>
          <p:cNvPr id="9" name="Group 8">
            <a:extLst>
              <a:ext uri="{FF2B5EF4-FFF2-40B4-BE49-F238E27FC236}">
                <a16:creationId xmlns:a16="http://schemas.microsoft.com/office/drawing/2014/main" id="{3655441F-0B04-4E13-8749-D8E4E4DBB07C}"/>
              </a:ext>
            </a:extLst>
          </p:cNvPr>
          <p:cNvGrpSpPr>
            <a:grpSpLocks/>
          </p:cNvGrpSpPr>
          <p:nvPr/>
        </p:nvGrpSpPr>
        <p:grpSpPr bwMode="auto">
          <a:xfrm>
            <a:off x="735013" y="1226820"/>
            <a:ext cx="7620000" cy="5243513"/>
            <a:chOff x="463" y="840"/>
            <a:chExt cx="4800" cy="3303"/>
          </a:xfrm>
        </p:grpSpPr>
        <p:sp>
          <p:nvSpPr>
            <p:cNvPr id="10" name="Rectangle 9">
              <a:extLst>
                <a:ext uri="{FF2B5EF4-FFF2-40B4-BE49-F238E27FC236}">
                  <a16:creationId xmlns:a16="http://schemas.microsoft.com/office/drawing/2014/main" id="{6B2F4142-FCC0-4D3A-A3D5-D71C84484645}"/>
                </a:ext>
              </a:extLst>
            </p:cNvPr>
            <p:cNvSpPr>
              <a:spLocks noChangeArrowheads="1"/>
            </p:cNvSpPr>
            <p:nvPr/>
          </p:nvSpPr>
          <p:spPr bwMode="auto">
            <a:xfrm>
              <a:off x="1951" y="2031"/>
              <a:ext cx="2304" cy="768"/>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1200" cap="none" spc="0" normalizeH="0" baseline="0" noProof="0">
                <a:ln>
                  <a:solidFill>
                    <a:schemeClr val="tx1"/>
                  </a:solidFill>
                </a:ln>
                <a:solidFill>
                  <a:srgbClr val="CC33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Line 10">
              <a:extLst>
                <a:ext uri="{FF2B5EF4-FFF2-40B4-BE49-F238E27FC236}">
                  <a16:creationId xmlns:a16="http://schemas.microsoft.com/office/drawing/2014/main" id="{D92AA9E4-7131-4D63-B4A9-7E3553280D6D}"/>
                </a:ext>
              </a:extLst>
            </p:cNvPr>
            <p:cNvSpPr>
              <a:spLocks noChangeShapeType="1"/>
            </p:cNvSpPr>
            <p:nvPr/>
          </p:nvSpPr>
          <p:spPr bwMode="auto">
            <a:xfrm>
              <a:off x="4120" y="1887"/>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Line 11">
              <a:extLst>
                <a:ext uri="{FF2B5EF4-FFF2-40B4-BE49-F238E27FC236}">
                  <a16:creationId xmlns:a16="http://schemas.microsoft.com/office/drawing/2014/main" id="{1C76ACAC-702C-4B6A-9519-C3E8B04DFF00}"/>
                </a:ext>
              </a:extLst>
            </p:cNvPr>
            <p:cNvSpPr>
              <a:spLocks noChangeShapeType="1"/>
            </p:cNvSpPr>
            <p:nvPr/>
          </p:nvSpPr>
          <p:spPr bwMode="auto">
            <a:xfrm>
              <a:off x="3869" y="1647"/>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Line 12">
              <a:extLst>
                <a:ext uri="{FF2B5EF4-FFF2-40B4-BE49-F238E27FC236}">
                  <a16:creationId xmlns:a16="http://schemas.microsoft.com/office/drawing/2014/main" id="{A6165B75-F9D3-4896-9967-D51CFF68C272}"/>
                </a:ext>
              </a:extLst>
            </p:cNvPr>
            <p:cNvSpPr>
              <a:spLocks noChangeShapeType="1"/>
            </p:cNvSpPr>
            <p:nvPr/>
          </p:nvSpPr>
          <p:spPr bwMode="auto">
            <a:xfrm>
              <a:off x="3636" y="1407"/>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Line 13">
              <a:extLst>
                <a:ext uri="{FF2B5EF4-FFF2-40B4-BE49-F238E27FC236}">
                  <a16:creationId xmlns:a16="http://schemas.microsoft.com/office/drawing/2014/main" id="{410BB506-0D54-4BAC-AE59-BA16E9834026}"/>
                </a:ext>
              </a:extLst>
            </p:cNvPr>
            <p:cNvSpPr>
              <a:spLocks noChangeShapeType="1"/>
            </p:cNvSpPr>
            <p:nvPr/>
          </p:nvSpPr>
          <p:spPr bwMode="auto">
            <a:xfrm>
              <a:off x="3439" y="1167"/>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Line 14">
              <a:extLst>
                <a:ext uri="{FF2B5EF4-FFF2-40B4-BE49-F238E27FC236}">
                  <a16:creationId xmlns:a16="http://schemas.microsoft.com/office/drawing/2014/main" id="{3ECBB144-631E-4E5A-A3A3-18A2A2CF5331}"/>
                </a:ext>
              </a:extLst>
            </p:cNvPr>
            <p:cNvSpPr>
              <a:spLocks noChangeShapeType="1"/>
            </p:cNvSpPr>
            <p:nvPr/>
          </p:nvSpPr>
          <p:spPr bwMode="auto">
            <a:xfrm>
              <a:off x="4124" y="1887"/>
              <a:ext cx="92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Line 15">
              <a:extLst>
                <a:ext uri="{FF2B5EF4-FFF2-40B4-BE49-F238E27FC236}">
                  <a16:creationId xmlns:a16="http://schemas.microsoft.com/office/drawing/2014/main" id="{AD3E004F-248A-46EB-9524-ADA77372B79E}"/>
                </a:ext>
              </a:extLst>
            </p:cNvPr>
            <p:cNvSpPr>
              <a:spLocks noChangeShapeType="1"/>
            </p:cNvSpPr>
            <p:nvPr/>
          </p:nvSpPr>
          <p:spPr bwMode="auto">
            <a:xfrm>
              <a:off x="3857" y="1647"/>
              <a:ext cx="11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Line 16">
              <a:extLst>
                <a:ext uri="{FF2B5EF4-FFF2-40B4-BE49-F238E27FC236}">
                  <a16:creationId xmlns:a16="http://schemas.microsoft.com/office/drawing/2014/main" id="{290CFEE5-51F0-4F62-B37A-7B3EFB4758D4}"/>
                </a:ext>
              </a:extLst>
            </p:cNvPr>
            <p:cNvSpPr>
              <a:spLocks noChangeShapeType="1"/>
            </p:cNvSpPr>
            <p:nvPr/>
          </p:nvSpPr>
          <p:spPr bwMode="auto">
            <a:xfrm>
              <a:off x="3634" y="1407"/>
              <a:ext cx="14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8" name="Line 17">
              <a:extLst>
                <a:ext uri="{FF2B5EF4-FFF2-40B4-BE49-F238E27FC236}">
                  <a16:creationId xmlns:a16="http://schemas.microsoft.com/office/drawing/2014/main" id="{0A3A3855-D97A-4412-AB3C-735D2ED010BC}"/>
                </a:ext>
              </a:extLst>
            </p:cNvPr>
            <p:cNvSpPr>
              <a:spLocks noChangeShapeType="1"/>
            </p:cNvSpPr>
            <p:nvPr/>
          </p:nvSpPr>
          <p:spPr bwMode="auto">
            <a:xfrm>
              <a:off x="3439" y="1167"/>
              <a:ext cx="16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Line 18">
              <a:extLst>
                <a:ext uri="{FF2B5EF4-FFF2-40B4-BE49-F238E27FC236}">
                  <a16:creationId xmlns:a16="http://schemas.microsoft.com/office/drawing/2014/main" id="{813018F4-4432-4096-ADBE-64E23A2EB41B}"/>
                </a:ext>
              </a:extLst>
            </p:cNvPr>
            <p:cNvSpPr>
              <a:spLocks noChangeShapeType="1"/>
            </p:cNvSpPr>
            <p:nvPr/>
          </p:nvSpPr>
          <p:spPr bwMode="auto">
            <a:xfrm>
              <a:off x="5053" y="1167"/>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 name="Line 19">
              <a:extLst>
                <a:ext uri="{FF2B5EF4-FFF2-40B4-BE49-F238E27FC236}">
                  <a16:creationId xmlns:a16="http://schemas.microsoft.com/office/drawing/2014/main" id="{011B308B-7C97-458E-A22F-470DCCBB263A}"/>
                </a:ext>
              </a:extLst>
            </p:cNvPr>
            <p:cNvSpPr>
              <a:spLocks noChangeShapeType="1"/>
            </p:cNvSpPr>
            <p:nvPr/>
          </p:nvSpPr>
          <p:spPr bwMode="auto">
            <a:xfrm>
              <a:off x="4955" y="2031"/>
              <a:ext cx="1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1" name="Rectangle 20">
              <a:extLst>
                <a:ext uri="{FF2B5EF4-FFF2-40B4-BE49-F238E27FC236}">
                  <a16:creationId xmlns:a16="http://schemas.microsoft.com/office/drawing/2014/main" id="{01E93C28-6516-4E09-A467-DDE246C88ECB}"/>
                </a:ext>
              </a:extLst>
            </p:cNvPr>
            <p:cNvSpPr>
              <a:spLocks noChangeArrowheads="1"/>
            </p:cNvSpPr>
            <p:nvPr/>
          </p:nvSpPr>
          <p:spPr bwMode="auto">
            <a:xfrm>
              <a:off x="1471" y="1263"/>
              <a:ext cx="28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幼圆" panose="02010509060101010101" pitchFamily="49" charset="-122"/>
                  <a:cs typeface="+mn-cs"/>
                </a:rPr>
                <a:t>&amp;</a:t>
              </a:r>
            </a:p>
          </p:txBody>
        </p:sp>
        <p:sp>
          <p:nvSpPr>
            <p:cNvPr id="22" name="Line 21">
              <a:extLst>
                <a:ext uri="{FF2B5EF4-FFF2-40B4-BE49-F238E27FC236}">
                  <a16:creationId xmlns:a16="http://schemas.microsoft.com/office/drawing/2014/main" id="{44AC2B04-C951-4BF0-9E05-9B3E04EFB6C1}"/>
                </a:ext>
              </a:extLst>
            </p:cNvPr>
            <p:cNvSpPr>
              <a:spLocks noChangeShapeType="1"/>
            </p:cNvSpPr>
            <p:nvPr/>
          </p:nvSpPr>
          <p:spPr bwMode="auto">
            <a:xfrm>
              <a:off x="1759" y="1647"/>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Line 22">
              <a:extLst>
                <a:ext uri="{FF2B5EF4-FFF2-40B4-BE49-F238E27FC236}">
                  <a16:creationId xmlns:a16="http://schemas.microsoft.com/office/drawing/2014/main" id="{2C547221-CFD9-40A3-8AEB-2E72E8FF28ED}"/>
                </a:ext>
              </a:extLst>
            </p:cNvPr>
            <p:cNvSpPr>
              <a:spLocks noChangeShapeType="1"/>
            </p:cNvSpPr>
            <p:nvPr/>
          </p:nvSpPr>
          <p:spPr bwMode="auto">
            <a:xfrm>
              <a:off x="1759" y="1551"/>
              <a:ext cx="5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Line 23">
              <a:extLst>
                <a:ext uri="{FF2B5EF4-FFF2-40B4-BE49-F238E27FC236}">
                  <a16:creationId xmlns:a16="http://schemas.microsoft.com/office/drawing/2014/main" id="{CA3DA73F-E839-4A1D-A440-D90CEACE4813}"/>
                </a:ext>
              </a:extLst>
            </p:cNvPr>
            <p:cNvSpPr>
              <a:spLocks noChangeShapeType="1"/>
            </p:cNvSpPr>
            <p:nvPr/>
          </p:nvSpPr>
          <p:spPr bwMode="auto">
            <a:xfrm>
              <a:off x="1759" y="1455"/>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Line 24">
              <a:extLst>
                <a:ext uri="{FF2B5EF4-FFF2-40B4-BE49-F238E27FC236}">
                  <a16:creationId xmlns:a16="http://schemas.microsoft.com/office/drawing/2014/main" id="{0475D5F8-6CE8-41CC-95F7-2B9B45291133}"/>
                </a:ext>
              </a:extLst>
            </p:cNvPr>
            <p:cNvSpPr>
              <a:spLocks noChangeShapeType="1"/>
            </p:cNvSpPr>
            <p:nvPr/>
          </p:nvSpPr>
          <p:spPr bwMode="auto">
            <a:xfrm>
              <a:off x="1759" y="1359"/>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25">
              <a:extLst>
                <a:ext uri="{FF2B5EF4-FFF2-40B4-BE49-F238E27FC236}">
                  <a16:creationId xmlns:a16="http://schemas.microsoft.com/office/drawing/2014/main" id="{607A8037-D3EE-4669-A8EF-2874A697070D}"/>
                </a:ext>
              </a:extLst>
            </p:cNvPr>
            <p:cNvSpPr>
              <a:spLocks noChangeShapeType="1"/>
            </p:cNvSpPr>
            <p:nvPr/>
          </p:nvSpPr>
          <p:spPr bwMode="auto">
            <a:xfrm>
              <a:off x="2047" y="1647"/>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Line 26">
              <a:extLst>
                <a:ext uri="{FF2B5EF4-FFF2-40B4-BE49-F238E27FC236}">
                  <a16:creationId xmlns:a16="http://schemas.microsoft.com/office/drawing/2014/main" id="{7745A83E-B02E-4018-AC25-CEF17DC11844}"/>
                </a:ext>
              </a:extLst>
            </p:cNvPr>
            <p:cNvSpPr>
              <a:spLocks noChangeShapeType="1"/>
            </p:cNvSpPr>
            <p:nvPr/>
          </p:nvSpPr>
          <p:spPr bwMode="auto">
            <a:xfrm>
              <a:off x="2287" y="1551"/>
              <a:ext cx="0"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 name="Line 27">
              <a:extLst>
                <a:ext uri="{FF2B5EF4-FFF2-40B4-BE49-F238E27FC236}">
                  <a16:creationId xmlns:a16="http://schemas.microsoft.com/office/drawing/2014/main" id="{2F599612-9686-4977-ABFF-4EE6BF237EEF}"/>
                </a:ext>
              </a:extLst>
            </p:cNvPr>
            <p:cNvSpPr>
              <a:spLocks noChangeShapeType="1"/>
            </p:cNvSpPr>
            <p:nvPr/>
          </p:nvSpPr>
          <p:spPr bwMode="auto">
            <a:xfrm>
              <a:off x="2527" y="1455"/>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Line 28">
              <a:extLst>
                <a:ext uri="{FF2B5EF4-FFF2-40B4-BE49-F238E27FC236}">
                  <a16:creationId xmlns:a16="http://schemas.microsoft.com/office/drawing/2014/main" id="{A379C457-FB98-442D-B224-FE5C26F10EFF}"/>
                </a:ext>
              </a:extLst>
            </p:cNvPr>
            <p:cNvSpPr>
              <a:spLocks noChangeShapeType="1"/>
            </p:cNvSpPr>
            <p:nvPr/>
          </p:nvSpPr>
          <p:spPr bwMode="auto">
            <a:xfrm>
              <a:off x="2767" y="1359"/>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Oval 29">
              <a:extLst>
                <a:ext uri="{FF2B5EF4-FFF2-40B4-BE49-F238E27FC236}">
                  <a16:creationId xmlns:a16="http://schemas.microsoft.com/office/drawing/2014/main" id="{48812CBE-3C1C-48A2-8291-811922FC67A7}"/>
                </a:ext>
              </a:extLst>
            </p:cNvPr>
            <p:cNvSpPr>
              <a:spLocks noChangeArrowheads="1"/>
            </p:cNvSpPr>
            <p:nvPr/>
          </p:nvSpPr>
          <p:spPr bwMode="auto">
            <a:xfrm>
              <a:off x="1423" y="1503"/>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Line 30">
              <a:extLst>
                <a:ext uri="{FF2B5EF4-FFF2-40B4-BE49-F238E27FC236}">
                  <a16:creationId xmlns:a16="http://schemas.microsoft.com/office/drawing/2014/main" id="{FD16B724-318A-42E1-B0BA-87DCD9FDE110}"/>
                </a:ext>
              </a:extLst>
            </p:cNvPr>
            <p:cNvSpPr>
              <a:spLocks noChangeShapeType="1"/>
            </p:cNvSpPr>
            <p:nvPr/>
          </p:nvSpPr>
          <p:spPr bwMode="auto">
            <a:xfrm flipH="1">
              <a:off x="1226" y="1528"/>
              <a:ext cx="1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Rectangle 31">
              <a:extLst>
                <a:ext uri="{FF2B5EF4-FFF2-40B4-BE49-F238E27FC236}">
                  <a16:creationId xmlns:a16="http://schemas.microsoft.com/office/drawing/2014/main" id="{50838BC6-97B3-4133-93FE-C296E5F5B02A}"/>
                </a:ext>
              </a:extLst>
            </p:cNvPr>
            <p:cNvSpPr>
              <a:spLocks noChangeArrowheads="1"/>
            </p:cNvSpPr>
            <p:nvPr/>
          </p:nvSpPr>
          <p:spPr bwMode="auto">
            <a:xfrm>
              <a:off x="943" y="1263"/>
              <a:ext cx="28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1</a:t>
              </a:r>
            </a:p>
          </p:txBody>
        </p:sp>
        <p:sp>
          <p:nvSpPr>
            <p:cNvPr id="33" name="Oval 32">
              <a:extLst>
                <a:ext uri="{FF2B5EF4-FFF2-40B4-BE49-F238E27FC236}">
                  <a16:creationId xmlns:a16="http://schemas.microsoft.com/office/drawing/2014/main" id="{035EFED2-71C5-4C46-BE22-DE23A3CF5CF1}"/>
                </a:ext>
              </a:extLst>
            </p:cNvPr>
            <p:cNvSpPr>
              <a:spLocks noChangeArrowheads="1"/>
            </p:cNvSpPr>
            <p:nvPr/>
          </p:nvSpPr>
          <p:spPr bwMode="auto">
            <a:xfrm>
              <a:off x="895" y="1503"/>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Line 33">
              <a:extLst>
                <a:ext uri="{FF2B5EF4-FFF2-40B4-BE49-F238E27FC236}">
                  <a16:creationId xmlns:a16="http://schemas.microsoft.com/office/drawing/2014/main" id="{61C7DA25-C0B6-4ED8-A452-F8117D274DDF}"/>
                </a:ext>
              </a:extLst>
            </p:cNvPr>
            <p:cNvSpPr>
              <a:spLocks noChangeShapeType="1"/>
            </p:cNvSpPr>
            <p:nvPr/>
          </p:nvSpPr>
          <p:spPr bwMode="auto">
            <a:xfrm flipH="1">
              <a:off x="746" y="152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Rectangle 34">
              <a:extLst>
                <a:ext uri="{FF2B5EF4-FFF2-40B4-BE49-F238E27FC236}">
                  <a16:creationId xmlns:a16="http://schemas.microsoft.com/office/drawing/2014/main" id="{555DE59E-6085-4D30-B551-3E11320F4526}"/>
                </a:ext>
              </a:extLst>
            </p:cNvPr>
            <p:cNvSpPr>
              <a:spLocks noChangeArrowheads="1"/>
            </p:cNvSpPr>
            <p:nvPr/>
          </p:nvSpPr>
          <p:spPr bwMode="auto">
            <a:xfrm>
              <a:off x="1279" y="2175"/>
              <a:ext cx="288" cy="48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幼圆" panose="02010509060101010101" pitchFamily="49" charset="-122"/>
                  <a:cs typeface="+mn-cs"/>
                </a:rPr>
                <a:t>&amp;</a:t>
              </a:r>
            </a:p>
          </p:txBody>
        </p:sp>
        <p:sp>
          <p:nvSpPr>
            <p:cNvPr id="36" name="Line 35">
              <a:extLst>
                <a:ext uri="{FF2B5EF4-FFF2-40B4-BE49-F238E27FC236}">
                  <a16:creationId xmlns:a16="http://schemas.microsoft.com/office/drawing/2014/main" id="{16A23EB0-526F-41AA-A088-E32F5F56BCA9}"/>
                </a:ext>
              </a:extLst>
            </p:cNvPr>
            <p:cNvSpPr>
              <a:spLocks noChangeShapeType="1"/>
            </p:cNvSpPr>
            <p:nvPr/>
          </p:nvSpPr>
          <p:spPr bwMode="auto">
            <a:xfrm>
              <a:off x="751" y="1523"/>
              <a:ext cx="0" cy="7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36">
              <a:extLst>
                <a:ext uri="{FF2B5EF4-FFF2-40B4-BE49-F238E27FC236}">
                  <a16:creationId xmlns:a16="http://schemas.microsoft.com/office/drawing/2014/main" id="{1A940AE7-DB98-4C33-B17F-4F2DAB1971E0}"/>
                </a:ext>
              </a:extLst>
            </p:cNvPr>
            <p:cNvSpPr>
              <a:spLocks noChangeShapeType="1"/>
            </p:cNvSpPr>
            <p:nvPr/>
          </p:nvSpPr>
          <p:spPr bwMode="auto">
            <a:xfrm>
              <a:off x="751" y="2271"/>
              <a:ext cx="5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8" name="Line 37">
              <a:extLst>
                <a:ext uri="{FF2B5EF4-FFF2-40B4-BE49-F238E27FC236}">
                  <a16:creationId xmlns:a16="http://schemas.microsoft.com/office/drawing/2014/main" id="{97E2CB7B-6248-4F4D-BBAF-F26E367EDD5A}"/>
                </a:ext>
              </a:extLst>
            </p:cNvPr>
            <p:cNvSpPr>
              <a:spLocks noChangeShapeType="1"/>
            </p:cNvSpPr>
            <p:nvPr/>
          </p:nvSpPr>
          <p:spPr bwMode="auto">
            <a:xfrm>
              <a:off x="991" y="2607"/>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9" name="Oval 38">
              <a:extLst>
                <a:ext uri="{FF2B5EF4-FFF2-40B4-BE49-F238E27FC236}">
                  <a16:creationId xmlns:a16="http://schemas.microsoft.com/office/drawing/2014/main" id="{D587D0D7-9DD2-4C07-BD44-DB197A6A5743}"/>
                </a:ext>
              </a:extLst>
            </p:cNvPr>
            <p:cNvSpPr>
              <a:spLocks noChangeArrowheads="1"/>
            </p:cNvSpPr>
            <p:nvPr/>
          </p:nvSpPr>
          <p:spPr bwMode="auto">
            <a:xfrm>
              <a:off x="1567" y="2415"/>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0" name="Line 39">
              <a:extLst>
                <a:ext uri="{FF2B5EF4-FFF2-40B4-BE49-F238E27FC236}">
                  <a16:creationId xmlns:a16="http://schemas.microsoft.com/office/drawing/2014/main" id="{D2642624-894B-4D3E-B1C3-1AC0DB34A6E4}"/>
                </a:ext>
              </a:extLst>
            </p:cNvPr>
            <p:cNvSpPr>
              <a:spLocks noChangeShapeType="1"/>
            </p:cNvSpPr>
            <p:nvPr/>
          </p:nvSpPr>
          <p:spPr bwMode="auto">
            <a:xfrm>
              <a:off x="1620" y="2438"/>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1" name="Oval 40">
              <a:extLst>
                <a:ext uri="{FF2B5EF4-FFF2-40B4-BE49-F238E27FC236}">
                  <a16:creationId xmlns:a16="http://schemas.microsoft.com/office/drawing/2014/main" id="{0C2DA06E-EC5A-4B6F-B961-40512B3058DD}"/>
                </a:ext>
              </a:extLst>
            </p:cNvPr>
            <p:cNvSpPr>
              <a:spLocks noChangeArrowheads="1"/>
            </p:cNvSpPr>
            <p:nvPr/>
          </p:nvSpPr>
          <p:spPr bwMode="auto">
            <a:xfrm>
              <a:off x="1999" y="279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2" name="Line 41">
              <a:extLst>
                <a:ext uri="{FF2B5EF4-FFF2-40B4-BE49-F238E27FC236}">
                  <a16:creationId xmlns:a16="http://schemas.microsoft.com/office/drawing/2014/main" id="{3A61040E-F408-44F9-B844-94A394E65E91}"/>
                </a:ext>
              </a:extLst>
            </p:cNvPr>
            <p:cNvSpPr>
              <a:spLocks noChangeShapeType="1"/>
            </p:cNvSpPr>
            <p:nvPr/>
          </p:nvSpPr>
          <p:spPr bwMode="auto">
            <a:xfrm>
              <a:off x="2019" y="2852"/>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3" name="Line 42">
              <a:extLst>
                <a:ext uri="{FF2B5EF4-FFF2-40B4-BE49-F238E27FC236}">
                  <a16:creationId xmlns:a16="http://schemas.microsoft.com/office/drawing/2014/main" id="{A9078269-C127-4466-979E-24716EF3EBD2}"/>
                </a:ext>
              </a:extLst>
            </p:cNvPr>
            <p:cNvSpPr>
              <a:spLocks noChangeShapeType="1"/>
            </p:cNvSpPr>
            <p:nvPr/>
          </p:nvSpPr>
          <p:spPr bwMode="auto">
            <a:xfrm>
              <a:off x="4159" y="2799"/>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Line 43">
              <a:extLst>
                <a:ext uri="{FF2B5EF4-FFF2-40B4-BE49-F238E27FC236}">
                  <a16:creationId xmlns:a16="http://schemas.microsoft.com/office/drawing/2014/main" id="{2EF4B901-7C8A-4C0C-887E-785D0F4CA182}"/>
                </a:ext>
              </a:extLst>
            </p:cNvPr>
            <p:cNvSpPr>
              <a:spLocks noChangeShapeType="1"/>
            </p:cNvSpPr>
            <p:nvPr/>
          </p:nvSpPr>
          <p:spPr bwMode="auto">
            <a:xfrm>
              <a:off x="3919" y="2799"/>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5" name="Line 44">
              <a:extLst>
                <a:ext uri="{FF2B5EF4-FFF2-40B4-BE49-F238E27FC236}">
                  <a16:creationId xmlns:a16="http://schemas.microsoft.com/office/drawing/2014/main" id="{21C8D8B6-393C-40B9-85E7-3ED4D04135E5}"/>
                </a:ext>
              </a:extLst>
            </p:cNvPr>
            <p:cNvSpPr>
              <a:spLocks noChangeShapeType="1"/>
            </p:cNvSpPr>
            <p:nvPr/>
          </p:nvSpPr>
          <p:spPr bwMode="auto">
            <a:xfrm>
              <a:off x="3679" y="2799"/>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Line 45">
              <a:extLst>
                <a:ext uri="{FF2B5EF4-FFF2-40B4-BE49-F238E27FC236}">
                  <a16:creationId xmlns:a16="http://schemas.microsoft.com/office/drawing/2014/main" id="{BFE6DEAA-D778-4829-8302-20F4A7E4E566}"/>
                </a:ext>
              </a:extLst>
            </p:cNvPr>
            <p:cNvSpPr>
              <a:spLocks noChangeShapeType="1"/>
            </p:cNvSpPr>
            <p:nvPr/>
          </p:nvSpPr>
          <p:spPr bwMode="auto">
            <a:xfrm>
              <a:off x="3439" y="2799"/>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7" name="Line 46">
              <a:extLst>
                <a:ext uri="{FF2B5EF4-FFF2-40B4-BE49-F238E27FC236}">
                  <a16:creationId xmlns:a16="http://schemas.microsoft.com/office/drawing/2014/main" id="{89AA3A68-4568-4B7B-9288-21D53A22B41A}"/>
                </a:ext>
              </a:extLst>
            </p:cNvPr>
            <p:cNvSpPr>
              <a:spLocks noChangeShapeType="1"/>
            </p:cNvSpPr>
            <p:nvPr/>
          </p:nvSpPr>
          <p:spPr bwMode="auto">
            <a:xfrm>
              <a:off x="4159" y="2991"/>
              <a:ext cx="5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8" name="Line 47">
              <a:extLst>
                <a:ext uri="{FF2B5EF4-FFF2-40B4-BE49-F238E27FC236}">
                  <a16:creationId xmlns:a16="http://schemas.microsoft.com/office/drawing/2014/main" id="{B69FB6B7-E961-4F2D-9AE7-71D9D2AE5BB7}"/>
                </a:ext>
              </a:extLst>
            </p:cNvPr>
            <p:cNvSpPr>
              <a:spLocks noChangeShapeType="1"/>
            </p:cNvSpPr>
            <p:nvPr/>
          </p:nvSpPr>
          <p:spPr bwMode="auto">
            <a:xfrm>
              <a:off x="3919" y="3135"/>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Line 48">
              <a:extLst>
                <a:ext uri="{FF2B5EF4-FFF2-40B4-BE49-F238E27FC236}">
                  <a16:creationId xmlns:a16="http://schemas.microsoft.com/office/drawing/2014/main" id="{044A7C97-38EE-45FC-9AE4-486D14F086E5}"/>
                </a:ext>
              </a:extLst>
            </p:cNvPr>
            <p:cNvSpPr>
              <a:spLocks noChangeShapeType="1"/>
            </p:cNvSpPr>
            <p:nvPr/>
          </p:nvSpPr>
          <p:spPr bwMode="auto">
            <a:xfrm>
              <a:off x="3679" y="3279"/>
              <a:ext cx="10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Line 49">
              <a:extLst>
                <a:ext uri="{FF2B5EF4-FFF2-40B4-BE49-F238E27FC236}">
                  <a16:creationId xmlns:a16="http://schemas.microsoft.com/office/drawing/2014/main" id="{4F4730D3-490E-4CE4-A64D-7A23AB8ECBF9}"/>
                </a:ext>
              </a:extLst>
            </p:cNvPr>
            <p:cNvSpPr>
              <a:spLocks noChangeShapeType="1"/>
            </p:cNvSpPr>
            <p:nvPr/>
          </p:nvSpPr>
          <p:spPr bwMode="auto">
            <a:xfrm>
              <a:off x="3439" y="3423"/>
              <a:ext cx="12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Line 50">
              <a:extLst>
                <a:ext uri="{FF2B5EF4-FFF2-40B4-BE49-F238E27FC236}">
                  <a16:creationId xmlns:a16="http://schemas.microsoft.com/office/drawing/2014/main" id="{4FD5F7BB-8BB3-48FD-B1EE-F417573D51C2}"/>
                </a:ext>
              </a:extLst>
            </p:cNvPr>
            <p:cNvSpPr>
              <a:spLocks noChangeShapeType="1"/>
            </p:cNvSpPr>
            <p:nvPr/>
          </p:nvSpPr>
          <p:spPr bwMode="auto">
            <a:xfrm>
              <a:off x="4687" y="2991"/>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Line 51">
              <a:extLst>
                <a:ext uri="{FF2B5EF4-FFF2-40B4-BE49-F238E27FC236}">
                  <a16:creationId xmlns:a16="http://schemas.microsoft.com/office/drawing/2014/main" id="{4F23B659-A048-44E7-AB03-8D2788440D84}"/>
                </a:ext>
              </a:extLst>
            </p:cNvPr>
            <p:cNvSpPr>
              <a:spLocks noChangeShapeType="1"/>
            </p:cNvSpPr>
            <p:nvPr/>
          </p:nvSpPr>
          <p:spPr bwMode="auto">
            <a:xfrm>
              <a:off x="4594" y="3567"/>
              <a:ext cx="1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Line 52">
              <a:extLst>
                <a:ext uri="{FF2B5EF4-FFF2-40B4-BE49-F238E27FC236}">
                  <a16:creationId xmlns:a16="http://schemas.microsoft.com/office/drawing/2014/main" id="{97E0D99B-E629-4223-92EF-C1AA03FE317E}"/>
                </a:ext>
              </a:extLst>
            </p:cNvPr>
            <p:cNvSpPr>
              <a:spLocks noChangeShapeType="1"/>
            </p:cNvSpPr>
            <p:nvPr/>
          </p:nvSpPr>
          <p:spPr bwMode="auto">
            <a:xfrm>
              <a:off x="3439" y="3855"/>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Line 53">
              <a:extLst>
                <a:ext uri="{FF2B5EF4-FFF2-40B4-BE49-F238E27FC236}">
                  <a16:creationId xmlns:a16="http://schemas.microsoft.com/office/drawing/2014/main" id="{73E4D481-497F-4725-AD53-2A9999B18CA1}"/>
                </a:ext>
              </a:extLst>
            </p:cNvPr>
            <p:cNvSpPr>
              <a:spLocks noChangeShapeType="1"/>
            </p:cNvSpPr>
            <p:nvPr/>
          </p:nvSpPr>
          <p:spPr bwMode="auto">
            <a:xfrm>
              <a:off x="3679" y="3855"/>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Line 54">
              <a:extLst>
                <a:ext uri="{FF2B5EF4-FFF2-40B4-BE49-F238E27FC236}">
                  <a16:creationId xmlns:a16="http://schemas.microsoft.com/office/drawing/2014/main" id="{28716611-2CFD-49FC-B457-4CFD173B2535}"/>
                </a:ext>
              </a:extLst>
            </p:cNvPr>
            <p:cNvSpPr>
              <a:spLocks noChangeShapeType="1"/>
            </p:cNvSpPr>
            <p:nvPr/>
          </p:nvSpPr>
          <p:spPr bwMode="auto">
            <a:xfrm>
              <a:off x="3919" y="3855"/>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6" name="Line 55">
              <a:extLst>
                <a:ext uri="{FF2B5EF4-FFF2-40B4-BE49-F238E27FC236}">
                  <a16:creationId xmlns:a16="http://schemas.microsoft.com/office/drawing/2014/main" id="{0E20F7A4-8E40-4E86-9208-88AD691B4618}"/>
                </a:ext>
              </a:extLst>
            </p:cNvPr>
            <p:cNvSpPr>
              <a:spLocks noChangeShapeType="1"/>
            </p:cNvSpPr>
            <p:nvPr/>
          </p:nvSpPr>
          <p:spPr bwMode="auto">
            <a:xfrm>
              <a:off x="4159" y="3855"/>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Line 56">
              <a:extLst>
                <a:ext uri="{FF2B5EF4-FFF2-40B4-BE49-F238E27FC236}">
                  <a16:creationId xmlns:a16="http://schemas.microsoft.com/office/drawing/2014/main" id="{8246B72E-75E0-4077-9153-D39C749F5255}"/>
                </a:ext>
              </a:extLst>
            </p:cNvPr>
            <p:cNvSpPr>
              <a:spLocks noChangeShapeType="1"/>
            </p:cNvSpPr>
            <p:nvPr/>
          </p:nvSpPr>
          <p:spPr bwMode="auto">
            <a:xfrm>
              <a:off x="3439" y="4047"/>
              <a:ext cx="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Oval 57">
              <a:extLst>
                <a:ext uri="{FF2B5EF4-FFF2-40B4-BE49-F238E27FC236}">
                  <a16:creationId xmlns:a16="http://schemas.microsoft.com/office/drawing/2014/main" id="{197909C6-D393-496B-B42C-529BF6F0E68E}"/>
                </a:ext>
              </a:extLst>
            </p:cNvPr>
            <p:cNvSpPr>
              <a:spLocks noChangeArrowheads="1"/>
            </p:cNvSpPr>
            <p:nvPr/>
          </p:nvSpPr>
          <p:spPr bwMode="auto">
            <a:xfrm>
              <a:off x="4639" y="401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Line 58">
              <a:extLst>
                <a:ext uri="{FF2B5EF4-FFF2-40B4-BE49-F238E27FC236}">
                  <a16:creationId xmlns:a16="http://schemas.microsoft.com/office/drawing/2014/main" id="{74719706-A1EA-4120-AE75-70D86F5A6734}"/>
                </a:ext>
              </a:extLst>
            </p:cNvPr>
            <p:cNvSpPr>
              <a:spLocks noChangeShapeType="1"/>
            </p:cNvSpPr>
            <p:nvPr/>
          </p:nvSpPr>
          <p:spPr bwMode="auto">
            <a:xfrm flipV="1">
              <a:off x="4159" y="3711"/>
              <a:ext cx="96"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0" name="Line 59">
              <a:extLst>
                <a:ext uri="{FF2B5EF4-FFF2-40B4-BE49-F238E27FC236}">
                  <a16:creationId xmlns:a16="http://schemas.microsoft.com/office/drawing/2014/main" id="{9937AE41-9819-4F0C-A782-C39580ED4C80}"/>
                </a:ext>
              </a:extLst>
            </p:cNvPr>
            <p:cNvSpPr>
              <a:spLocks noChangeShapeType="1"/>
            </p:cNvSpPr>
            <p:nvPr/>
          </p:nvSpPr>
          <p:spPr bwMode="auto">
            <a:xfrm flipV="1">
              <a:off x="3919" y="3711"/>
              <a:ext cx="96"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 name="Line 60">
              <a:extLst>
                <a:ext uri="{FF2B5EF4-FFF2-40B4-BE49-F238E27FC236}">
                  <a16:creationId xmlns:a16="http://schemas.microsoft.com/office/drawing/2014/main" id="{6EE36632-FA23-4BDF-B557-1F0642196D75}"/>
                </a:ext>
              </a:extLst>
            </p:cNvPr>
            <p:cNvSpPr>
              <a:spLocks noChangeShapeType="1"/>
            </p:cNvSpPr>
            <p:nvPr/>
          </p:nvSpPr>
          <p:spPr bwMode="auto">
            <a:xfrm flipV="1">
              <a:off x="3679" y="3711"/>
              <a:ext cx="96"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Line 61">
              <a:extLst>
                <a:ext uri="{FF2B5EF4-FFF2-40B4-BE49-F238E27FC236}">
                  <a16:creationId xmlns:a16="http://schemas.microsoft.com/office/drawing/2014/main" id="{B9E6B663-9619-4EA2-9F37-E57D50DE805A}"/>
                </a:ext>
              </a:extLst>
            </p:cNvPr>
            <p:cNvSpPr>
              <a:spLocks noChangeShapeType="1"/>
            </p:cNvSpPr>
            <p:nvPr/>
          </p:nvSpPr>
          <p:spPr bwMode="auto">
            <a:xfrm flipV="1">
              <a:off x="3439" y="3711"/>
              <a:ext cx="96"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Oval 62">
              <a:extLst>
                <a:ext uri="{FF2B5EF4-FFF2-40B4-BE49-F238E27FC236}">
                  <a16:creationId xmlns:a16="http://schemas.microsoft.com/office/drawing/2014/main" id="{9B50611D-2555-4580-A856-9A76734E570B}"/>
                </a:ext>
              </a:extLst>
            </p:cNvPr>
            <p:cNvSpPr>
              <a:spLocks noChangeArrowheads="1"/>
            </p:cNvSpPr>
            <p:nvPr/>
          </p:nvSpPr>
          <p:spPr bwMode="auto">
            <a:xfrm>
              <a:off x="3416" y="3398"/>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4" name="Oval 63">
              <a:extLst>
                <a:ext uri="{FF2B5EF4-FFF2-40B4-BE49-F238E27FC236}">
                  <a16:creationId xmlns:a16="http://schemas.microsoft.com/office/drawing/2014/main" id="{D90F0968-29FD-4B59-85B3-6F092AA3EA0A}"/>
                </a:ext>
              </a:extLst>
            </p:cNvPr>
            <p:cNvSpPr>
              <a:spLocks noChangeArrowheads="1"/>
            </p:cNvSpPr>
            <p:nvPr/>
          </p:nvSpPr>
          <p:spPr bwMode="auto">
            <a:xfrm>
              <a:off x="3646" y="3259"/>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Oval 64">
              <a:extLst>
                <a:ext uri="{FF2B5EF4-FFF2-40B4-BE49-F238E27FC236}">
                  <a16:creationId xmlns:a16="http://schemas.microsoft.com/office/drawing/2014/main" id="{20FC78CE-F5C9-4DD2-8320-B058DBE57CF2}"/>
                </a:ext>
              </a:extLst>
            </p:cNvPr>
            <p:cNvSpPr>
              <a:spLocks noChangeArrowheads="1"/>
            </p:cNvSpPr>
            <p:nvPr/>
          </p:nvSpPr>
          <p:spPr bwMode="auto">
            <a:xfrm>
              <a:off x="3891" y="3107"/>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Oval 65">
              <a:extLst>
                <a:ext uri="{FF2B5EF4-FFF2-40B4-BE49-F238E27FC236}">
                  <a16:creationId xmlns:a16="http://schemas.microsoft.com/office/drawing/2014/main" id="{5700641E-2E97-4880-8918-ABC42FCD7242}"/>
                </a:ext>
              </a:extLst>
            </p:cNvPr>
            <p:cNvSpPr>
              <a:spLocks noChangeArrowheads="1"/>
            </p:cNvSpPr>
            <p:nvPr/>
          </p:nvSpPr>
          <p:spPr bwMode="auto">
            <a:xfrm>
              <a:off x="4131" y="2971"/>
              <a:ext cx="48" cy="48"/>
            </a:xfrm>
            <a:prstGeom prst="ellipse">
              <a:avLst/>
            </a:prstGeom>
            <a:solidFill>
              <a:schemeClr val="accent2"/>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Rectangle 66">
              <a:extLst>
                <a:ext uri="{FF2B5EF4-FFF2-40B4-BE49-F238E27FC236}">
                  <a16:creationId xmlns:a16="http://schemas.microsoft.com/office/drawing/2014/main" id="{AEE281C7-9705-47FA-8F7A-561297EBA2E0}"/>
                </a:ext>
              </a:extLst>
            </p:cNvPr>
            <p:cNvSpPr>
              <a:spLocks noChangeArrowheads="1"/>
            </p:cNvSpPr>
            <p:nvPr/>
          </p:nvSpPr>
          <p:spPr bwMode="auto">
            <a:xfrm>
              <a:off x="4351" y="2943"/>
              <a:ext cx="240" cy="96"/>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Rectangle 67">
              <a:extLst>
                <a:ext uri="{FF2B5EF4-FFF2-40B4-BE49-F238E27FC236}">
                  <a16:creationId xmlns:a16="http://schemas.microsoft.com/office/drawing/2014/main" id="{1BF03D6F-C8EE-4DE6-9A05-7795E58B9E82}"/>
                </a:ext>
              </a:extLst>
            </p:cNvPr>
            <p:cNvSpPr>
              <a:spLocks noChangeArrowheads="1"/>
            </p:cNvSpPr>
            <p:nvPr/>
          </p:nvSpPr>
          <p:spPr bwMode="auto">
            <a:xfrm>
              <a:off x="4351" y="3087"/>
              <a:ext cx="240" cy="96"/>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Rectangle 68">
              <a:extLst>
                <a:ext uri="{FF2B5EF4-FFF2-40B4-BE49-F238E27FC236}">
                  <a16:creationId xmlns:a16="http://schemas.microsoft.com/office/drawing/2014/main" id="{366675B2-2F70-48E3-8209-63F9019CD478}"/>
                </a:ext>
              </a:extLst>
            </p:cNvPr>
            <p:cNvSpPr>
              <a:spLocks noChangeArrowheads="1"/>
            </p:cNvSpPr>
            <p:nvPr/>
          </p:nvSpPr>
          <p:spPr bwMode="auto">
            <a:xfrm>
              <a:off x="4351" y="3231"/>
              <a:ext cx="240" cy="96"/>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Rectangle 69">
              <a:extLst>
                <a:ext uri="{FF2B5EF4-FFF2-40B4-BE49-F238E27FC236}">
                  <a16:creationId xmlns:a16="http://schemas.microsoft.com/office/drawing/2014/main" id="{B751EE13-83EA-4C2A-90B3-2ACFCDEC3E79}"/>
                </a:ext>
              </a:extLst>
            </p:cNvPr>
            <p:cNvSpPr>
              <a:spLocks noChangeArrowheads="1"/>
            </p:cNvSpPr>
            <p:nvPr/>
          </p:nvSpPr>
          <p:spPr bwMode="auto">
            <a:xfrm>
              <a:off x="4351" y="3375"/>
              <a:ext cx="240" cy="96"/>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Text Box 70">
              <a:extLst>
                <a:ext uri="{FF2B5EF4-FFF2-40B4-BE49-F238E27FC236}">
                  <a16:creationId xmlns:a16="http://schemas.microsoft.com/office/drawing/2014/main" id="{31B8E414-6CB9-4B56-9327-949D82F8A311}"/>
                </a:ext>
              </a:extLst>
            </p:cNvPr>
            <p:cNvSpPr txBox="1">
              <a:spLocks noChangeArrowheads="1"/>
            </p:cNvSpPr>
            <p:nvPr/>
          </p:nvSpPr>
          <p:spPr bwMode="auto">
            <a:xfrm>
              <a:off x="4351" y="2703"/>
              <a:ext cx="288"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p>
          </p:txBody>
        </p:sp>
        <p:sp>
          <p:nvSpPr>
            <p:cNvPr id="72" name="Text Box 71">
              <a:extLst>
                <a:ext uri="{FF2B5EF4-FFF2-40B4-BE49-F238E27FC236}">
                  <a16:creationId xmlns:a16="http://schemas.microsoft.com/office/drawing/2014/main" id="{D43E5640-C2B6-4352-8E31-C007EA544E31}"/>
                </a:ext>
              </a:extLst>
            </p:cNvPr>
            <p:cNvSpPr txBox="1">
              <a:spLocks noChangeArrowheads="1"/>
            </p:cNvSpPr>
            <p:nvPr/>
          </p:nvSpPr>
          <p:spPr bwMode="auto">
            <a:xfrm>
              <a:off x="4687" y="3855"/>
              <a:ext cx="57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+5V</a:t>
              </a:r>
            </a:p>
          </p:txBody>
        </p:sp>
        <p:sp>
          <p:nvSpPr>
            <p:cNvPr id="73" name="Text Box 72">
              <a:extLst>
                <a:ext uri="{FF2B5EF4-FFF2-40B4-BE49-F238E27FC236}">
                  <a16:creationId xmlns:a16="http://schemas.microsoft.com/office/drawing/2014/main" id="{CC1C5C3E-72F7-47E2-BF81-25FAA9A21E9C}"/>
                </a:ext>
              </a:extLst>
            </p:cNvPr>
            <p:cNvSpPr txBox="1">
              <a:spLocks noChangeArrowheads="1"/>
            </p:cNvSpPr>
            <p:nvPr/>
          </p:nvSpPr>
          <p:spPr bwMode="auto">
            <a:xfrm>
              <a:off x="3247" y="1983"/>
              <a:ext cx="129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4 </a:t>
              </a:r>
              <a:r>
                <a:rPr kumimoji="1" lang="en-US" altLang="zh-CN" sz="24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3 </a:t>
              </a:r>
              <a:r>
                <a:rPr kumimoji="1" lang="en-US" altLang="zh-CN" sz="24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2 </a:t>
              </a:r>
              <a:r>
                <a:rPr kumimoji="1" lang="en-US" altLang="zh-CN" sz="24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1</a:t>
              </a:r>
            </a:p>
          </p:txBody>
        </p:sp>
        <p:sp>
          <p:nvSpPr>
            <p:cNvPr id="74" name="Text Box 73">
              <a:extLst>
                <a:ext uri="{FF2B5EF4-FFF2-40B4-BE49-F238E27FC236}">
                  <a16:creationId xmlns:a16="http://schemas.microsoft.com/office/drawing/2014/main" id="{E8E8E6B6-BF5C-424F-BCE5-25C5364AF141}"/>
                </a:ext>
              </a:extLst>
            </p:cNvPr>
            <p:cNvSpPr txBox="1">
              <a:spLocks noChangeArrowheads="1"/>
            </p:cNvSpPr>
            <p:nvPr/>
          </p:nvSpPr>
          <p:spPr bwMode="auto">
            <a:xfrm>
              <a:off x="3247" y="2511"/>
              <a:ext cx="129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r>
                <a:rPr kumimoji="1" lang="en-US" altLang="zh-CN" sz="2400" b="1" i="0"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4 </a:t>
              </a: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r>
                <a:rPr kumimoji="1" lang="en-US" altLang="zh-CN" sz="2400" b="1" i="0"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3 </a:t>
              </a: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r>
                <a:rPr kumimoji="1" lang="en-US" altLang="zh-CN" sz="2400" b="1" i="0"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2 </a:t>
              </a: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r>
                <a:rPr kumimoji="1" lang="en-US" altLang="zh-CN" sz="2400" b="1" i="0"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75" name="Text Box 74">
              <a:extLst>
                <a:ext uri="{FF2B5EF4-FFF2-40B4-BE49-F238E27FC236}">
                  <a16:creationId xmlns:a16="http://schemas.microsoft.com/office/drawing/2014/main" id="{B50A6628-D0E4-43B5-A566-A27474529108}"/>
                </a:ext>
              </a:extLst>
            </p:cNvPr>
            <p:cNvSpPr txBox="1">
              <a:spLocks noChangeArrowheads="1"/>
            </p:cNvSpPr>
            <p:nvPr/>
          </p:nvSpPr>
          <p:spPr bwMode="auto">
            <a:xfrm>
              <a:off x="3247" y="3615"/>
              <a:ext cx="1296" cy="2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4   </a:t>
              </a:r>
              <a:r>
                <a:rPr kumimoji="1" lang="en-US" altLang="zh-CN" sz="20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3    </a:t>
              </a:r>
              <a:r>
                <a:rPr kumimoji="1" lang="en-US" altLang="zh-CN" sz="20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2    </a:t>
              </a:r>
              <a:r>
                <a:rPr kumimoji="1" lang="en-US" altLang="zh-CN" sz="2000" b="1"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S</a:t>
              </a:r>
              <a:r>
                <a:rPr kumimoji="1" lang="en-US" altLang="zh-CN" sz="2000" b="1" i="0" u="none" strike="noStrike" kern="1200" cap="none" spc="0" normalizeH="0" baseline="-25000" noProof="0" dirty="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1</a:t>
              </a:r>
            </a:p>
          </p:txBody>
        </p:sp>
        <p:sp>
          <p:nvSpPr>
            <p:cNvPr id="76" name="Text Box 75">
              <a:extLst>
                <a:ext uri="{FF2B5EF4-FFF2-40B4-BE49-F238E27FC236}">
                  <a16:creationId xmlns:a16="http://schemas.microsoft.com/office/drawing/2014/main" id="{72204FEF-769F-408B-9F33-4DD354FD7F13}"/>
                </a:ext>
              </a:extLst>
            </p:cNvPr>
            <p:cNvSpPr txBox="1">
              <a:spLocks noChangeArrowheads="1"/>
            </p:cNvSpPr>
            <p:nvPr/>
          </p:nvSpPr>
          <p:spPr bwMode="auto">
            <a:xfrm>
              <a:off x="1903" y="2031"/>
              <a:ext cx="129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4 </a:t>
              </a: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3 </a:t>
              </a: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2 </a:t>
              </a:r>
              <a:r>
                <a:rPr kumimoji="1" lang="en-US" altLang="zh-CN" sz="2400" b="1"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solidFill>
                    <a:srgbClr val="FF0000"/>
                  </a:solidFill>
                  <a:effectLst/>
                  <a:uLnTx/>
                  <a:uFillTx/>
                  <a:latin typeface="Times New Roman" panose="02020603050405020304" pitchFamily="18" charset="0"/>
                  <a:ea typeface="宋体" panose="02010600030101010101" pitchFamily="2" charset="-122"/>
                  <a:cs typeface="+mn-cs"/>
                </a:rPr>
                <a:t>1</a:t>
              </a:r>
            </a:p>
          </p:txBody>
        </p:sp>
        <p:sp>
          <p:nvSpPr>
            <p:cNvPr id="77" name="Line 76">
              <a:extLst>
                <a:ext uri="{FF2B5EF4-FFF2-40B4-BE49-F238E27FC236}">
                  <a16:creationId xmlns:a16="http://schemas.microsoft.com/office/drawing/2014/main" id="{3CC4E1A8-5CD2-46D4-9872-2EACF60E07D3}"/>
                </a:ext>
              </a:extLst>
            </p:cNvPr>
            <p:cNvSpPr>
              <a:spLocks noChangeShapeType="1"/>
            </p:cNvSpPr>
            <p:nvPr/>
          </p:nvSpPr>
          <p:spPr bwMode="auto">
            <a:xfrm>
              <a:off x="1951" y="20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8" name="Line 77">
              <a:extLst>
                <a:ext uri="{FF2B5EF4-FFF2-40B4-BE49-F238E27FC236}">
                  <a16:creationId xmlns:a16="http://schemas.microsoft.com/office/drawing/2014/main" id="{29906A2B-3888-4E31-AEFA-E5460856EFF4}"/>
                </a:ext>
              </a:extLst>
            </p:cNvPr>
            <p:cNvSpPr>
              <a:spLocks noChangeShapeType="1"/>
            </p:cNvSpPr>
            <p:nvPr/>
          </p:nvSpPr>
          <p:spPr bwMode="auto">
            <a:xfrm>
              <a:off x="2224" y="20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78">
              <a:extLst>
                <a:ext uri="{FF2B5EF4-FFF2-40B4-BE49-F238E27FC236}">
                  <a16:creationId xmlns:a16="http://schemas.microsoft.com/office/drawing/2014/main" id="{839E95A8-C773-40CA-8E9D-FCE312D4463A}"/>
                </a:ext>
              </a:extLst>
            </p:cNvPr>
            <p:cNvSpPr>
              <a:spLocks noChangeShapeType="1"/>
            </p:cNvSpPr>
            <p:nvPr/>
          </p:nvSpPr>
          <p:spPr bwMode="auto">
            <a:xfrm>
              <a:off x="2464" y="20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0" name="Line 79">
              <a:extLst>
                <a:ext uri="{FF2B5EF4-FFF2-40B4-BE49-F238E27FC236}">
                  <a16:creationId xmlns:a16="http://schemas.microsoft.com/office/drawing/2014/main" id="{CD137210-55F3-4FB4-B77D-D1EB728DBBF1}"/>
                </a:ext>
              </a:extLst>
            </p:cNvPr>
            <p:cNvSpPr>
              <a:spLocks noChangeShapeType="1"/>
            </p:cNvSpPr>
            <p:nvPr/>
          </p:nvSpPr>
          <p:spPr bwMode="auto">
            <a:xfrm>
              <a:off x="2704" y="2079"/>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Line 80">
              <a:extLst>
                <a:ext uri="{FF2B5EF4-FFF2-40B4-BE49-F238E27FC236}">
                  <a16:creationId xmlns:a16="http://schemas.microsoft.com/office/drawing/2014/main" id="{ADD6D2A4-4D4A-432D-8FAD-311203445AA0}"/>
                </a:ext>
              </a:extLst>
            </p:cNvPr>
            <p:cNvSpPr>
              <a:spLocks noChangeShapeType="1"/>
            </p:cNvSpPr>
            <p:nvPr/>
          </p:nvSpPr>
          <p:spPr bwMode="auto">
            <a:xfrm>
              <a:off x="1951" y="2367"/>
              <a:ext cx="96"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Line 81">
              <a:extLst>
                <a:ext uri="{FF2B5EF4-FFF2-40B4-BE49-F238E27FC236}">
                  <a16:creationId xmlns:a16="http://schemas.microsoft.com/office/drawing/2014/main" id="{35A7866C-8EEB-437C-926C-657CA7B8580A}"/>
                </a:ext>
              </a:extLst>
            </p:cNvPr>
            <p:cNvSpPr>
              <a:spLocks noChangeShapeType="1"/>
            </p:cNvSpPr>
            <p:nvPr/>
          </p:nvSpPr>
          <p:spPr bwMode="auto">
            <a:xfrm flipH="1">
              <a:off x="1951" y="2415"/>
              <a:ext cx="96"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83" name="Group 82">
              <a:extLst>
                <a:ext uri="{FF2B5EF4-FFF2-40B4-BE49-F238E27FC236}">
                  <a16:creationId xmlns:a16="http://schemas.microsoft.com/office/drawing/2014/main" id="{66065E24-BE38-426F-AD1E-AEF574C36EF2}"/>
                </a:ext>
              </a:extLst>
            </p:cNvPr>
            <p:cNvGrpSpPr>
              <a:grpSpLocks/>
            </p:cNvGrpSpPr>
            <p:nvPr/>
          </p:nvGrpSpPr>
          <p:grpSpPr bwMode="auto">
            <a:xfrm>
              <a:off x="1855" y="3039"/>
              <a:ext cx="255" cy="288"/>
              <a:chOff x="1536" y="2496"/>
              <a:chExt cx="255" cy="288"/>
            </a:xfrm>
          </p:grpSpPr>
          <p:sp>
            <p:nvSpPr>
              <p:cNvPr id="134" name="Line 83">
                <a:extLst>
                  <a:ext uri="{FF2B5EF4-FFF2-40B4-BE49-F238E27FC236}">
                    <a16:creationId xmlns:a16="http://schemas.microsoft.com/office/drawing/2014/main" id="{2A266BC7-7F05-4ADB-B60F-588911831D87}"/>
                  </a:ext>
                </a:extLst>
              </p:cNvPr>
              <p:cNvSpPr>
                <a:spLocks noChangeShapeType="1"/>
              </p:cNvSpPr>
              <p:nvPr/>
            </p:nvSpPr>
            <p:spPr bwMode="auto">
              <a:xfrm>
                <a:off x="1584" y="2544"/>
                <a:ext cx="144"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5" name="Rectangle 84">
                <a:extLst>
                  <a:ext uri="{FF2B5EF4-FFF2-40B4-BE49-F238E27FC236}">
                    <a16:creationId xmlns:a16="http://schemas.microsoft.com/office/drawing/2014/main" id="{1CA4B977-76E3-4C82-BCB8-48F98B6F8C38}"/>
                  </a:ext>
                </a:extLst>
              </p:cNvPr>
              <p:cNvSpPr>
                <a:spLocks noChangeArrowheads="1"/>
              </p:cNvSpPr>
              <p:nvPr/>
            </p:nvSpPr>
            <p:spPr bwMode="auto">
              <a:xfrm>
                <a:off x="1536" y="2496"/>
                <a:ext cx="25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sp>
          <p:nvSpPr>
            <p:cNvPr id="84" name="Rectangle 85">
              <a:extLst>
                <a:ext uri="{FF2B5EF4-FFF2-40B4-BE49-F238E27FC236}">
                  <a16:creationId xmlns:a16="http://schemas.microsoft.com/office/drawing/2014/main" id="{5643C566-41E0-49E5-B5EB-891F1D412A14}"/>
                </a:ext>
              </a:extLst>
            </p:cNvPr>
            <p:cNvSpPr>
              <a:spLocks noChangeArrowheads="1"/>
            </p:cNvSpPr>
            <p:nvPr/>
          </p:nvSpPr>
          <p:spPr bwMode="auto">
            <a:xfrm>
              <a:off x="1999" y="2319"/>
              <a:ext cx="372"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CC3300"/>
                  </a:solidFill>
                  <a:effectLst/>
                  <a:uLnTx/>
                  <a:uFillTx/>
                  <a:latin typeface="Times New Roman" panose="02020603050405020304" pitchFamily="18" charset="0"/>
                  <a:ea typeface="宋体" panose="02010600030101010101" pitchFamily="2" charset="-122"/>
                  <a:cs typeface="+mn-cs"/>
                </a:rPr>
                <a:t>CP</a:t>
              </a:r>
            </a:p>
          </p:txBody>
        </p:sp>
        <p:grpSp>
          <p:nvGrpSpPr>
            <p:cNvPr id="85" name="Group 86">
              <a:extLst>
                <a:ext uri="{FF2B5EF4-FFF2-40B4-BE49-F238E27FC236}">
                  <a16:creationId xmlns:a16="http://schemas.microsoft.com/office/drawing/2014/main" id="{1D5B259C-192D-4FFD-BA58-28E66E1D21CD}"/>
                </a:ext>
              </a:extLst>
            </p:cNvPr>
            <p:cNvGrpSpPr>
              <a:grpSpLocks/>
            </p:cNvGrpSpPr>
            <p:nvPr/>
          </p:nvGrpSpPr>
          <p:grpSpPr bwMode="auto">
            <a:xfrm>
              <a:off x="463" y="2655"/>
              <a:ext cx="672" cy="144"/>
              <a:chOff x="720" y="3168"/>
              <a:chExt cx="672" cy="144"/>
            </a:xfrm>
          </p:grpSpPr>
          <p:sp>
            <p:nvSpPr>
              <p:cNvPr id="125" name="Line 87">
                <a:extLst>
                  <a:ext uri="{FF2B5EF4-FFF2-40B4-BE49-F238E27FC236}">
                    <a16:creationId xmlns:a16="http://schemas.microsoft.com/office/drawing/2014/main" id="{9269912F-7904-4411-AC77-BB298623C601}"/>
                  </a:ext>
                </a:extLst>
              </p:cNvPr>
              <p:cNvSpPr>
                <a:spLocks noChangeShapeType="1"/>
              </p:cNvSpPr>
              <p:nvPr/>
            </p:nvSpPr>
            <p:spPr bwMode="auto">
              <a:xfrm>
                <a:off x="720" y="3312"/>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6" name="Line 88">
                <a:extLst>
                  <a:ext uri="{FF2B5EF4-FFF2-40B4-BE49-F238E27FC236}">
                    <a16:creationId xmlns:a16="http://schemas.microsoft.com/office/drawing/2014/main" id="{4C38CABB-863F-4C9F-8DAF-8C33B2FDBE44}"/>
                  </a:ext>
                </a:extLst>
              </p:cNvPr>
              <p:cNvSpPr>
                <a:spLocks noChangeShapeType="1"/>
              </p:cNvSpPr>
              <p:nvPr/>
            </p:nvSpPr>
            <p:spPr bwMode="auto">
              <a:xfrm>
                <a:off x="816" y="3168"/>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7" name="Line 89">
                <a:extLst>
                  <a:ext uri="{FF2B5EF4-FFF2-40B4-BE49-F238E27FC236}">
                    <a16:creationId xmlns:a16="http://schemas.microsoft.com/office/drawing/2014/main" id="{5F6C72C7-A6EA-42BA-A88A-B66DE271E951}"/>
                  </a:ext>
                </a:extLst>
              </p:cNvPr>
              <p:cNvSpPr>
                <a:spLocks noChangeShapeType="1"/>
              </p:cNvSpPr>
              <p:nvPr/>
            </p:nvSpPr>
            <p:spPr bwMode="auto">
              <a:xfrm>
                <a:off x="816" y="31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8" name="Line 90">
                <a:extLst>
                  <a:ext uri="{FF2B5EF4-FFF2-40B4-BE49-F238E27FC236}">
                    <a16:creationId xmlns:a16="http://schemas.microsoft.com/office/drawing/2014/main" id="{3AEE3937-FEF0-467D-98D5-A889B6BC54BA}"/>
                  </a:ext>
                </a:extLst>
              </p:cNvPr>
              <p:cNvSpPr>
                <a:spLocks noChangeShapeType="1"/>
              </p:cNvSpPr>
              <p:nvPr/>
            </p:nvSpPr>
            <p:spPr bwMode="auto">
              <a:xfrm>
                <a:off x="960" y="3168"/>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9" name="Line 91">
                <a:extLst>
                  <a:ext uri="{FF2B5EF4-FFF2-40B4-BE49-F238E27FC236}">
                    <a16:creationId xmlns:a16="http://schemas.microsoft.com/office/drawing/2014/main" id="{7D88E6BB-F377-479F-B308-DA85B7D5763B}"/>
                  </a:ext>
                </a:extLst>
              </p:cNvPr>
              <p:cNvSpPr>
                <a:spLocks noChangeShapeType="1"/>
              </p:cNvSpPr>
              <p:nvPr/>
            </p:nvSpPr>
            <p:spPr bwMode="auto">
              <a:xfrm>
                <a:off x="960" y="331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0" name="Line 92">
                <a:extLst>
                  <a:ext uri="{FF2B5EF4-FFF2-40B4-BE49-F238E27FC236}">
                    <a16:creationId xmlns:a16="http://schemas.microsoft.com/office/drawing/2014/main" id="{4FEFD758-1FEC-44C3-BC22-FD78F9EF2189}"/>
                  </a:ext>
                </a:extLst>
              </p:cNvPr>
              <p:cNvSpPr>
                <a:spLocks noChangeShapeType="1"/>
              </p:cNvSpPr>
              <p:nvPr/>
            </p:nvSpPr>
            <p:spPr bwMode="auto">
              <a:xfrm>
                <a:off x="1104" y="3168"/>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1" name="Line 93">
                <a:extLst>
                  <a:ext uri="{FF2B5EF4-FFF2-40B4-BE49-F238E27FC236}">
                    <a16:creationId xmlns:a16="http://schemas.microsoft.com/office/drawing/2014/main" id="{B4856354-08B6-41FA-8DA4-CA87A28A882A}"/>
                  </a:ext>
                </a:extLst>
              </p:cNvPr>
              <p:cNvSpPr>
                <a:spLocks noChangeShapeType="1"/>
              </p:cNvSpPr>
              <p:nvPr/>
            </p:nvSpPr>
            <p:spPr bwMode="auto">
              <a:xfrm>
                <a:off x="1104" y="3168"/>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2" name="Line 94">
                <a:extLst>
                  <a:ext uri="{FF2B5EF4-FFF2-40B4-BE49-F238E27FC236}">
                    <a16:creationId xmlns:a16="http://schemas.microsoft.com/office/drawing/2014/main" id="{F37B1AE8-E337-4289-B0E1-DD359CC1F1B7}"/>
                  </a:ext>
                </a:extLst>
              </p:cNvPr>
              <p:cNvSpPr>
                <a:spLocks noChangeShapeType="1"/>
              </p:cNvSpPr>
              <p:nvPr/>
            </p:nvSpPr>
            <p:spPr bwMode="auto">
              <a:xfrm>
                <a:off x="1248" y="3168"/>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3" name="Line 95">
                <a:extLst>
                  <a:ext uri="{FF2B5EF4-FFF2-40B4-BE49-F238E27FC236}">
                    <a16:creationId xmlns:a16="http://schemas.microsoft.com/office/drawing/2014/main" id="{EAC2EF49-9A0D-47D1-8B0B-A8A9D39C232E}"/>
                  </a:ext>
                </a:extLst>
              </p:cNvPr>
              <p:cNvSpPr>
                <a:spLocks noChangeShapeType="1"/>
              </p:cNvSpPr>
              <p:nvPr/>
            </p:nvSpPr>
            <p:spPr bwMode="auto">
              <a:xfrm>
                <a:off x="1248" y="3312"/>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86" name="Group 96">
              <a:extLst>
                <a:ext uri="{FF2B5EF4-FFF2-40B4-BE49-F238E27FC236}">
                  <a16:creationId xmlns:a16="http://schemas.microsoft.com/office/drawing/2014/main" id="{1CC7D5CF-EAFC-4BCD-8513-94B042807D45}"/>
                </a:ext>
              </a:extLst>
            </p:cNvPr>
            <p:cNvGrpSpPr>
              <a:grpSpLocks/>
            </p:cNvGrpSpPr>
            <p:nvPr/>
          </p:nvGrpSpPr>
          <p:grpSpPr bwMode="auto">
            <a:xfrm>
              <a:off x="2095" y="3135"/>
              <a:ext cx="384" cy="144"/>
              <a:chOff x="1776" y="2640"/>
              <a:chExt cx="384" cy="144"/>
            </a:xfrm>
          </p:grpSpPr>
          <p:sp>
            <p:nvSpPr>
              <p:cNvPr id="120" name="Line 97">
                <a:extLst>
                  <a:ext uri="{FF2B5EF4-FFF2-40B4-BE49-F238E27FC236}">
                    <a16:creationId xmlns:a16="http://schemas.microsoft.com/office/drawing/2014/main" id="{83DF053D-B5E8-4825-BA73-80285777F00C}"/>
                  </a:ext>
                </a:extLst>
              </p:cNvPr>
              <p:cNvSpPr>
                <a:spLocks noChangeShapeType="1"/>
              </p:cNvSpPr>
              <p:nvPr/>
            </p:nvSpPr>
            <p:spPr bwMode="auto">
              <a:xfrm>
                <a:off x="1776" y="264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1" name="Line 98">
                <a:extLst>
                  <a:ext uri="{FF2B5EF4-FFF2-40B4-BE49-F238E27FC236}">
                    <a16:creationId xmlns:a16="http://schemas.microsoft.com/office/drawing/2014/main" id="{EAA04566-A307-4DD2-84CD-126F61FE1991}"/>
                  </a:ext>
                </a:extLst>
              </p:cNvPr>
              <p:cNvSpPr>
                <a:spLocks noChangeShapeType="1"/>
              </p:cNvSpPr>
              <p:nvPr/>
            </p:nvSpPr>
            <p:spPr bwMode="auto">
              <a:xfrm>
                <a:off x="1872" y="264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2" name="Line 99">
                <a:extLst>
                  <a:ext uri="{FF2B5EF4-FFF2-40B4-BE49-F238E27FC236}">
                    <a16:creationId xmlns:a16="http://schemas.microsoft.com/office/drawing/2014/main" id="{E47DBB25-6992-4351-A46F-BE4201264B97}"/>
                  </a:ext>
                </a:extLst>
              </p:cNvPr>
              <p:cNvSpPr>
                <a:spLocks noChangeShapeType="1"/>
              </p:cNvSpPr>
              <p:nvPr/>
            </p:nvSpPr>
            <p:spPr bwMode="auto">
              <a:xfrm>
                <a:off x="1872" y="2784"/>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3" name="Line 100">
                <a:extLst>
                  <a:ext uri="{FF2B5EF4-FFF2-40B4-BE49-F238E27FC236}">
                    <a16:creationId xmlns:a16="http://schemas.microsoft.com/office/drawing/2014/main" id="{7B646453-CCBB-4942-8BCB-221355B1CFD9}"/>
                  </a:ext>
                </a:extLst>
              </p:cNvPr>
              <p:cNvSpPr>
                <a:spLocks noChangeShapeType="1"/>
              </p:cNvSpPr>
              <p:nvPr/>
            </p:nvSpPr>
            <p:spPr bwMode="auto">
              <a:xfrm>
                <a:off x="2016" y="264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4" name="Line 101">
                <a:extLst>
                  <a:ext uri="{FF2B5EF4-FFF2-40B4-BE49-F238E27FC236}">
                    <a16:creationId xmlns:a16="http://schemas.microsoft.com/office/drawing/2014/main" id="{790A0E16-3C1F-411C-860E-4B26D1494220}"/>
                  </a:ext>
                </a:extLst>
              </p:cNvPr>
              <p:cNvSpPr>
                <a:spLocks noChangeShapeType="1"/>
              </p:cNvSpPr>
              <p:nvPr/>
            </p:nvSpPr>
            <p:spPr bwMode="auto">
              <a:xfrm>
                <a:off x="2016" y="2640"/>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7" name="Rectangle 102">
              <a:extLst>
                <a:ext uri="{FF2B5EF4-FFF2-40B4-BE49-F238E27FC236}">
                  <a16:creationId xmlns:a16="http://schemas.microsoft.com/office/drawing/2014/main" id="{A8E266A1-89B6-46C9-BDEB-CF0AC21FB2F2}"/>
                </a:ext>
              </a:extLst>
            </p:cNvPr>
            <p:cNvSpPr>
              <a:spLocks noChangeArrowheads="1"/>
            </p:cNvSpPr>
            <p:nvPr/>
          </p:nvSpPr>
          <p:spPr bwMode="auto">
            <a:xfrm>
              <a:off x="4662" y="840"/>
              <a:ext cx="25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88" name="Rectangle 103">
              <a:extLst>
                <a:ext uri="{FF2B5EF4-FFF2-40B4-BE49-F238E27FC236}">
                  <a16:creationId xmlns:a16="http://schemas.microsoft.com/office/drawing/2014/main" id="{A2BA99B7-6E37-4719-B4CD-EF3DA87FD537}"/>
                </a:ext>
              </a:extLst>
            </p:cNvPr>
            <p:cNvSpPr>
              <a:spLocks noChangeArrowheads="1"/>
            </p:cNvSpPr>
            <p:nvPr/>
          </p:nvSpPr>
          <p:spPr bwMode="auto">
            <a:xfrm>
              <a:off x="2671" y="2319"/>
              <a:ext cx="831"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3333CC"/>
                  </a:solidFill>
                  <a:effectLst/>
                  <a:uLnTx/>
                  <a:uFillTx/>
                  <a:latin typeface="Times New Roman" panose="02020603050405020304" pitchFamily="18" charset="0"/>
                  <a:ea typeface="幼圆" panose="02010509060101010101" pitchFamily="49" charset="-122"/>
                  <a:cs typeface="+mn-cs"/>
                </a:rPr>
                <a:t>74LS175</a:t>
              </a:r>
            </a:p>
          </p:txBody>
        </p:sp>
        <p:sp>
          <p:nvSpPr>
            <p:cNvPr id="89" name="Line 104">
              <a:extLst>
                <a:ext uri="{FF2B5EF4-FFF2-40B4-BE49-F238E27FC236}">
                  <a16:creationId xmlns:a16="http://schemas.microsoft.com/office/drawing/2014/main" id="{E39AC944-5911-4D9B-9533-A7C8B1F8A2BA}"/>
                </a:ext>
              </a:extLst>
            </p:cNvPr>
            <p:cNvSpPr>
              <a:spLocks noChangeShapeType="1"/>
            </p:cNvSpPr>
            <p:nvPr/>
          </p:nvSpPr>
          <p:spPr bwMode="auto">
            <a:xfrm flipV="1">
              <a:off x="4159" y="3711"/>
              <a:ext cx="96"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90" name="Group 105">
              <a:extLst>
                <a:ext uri="{FF2B5EF4-FFF2-40B4-BE49-F238E27FC236}">
                  <a16:creationId xmlns:a16="http://schemas.microsoft.com/office/drawing/2014/main" id="{4D460D20-3376-4768-8C14-74DF84C539F0}"/>
                </a:ext>
              </a:extLst>
            </p:cNvPr>
            <p:cNvGrpSpPr>
              <a:grpSpLocks/>
            </p:cNvGrpSpPr>
            <p:nvPr/>
          </p:nvGrpSpPr>
          <p:grpSpPr bwMode="auto">
            <a:xfrm>
              <a:off x="4701" y="1569"/>
              <a:ext cx="96" cy="192"/>
              <a:chOff x="4080" y="1200"/>
              <a:chExt cx="96" cy="192"/>
            </a:xfrm>
          </p:grpSpPr>
          <p:sp>
            <p:nvSpPr>
              <p:cNvPr id="116" name="Line 106">
                <a:extLst>
                  <a:ext uri="{FF2B5EF4-FFF2-40B4-BE49-F238E27FC236}">
                    <a16:creationId xmlns:a16="http://schemas.microsoft.com/office/drawing/2014/main" id="{59865E5E-D222-4889-BC62-DE458E62DCC7}"/>
                  </a:ext>
                </a:extLst>
              </p:cNvPr>
              <p:cNvSpPr>
                <a:spLocks noChangeShapeType="1"/>
              </p:cNvSpPr>
              <p:nvPr/>
            </p:nvSpPr>
            <p:spPr bwMode="auto">
              <a:xfrm>
                <a:off x="4176" y="122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7" name="Line 107">
                <a:extLst>
                  <a:ext uri="{FF2B5EF4-FFF2-40B4-BE49-F238E27FC236}">
                    <a16:creationId xmlns:a16="http://schemas.microsoft.com/office/drawing/2014/main" id="{AB1E9E35-3E7D-4BB7-B9DA-E3D7CF740C31}"/>
                  </a:ext>
                </a:extLst>
              </p:cNvPr>
              <p:cNvSpPr>
                <a:spLocks noChangeShapeType="1"/>
              </p:cNvSpPr>
              <p:nvPr/>
            </p:nvSpPr>
            <p:spPr bwMode="auto">
              <a:xfrm flipH="1">
                <a:off x="4080" y="129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8" name="Line 108">
                <a:extLst>
                  <a:ext uri="{FF2B5EF4-FFF2-40B4-BE49-F238E27FC236}">
                    <a16:creationId xmlns:a16="http://schemas.microsoft.com/office/drawing/2014/main" id="{72711C12-A994-4D84-80B3-23BD62291A48}"/>
                  </a:ext>
                </a:extLst>
              </p:cNvPr>
              <p:cNvSpPr>
                <a:spLocks noChangeShapeType="1"/>
              </p:cNvSpPr>
              <p:nvPr/>
            </p:nvSpPr>
            <p:spPr bwMode="auto">
              <a:xfrm flipH="1" flipV="1">
                <a:off x="4080"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9" name="Line 109">
                <a:extLst>
                  <a:ext uri="{FF2B5EF4-FFF2-40B4-BE49-F238E27FC236}">
                    <a16:creationId xmlns:a16="http://schemas.microsoft.com/office/drawing/2014/main" id="{DC1A2E7A-3D32-497B-83DD-41F9E2C1AEBC}"/>
                  </a:ext>
                </a:extLst>
              </p:cNvPr>
              <p:cNvSpPr>
                <a:spLocks noChangeShapeType="1"/>
              </p:cNvSpPr>
              <p:nvPr/>
            </p:nvSpPr>
            <p:spPr bwMode="auto">
              <a:xfrm>
                <a:off x="4080" y="120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91" name="Group 110">
              <a:extLst>
                <a:ext uri="{FF2B5EF4-FFF2-40B4-BE49-F238E27FC236}">
                  <a16:creationId xmlns:a16="http://schemas.microsoft.com/office/drawing/2014/main" id="{4501CDCD-DD5A-4BEB-9D19-A0C6448226BF}"/>
                </a:ext>
              </a:extLst>
            </p:cNvPr>
            <p:cNvGrpSpPr>
              <a:grpSpLocks/>
            </p:cNvGrpSpPr>
            <p:nvPr/>
          </p:nvGrpSpPr>
          <p:grpSpPr bwMode="auto">
            <a:xfrm>
              <a:off x="4701" y="1329"/>
              <a:ext cx="96" cy="192"/>
              <a:chOff x="4080" y="1200"/>
              <a:chExt cx="96" cy="192"/>
            </a:xfrm>
          </p:grpSpPr>
          <p:sp>
            <p:nvSpPr>
              <p:cNvPr id="112" name="Line 111">
                <a:extLst>
                  <a:ext uri="{FF2B5EF4-FFF2-40B4-BE49-F238E27FC236}">
                    <a16:creationId xmlns:a16="http://schemas.microsoft.com/office/drawing/2014/main" id="{39F8A1E5-2DC0-4533-A781-5CD7A82B8B3F}"/>
                  </a:ext>
                </a:extLst>
              </p:cNvPr>
              <p:cNvSpPr>
                <a:spLocks noChangeShapeType="1"/>
              </p:cNvSpPr>
              <p:nvPr/>
            </p:nvSpPr>
            <p:spPr bwMode="auto">
              <a:xfrm>
                <a:off x="4176" y="122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3" name="Line 112">
                <a:extLst>
                  <a:ext uri="{FF2B5EF4-FFF2-40B4-BE49-F238E27FC236}">
                    <a16:creationId xmlns:a16="http://schemas.microsoft.com/office/drawing/2014/main" id="{379DDC33-D99C-4940-A145-623E3178C870}"/>
                  </a:ext>
                </a:extLst>
              </p:cNvPr>
              <p:cNvSpPr>
                <a:spLocks noChangeShapeType="1"/>
              </p:cNvSpPr>
              <p:nvPr/>
            </p:nvSpPr>
            <p:spPr bwMode="auto">
              <a:xfrm flipH="1">
                <a:off x="4080" y="129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4" name="Line 113">
                <a:extLst>
                  <a:ext uri="{FF2B5EF4-FFF2-40B4-BE49-F238E27FC236}">
                    <a16:creationId xmlns:a16="http://schemas.microsoft.com/office/drawing/2014/main" id="{884BD7CE-7652-4394-84C6-C4738FD84000}"/>
                  </a:ext>
                </a:extLst>
              </p:cNvPr>
              <p:cNvSpPr>
                <a:spLocks noChangeShapeType="1"/>
              </p:cNvSpPr>
              <p:nvPr/>
            </p:nvSpPr>
            <p:spPr bwMode="auto">
              <a:xfrm flipH="1" flipV="1">
                <a:off x="4080"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5" name="Line 114">
                <a:extLst>
                  <a:ext uri="{FF2B5EF4-FFF2-40B4-BE49-F238E27FC236}">
                    <a16:creationId xmlns:a16="http://schemas.microsoft.com/office/drawing/2014/main" id="{58449BE8-13A7-44AA-956B-5055B36DE000}"/>
                  </a:ext>
                </a:extLst>
              </p:cNvPr>
              <p:cNvSpPr>
                <a:spLocks noChangeShapeType="1"/>
              </p:cNvSpPr>
              <p:nvPr/>
            </p:nvSpPr>
            <p:spPr bwMode="auto">
              <a:xfrm>
                <a:off x="4080" y="120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92" name="Group 115">
              <a:extLst>
                <a:ext uri="{FF2B5EF4-FFF2-40B4-BE49-F238E27FC236}">
                  <a16:creationId xmlns:a16="http://schemas.microsoft.com/office/drawing/2014/main" id="{ACDDC134-EE70-4FDC-97F2-1E83C96DC6B5}"/>
                </a:ext>
              </a:extLst>
            </p:cNvPr>
            <p:cNvGrpSpPr>
              <a:grpSpLocks/>
            </p:cNvGrpSpPr>
            <p:nvPr/>
          </p:nvGrpSpPr>
          <p:grpSpPr bwMode="auto">
            <a:xfrm>
              <a:off x="4701" y="1089"/>
              <a:ext cx="96" cy="192"/>
              <a:chOff x="4080" y="1200"/>
              <a:chExt cx="96" cy="192"/>
            </a:xfrm>
          </p:grpSpPr>
          <p:sp>
            <p:nvSpPr>
              <p:cNvPr id="108" name="Line 116">
                <a:extLst>
                  <a:ext uri="{FF2B5EF4-FFF2-40B4-BE49-F238E27FC236}">
                    <a16:creationId xmlns:a16="http://schemas.microsoft.com/office/drawing/2014/main" id="{EDE24347-1CB3-4323-83E9-52FAC3A64379}"/>
                  </a:ext>
                </a:extLst>
              </p:cNvPr>
              <p:cNvSpPr>
                <a:spLocks noChangeShapeType="1"/>
              </p:cNvSpPr>
              <p:nvPr/>
            </p:nvSpPr>
            <p:spPr bwMode="auto">
              <a:xfrm>
                <a:off x="4176" y="122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9" name="Line 117">
                <a:extLst>
                  <a:ext uri="{FF2B5EF4-FFF2-40B4-BE49-F238E27FC236}">
                    <a16:creationId xmlns:a16="http://schemas.microsoft.com/office/drawing/2014/main" id="{B72B73C8-B818-4A8F-91D1-14DD09554D9A}"/>
                  </a:ext>
                </a:extLst>
              </p:cNvPr>
              <p:cNvSpPr>
                <a:spLocks noChangeShapeType="1"/>
              </p:cNvSpPr>
              <p:nvPr/>
            </p:nvSpPr>
            <p:spPr bwMode="auto">
              <a:xfrm flipH="1">
                <a:off x="4080" y="129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0" name="Line 118">
                <a:extLst>
                  <a:ext uri="{FF2B5EF4-FFF2-40B4-BE49-F238E27FC236}">
                    <a16:creationId xmlns:a16="http://schemas.microsoft.com/office/drawing/2014/main" id="{28DFFD74-D0D4-4FBB-9EF7-090DB7214882}"/>
                  </a:ext>
                </a:extLst>
              </p:cNvPr>
              <p:cNvSpPr>
                <a:spLocks noChangeShapeType="1"/>
              </p:cNvSpPr>
              <p:nvPr/>
            </p:nvSpPr>
            <p:spPr bwMode="auto">
              <a:xfrm flipH="1" flipV="1">
                <a:off x="4080"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1" name="Line 119">
                <a:extLst>
                  <a:ext uri="{FF2B5EF4-FFF2-40B4-BE49-F238E27FC236}">
                    <a16:creationId xmlns:a16="http://schemas.microsoft.com/office/drawing/2014/main" id="{9186036C-5D83-46CC-8AE7-5331387382C4}"/>
                  </a:ext>
                </a:extLst>
              </p:cNvPr>
              <p:cNvSpPr>
                <a:spLocks noChangeShapeType="1"/>
              </p:cNvSpPr>
              <p:nvPr/>
            </p:nvSpPr>
            <p:spPr bwMode="auto">
              <a:xfrm>
                <a:off x="4080" y="120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93" name="Group 120">
              <a:extLst>
                <a:ext uri="{FF2B5EF4-FFF2-40B4-BE49-F238E27FC236}">
                  <a16:creationId xmlns:a16="http://schemas.microsoft.com/office/drawing/2014/main" id="{D04FC8BA-1E38-4021-B404-8D66539494D7}"/>
                </a:ext>
              </a:extLst>
            </p:cNvPr>
            <p:cNvGrpSpPr>
              <a:grpSpLocks/>
            </p:cNvGrpSpPr>
            <p:nvPr/>
          </p:nvGrpSpPr>
          <p:grpSpPr bwMode="auto">
            <a:xfrm>
              <a:off x="4701" y="1809"/>
              <a:ext cx="96" cy="192"/>
              <a:chOff x="4080" y="1200"/>
              <a:chExt cx="96" cy="192"/>
            </a:xfrm>
          </p:grpSpPr>
          <p:sp>
            <p:nvSpPr>
              <p:cNvPr id="104" name="Line 121">
                <a:extLst>
                  <a:ext uri="{FF2B5EF4-FFF2-40B4-BE49-F238E27FC236}">
                    <a16:creationId xmlns:a16="http://schemas.microsoft.com/office/drawing/2014/main" id="{BA37CB0A-EEBE-42E6-9539-1C7258A8C70C}"/>
                  </a:ext>
                </a:extLst>
              </p:cNvPr>
              <p:cNvSpPr>
                <a:spLocks noChangeShapeType="1"/>
              </p:cNvSpPr>
              <p:nvPr/>
            </p:nvSpPr>
            <p:spPr bwMode="auto">
              <a:xfrm>
                <a:off x="4176" y="122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5" name="Line 122">
                <a:extLst>
                  <a:ext uri="{FF2B5EF4-FFF2-40B4-BE49-F238E27FC236}">
                    <a16:creationId xmlns:a16="http://schemas.microsoft.com/office/drawing/2014/main" id="{7BFF16FE-10E7-4AA5-857B-59D17AE6F382}"/>
                  </a:ext>
                </a:extLst>
              </p:cNvPr>
              <p:cNvSpPr>
                <a:spLocks noChangeShapeType="1"/>
              </p:cNvSpPr>
              <p:nvPr/>
            </p:nvSpPr>
            <p:spPr bwMode="auto">
              <a:xfrm flipH="1">
                <a:off x="4080" y="129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6" name="Line 123">
                <a:extLst>
                  <a:ext uri="{FF2B5EF4-FFF2-40B4-BE49-F238E27FC236}">
                    <a16:creationId xmlns:a16="http://schemas.microsoft.com/office/drawing/2014/main" id="{E0C9F7EF-D807-4AA9-9ABD-2C00A24141C8}"/>
                  </a:ext>
                </a:extLst>
              </p:cNvPr>
              <p:cNvSpPr>
                <a:spLocks noChangeShapeType="1"/>
              </p:cNvSpPr>
              <p:nvPr/>
            </p:nvSpPr>
            <p:spPr bwMode="auto">
              <a:xfrm flipH="1" flipV="1">
                <a:off x="4080"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7" name="Line 124">
                <a:extLst>
                  <a:ext uri="{FF2B5EF4-FFF2-40B4-BE49-F238E27FC236}">
                    <a16:creationId xmlns:a16="http://schemas.microsoft.com/office/drawing/2014/main" id="{11B0937E-A16B-4169-999E-11616EAB6C60}"/>
                  </a:ext>
                </a:extLst>
              </p:cNvPr>
              <p:cNvSpPr>
                <a:spLocks noChangeShapeType="1"/>
              </p:cNvSpPr>
              <p:nvPr/>
            </p:nvSpPr>
            <p:spPr bwMode="auto">
              <a:xfrm>
                <a:off x="4080" y="120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94" name="Group 125">
              <a:extLst>
                <a:ext uri="{FF2B5EF4-FFF2-40B4-BE49-F238E27FC236}">
                  <a16:creationId xmlns:a16="http://schemas.microsoft.com/office/drawing/2014/main" id="{5EA265F3-83AA-4BCC-87D1-BD2D707B6F9C}"/>
                </a:ext>
              </a:extLst>
            </p:cNvPr>
            <p:cNvGrpSpPr>
              <a:grpSpLocks/>
            </p:cNvGrpSpPr>
            <p:nvPr/>
          </p:nvGrpSpPr>
          <p:grpSpPr bwMode="auto">
            <a:xfrm>
              <a:off x="4701" y="1809"/>
              <a:ext cx="96" cy="192"/>
              <a:chOff x="4080" y="1200"/>
              <a:chExt cx="96" cy="192"/>
            </a:xfrm>
          </p:grpSpPr>
          <p:sp>
            <p:nvSpPr>
              <p:cNvPr id="100" name="Line 126">
                <a:extLst>
                  <a:ext uri="{FF2B5EF4-FFF2-40B4-BE49-F238E27FC236}">
                    <a16:creationId xmlns:a16="http://schemas.microsoft.com/office/drawing/2014/main" id="{F9F7C711-47F7-4892-BFAD-7C73833A9CCC}"/>
                  </a:ext>
                </a:extLst>
              </p:cNvPr>
              <p:cNvSpPr>
                <a:spLocks noChangeShapeType="1"/>
              </p:cNvSpPr>
              <p:nvPr/>
            </p:nvSpPr>
            <p:spPr bwMode="auto">
              <a:xfrm>
                <a:off x="4176" y="1225"/>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1" name="Line 127">
                <a:extLst>
                  <a:ext uri="{FF2B5EF4-FFF2-40B4-BE49-F238E27FC236}">
                    <a16:creationId xmlns:a16="http://schemas.microsoft.com/office/drawing/2014/main" id="{35C0FBC0-FCD4-47FC-B8C7-96B75D9D1B2A}"/>
                  </a:ext>
                </a:extLst>
              </p:cNvPr>
              <p:cNvSpPr>
                <a:spLocks noChangeShapeType="1"/>
              </p:cNvSpPr>
              <p:nvPr/>
            </p:nvSpPr>
            <p:spPr bwMode="auto">
              <a:xfrm flipH="1">
                <a:off x="4080" y="1296"/>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2" name="Line 128">
                <a:extLst>
                  <a:ext uri="{FF2B5EF4-FFF2-40B4-BE49-F238E27FC236}">
                    <a16:creationId xmlns:a16="http://schemas.microsoft.com/office/drawing/2014/main" id="{9F529558-F58F-4033-9DAF-A8DE69000259}"/>
                  </a:ext>
                </a:extLst>
              </p:cNvPr>
              <p:cNvSpPr>
                <a:spLocks noChangeShapeType="1"/>
              </p:cNvSpPr>
              <p:nvPr/>
            </p:nvSpPr>
            <p:spPr bwMode="auto">
              <a:xfrm flipH="1" flipV="1">
                <a:off x="4080" y="1200"/>
                <a:ext cx="96"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3" name="Line 129">
                <a:extLst>
                  <a:ext uri="{FF2B5EF4-FFF2-40B4-BE49-F238E27FC236}">
                    <a16:creationId xmlns:a16="http://schemas.microsoft.com/office/drawing/2014/main" id="{7FEAA52F-F22D-4975-B263-369F6343371F}"/>
                  </a:ext>
                </a:extLst>
              </p:cNvPr>
              <p:cNvSpPr>
                <a:spLocks noChangeShapeType="1"/>
              </p:cNvSpPr>
              <p:nvPr/>
            </p:nvSpPr>
            <p:spPr bwMode="auto">
              <a:xfrm>
                <a:off x="4080" y="1200"/>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95" name="Rectangle 130">
              <a:extLst>
                <a:ext uri="{FF2B5EF4-FFF2-40B4-BE49-F238E27FC236}">
                  <a16:creationId xmlns:a16="http://schemas.microsoft.com/office/drawing/2014/main" id="{64E4D9B4-3AD3-4065-97C4-795D3F8CFEC8}"/>
                </a:ext>
              </a:extLst>
            </p:cNvPr>
            <p:cNvSpPr>
              <a:spLocks noChangeArrowheads="1"/>
            </p:cNvSpPr>
            <p:nvPr/>
          </p:nvSpPr>
          <p:spPr bwMode="auto">
            <a:xfrm>
              <a:off x="4279" y="1134"/>
              <a:ext cx="219" cy="73"/>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6" name="Rectangle 131">
              <a:extLst>
                <a:ext uri="{FF2B5EF4-FFF2-40B4-BE49-F238E27FC236}">
                  <a16:creationId xmlns:a16="http://schemas.microsoft.com/office/drawing/2014/main" id="{7A60CB3F-ADE2-4CDD-883A-D924C471179B}"/>
                </a:ext>
              </a:extLst>
            </p:cNvPr>
            <p:cNvSpPr>
              <a:spLocks noChangeArrowheads="1"/>
            </p:cNvSpPr>
            <p:nvPr/>
          </p:nvSpPr>
          <p:spPr bwMode="auto">
            <a:xfrm>
              <a:off x="4307" y="1371"/>
              <a:ext cx="219" cy="73"/>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7" name="Rectangle 132">
              <a:extLst>
                <a:ext uri="{FF2B5EF4-FFF2-40B4-BE49-F238E27FC236}">
                  <a16:creationId xmlns:a16="http://schemas.microsoft.com/office/drawing/2014/main" id="{A2435162-E752-44EE-9C08-6B743D574284}"/>
                </a:ext>
              </a:extLst>
            </p:cNvPr>
            <p:cNvSpPr>
              <a:spLocks noChangeArrowheads="1"/>
            </p:cNvSpPr>
            <p:nvPr/>
          </p:nvSpPr>
          <p:spPr bwMode="auto">
            <a:xfrm>
              <a:off x="4316" y="1609"/>
              <a:ext cx="219" cy="73"/>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8" name="Rectangle 133">
              <a:extLst>
                <a:ext uri="{FF2B5EF4-FFF2-40B4-BE49-F238E27FC236}">
                  <a16:creationId xmlns:a16="http://schemas.microsoft.com/office/drawing/2014/main" id="{0BE6EE3B-91E7-4DC6-B707-D5AFBAF45DE4}"/>
                </a:ext>
              </a:extLst>
            </p:cNvPr>
            <p:cNvSpPr>
              <a:spLocks noChangeArrowheads="1"/>
            </p:cNvSpPr>
            <p:nvPr/>
          </p:nvSpPr>
          <p:spPr bwMode="auto">
            <a:xfrm>
              <a:off x="4325" y="1847"/>
              <a:ext cx="219" cy="73"/>
            </a:xfrm>
            <a:prstGeom prst="rect">
              <a:avLst/>
            </a:prstGeom>
            <a:solidFill>
              <a:srgbClr val="FFFF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9" name="Text Box 134">
              <a:extLst>
                <a:ext uri="{FF2B5EF4-FFF2-40B4-BE49-F238E27FC236}">
                  <a16:creationId xmlns:a16="http://schemas.microsoft.com/office/drawing/2014/main" id="{777DD389-BF85-464F-974B-10F647F7EE8C}"/>
                </a:ext>
              </a:extLst>
            </p:cNvPr>
            <p:cNvSpPr txBox="1">
              <a:spLocks noChangeArrowheads="1"/>
            </p:cNvSpPr>
            <p:nvPr/>
          </p:nvSpPr>
          <p:spPr bwMode="auto">
            <a:xfrm>
              <a:off x="4278" y="893"/>
              <a:ext cx="288"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0" y="6478588"/>
            <a:ext cx="903288" cy="33813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39</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3" name="Rectangle 2">
            <a:extLst>
              <a:ext uri="{FF2B5EF4-FFF2-40B4-BE49-F238E27FC236}">
                <a16:creationId xmlns:a16="http://schemas.microsoft.com/office/drawing/2014/main" id="{985AF05F-10B0-48DA-BB49-BB31878DE00A}"/>
              </a:ext>
            </a:extLst>
          </p:cNvPr>
          <p:cNvSpPr txBox="1">
            <a:spLocks noChangeArrowheads="1"/>
          </p:cNvSpPr>
          <p:nvPr/>
        </p:nvSpPr>
        <p:spPr bwMode="auto">
          <a:xfrm>
            <a:off x="645478" y="91440"/>
            <a:ext cx="51609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7</a:t>
            </a:r>
            <a:r>
              <a:rPr kumimoji="1" lang="zh-CN" altLang="en-US" sz="2800" b="1" i="0" u="none" strike="noStrike" kern="1200" cap="none" spc="0" normalizeH="0" baseline="0" noProof="0">
                <a:ln>
                  <a:solidFill>
                    <a:schemeClr val="tx1"/>
                  </a:solidFill>
                </a:ln>
                <a:solidFill>
                  <a:schemeClr val="tx1"/>
                </a:solidFill>
                <a:effectLst/>
                <a:uLnTx/>
                <a:uFillTx/>
                <a:latin typeface="黑体" pitchFamily="49" charset="-122"/>
                <a:ea typeface="黑体" pitchFamily="49" charset="-122"/>
                <a:cs typeface="+mj-cs"/>
              </a:rPr>
              <a:t>、带数字显示的七路抢答器</a:t>
            </a:r>
            <a:endParaRPr kumimoji="1" lang="zh-CN" altLang="en-US" sz="2800" b="1" i="0" u="none" strike="noStrike" kern="1200" cap="none" spc="0" normalizeH="0" baseline="0" noProof="0" dirty="0">
              <a:ln>
                <a:solidFill>
                  <a:schemeClr val="tx1"/>
                </a:solidFill>
              </a:ln>
              <a:solidFill>
                <a:schemeClr val="tx1"/>
              </a:solidFill>
              <a:effectLst/>
              <a:uLnTx/>
              <a:uFillTx/>
              <a:latin typeface="黑体" pitchFamily="49" charset="-122"/>
              <a:ea typeface="黑体" pitchFamily="49" charset="-122"/>
              <a:cs typeface="+mj-cs"/>
            </a:endParaRPr>
          </a:p>
        </p:txBody>
      </p:sp>
      <p:grpSp>
        <p:nvGrpSpPr>
          <p:cNvPr id="4" name="Group 137">
            <a:extLst>
              <a:ext uri="{FF2B5EF4-FFF2-40B4-BE49-F238E27FC236}">
                <a16:creationId xmlns:a16="http://schemas.microsoft.com/office/drawing/2014/main" id="{5CB63919-84A3-4492-9FD0-4F06F607C728}"/>
              </a:ext>
            </a:extLst>
          </p:cNvPr>
          <p:cNvGrpSpPr>
            <a:grpSpLocks/>
          </p:cNvGrpSpPr>
          <p:nvPr/>
        </p:nvGrpSpPr>
        <p:grpSpPr bwMode="auto">
          <a:xfrm>
            <a:off x="225425" y="711200"/>
            <a:ext cx="8721725" cy="5778500"/>
            <a:chOff x="142" y="448"/>
            <a:chExt cx="5494" cy="3640"/>
          </a:xfrm>
        </p:grpSpPr>
        <p:grpSp>
          <p:nvGrpSpPr>
            <p:cNvPr id="5" name="Group 138">
              <a:extLst>
                <a:ext uri="{FF2B5EF4-FFF2-40B4-BE49-F238E27FC236}">
                  <a16:creationId xmlns:a16="http://schemas.microsoft.com/office/drawing/2014/main" id="{A2837721-8E84-4A11-89A6-D7259CBEE1DB}"/>
                </a:ext>
              </a:extLst>
            </p:cNvPr>
            <p:cNvGrpSpPr>
              <a:grpSpLocks/>
            </p:cNvGrpSpPr>
            <p:nvPr/>
          </p:nvGrpSpPr>
          <p:grpSpPr bwMode="auto">
            <a:xfrm>
              <a:off x="142" y="448"/>
              <a:ext cx="5494" cy="3640"/>
              <a:chOff x="142" y="448"/>
              <a:chExt cx="5494" cy="3640"/>
            </a:xfrm>
          </p:grpSpPr>
          <p:grpSp>
            <p:nvGrpSpPr>
              <p:cNvPr id="7" name="Group 139">
                <a:extLst>
                  <a:ext uri="{FF2B5EF4-FFF2-40B4-BE49-F238E27FC236}">
                    <a16:creationId xmlns:a16="http://schemas.microsoft.com/office/drawing/2014/main" id="{CA674FE5-510B-417B-BA2E-469063DF5F8D}"/>
                  </a:ext>
                </a:extLst>
              </p:cNvPr>
              <p:cNvGrpSpPr>
                <a:grpSpLocks/>
              </p:cNvGrpSpPr>
              <p:nvPr/>
            </p:nvGrpSpPr>
            <p:grpSpPr bwMode="auto">
              <a:xfrm>
                <a:off x="142" y="448"/>
                <a:ext cx="5477" cy="3640"/>
                <a:chOff x="142" y="448"/>
                <a:chExt cx="5477" cy="3640"/>
              </a:xfrm>
            </p:grpSpPr>
            <p:pic>
              <p:nvPicPr>
                <p:cNvPr id="17" name="Picture 140" descr="msotw9_temp0">
                  <a:extLst>
                    <a:ext uri="{FF2B5EF4-FFF2-40B4-BE49-F238E27FC236}">
                      <a16:creationId xmlns:a16="http://schemas.microsoft.com/office/drawing/2014/main" id="{38457A48-43C8-46DD-B7DB-32E8FE06F27E}"/>
                    </a:ext>
                  </a:extLst>
                </p:cNvPr>
                <p:cNvPicPr>
                  <a:picLocks noChangeAspect="1" noChangeArrowheads="1"/>
                </p:cNvPicPr>
                <p:nvPr/>
              </p:nvPicPr>
              <p:blipFill>
                <a:blip r:embed="rId2" cstate="print">
                  <a:lum bright="-12000" contrast="54000"/>
                  <a:extLst>
                    <a:ext uri="{28A0092B-C50C-407E-A947-70E740481C1C}">
                      <a14:useLocalDpi xmlns:a14="http://schemas.microsoft.com/office/drawing/2010/main" val="0"/>
                    </a:ext>
                  </a:extLst>
                </a:blip>
                <a:srcRect l="3201" t="4605" b="5542"/>
                <a:stretch>
                  <a:fillRect/>
                </a:stretch>
              </p:blipFill>
              <p:spPr bwMode="auto">
                <a:xfrm>
                  <a:off x="142" y="448"/>
                  <a:ext cx="5477" cy="364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41" descr="msotw9_temp0">
                  <a:extLst>
                    <a:ext uri="{FF2B5EF4-FFF2-40B4-BE49-F238E27FC236}">
                      <a16:creationId xmlns:a16="http://schemas.microsoft.com/office/drawing/2014/main" id="{361EC123-9E73-4E44-AC6A-C9CB56AA9C78}"/>
                    </a:ext>
                  </a:extLst>
                </p:cNvPr>
                <p:cNvPicPr>
                  <a:picLocks noChangeAspect="1" noChangeArrowheads="1"/>
                </p:cNvPicPr>
                <p:nvPr/>
              </p:nvPicPr>
              <p:blipFill>
                <a:blip r:embed="rId2" cstate="print">
                  <a:lum bright="-12000" contrast="54000"/>
                  <a:extLst>
                    <a:ext uri="{28A0092B-C50C-407E-A947-70E740481C1C}">
                      <a14:useLocalDpi xmlns:a14="http://schemas.microsoft.com/office/drawing/2010/main" val="0"/>
                    </a:ext>
                  </a:extLst>
                </a:blip>
                <a:srcRect l="3201" t="4605" b="5542"/>
                <a:stretch>
                  <a:fillRect/>
                </a:stretch>
              </p:blipFill>
              <p:spPr bwMode="auto">
                <a:xfrm>
                  <a:off x="142" y="448"/>
                  <a:ext cx="5477" cy="364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42">
                  <a:extLst>
                    <a:ext uri="{FF2B5EF4-FFF2-40B4-BE49-F238E27FC236}">
                      <a16:creationId xmlns:a16="http://schemas.microsoft.com/office/drawing/2014/main" id="{F0FC7A32-988C-4E62-B048-0FB4350D6471}"/>
                    </a:ext>
                  </a:extLst>
                </p:cNvPr>
                <p:cNvSpPr>
                  <a:spLocks noChangeArrowheads="1"/>
                </p:cNvSpPr>
                <p:nvPr/>
              </p:nvSpPr>
              <p:spPr bwMode="auto">
                <a:xfrm>
                  <a:off x="152" y="2698"/>
                  <a:ext cx="588" cy="131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0" name="Line 144">
                  <a:extLst>
                    <a:ext uri="{FF2B5EF4-FFF2-40B4-BE49-F238E27FC236}">
                      <a16:creationId xmlns:a16="http://schemas.microsoft.com/office/drawing/2014/main" id="{0D6F4960-3B0F-4936-B309-B355567CB191}"/>
                    </a:ext>
                  </a:extLst>
                </p:cNvPr>
                <p:cNvSpPr>
                  <a:spLocks noChangeShapeType="1"/>
                </p:cNvSpPr>
                <p:nvPr/>
              </p:nvSpPr>
              <p:spPr bwMode="auto">
                <a:xfrm>
                  <a:off x="271" y="2450"/>
                  <a:ext cx="1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145">
                  <a:extLst>
                    <a:ext uri="{FF2B5EF4-FFF2-40B4-BE49-F238E27FC236}">
                      <a16:creationId xmlns:a16="http://schemas.microsoft.com/office/drawing/2014/main" id="{7330AE46-6A53-4ECA-AAF8-B8F78C4C6C69}"/>
                    </a:ext>
                  </a:extLst>
                </p:cNvPr>
                <p:cNvSpPr>
                  <a:spLocks noChangeArrowheads="1"/>
                </p:cNvSpPr>
                <p:nvPr/>
              </p:nvSpPr>
              <p:spPr bwMode="auto">
                <a:xfrm>
                  <a:off x="2744" y="1322"/>
                  <a:ext cx="283" cy="214"/>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Rectangle 146">
                  <a:extLst>
                    <a:ext uri="{FF2B5EF4-FFF2-40B4-BE49-F238E27FC236}">
                      <a16:creationId xmlns:a16="http://schemas.microsoft.com/office/drawing/2014/main" id="{97DF0BA9-DBD8-43A3-ADB7-25BF5EA86DBE}"/>
                    </a:ext>
                  </a:extLst>
                </p:cNvPr>
                <p:cNvSpPr>
                  <a:spLocks noChangeArrowheads="1"/>
                </p:cNvSpPr>
                <p:nvPr/>
              </p:nvSpPr>
              <p:spPr bwMode="auto">
                <a:xfrm>
                  <a:off x="2732" y="983"/>
                  <a:ext cx="283" cy="214"/>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3" name="Rectangle 147">
                  <a:extLst>
                    <a:ext uri="{FF2B5EF4-FFF2-40B4-BE49-F238E27FC236}">
                      <a16:creationId xmlns:a16="http://schemas.microsoft.com/office/drawing/2014/main" id="{A3ECB3B5-B296-421D-B9F9-D56F0B011B10}"/>
                    </a:ext>
                  </a:extLst>
                </p:cNvPr>
                <p:cNvSpPr>
                  <a:spLocks noChangeArrowheads="1"/>
                </p:cNvSpPr>
                <p:nvPr/>
              </p:nvSpPr>
              <p:spPr bwMode="auto">
                <a:xfrm>
                  <a:off x="2597" y="464"/>
                  <a:ext cx="283" cy="214"/>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Rectangle 148">
                  <a:extLst>
                    <a:ext uri="{FF2B5EF4-FFF2-40B4-BE49-F238E27FC236}">
                      <a16:creationId xmlns:a16="http://schemas.microsoft.com/office/drawing/2014/main" id="{5680851C-956A-4FB5-B4F8-7168DFD4B1AE}"/>
                    </a:ext>
                  </a:extLst>
                </p:cNvPr>
                <p:cNvSpPr>
                  <a:spLocks noChangeArrowheads="1"/>
                </p:cNvSpPr>
                <p:nvPr/>
              </p:nvSpPr>
              <p:spPr bwMode="auto">
                <a:xfrm>
                  <a:off x="2778" y="464"/>
                  <a:ext cx="283" cy="214"/>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5" name="Rectangle 151">
                  <a:extLst>
                    <a:ext uri="{FF2B5EF4-FFF2-40B4-BE49-F238E27FC236}">
                      <a16:creationId xmlns:a16="http://schemas.microsoft.com/office/drawing/2014/main" id="{B1B20D05-3FD2-46E7-8AC4-35C5A7FB071F}"/>
                    </a:ext>
                  </a:extLst>
                </p:cNvPr>
                <p:cNvSpPr>
                  <a:spLocks noChangeArrowheads="1"/>
                </p:cNvSpPr>
                <p:nvPr/>
              </p:nvSpPr>
              <p:spPr bwMode="auto">
                <a:xfrm>
                  <a:off x="4630" y="2439"/>
                  <a:ext cx="136" cy="181"/>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6" name="Rectangle 152">
                  <a:extLst>
                    <a:ext uri="{FF2B5EF4-FFF2-40B4-BE49-F238E27FC236}">
                      <a16:creationId xmlns:a16="http://schemas.microsoft.com/office/drawing/2014/main" id="{BC00FCDC-1C1B-4048-BBEE-A5C86B1C2718}"/>
                    </a:ext>
                  </a:extLst>
                </p:cNvPr>
                <p:cNvSpPr>
                  <a:spLocks noChangeArrowheads="1"/>
                </p:cNvSpPr>
                <p:nvPr/>
              </p:nvSpPr>
              <p:spPr bwMode="auto">
                <a:xfrm>
                  <a:off x="3479" y="2473"/>
                  <a:ext cx="1050" cy="181"/>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Rectangle 153">
                  <a:extLst>
                    <a:ext uri="{FF2B5EF4-FFF2-40B4-BE49-F238E27FC236}">
                      <a16:creationId xmlns:a16="http://schemas.microsoft.com/office/drawing/2014/main" id="{8B47940A-5A92-4DC0-ACF4-CFE404E3E03C}"/>
                    </a:ext>
                  </a:extLst>
                </p:cNvPr>
                <p:cNvSpPr>
                  <a:spLocks noChangeArrowheads="1"/>
                </p:cNvSpPr>
                <p:nvPr/>
              </p:nvSpPr>
              <p:spPr bwMode="auto">
                <a:xfrm>
                  <a:off x="3253" y="2496"/>
                  <a:ext cx="113" cy="102"/>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Rectangle 154">
                  <a:extLst>
                    <a:ext uri="{FF2B5EF4-FFF2-40B4-BE49-F238E27FC236}">
                      <a16:creationId xmlns:a16="http://schemas.microsoft.com/office/drawing/2014/main" id="{7A8E6A8B-D805-4644-82C1-C77CB7D3484D}"/>
                    </a:ext>
                  </a:extLst>
                </p:cNvPr>
                <p:cNvSpPr>
                  <a:spLocks noChangeArrowheads="1"/>
                </p:cNvSpPr>
                <p:nvPr/>
              </p:nvSpPr>
              <p:spPr bwMode="auto">
                <a:xfrm>
                  <a:off x="881" y="3411"/>
                  <a:ext cx="248" cy="373"/>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0" name="Rectangle 156">
                  <a:extLst>
                    <a:ext uri="{FF2B5EF4-FFF2-40B4-BE49-F238E27FC236}">
                      <a16:creationId xmlns:a16="http://schemas.microsoft.com/office/drawing/2014/main" id="{6A32ADE0-9209-442D-93D2-BC369D6C6340}"/>
                    </a:ext>
                  </a:extLst>
                </p:cNvPr>
                <p:cNvSpPr>
                  <a:spLocks noChangeArrowheads="1"/>
                </p:cNvSpPr>
                <p:nvPr/>
              </p:nvSpPr>
              <p:spPr bwMode="auto">
                <a:xfrm>
                  <a:off x="1784" y="576"/>
                  <a:ext cx="328" cy="35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1" name="Rectangle 157">
                  <a:extLst>
                    <a:ext uri="{FF2B5EF4-FFF2-40B4-BE49-F238E27FC236}">
                      <a16:creationId xmlns:a16="http://schemas.microsoft.com/office/drawing/2014/main" id="{1C8AEE04-6EFE-4687-BE85-301E6D019856}"/>
                    </a:ext>
                  </a:extLst>
                </p:cNvPr>
                <p:cNvSpPr>
                  <a:spLocks noChangeArrowheads="1"/>
                </p:cNvSpPr>
                <p:nvPr/>
              </p:nvSpPr>
              <p:spPr bwMode="auto">
                <a:xfrm>
                  <a:off x="1751" y="1028"/>
                  <a:ext cx="350" cy="237"/>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2" name="Rectangle 158">
                  <a:extLst>
                    <a:ext uri="{FF2B5EF4-FFF2-40B4-BE49-F238E27FC236}">
                      <a16:creationId xmlns:a16="http://schemas.microsoft.com/office/drawing/2014/main" id="{76AFAB3B-7AD6-489F-B7B8-E1947AAD4930}"/>
                    </a:ext>
                  </a:extLst>
                </p:cNvPr>
                <p:cNvSpPr>
                  <a:spLocks noChangeArrowheads="1"/>
                </p:cNvSpPr>
                <p:nvPr/>
              </p:nvSpPr>
              <p:spPr bwMode="auto">
                <a:xfrm>
                  <a:off x="1762" y="1321"/>
                  <a:ext cx="294" cy="249"/>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3" name="Rectangle 159">
                  <a:extLst>
                    <a:ext uri="{FF2B5EF4-FFF2-40B4-BE49-F238E27FC236}">
                      <a16:creationId xmlns:a16="http://schemas.microsoft.com/office/drawing/2014/main" id="{0EA1AE44-1F5F-4EFA-8373-27B1C99FBB5B}"/>
                    </a:ext>
                  </a:extLst>
                </p:cNvPr>
                <p:cNvSpPr>
                  <a:spLocks noChangeArrowheads="1"/>
                </p:cNvSpPr>
                <p:nvPr/>
              </p:nvSpPr>
              <p:spPr bwMode="auto">
                <a:xfrm>
                  <a:off x="3546" y="1773"/>
                  <a:ext cx="181" cy="486"/>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4" name="Line 160">
                  <a:extLst>
                    <a:ext uri="{FF2B5EF4-FFF2-40B4-BE49-F238E27FC236}">
                      <a16:creationId xmlns:a16="http://schemas.microsoft.com/office/drawing/2014/main" id="{70296590-ED74-4F34-9827-B2BA363B8DCC}"/>
                    </a:ext>
                  </a:extLst>
                </p:cNvPr>
                <p:cNvSpPr>
                  <a:spLocks noChangeShapeType="1"/>
                </p:cNvSpPr>
                <p:nvPr/>
              </p:nvSpPr>
              <p:spPr bwMode="auto">
                <a:xfrm>
                  <a:off x="305" y="1423"/>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161">
                  <a:extLst>
                    <a:ext uri="{FF2B5EF4-FFF2-40B4-BE49-F238E27FC236}">
                      <a16:creationId xmlns:a16="http://schemas.microsoft.com/office/drawing/2014/main" id="{1650DD64-C97F-42EC-A2AC-04B4D6F11136}"/>
                    </a:ext>
                  </a:extLst>
                </p:cNvPr>
                <p:cNvSpPr>
                  <a:spLocks noChangeShapeType="1"/>
                </p:cNvSpPr>
                <p:nvPr/>
              </p:nvSpPr>
              <p:spPr bwMode="auto">
                <a:xfrm>
                  <a:off x="317" y="1649"/>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162">
                  <a:extLst>
                    <a:ext uri="{FF2B5EF4-FFF2-40B4-BE49-F238E27FC236}">
                      <a16:creationId xmlns:a16="http://schemas.microsoft.com/office/drawing/2014/main" id="{43E8E0FB-1B85-4332-B278-BF7C906D7AE8}"/>
                    </a:ext>
                  </a:extLst>
                </p:cNvPr>
                <p:cNvSpPr>
                  <a:spLocks noChangeShapeType="1"/>
                </p:cNvSpPr>
                <p:nvPr/>
              </p:nvSpPr>
              <p:spPr bwMode="auto">
                <a:xfrm>
                  <a:off x="328" y="1864"/>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163">
                  <a:extLst>
                    <a:ext uri="{FF2B5EF4-FFF2-40B4-BE49-F238E27FC236}">
                      <a16:creationId xmlns:a16="http://schemas.microsoft.com/office/drawing/2014/main" id="{77110B3D-2613-49D3-BCA3-F4E475534E8D}"/>
                    </a:ext>
                  </a:extLst>
                </p:cNvPr>
                <p:cNvSpPr>
                  <a:spLocks noChangeShapeType="1"/>
                </p:cNvSpPr>
                <p:nvPr/>
              </p:nvSpPr>
              <p:spPr bwMode="auto">
                <a:xfrm>
                  <a:off x="328" y="2146"/>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Rectangle 164">
                  <a:extLst>
                    <a:ext uri="{FF2B5EF4-FFF2-40B4-BE49-F238E27FC236}">
                      <a16:creationId xmlns:a16="http://schemas.microsoft.com/office/drawing/2014/main" id="{D3C54C60-4A79-4B14-AC63-52266C99282D}"/>
                    </a:ext>
                  </a:extLst>
                </p:cNvPr>
                <p:cNvSpPr>
                  <a:spLocks noChangeArrowheads="1"/>
                </p:cNvSpPr>
                <p:nvPr/>
              </p:nvSpPr>
              <p:spPr bwMode="auto">
                <a:xfrm>
                  <a:off x="926" y="813"/>
                  <a:ext cx="225" cy="1615"/>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39" name="Text Box 165">
                  <a:extLst>
                    <a:ext uri="{FF2B5EF4-FFF2-40B4-BE49-F238E27FC236}">
                      <a16:creationId xmlns:a16="http://schemas.microsoft.com/office/drawing/2014/main" id="{309D4F35-478D-4D74-B4E4-B344A561AEE1}"/>
                    </a:ext>
                  </a:extLst>
                </p:cNvPr>
                <p:cNvSpPr txBox="1">
                  <a:spLocks noChangeArrowheads="1"/>
                </p:cNvSpPr>
                <p:nvPr/>
              </p:nvSpPr>
              <p:spPr bwMode="auto">
                <a:xfrm>
                  <a:off x="927" y="768"/>
                  <a:ext cx="260" cy="168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6</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5</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4</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3</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2</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1</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40" name="Line 166">
                  <a:extLst>
                    <a:ext uri="{FF2B5EF4-FFF2-40B4-BE49-F238E27FC236}">
                      <a16:creationId xmlns:a16="http://schemas.microsoft.com/office/drawing/2014/main" id="{BAFA6A22-24BA-4851-B487-25879749B218}"/>
                    </a:ext>
                  </a:extLst>
                </p:cNvPr>
                <p:cNvSpPr>
                  <a:spLocks noChangeShapeType="1"/>
                </p:cNvSpPr>
                <p:nvPr/>
              </p:nvSpPr>
              <p:spPr bwMode="auto">
                <a:xfrm>
                  <a:off x="339" y="2349"/>
                  <a:ext cx="1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8" name="Rectangle 167">
                <a:extLst>
                  <a:ext uri="{FF2B5EF4-FFF2-40B4-BE49-F238E27FC236}">
                    <a16:creationId xmlns:a16="http://schemas.microsoft.com/office/drawing/2014/main" id="{7BBA940B-23E8-44F3-81BB-43BFC799A6E2}"/>
                  </a:ext>
                </a:extLst>
              </p:cNvPr>
              <p:cNvSpPr>
                <a:spLocks noChangeArrowheads="1"/>
              </p:cNvSpPr>
              <p:nvPr/>
            </p:nvSpPr>
            <p:spPr bwMode="auto">
              <a:xfrm>
                <a:off x="4021" y="768"/>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 name="Rectangle 168">
                <a:extLst>
                  <a:ext uri="{FF2B5EF4-FFF2-40B4-BE49-F238E27FC236}">
                    <a16:creationId xmlns:a16="http://schemas.microsoft.com/office/drawing/2014/main" id="{6C371D09-E755-453B-A8B5-38393B99C27F}"/>
                  </a:ext>
                </a:extLst>
              </p:cNvPr>
              <p:cNvSpPr>
                <a:spLocks noChangeArrowheads="1"/>
              </p:cNvSpPr>
              <p:nvPr/>
            </p:nvSpPr>
            <p:spPr bwMode="auto">
              <a:xfrm>
                <a:off x="4033" y="994"/>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0" name="Rectangle 169">
                <a:extLst>
                  <a:ext uri="{FF2B5EF4-FFF2-40B4-BE49-F238E27FC236}">
                    <a16:creationId xmlns:a16="http://schemas.microsoft.com/office/drawing/2014/main" id="{5481F7B2-9647-421A-8A10-3B85D7E1E40A}"/>
                  </a:ext>
                </a:extLst>
              </p:cNvPr>
              <p:cNvSpPr>
                <a:spLocks noChangeArrowheads="1"/>
              </p:cNvSpPr>
              <p:nvPr/>
            </p:nvSpPr>
            <p:spPr bwMode="auto">
              <a:xfrm>
                <a:off x="4033" y="1231"/>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1" name="Rectangle 170">
                <a:extLst>
                  <a:ext uri="{FF2B5EF4-FFF2-40B4-BE49-F238E27FC236}">
                    <a16:creationId xmlns:a16="http://schemas.microsoft.com/office/drawing/2014/main" id="{BE9FFA27-9382-42B2-AEB2-82F112418388}"/>
                  </a:ext>
                </a:extLst>
              </p:cNvPr>
              <p:cNvSpPr>
                <a:spLocks noChangeArrowheads="1"/>
              </p:cNvSpPr>
              <p:nvPr/>
            </p:nvSpPr>
            <p:spPr bwMode="auto">
              <a:xfrm>
                <a:off x="4055" y="1479"/>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 name="Rectangle 171">
                <a:extLst>
                  <a:ext uri="{FF2B5EF4-FFF2-40B4-BE49-F238E27FC236}">
                    <a16:creationId xmlns:a16="http://schemas.microsoft.com/office/drawing/2014/main" id="{F19336C0-1F0F-46DF-8F6D-76585F7E626F}"/>
                  </a:ext>
                </a:extLst>
              </p:cNvPr>
              <p:cNvSpPr>
                <a:spLocks noChangeArrowheads="1"/>
              </p:cNvSpPr>
              <p:nvPr/>
            </p:nvSpPr>
            <p:spPr bwMode="auto">
              <a:xfrm>
                <a:off x="4055" y="1716"/>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3" name="Rectangle 172">
                <a:extLst>
                  <a:ext uri="{FF2B5EF4-FFF2-40B4-BE49-F238E27FC236}">
                    <a16:creationId xmlns:a16="http://schemas.microsoft.com/office/drawing/2014/main" id="{464058B6-5B31-4A03-95E8-03928EE71CA5}"/>
                  </a:ext>
                </a:extLst>
              </p:cNvPr>
              <p:cNvSpPr>
                <a:spLocks noChangeArrowheads="1"/>
              </p:cNvSpPr>
              <p:nvPr/>
            </p:nvSpPr>
            <p:spPr bwMode="auto">
              <a:xfrm>
                <a:off x="4067" y="1942"/>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 name="Rectangle 173">
                <a:extLst>
                  <a:ext uri="{FF2B5EF4-FFF2-40B4-BE49-F238E27FC236}">
                    <a16:creationId xmlns:a16="http://schemas.microsoft.com/office/drawing/2014/main" id="{8C910B8A-8C86-4F0A-BE6E-94C63D4E0876}"/>
                  </a:ext>
                </a:extLst>
              </p:cNvPr>
              <p:cNvSpPr>
                <a:spLocks noChangeArrowheads="1"/>
              </p:cNvSpPr>
              <p:nvPr/>
            </p:nvSpPr>
            <p:spPr bwMode="auto">
              <a:xfrm>
                <a:off x="4055" y="2157"/>
                <a:ext cx="214" cy="90"/>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5" name="Oval 174">
                <a:extLst>
                  <a:ext uri="{FF2B5EF4-FFF2-40B4-BE49-F238E27FC236}">
                    <a16:creationId xmlns:a16="http://schemas.microsoft.com/office/drawing/2014/main" id="{9DDD13E8-6C3B-4AF2-B467-37D4133E1FD0}"/>
                  </a:ext>
                </a:extLst>
              </p:cNvPr>
              <p:cNvSpPr>
                <a:spLocks noChangeArrowheads="1"/>
              </p:cNvSpPr>
              <p:nvPr/>
            </p:nvSpPr>
            <p:spPr bwMode="auto">
              <a:xfrm>
                <a:off x="5263" y="1638"/>
                <a:ext cx="79" cy="79"/>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6" name="Text Box 175">
                <a:extLst>
                  <a:ext uri="{FF2B5EF4-FFF2-40B4-BE49-F238E27FC236}">
                    <a16:creationId xmlns:a16="http://schemas.microsoft.com/office/drawing/2014/main" id="{E723CD69-FE98-4589-8907-46F7C2E5272A}"/>
                  </a:ext>
                </a:extLst>
              </p:cNvPr>
              <p:cNvSpPr txBox="1">
                <a:spLocks noChangeArrowheads="1"/>
              </p:cNvSpPr>
              <p:nvPr/>
            </p:nvSpPr>
            <p:spPr bwMode="auto">
              <a:xfrm>
                <a:off x="5172" y="1694"/>
                <a:ext cx="46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5V</a:t>
                </a:r>
              </a:p>
            </p:txBody>
          </p:sp>
        </p:grpSp>
        <p:sp>
          <p:nvSpPr>
            <p:cNvPr id="6" name="Text Box 177">
              <a:extLst>
                <a:ext uri="{FF2B5EF4-FFF2-40B4-BE49-F238E27FC236}">
                  <a16:creationId xmlns:a16="http://schemas.microsoft.com/office/drawing/2014/main" id="{1338C885-1E2C-418B-A5E5-3DDCA4685BC7}"/>
                </a:ext>
              </a:extLst>
            </p:cNvPr>
            <p:cNvSpPr txBox="1">
              <a:spLocks noChangeArrowheads="1"/>
            </p:cNvSpPr>
            <p:nvPr/>
          </p:nvSpPr>
          <p:spPr bwMode="auto">
            <a:xfrm>
              <a:off x="1292" y="839"/>
              <a:ext cx="316" cy="122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二进制编码器</a:t>
              </a:r>
            </a:p>
          </p:txBody>
        </p:sp>
      </p:grpSp>
      <p:sp>
        <p:nvSpPr>
          <p:cNvPr id="41" name="Text Box 35">
            <a:extLst>
              <a:ext uri="{FF2B5EF4-FFF2-40B4-BE49-F238E27FC236}">
                <a16:creationId xmlns:a16="http://schemas.microsoft.com/office/drawing/2014/main" id="{A4E947CD-BA0E-4C17-9110-B3AB6C594A6B}"/>
              </a:ext>
            </a:extLst>
          </p:cNvPr>
          <p:cNvSpPr txBox="1">
            <a:spLocks noChangeArrowheads="1"/>
          </p:cNvSpPr>
          <p:nvPr/>
        </p:nvSpPr>
        <p:spPr bwMode="auto">
          <a:xfrm>
            <a:off x="1147763" y="2206625"/>
            <a:ext cx="4111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400" dirty="0">
                <a:solidFill>
                  <a:srgbClr val="FF0000"/>
                </a:solidFill>
              </a:rPr>
              <a:t>0</a:t>
            </a:r>
          </a:p>
        </p:txBody>
      </p:sp>
      <p:sp>
        <p:nvSpPr>
          <p:cNvPr id="42" name="Text Box 36">
            <a:extLst>
              <a:ext uri="{FF2B5EF4-FFF2-40B4-BE49-F238E27FC236}">
                <a16:creationId xmlns:a16="http://schemas.microsoft.com/office/drawing/2014/main" id="{208CA9AE-8BA1-4739-9613-DB1453AB32C7}"/>
              </a:ext>
            </a:extLst>
          </p:cNvPr>
          <p:cNvSpPr txBox="1">
            <a:spLocks noChangeArrowheads="1"/>
          </p:cNvSpPr>
          <p:nvPr/>
        </p:nvSpPr>
        <p:spPr bwMode="auto">
          <a:xfrm>
            <a:off x="2689225" y="2189163"/>
            <a:ext cx="411163"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43" name="Text Box 37">
            <a:extLst>
              <a:ext uri="{FF2B5EF4-FFF2-40B4-BE49-F238E27FC236}">
                <a16:creationId xmlns:a16="http://schemas.microsoft.com/office/drawing/2014/main" id="{45A3991A-07A7-4222-A412-0CBABECF3104}"/>
              </a:ext>
            </a:extLst>
          </p:cNvPr>
          <p:cNvSpPr txBox="1">
            <a:spLocks noChangeArrowheads="1"/>
          </p:cNvSpPr>
          <p:nvPr/>
        </p:nvSpPr>
        <p:spPr bwMode="auto">
          <a:xfrm>
            <a:off x="2689225" y="1670050"/>
            <a:ext cx="411163"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44" name="Text Box 38">
            <a:extLst>
              <a:ext uri="{FF2B5EF4-FFF2-40B4-BE49-F238E27FC236}">
                <a16:creationId xmlns:a16="http://schemas.microsoft.com/office/drawing/2014/main" id="{66414681-907C-4E96-AF91-9AB7130B475C}"/>
              </a:ext>
            </a:extLst>
          </p:cNvPr>
          <p:cNvSpPr txBox="1">
            <a:spLocks noChangeArrowheads="1"/>
          </p:cNvSpPr>
          <p:nvPr/>
        </p:nvSpPr>
        <p:spPr bwMode="auto">
          <a:xfrm>
            <a:off x="2689225" y="1185863"/>
            <a:ext cx="411163"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45" name="Text Box 39">
            <a:extLst>
              <a:ext uri="{FF2B5EF4-FFF2-40B4-BE49-F238E27FC236}">
                <a16:creationId xmlns:a16="http://schemas.microsoft.com/office/drawing/2014/main" id="{F561CDE0-AFBC-4C84-BEA9-992DE8958628}"/>
              </a:ext>
            </a:extLst>
          </p:cNvPr>
          <p:cNvSpPr txBox="1">
            <a:spLocks noChangeArrowheads="1"/>
          </p:cNvSpPr>
          <p:nvPr/>
        </p:nvSpPr>
        <p:spPr bwMode="auto">
          <a:xfrm>
            <a:off x="2670175" y="3049588"/>
            <a:ext cx="411163" cy="45720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400" dirty="0">
                <a:solidFill>
                  <a:srgbClr val="FF0000"/>
                </a:solidFill>
              </a:rPr>
              <a:t>0</a:t>
            </a:r>
          </a:p>
        </p:txBody>
      </p:sp>
      <p:grpSp>
        <p:nvGrpSpPr>
          <p:cNvPr id="46" name="Group 42">
            <a:extLst>
              <a:ext uri="{FF2B5EF4-FFF2-40B4-BE49-F238E27FC236}">
                <a16:creationId xmlns:a16="http://schemas.microsoft.com/office/drawing/2014/main" id="{C9D9195C-1A3B-4BCE-BB53-1443ED061FF5}"/>
              </a:ext>
            </a:extLst>
          </p:cNvPr>
          <p:cNvGrpSpPr>
            <a:grpSpLocks/>
          </p:cNvGrpSpPr>
          <p:nvPr/>
        </p:nvGrpSpPr>
        <p:grpSpPr bwMode="auto">
          <a:xfrm>
            <a:off x="3835400" y="3802063"/>
            <a:ext cx="1970088" cy="457200"/>
            <a:chOff x="2416" y="2395"/>
            <a:chExt cx="1241" cy="288"/>
          </a:xfrm>
        </p:grpSpPr>
        <p:sp>
          <p:nvSpPr>
            <p:cNvPr id="47" name="Text Box 40">
              <a:extLst>
                <a:ext uri="{FF2B5EF4-FFF2-40B4-BE49-F238E27FC236}">
                  <a16:creationId xmlns:a16="http://schemas.microsoft.com/office/drawing/2014/main" id="{DF5B9919-24E6-4DC4-845D-F1145B200293}"/>
                </a:ext>
              </a:extLst>
            </p:cNvPr>
            <p:cNvSpPr txBox="1">
              <a:spLocks noChangeArrowheads="1"/>
            </p:cNvSpPr>
            <p:nvPr/>
          </p:nvSpPr>
          <p:spPr bwMode="auto">
            <a:xfrm>
              <a:off x="2416" y="2395"/>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48" name="Text Box 41">
              <a:extLst>
                <a:ext uri="{FF2B5EF4-FFF2-40B4-BE49-F238E27FC236}">
                  <a16:creationId xmlns:a16="http://schemas.microsoft.com/office/drawing/2014/main" id="{6B3DD10C-C2E9-49BD-81C0-BD4BBD26FF52}"/>
                </a:ext>
              </a:extLst>
            </p:cNvPr>
            <p:cNvSpPr txBox="1">
              <a:spLocks noChangeArrowheads="1"/>
            </p:cNvSpPr>
            <p:nvPr/>
          </p:nvSpPr>
          <p:spPr bwMode="auto">
            <a:xfrm>
              <a:off x="3398" y="2395"/>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grpSp>
      <p:grpSp>
        <p:nvGrpSpPr>
          <p:cNvPr id="49" name="Group 48">
            <a:extLst>
              <a:ext uri="{FF2B5EF4-FFF2-40B4-BE49-F238E27FC236}">
                <a16:creationId xmlns:a16="http://schemas.microsoft.com/office/drawing/2014/main" id="{B8A6F554-A452-4E54-B6FD-A93BDEB59C86}"/>
              </a:ext>
            </a:extLst>
          </p:cNvPr>
          <p:cNvGrpSpPr>
            <a:grpSpLocks/>
          </p:cNvGrpSpPr>
          <p:nvPr/>
        </p:nvGrpSpPr>
        <p:grpSpPr bwMode="auto">
          <a:xfrm>
            <a:off x="4516438" y="1147763"/>
            <a:ext cx="430212" cy="1981200"/>
            <a:chOff x="2845" y="723"/>
            <a:chExt cx="271" cy="1248"/>
          </a:xfrm>
        </p:grpSpPr>
        <p:sp>
          <p:nvSpPr>
            <p:cNvPr id="50" name="Text Box 43">
              <a:extLst>
                <a:ext uri="{FF2B5EF4-FFF2-40B4-BE49-F238E27FC236}">
                  <a16:creationId xmlns:a16="http://schemas.microsoft.com/office/drawing/2014/main" id="{4DBC2D8A-F848-46C5-8916-D786D02E0BD4}"/>
                </a:ext>
              </a:extLst>
            </p:cNvPr>
            <p:cNvSpPr txBox="1">
              <a:spLocks noChangeArrowheads="1"/>
            </p:cNvSpPr>
            <p:nvPr/>
          </p:nvSpPr>
          <p:spPr bwMode="auto">
            <a:xfrm>
              <a:off x="2845" y="1355"/>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51" name="Text Box 44">
              <a:extLst>
                <a:ext uri="{FF2B5EF4-FFF2-40B4-BE49-F238E27FC236}">
                  <a16:creationId xmlns:a16="http://schemas.microsoft.com/office/drawing/2014/main" id="{B2321BA8-39FE-48AD-A9D6-09E4F16DB07B}"/>
                </a:ext>
              </a:extLst>
            </p:cNvPr>
            <p:cNvSpPr txBox="1">
              <a:spLocks noChangeArrowheads="1"/>
            </p:cNvSpPr>
            <p:nvPr/>
          </p:nvSpPr>
          <p:spPr bwMode="auto">
            <a:xfrm>
              <a:off x="2845" y="1028"/>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52" name="Text Box 45">
              <a:extLst>
                <a:ext uri="{FF2B5EF4-FFF2-40B4-BE49-F238E27FC236}">
                  <a16:creationId xmlns:a16="http://schemas.microsoft.com/office/drawing/2014/main" id="{30257B09-19C9-4F1B-A4A2-DC2D93CB6C43}"/>
                </a:ext>
              </a:extLst>
            </p:cNvPr>
            <p:cNvSpPr txBox="1">
              <a:spLocks noChangeArrowheads="1"/>
            </p:cNvSpPr>
            <p:nvPr/>
          </p:nvSpPr>
          <p:spPr bwMode="auto">
            <a:xfrm>
              <a:off x="2845" y="723"/>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53" name="Text Box 47">
              <a:extLst>
                <a:ext uri="{FF2B5EF4-FFF2-40B4-BE49-F238E27FC236}">
                  <a16:creationId xmlns:a16="http://schemas.microsoft.com/office/drawing/2014/main" id="{889C3BC5-FF19-447F-AA0F-AD878D414E94}"/>
                </a:ext>
              </a:extLst>
            </p:cNvPr>
            <p:cNvSpPr txBox="1">
              <a:spLocks noChangeArrowheads="1"/>
            </p:cNvSpPr>
            <p:nvPr/>
          </p:nvSpPr>
          <p:spPr bwMode="auto">
            <a:xfrm>
              <a:off x="2857" y="1683"/>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grpSp>
      <p:sp>
        <p:nvSpPr>
          <p:cNvPr id="54" name="Freeform 61">
            <a:extLst>
              <a:ext uri="{FF2B5EF4-FFF2-40B4-BE49-F238E27FC236}">
                <a16:creationId xmlns:a16="http://schemas.microsoft.com/office/drawing/2014/main" id="{977F1266-AD20-4E2D-BB57-8F06EBDBE509}"/>
              </a:ext>
            </a:extLst>
          </p:cNvPr>
          <p:cNvSpPr>
            <a:spLocks/>
          </p:cNvSpPr>
          <p:nvPr/>
        </p:nvSpPr>
        <p:spPr bwMode="auto">
          <a:xfrm>
            <a:off x="7440613" y="1865313"/>
            <a:ext cx="358775" cy="931862"/>
          </a:xfrm>
          <a:custGeom>
            <a:avLst/>
            <a:gdLst>
              <a:gd name="T0" fmla="*/ 0 w 226"/>
              <a:gd name="T1" fmla="*/ 2147483647 h 587"/>
              <a:gd name="T2" fmla="*/ 0 w 226"/>
              <a:gd name="T3" fmla="*/ 2147483647 h 587"/>
              <a:gd name="T4" fmla="*/ 2147483647 w 226"/>
              <a:gd name="T5" fmla="*/ 2147483647 h 587"/>
              <a:gd name="T6" fmla="*/ 2147483647 w 226"/>
              <a:gd name="T7" fmla="*/ 0 h 587"/>
              <a:gd name="T8" fmla="*/ 2147483647 w 226"/>
              <a:gd name="T9" fmla="*/ 2147483647 h 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6" h="587">
                <a:moveTo>
                  <a:pt x="0" y="11"/>
                </a:moveTo>
                <a:lnTo>
                  <a:pt x="0" y="327"/>
                </a:lnTo>
                <a:lnTo>
                  <a:pt x="226" y="327"/>
                </a:lnTo>
                <a:lnTo>
                  <a:pt x="226" y="0"/>
                </a:lnTo>
                <a:lnTo>
                  <a:pt x="226" y="587"/>
                </a:lnTo>
              </a:path>
            </a:pathLst>
          </a:custGeom>
          <a:noFill/>
          <a:ln w="571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Text Box 62">
            <a:extLst>
              <a:ext uri="{FF2B5EF4-FFF2-40B4-BE49-F238E27FC236}">
                <a16:creationId xmlns:a16="http://schemas.microsoft.com/office/drawing/2014/main" id="{21BFA3C0-9726-45A0-8B00-33BF2910C9EA}"/>
              </a:ext>
            </a:extLst>
          </p:cNvPr>
          <p:cNvSpPr txBox="1">
            <a:spLocks noChangeArrowheads="1"/>
          </p:cNvSpPr>
          <p:nvPr/>
        </p:nvSpPr>
        <p:spPr bwMode="auto">
          <a:xfrm>
            <a:off x="2043113" y="3892550"/>
            <a:ext cx="4111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56" name="Text Box 63">
            <a:extLst>
              <a:ext uri="{FF2B5EF4-FFF2-40B4-BE49-F238E27FC236}">
                <a16:creationId xmlns:a16="http://schemas.microsoft.com/office/drawing/2014/main" id="{10E8FF6E-6BEC-49CA-82E2-978EB6D5C45D}"/>
              </a:ext>
            </a:extLst>
          </p:cNvPr>
          <p:cNvSpPr txBox="1">
            <a:spLocks noChangeArrowheads="1"/>
          </p:cNvSpPr>
          <p:nvPr/>
        </p:nvSpPr>
        <p:spPr bwMode="auto">
          <a:xfrm>
            <a:off x="5127625" y="5237163"/>
            <a:ext cx="411163" cy="45720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400" dirty="0">
                <a:solidFill>
                  <a:srgbClr val="FF0000"/>
                </a:solidFill>
              </a:rPr>
              <a:t>1</a:t>
            </a:r>
          </a:p>
        </p:txBody>
      </p:sp>
      <p:sp>
        <p:nvSpPr>
          <p:cNvPr id="57" name="Text Box 64">
            <a:extLst>
              <a:ext uri="{FF2B5EF4-FFF2-40B4-BE49-F238E27FC236}">
                <a16:creationId xmlns:a16="http://schemas.microsoft.com/office/drawing/2014/main" id="{F59E9033-A9B7-4B3A-84C8-CFCD53D1FCA0}"/>
              </a:ext>
            </a:extLst>
          </p:cNvPr>
          <p:cNvSpPr txBox="1">
            <a:spLocks noChangeArrowheads="1"/>
          </p:cNvSpPr>
          <p:nvPr/>
        </p:nvSpPr>
        <p:spPr bwMode="auto">
          <a:xfrm>
            <a:off x="6669088" y="5075238"/>
            <a:ext cx="411162"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400" dirty="0">
                <a:solidFill>
                  <a:srgbClr val="FF0000"/>
                </a:solidFill>
              </a:rPr>
              <a:t>1</a:t>
            </a:r>
          </a:p>
        </p:txBody>
      </p:sp>
      <p:sp>
        <p:nvSpPr>
          <p:cNvPr id="58" name="Text Box 65">
            <a:extLst>
              <a:ext uri="{FF2B5EF4-FFF2-40B4-BE49-F238E27FC236}">
                <a16:creationId xmlns:a16="http://schemas.microsoft.com/office/drawing/2014/main" id="{BBE89170-EA87-4BB3-8853-57D2CB4C5034}"/>
              </a:ext>
            </a:extLst>
          </p:cNvPr>
          <p:cNvSpPr txBox="1">
            <a:spLocks noChangeArrowheads="1"/>
          </p:cNvSpPr>
          <p:nvPr/>
        </p:nvSpPr>
        <p:spPr bwMode="auto">
          <a:xfrm>
            <a:off x="5807075" y="5040313"/>
            <a:ext cx="411163" cy="4572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en-US" altLang="zh-CN" sz="2400" dirty="0">
                <a:solidFill>
                  <a:srgbClr val="FF0000"/>
                </a:solidFill>
              </a:rPr>
              <a:t>0</a:t>
            </a:r>
          </a:p>
        </p:txBody>
      </p:sp>
      <p:sp>
        <p:nvSpPr>
          <p:cNvPr id="59" name="Freeform 68">
            <a:extLst>
              <a:ext uri="{FF2B5EF4-FFF2-40B4-BE49-F238E27FC236}">
                <a16:creationId xmlns:a16="http://schemas.microsoft.com/office/drawing/2014/main" id="{5B6FCCD5-578F-4AEC-9579-AC555A836F0F}"/>
              </a:ext>
            </a:extLst>
          </p:cNvPr>
          <p:cNvSpPr>
            <a:spLocks/>
          </p:cNvSpPr>
          <p:nvPr/>
        </p:nvSpPr>
        <p:spPr bwMode="auto">
          <a:xfrm>
            <a:off x="5808663" y="4446588"/>
            <a:ext cx="842962" cy="592137"/>
          </a:xfrm>
          <a:custGeom>
            <a:avLst/>
            <a:gdLst>
              <a:gd name="T0" fmla="*/ 2147483647 w 531"/>
              <a:gd name="T1" fmla="*/ 2147483647 h 373"/>
              <a:gd name="T2" fmla="*/ 2147483647 w 531"/>
              <a:gd name="T3" fmla="*/ 0 h 373"/>
              <a:gd name="T4" fmla="*/ 0 w 531"/>
              <a:gd name="T5" fmla="*/ 0 h 373"/>
              <a:gd name="T6" fmla="*/ 0 w 531"/>
              <a:gd name="T7" fmla="*/ 2147483647 h 373"/>
              <a:gd name="T8" fmla="*/ 2147483647 w 531"/>
              <a:gd name="T9" fmla="*/ 2147483647 h 373"/>
              <a:gd name="T10" fmla="*/ 2147483647 w 531"/>
              <a:gd name="T11" fmla="*/ 2147483647 h 3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1" h="373">
                <a:moveTo>
                  <a:pt x="531" y="237"/>
                </a:moveTo>
                <a:lnTo>
                  <a:pt x="531" y="0"/>
                </a:lnTo>
                <a:lnTo>
                  <a:pt x="0" y="0"/>
                </a:lnTo>
                <a:lnTo>
                  <a:pt x="0" y="113"/>
                </a:lnTo>
                <a:lnTo>
                  <a:pt x="170" y="113"/>
                </a:lnTo>
                <a:lnTo>
                  <a:pt x="170" y="373"/>
                </a:lnTo>
              </a:path>
            </a:pathLst>
          </a:custGeom>
          <a:noFill/>
          <a:ln w="38100" cap="flat" cmpd="sng">
            <a:solidFill>
              <a:schemeClr val="tx1"/>
            </a:solidFill>
            <a:prstDash val="solid"/>
            <a:round/>
            <a:headEnd type="none" w="med" len="me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60" name="Group 109">
            <a:extLst>
              <a:ext uri="{FF2B5EF4-FFF2-40B4-BE49-F238E27FC236}">
                <a16:creationId xmlns:a16="http://schemas.microsoft.com/office/drawing/2014/main" id="{5D5FDF5C-ED72-4C05-B479-107B0CD2AE09}"/>
              </a:ext>
            </a:extLst>
          </p:cNvPr>
          <p:cNvGrpSpPr>
            <a:grpSpLocks/>
          </p:cNvGrpSpPr>
          <p:nvPr/>
        </p:nvGrpSpPr>
        <p:grpSpPr bwMode="auto">
          <a:xfrm>
            <a:off x="6096000" y="915988"/>
            <a:ext cx="447675" cy="2681287"/>
            <a:chOff x="3840" y="577"/>
            <a:chExt cx="282" cy="1689"/>
          </a:xfrm>
        </p:grpSpPr>
        <p:sp>
          <p:nvSpPr>
            <p:cNvPr id="61" name="Text Box 49">
              <a:extLst>
                <a:ext uri="{FF2B5EF4-FFF2-40B4-BE49-F238E27FC236}">
                  <a16:creationId xmlns:a16="http://schemas.microsoft.com/office/drawing/2014/main" id="{D04F2AEE-3CAA-4BA7-AF83-82A14B124FCE}"/>
                </a:ext>
              </a:extLst>
            </p:cNvPr>
            <p:cNvSpPr txBox="1">
              <a:spLocks noChangeArrowheads="1"/>
            </p:cNvSpPr>
            <p:nvPr/>
          </p:nvSpPr>
          <p:spPr bwMode="auto">
            <a:xfrm>
              <a:off x="3840" y="804"/>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62" name="Text Box 50">
              <a:extLst>
                <a:ext uri="{FF2B5EF4-FFF2-40B4-BE49-F238E27FC236}">
                  <a16:creationId xmlns:a16="http://schemas.microsoft.com/office/drawing/2014/main" id="{CCB99B12-DE84-4A37-ABDB-F21182D9811E}"/>
                </a:ext>
              </a:extLst>
            </p:cNvPr>
            <p:cNvSpPr txBox="1">
              <a:spLocks noChangeArrowheads="1"/>
            </p:cNvSpPr>
            <p:nvPr/>
          </p:nvSpPr>
          <p:spPr bwMode="auto">
            <a:xfrm>
              <a:off x="3851" y="1041"/>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63" name="Text Box 51">
              <a:extLst>
                <a:ext uri="{FF2B5EF4-FFF2-40B4-BE49-F238E27FC236}">
                  <a16:creationId xmlns:a16="http://schemas.microsoft.com/office/drawing/2014/main" id="{A2869295-D104-488A-A2B9-826985536626}"/>
                </a:ext>
              </a:extLst>
            </p:cNvPr>
            <p:cNvSpPr txBox="1">
              <a:spLocks noChangeArrowheads="1"/>
            </p:cNvSpPr>
            <p:nvPr/>
          </p:nvSpPr>
          <p:spPr bwMode="auto">
            <a:xfrm>
              <a:off x="3862" y="1504"/>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64" name="Text Box 52">
              <a:extLst>
                <a:ext uri="{FF2B5EF4-FFF2-40B4-BE49-F238E27FC236}">
                  <a16:creationId xmlns:a16="http://schemas.microsoft.com/office/drawing/2014/main" id="{BD061A0A-6D5C-4114-8A15-A3E3CBE84175}"/>
                </a:ext>
              </a:extLst>
            </p:cNvPr>
            <p:cNvSpPr txBox="1">
              <a:spLocks noChangeArrowheads="1"/>
            </p:cNvSpPr>
            <p:nvPr/>
          </p:nvSpPr>
          <p:spPr bwMode="auto">
            <a:xfrm>
              <a:off x="3863" y="1978"/>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sp>
          <p:nvSpPr>
            <p:cNvPr id="65" name="Text Box 53">
              <a:extLst>
                <a:ext uri="{FF2B5EF4-FFF2-40B4-BE49-F238E27FC236}">
                  <a16:creationId xmlns:a16="http://schemas.microsoft.com/office/drawing/2014/main" id="{A3F05A91-01D1-476C-BAE8-D5C834043A9A}"/>
                </a:ext>
              </a:extLst>
            </p:cNvPr>
            <p:cNvSpPr txBox="1">
              <a:spLocks noChangeArrowheads="1"/>
            </p:cNvSpPr>
            <p:nvPr/>
          </p:nvSpPr>
          <p:spPr bwMode="auto">
            <a:xfrm>
              <a:off x="3840" y="577"/>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66" name="Text Box 54">
              <a:extLst>
                <a:ext uri="{FF2B5EF4-FFF2-40B4-BE49-F238E27FC236}">
                  <a16:creationId xmlns:a16="http://schemas.microsoft.com/office/drawing/2014/main" id="{C28EC168-5257-413C-9655-C165CEA1EC16}"/>
                </a:ext>
              </a:extLst>
            </p:cNvPr>
            <p:cNvSpPr txBox="1">
              <a:spLocks noChangeArrowheads="1"/>
            </p:cNvSpPr>
            <p:nvPr/>
          </p:nvSpPr>
          <p:spPr bwMode="auto">
            <a:xfrm>
              <a:off x="3851" y="1729"/>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sp>
          <p:nvSpPr>
            <p:cNvPr id="67" name="Text Box 69">
              <a:extLst>
                <a:ext uri="{FF2B5EF4-FFF2-40B4-BE49-F238E27FC236}">
                  <a16:creationId xmlns:a16="http://schemas.microsoft.com/office/drawing/2014/main" id="{2F87859F-CA60-4191-8B50-E1D22875FE11}"/>
                </a:ext>
              </a:extLst>
            </p:cNvPr>
            <p:cNvSpPr txBox="1">
              <a:spLocks noChangeArrowheads="1"/>
            </p:cNvSpPr>
            <p:nvPr/>
          </p:nvSpPr>
          <p:spPr bwMode="auto">
            <a:xfrm>
              <a:off x="3863" y="1289"/>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grpSp>
      <p:grpSp>
        <p:nvGrpSpPr>
          <p:cNvPr id="68" name="Group 116">
            <a:extLst>
              <a:ext uri="{FF2B5EF4-FFF2-40B4-BE49-F238E27FC236}">
                <a16:creationId xmlns:a16="http://schemas.microsoft.com/office/drawing/2014/main" id="{C8C5C22F-CBEA-44DB-B8C5-5E2DC7CB8A59}"/>
              </a:ext>
            </a:extLst>
          </p:cNvPr>
          <p:cNvGrpSpPr>
            <a:grpSpLocks/>
          </p:cNvGrpSpPr>
          <p:nvPr/>
        </p:nvGrpSpPr>
        <p:grpSpPr bwMode="auto">
          <a:xfrm>
            <a:off x="1072971" y="2216766"/>
            <a:ext cx="342900" cy="461963"/>
            <a:chOff x="3449" y="125"/>
            <a:chExt cx="216" cy="291"/>
          </a:xfrm>
        </p:grpSpPr>
        <p:sp>
          <p:nvSpPr>
            <p:cNvPr id="69" name="Rectangle 117">
              <a:extLst>
                <a:ext uri="{FF2B5EF4-FFF2-40B4-BE49-F238E27FC236}">
                  <a16:creationId xmlns:a16="http://schemas.microsoft.com/office/drawing/2014/main" id="{8487507A-8241-4263-8AC9-AED1B9E1AC12}"/>
                </a:ext>
              </a:extLst>
            </p:cNvPr>
            <p:cNvSpPr>
              <a:spLocks noChangeArrowheads="1"/>
            </p:cNvSpPr>
            <p:nvPr/>
          </p:nvSpPr>
          <p:spPr bwMode="auto">
            <a:xfrm>
              <a:off x="3524" y="181"/>
              <a:ext cx="124" cy="1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Text Box 118">
              <a:extLst>
                <a:ext uri="{FF2B5EF4-FFF2-40B4-BE49-F238E27FC236}">
                  <a16:creationId xmlns:a16="http://schemas.microsoft.com/office/drawing/2014/main" id="{657C6B87-CAE7-4287-8AFE-1697CEF4E446}"/>
                </a:ext>
              </a:extLst>
            </p:cNvPr>
            <p:cNvSpPr txBox="1">
              <a:spLocks noChangeArrowheads="1"/>
            </p:cNvSpPr>
            <p:nvPr/>
          </p:nvSpPr>
          <p:spPr bwMode="auto">
            <a:xfrm>
              <a:off x="3449" y="125"/>
              <a:ext cx="216" cy="291"/>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i="0" u="none" strike="noStrike" kern="1200" cap="none" spc="0" normalizeH="0" baseline="0" noProof="0" dirty="0">
                  <a:solidFill>
                    <a:srgbClr val="FF0000"/>
                  </a:solidFill>
                  <a:effectLst/>
                  <a:uLnTx/>
                  <a:uFillTx/>
                  <a:latin typeface="Times New Roman" panose="02020603050405020304" pitchFamily="18" charset="0"/>
                  <a:ea typeface="宋体" panose="02010600030101010101" pitchFamily="2" charset="-122"/>
                  <a:cs typeface="+mn-cs"/>
                </a:rPr>
                <a:t>1</a:t>
              </a:r>
            </a:p>
          </p:txBody>
        </p:sp>
      </p:grpSp>
      <p:grpSp>
        <p:nvGrpSpPr>
          <p:cNvPr id="71" name="Group 119">
            <a:extLst>
              <a:ext uri="{FF2B5EF4-FFF2-40B4-BE49-F238E27FC236}">
                <a16:creationId xmlns:a16="http://schemas.microsoft.com/office/drawing/2014/main" id="{8E717F3C-4DFC-4BA7-BF08-3A99F533DE44}"/>
              </a:ext>
            </a:extLst>
          </p:cNvPr>
          <p:cNvGrpSpPr>
            <a:grpSpLocks/>
          </p:cNvGrpSpPr>
          <p:nvPr/>
        </p:nvGrpSpPr>
        <p:grpSpPr bwMode="auto">
          <a:xfrm>
            <a:off x="2661232" y="3049590"/>
            <a:ext cx="411163" cy="457200"/>
            <a:chOff x="3490" y="136"/>
            <a:chExt cx="259" cy="288"/>
          </a:xfrm>
        </p:grpSpPr>
        <p:sp>
          <p:nvSpPr>
            <p:cNvPr id="72" name="Rectangle 120">
              <a:extLst>
                <a:ext uri="{FF2B5EF4-FFF2-40B4-BE49-F238E27FC236}">
                  <a16:creationId xmlns:a16="http://schemas.microsoft.com/office/drawing/2014/main" id="{9724654F-E103-4EEF-8CA9-30156F556088}"/>
                </a:ext>
              </a:extLst>
            </p:cNvPr>
            <p:cNvSpPr>
              <a:spLocks noChangeArrowheads="1"/>
            </p:cNvSpPr>
            <p:nvPr/>
          </p:nvSpPr>
          <p:spPr bwMode="auto">
            <a:xfrm>
              <a:off x="3524" y="181"/>
              <a:ext cx="124" cy="1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Text Box 121">
              <a:extLst>
                <a:ext uri="{FF2B5EF4-FFF2-40B4-BE49-F238E27FC236}">
                  <a16:creationId xmlns:a16="http://schemas.microsoft.com/office/drawing/2014/main" id="{003366C8-1CB9-41B0-873F-81430B96479C}"/>
                </a:ext>
              </a:extLst>
            </p:cNvPr>
            <p:cNvSpPr txBox="1">
              <a:spLocks noChangeArrowheads="1"/>
            </p:cNvSpPr>
            <p:nvPr/>
          </p:nvSpPr>
          <p:spPr bwMode="auto">
            <a:xfrm>
              <a:off x="3490" y="136"/>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grpSp>
      <p:grpSp>
        <p:nvGrpSpPr>
          <p:cNvPr id="74" name="Group 122">
            <a:extLst>
              <a:ext uri="{FF2B5EF4-FFF2-40B4-BE49-F238E27FC236}">
                <a16:creationId xmlns:a16="http://schemas.microsoft.com/office/drawing/2014/main" id="{08ECA28C-8945-4C86-8642-0997C2AF19D2}"/>
              </a:ext>
            </a:extLst>
          </p:cNvPr>
          <p:cNvGrpSpPr>
            <a:grpSpLocks/>
          </p:cNvGrpSpPr>
          <p:nvPr/>
        </p:nvGrpSpPr>
        <p:grpSpPr bwMode="auto">
          <a:xfrm>
            <a:off x="2061381" y="3905249"/>
            <a:ext cx="411163" cy="922339"/>
            <a:chOff x="3512" y="-220"/>
            <a:chExt cx="259" cy="581"/>
          </a:xfrm>
        </p:grpSpPr>
        <p:sp>
          <p:nvSpPr>
            <p:cNvPr id="75" name="Rectangle 123">
              <a:extLst>
                <a:ext uri="{FF2B5EF4-FFF2-40B4-BE49-F238E27FC236}">
                  <a16:creationId xmlns:a16="http://schemas.microsoft.com/office/drawing/2014/main" id="{8A672B64-BD69-4218-B609-C3999FA6A9A5}"/>
                </a:ext>
              </a:extLst>
            </p:cNvPr>
            <p:cNvSpPr>
              <a:spLocks noChangeArrowheads="1"/>
            </p:cNvSpPr>
            <p:nvPr/>
          </p:nvSpPr>
          <p:spPr bwMode="auto">
            <a:xfrm>
              <a:off x="3524" y="181"/>
              <a:ext cx="124" cy="1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Text Box 124">
              <a:extLst>
                <a:ext uri="{FF2B5EF4-FFF2-40B4-BE49-F238E27FC236}">
                  <a16:creationId xmlns:a16="http://schemas.microsoft.com/office/drawing/2014/main" id="{2737A35C-0CE7-4892-A720-8742FA03D0BD}"/>
                </a:ext>
              </a:extLst>
            </p:cNvPr>
            <p:cNvSpPr txBox="1">
              <a:spLocks noChangeArrowheads="1"/>
            </p:cNvSpPr>
            <p:nvPr/>
          </p:nvSpPr>
          <p:spPr bwMode="auto">
            <a:xfrm>
              <a:off x="3512" y="-220"/>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grpSp>
      <p:grpSp>
        <p:nvGrpSpPr>
          <p:cNvPr id="77" name="Group 125">
            <a:extLst>
              <a:ext uri="{FF2B5EF4-FFF2-40B4-BE49-F238E27FC236}">
                <a16:creationId xmlns:a16="http://schemas.microsoft.com/office/drawing/2014/main" id="{4D7A24CA-6A88-4BE9-98BF-DA918D9F0007}"/>
              </a:ext>
            </a:extLst>
          </p:cNvPr>
          <p:cNvGrpSpPr>
            <a:grpSpLocks/>
          </p:cNvGrpSpPr>
          <p:nvPr/>
        </p:nvGrpSpPr>
        <p:grpSpPr bwMode="auto">
          <a:xfrm>
            <a:off x="5128243" y="5234703"/>
            <a:ext cx="611187" cy="885828"/>
            <a:chOff x="3472" y="-70"/>
            <a:chExt cx="385" cy="558"/>
          </a:xfrm>
        </p:grpSpPr>
        <p:sp>
          <p:nvSpPr>
            <p:cNvPr id="78" name="Rectangle 126">
              <a:extLst>
                <a:ext uri="{FF2B5EF4-FFF2-40B4-BE49-F238E27FC236}">
                  <a16:creationId xmlns:a16="http://schemas.microsoft.com/office/drawing/2014/main" id="{8C8487D9-55CA-4CEB-8E42-FD5710AD8B6F}"/>
                </a:ext>
              </a:extLst>
            </p:cNvPr>
            <p:cNvSpPr>
              <a:spLocks noChangeArrowheads="1"/>
            </p:cNvSpPr>
            <p:nvPr/>
          </p:nvSpPr>
          <p:spPr bwMode="auto">
            <a:xfrm>
              <a:off x="3683" y="287"/>
              <a:ext cx="174" cy="201"/>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Text Box 127">
              <a:extLst>
                <a:ext uri="{FF2B5EF4-FFF2-40B4-BE49-F238E27FC236}">
                  <a16:creationId xmlns:a16="http://schemas.microsoft.com/office/drawing/2014/main" id="{B114F6F0-C14A-475C-9AAB-38F494978732}"/>
                </a:ext>
              </a:extLst>
            </p:cNvPr>
            <p:cNvSpPr txBox="1">
              <a:spLocks noChangeArrowheads="1"/>
            </p:cNvSpPr>
            <p:nvPr/>
          </p:nvSpPr>
          <p:spPr bwMode="auto">
            <a:xfrm>
              <a:off x="3472" y="-70"/>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grpSp>
      <p:grpSp>
        <p:nvGrpSpPr>
          <p:cNvPr id="80" name="Group 128">
            <a:extLst>
              <a:ext uri="{FF2B5EF4-FFF2-40B4-BE49-F238E27FC236}">
                <a16:creationId xmlns:a16="http://schemas.microsoft.com/office/drawing/2014/main" id="{8D76590E-66FF-4207-B6FD-CE7C79D1F4C6}"/>
              </a:ext>
            </a:extLst>
          </p:cNvPr>
          <p:cNvGrpSpPr>
            <a:grpSpLocks/>
          </p:cNvGrpSpPr>
          <p:nvPr/>
        </p:nvGrpSpPr>
        <p:grpSpPr bwMode="auto">
          <a:xfrm>
            <a:off x="5819567" y="5030413"/>
            <a:ext cx="411162" cy="842963"/>
            <a:chOff x="3508" y="-170"/>
            <a:chExt cx="259" cy="531"/>
          </a:xfrm>
        </p:grpSpPr>
        <p:sp>
          <p:nvSpPr>
            <p:cNvPr id="81" name="Rectangle 129">
              <a:extLst>
                <a:ext uri="{FF2B5EF4-FFF2-40B4-BE49-F238E27FC236}">
                  <a16:creationId xmlns:a16="http://schemas.microsoft.com/office/drawing/2014/main" id="{326FA307-55D5-4B89-9167-1923E32F9E9C}"/>
                </a:ext>
              </a:extLst>
            </p:cNvPr>
            <p:cNvSpPr>
              <a:spLocks noChangeArrowheads="1"/>
            </p:cNvSpPr>
            <p:nvPr/>
          </p:nvSpPr>
          <p:spPr bwMode="auto">
            <a:xfrm>
              <a:off x="3524" y="181"/>
              <a:ext cx="124" cy="1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Text Box 130">
              <a:extLst>
                <a:ext uri="{FF2B5EF4-FFF2-40B4-BE49-F238E27FC236}">
                  <a16:creationId xmlns:a16="http://schemas.microsoft.com/office/drawing/2014/main" id="{5E7DB194-E29B-4918-BDC1-09316DD8632A}"/>
                </a:ext>
              </a:extLst>
            </p:cNvPr>
            <p:cNvSpPr txBox="1">
              <a:spLocks noChangeArrowheads="1"/>
            </p:cNvSpPr>
            <p:nvPr/>
          </p:nvSpPr>
          <p:spPr bwMode="auto">
            <a:xfrm>
              <a:off x="3508" y="-170"/>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1</a:t>
              </a:r>
            </a:p>
          </p:txBody>
        </p:sp>
      </p:grpSp>
      <p:grpSp>
        <p:nvGrpSpPr>
          <p:cNvPr id="83" name="Group 131">
            <a:extLst>
              <a:ext uri="{FF2B5EF4-FFF2-40B4-BE49-F238E27FC236}">
                <a16:creationId xmlns:a16="http://schemas.microsoft.com/office/drawing/2014/main" id="{10220520-EE53-4183-8BD7-E1ABCBB207A7}"/>
              </a:ext>
            </a:extLst>
          </p:cNvPr>
          <p:cNvGrpSpPr>
            <a:grpSpLocks/>
          </p:cNvGrpSpPr>
          <p:nvPr/>
        </p:nvGrpSpPr>
        <p:grpSpPr bwMode="auto">
          <a:xfrm>
            <a:off x="6664998" y="5087937"/>
            <a:ext cx="600074" cy="1530351"/>
            <a:chOff x="3270" y="-603"/>
            <a:chExt cx="378" cy="964"/>
          </a:xfrm>
        </p:grpSpPr>
        <p:sp>
          <p:nvSpPr>
            <p:cNvPr id="84" name="Rectangle 132">
              <a:extLst>
                <a:ext uri="{FF2B5EF4-FFF2-40B4-BE49-F238E27FC236}">
                  <a16:creationId xmlns:a16="http://schemas.microsoft.com/office/drawing/2014/main" id="{6645A172-F9A3-4A5B-9912-4877B592AA09}"/>
                </a:ext>
              </a:extLst>
            </p:cNvPr>
            <p:cNvSpPr>
              <a:spLocks noChangeArrowheads="1"/>
            </p:cNvSpPr>
            <p:nvPr/>
          </p:nvSpPr>
          <p:spPr bwMode="auto">
            <a:xfrm>
              <a:off x="3524" y="181"/>
              <a:ext cx="124" cy="1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5" name="Text Box 133">
              <a:extLst>
                <a:ext uri="{FF2B5EF4-FFF2-40B4-BE49-F238E27FC236}">
                  <a16:creationId xmlns:a16="http://schemas.microsoft.com/office/drawing/2014/main" id="{FFC7843F-BB08-4D35-9682-5CEAF6966716}"/>
                </a:ext>
              </a:extLst>
            </p:cNvPr>
            <p:cNvSpPr txBox="1">
              <a:spLocks noChangeArrowheads="1"/>
            </p:cNvSpPr>
            <p:nvPr/>
          </p:nvSpPr>
          <p:spPr bwMode="auto">
            <a:xfrm>
              <a:off x="3270" y="-603"/>
              <a:ext cx="259"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defRPr/>
              </a:pPr>
              <a:r>
                <a:rPr lang="en-US" altLang="zh-CN" sz="2400" dirty="0">
                  <a:solidFill>
                    <a:srgbClr val="FF0000"/>
                  </a:solidFill>
                </a:rPr>
                <a:t>0</a:t>
              </a:r>
            </a:p>
          </p:txBody>
        </p:sp>
      </p:grpSp>
      <p:sp>
        <p:nvSpPr>
          <p:cNvPr id="86" name="Freeform 134">
            <a:extLst>
              <a:ext uri="{FF2B5EF4-FFF2-40B4-BE49-F238E27FC236}">
                <a16:creationId xmlns:a16="http://schemas.microsoft.com/office/drawing/2014/main" id="{8A84D9A4-D4E4-42C5-BDFE-2D360DCD3D54}"/>
              </a:ext>
            </a:extLst>
          </p:cNvPr>
          <p:cNvSpPr>
            <a:spLocks/>
          </p:cNvSpPr>
          <p:nvPr/>
        </p:nvSpPr>
        <p:spPr bwMode="auto">
          <a:xfrm>
            <a:off x="5808663" y="4446588"/>
            <a:ext cx="842962" cy="592137"/>
          </a:xfrm>
          <a:custGeom>
            <a:avLst/>
            <a:gdLst>
              <a:gd name="T0" fmla="*/ 2147483647 w 531"/>
              <a:gd name="T1" fmla="*/ 2147483647 h 373"/>
              <a:gd name="T2" fmla="*/ 2147483647 w 531"/>
              <a:gd name="T3" fmla="*/ 0 h 373"/>
              <a:gd name="T4" fmla="*/ 0 w 531"/>
              <a:gd name="T5" fmla="*/ 0 h 373"/>
              <a:gd name="T6" fmla="*/ 0 w 531"/>
              <a:gd name="T7" fmla="*/ 2147483647 h 373"/>
              <a:gd name="T8" fmla="*/ 2147483647 w 531"/>
              <a:gd name="T9" fmla="*/ 2147483647 h 373"/>
              <a:gd name="T10" fmla="*/ 2147483647 w 531"/>
              <a:gd name="T11" fmla="*/ 2147483647 h 3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1" h="373">
                <a:moveTo>
                  <a:pt x="531" y="237"/>
                </a:moveTo>
                <a:lnTo>
                  <a:pt x="531" y="0"/>
                </a:lnTo>
                <a:lnTo>
                  <a:pt x="0" y="0"/>
                </a:lnTo>
                <a:lnTo>
                  <a:pt x="0" y="113"/>
                </a:lnTo>
                <a:lnTo>
                  <a:pt x="170" y="113"/>
                </a:lnTo>
                <a:lnTo>
                  <a:pt x="170" y="373"/>
                </a:lnTo>
              </a:path>
            </a:pathLst>
          </a:custGeom>
          <a:noFill/>
          <a:ln w="38100" cap="flat" cmpd="sng">
            <a:solidFill>
              <a:schemeClr val="tx1"/>
            </a:solidFill>
            <a:prstDash val="solid"/>
            <a:round/>
            <a:headEnd type="none" w="med" len="me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9" presetClass="entr" presetSubtype="1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p:cTn id="18" dur="5000" fill="hold"/>
                                        <p:tgtEl>
                                          <p:spTgt spid="41"/>
                                        </p:tgtEl>
                                        <p:attrNameLst>
                                          <p:attrName>ppt_w</p:attrName>
                                        </p:attrNameLst>
                                      </p:cBhvr>
                                      <p:tavLst>
                                        <p:tav tm="0" fmla="#ppt_w*sin(2.5*pi*$)">
                                          <p:val>
                                            <p:fltVal val="0"/>
                                          </p:val>
                                        </p:tav>
                                        <p:tav tm="100000">
                                          <p:val>
                                            <p:fltVal val="1"/>
                                          </p:val>
                                        </p:tav>
                                      </p:tavLst>
                                    </p:anim>
                                    <p:anim calcmode="lin" valueType="num">
                                      <p:cBhvr>
                                        <p:cTn id="19" dur="5000" fill="hold"/>
                                        <p:tgtEl>
                                          <p:spTgt spid="41"/>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dissolve">
                                      <p:cBhvr>
                                        <p:cTn id="24" dur="500"/>
                                        <p:tgtEl>
                                          <p:spTgt spid="42"/>
                                        </p:tgtEl>
                                      </p:cBhvr>
                                    </p:animEffect>
                                  </p:childTnLst>
                                </p:cTn>
                              </p:par>
                            </p:childTnLst>
                          </p:cTn>
                        </p:par>
                        <p:par>
                          <p:cTn id="25" fill="hold">
                            <p:stCondLst>
                              <p:cond delay="500"/>
                            </p:stCondLst>
                            <p:childTnLst>
                              <p:par>
                                <p:cTn id="26" presetID="9" presetClass="entr" presetSubtype="0" fill="hold" grpId="0" nodeType="afterEffect">
                                  <p:stCondLst>
                                    <p:cond delay="1000"/>
                                  </p:stCondLst>
                                  <p:childTnLst>
                                    <p:set>
                                      <p:cBhvr>
                                        <p:cTn id="27" dur="1" fill="hold">
                                          <p:stCondLst>
                                            <p:cond delay="0"/>
                                          </p:stCondLst>
                                        </p:cTn>
                                        <p:tgtEl>
                                          <p:spTgt spid="43"/>
                                        </p:tgtEl>
                                        <p:attrNameLst>
                                          <p:attrName>style.visibility</p:attrName>
                                        </p:attrNameLst>
                                      </p:cBhvr>
                                      <p:to>
                                        <p:strVal val="visible"/>
                                      </p:to>
                                    </p:set>
                                    <p:animEffect transition="in" filter="dissolve">
                                      <p:cBhvr>
                                        <p:cTn id="28" dur="500"/>
                                        <p:tgtEl>
                                          <p:spTgt spid="43"/>
                                        </p:tgtEl>
                                      </p:cBhvr>
                                    </p:animEffect>
                                  </p:childTnLst>
                                </p:cTn>
                              </p:par>
                            </p:childTnLst>
                          </p:cTn>
                        </p:par>
                        <p:par>
                          <p:cTn id="29" fill="hold">
                            <p:stCondLst>
                              <p:cond delay="2000"/>
                            </p:stCondLst>
                            <p:childTnLst>
                              <p:par>
                                <p:cTn id="30" presetID="9" presetClass="entr" presetSubtype="0" fill="hold" grpId="0" nodeType="afterEffect">
                                  <p:stCondLst>
                                    <p:cond delay="1000"/>
                                  </p:stCondLst>
                                  <p:childTnLst>
                                    <p:set>
                                      <p:cBhvr>
                                        <p:cTn id="31" dur="1" fill="hold">
                                          <p:stCondLst>
                                            <p:cond delay="0"/>
                                          </p:stCondLst>
                                        </p:cTn>
                                        <p:tgtEl>
                                          <p:spTgt spid="44"/>
                                        </p:tgtEl>
                                        <p:attrNameLst>
                                          <p:attrName>style.visibility</p:attrName>
                                        </p:attrNameLst>
                                      </p:cBhvr>
                                      <p:to>
                                        <p:strVal val="visible"/>
                                      </p:to>
                                    </p:set>
                                    <p:animEffect transition="in" filter="dissolve">
                                      <p:cBhvr>
                                        <p:cTn id="32" dur="500"/>
                                        <p:tgtEl>
                                          <p:spTgt spid="44"/>
                                        </p:tgtEl>
                                      </p:cBhvr>
                                    </p:animEffect>
                                  </p:childTnLst>
                                </p:cTn>
                              </p:par>
                            </p:childTnLst>
                          </p:cTn>
                        </p:par>
                        <p:par>
                          <p:cTn id="33" fill="hold">
                            <p:stCondLst>
                              <p:cond delay="3500"/>
                            </p:stCondLst>
                            <p:childTnLst>
                              <p:par>
                                <p:cTn id="34" presetID="9" presetClass="entr" presetSubtype="0" fill="hold" grpId="0" nodeType="afterEffect">
                                  <p:stCondLst>
                                    <p:cond delay="1000"/>
                                  </p:stCondLst>
                                  <p:childTnLst>
                                    <p:set>
                                      <p:cBhvr>
                                        <p:cTn id="35" dur="1" fill="hold">
                                          <p:stCondLst>
                                            <p:cond delay="0"/>
                                          </p:stCondLst>
                                        </p:cTn>
                                        <p:tgtEl>
                                          <p:spTgt spid="45"/>
                                        </p:tgtEl>
                                        <p:attrNameLst>
                                          <p:attrName>style.visibility</p:attrName>
                                        </p:attrNameLst>
                                      </p:cBhvr>
                                      <p:to>
                                        <p:strVal val="visible"/>
                                      </p:to>
                                    </p:set>
                                    <p:animEffect transition="in" filter="dissolve">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left)">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wipe(up)">
                                      <p:cBhvr>
                                        <p:cTn id="46" dur="500"/>
                                        <p:tgtEl>
                                          <p:spTgt spid="4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wipe(up)">
                                      <p:cBhvr>
                                        <p:cTn id="51" dur="500"/>
                                        <p:tgtEl>
                                          <p:spTgt spid="6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wipe(up)">
                                      <p:cBhvr>
                                        <p:cTn id="56" dur="500"/>
                                        <p:tgtEl>
                                          <p:spTgt spid="54"/>
                                        </p:tgtEl>
                                      </p:cBhvr>
                                    </p:animEffect>
                                  </p:childTnLst>
                                </p:cTn>
                              </p:par>
                            </p:childTnLst>
                          </p:cTn>
                        </p:par>
                      </p:childTnLst>
                    </p:cTn>
                  </p:par>
                  <p:par>
                    <p:cTn id="57" fill="hold">
                      <p:stCondLst>
                        <p:cond delay="indefinite"/>
                      </p:stCondLst>
                      <p:childTnLst>
                        <p:par>
                          <p:cTn id="58" fill="hold">
                            <p:stCondLst>
                              <p:cond delay="0"/>
                            </p:stCondLst>
                            <p:childTnLst>
                              <p:par>
                                <p:cTn id="59" presetID="19" presetClass="entr" presetSubtype="10" fill="hold" grpId="0" nodeType="clickEffect">
                                  <p:stCondLst>
                                    <p:cond delay="0"/>
                                  </p:stCondLst>
                                  <p:childTnLst>
                                    <p:set>
                                      <p:cBhvr>
                                        <p:cTn id="60" dur="1" fill="hold">
                                          <p:stCondLst>
                                            <p:cond delay="0"/>
                                          </p:stCondLst>
                                        </p:cTn>
                                        <p:tgtEl>
                                          <p:spTgt spid="55"/>
                                        </p:tgtEl>
                                        <p:attrNameLst>
                                          <p:attrName>style.visibility</p:attrName>
                                        </p:attrNameLst>
                                      </p:cBhvr>
                                      <p:to>
                                        <p:strVal val="visible"/>
                                      </p:to>
                                    </p:set>
                                    <p:anim calcmode="lin" valueType="num">
                                      <p:cBhvr>
                                        <p:cTn id="61" dur="5000" fill="hold"/>
                                        <p:tgtEl>
                                          <p:spTgt spid="55"/>
                                        </p:tgtEl>
                                        <p:attrNameLst>
                                          <p:attrName>ppt_w</p:attrName>
                                        </p:attrNameLst>
                                      </p:cBhvr>
                                      <p:tavLst>
                                        <p:tav tm="0" fmla="#ppt_w*sin(2.5*pi*$)">
                                          <p:val>
                                            <p:fltVal val="0"/>
                                          </p:val>
                                        </p:tav>
                                        <p:tav tm="100000">
                                          <p:val>
                                            <p:fltVal val="1"/>
                                          </p:val>
                                        </p:tav>
                                      </p:tavLst>
                                    </p:anim>
                                    <p:anim calcmode="lin" valueType="num">
                                      <p:cBhvr>
                                        <p:cTn id="62" dur="5000" fill="hold"/>
                                        <p:tgtEl>
                                          <p:spTgt spid="55"/>
                                        </p:tgtEl>
                                        <p:attrNameLst>
                                          <p:attrName>ppt_h</p:attrName>
                                        </p:attrNameLst>
                                      </p:cBhvr>
                                      <p:tavLst>
                                        <p:tav tm="0">
                                          <p:val>
                                            <p:strVal val="#ppt_h"/>
                                          </p:val>
                                        </p:tav>
                                        <p:tav tm="100000">
                                          <p:val>
                                            <p:strVal val="#ppt_h"/>
                                          </p:val>
                                        </p:tav>
                                      </p:tavLst>
                                    </p:anim>
                                  </p:childTnLst>
                                </p:cTn>
                              </p:par>
                            </p:childTnLst>
                          </p:cTn>
                        </p:par>
                        <p:par>
                          <p:cTn id="63" fill="hold">
                            <p:stCondLst>
                              <p:cond delay="5000"/>
                            </p:stCondLst>
                            <p:childTnLst>
                              <p:par>
                                <p:cTn id="64" presetID="9" presetClass="entr" presetSubtype="0" fill="hold" grpId="0" nodeType="after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dissolve">
                                      <p:cBhvr>
                                        <p:cTn id="66" dur="500"/>
                                        <p:tgtEl>
                                          <p:spTgt spid="56"/>
                                        </p:tgtEl>
                                      </p:cBhvr>
                                    </p:animEffect>
                                  </p:childTnLst>
                                </p:cTn>
                              </p:par>
                            </p:childTnLst>
                          </p:cTn>
                        </p:par>
                        <p:par>
                          <p:cTn id="67" fill="hold">
                            <p:stCondLst>
                              <p:cond delay="5500"/>
                            </p:stCondLst>
                            <p:childTnLst>
                              <p:par>
                                <p:cTn id="68" presetID="9" presetClass="entr" presetSubtype="0" fill="hold" grpId="0" nodeType="afterEffect">
                                  <p:stCondLst>
                                    <p:cond delay="1000"/>
                                  </p:stCondLst>
                                  <p:childTnLst>
                                    <p:set>
                                      <p:cBhvr>
                                        <p:cTn id="69" dur="1" fill="hold">
                                          <p:stCondLst>
                                            <p:cond delay="0"/>
                                          </p:stCondLst>
                                        </p:cTn>
                                        <p:tgtEl>
                                          <p:spTgt spid="58"/>
                                        </p:tgtEl>
                                        <p:attrNameLst>
                                          <p:attrName>style.visibility</p:attrName>
                                        </p:attrNameLst>
                                      </p:cBhvr>
                                      <p:to>
                                        <p:strVal val="visible"/>
                                      </p:to>
                                    </p:set>
                                    <p:animEffect transition="in" filter="dissolve">
                                      <p:cBhvr>
                                        <p:cTn id="70" dur="500"/>
                                        <p:tgtEl>
                                          <p:spTgt spid="58"/>
                                        </p:tgtEl>
                                      </p:cBhvr>
                                    </p:animEffect>
                                  </p:childTnLst>
                                </p:cTn>
                              </p:par>
                            </p:childTnLst>
                          </p:cTn>
                        </p:par>
                        <p:par>
                          <p:cTn id="71" fill="hold">
                            <p:stCondLst>
                              <p:cond delay="7000"/>
                            </p:stCondLst>
                            <p:childTnLst>
                              <p:par>
                                <p:cTn id="72" presetID="9" presetClass="entr" presetSubtype="0" fill="hold" grpId="0" nodeType="afterEffect">
                                  <p:stCondLst>
                                    <p:cond delay="1000"/>
                                  </p:stCondLst>
                                  <p:childTnLst>
                                    <p:set>
                                      <p:cBhvr>
                                        <p:cTn id="73" dur="1" fill="hold">
                                          <p:stCondLst>
                                            <p:cond delay="0"/>
                                          </p:stCondLst>
                                        </p:cTn>
                                        <p:tgtEl>
                                          <p:spTgt spid="57"/>
                                        </p:tgtEl>
                                        <p:attrNameLst>
                                          <p:attrName>style.visibility</p:attrName>
                                        </p:attrNameLst>
                                      </p:cBhvr>
                                      <p:to>
                                        <p:strVal val="visible"/>
                                      </p:to>
                                    </p:set>
                                    <p:animEffect transition="in" filter="dissolve">
                                      <p:cBhvr>
                                        <p:cTn id="74" dur="500"/>
                                        <p:tgtEl>
                                          <p:spTgt spid="57"/>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nodeType="click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ipe(right)">
                                      <p:cBhvr>
                                        <p:cTn id="79" dur="500"/>
                                        <p:tgtEl>
                                          <p:spTgt spid="5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68"/>
                                        </p:tgtEl>
                                        <p:attrNameLst>
                                          <p:attrName>style.visibility</p:attrName>
                                        </p:attrNameLst>
                                      </p:cBhvr>
                                      <p:to>
                                        <p:strVal val="visible"/>
                                      </p:to>
                                    </p:set>
                                    <p:animEffect transition="in" filter="dissolve">
                                      <p:cBhvr>
                                        <p:cTn id="84" dur="500"/>
                                        <p:tgtEl>
                                          <p:spTgt spid="68"/>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dissolve">
                                      <p:cBhvr>
                                        <p:cTn id="89" dur="500"/>
                                        <p:tgtEl>
                                          <p:spTgt spid="71"/>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74"/>
                                        </p:tgtEl>
                                        <p:attrNameLst>
                                          <p:attrName>style.visibility</p:attrName>
                                        </p:attrNameLst>
                                      </p:cBhvr>
                                      <p:to>
                                        <p:strVal val="visible"/>
                                      </p:to>
                                    </p:set>
                                    <p:animEffect transition="in" filter="dissolve">
                                      <p:cBhvr>
                                        <p:cTn id="94" dur="500"/>
                                        <p:tgtEl>
                                          <p:spTgt spid="74"/>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nodeType="clickEffect">
                                  <p:stCondLst>
                                    <p:cond delay="0"/>
                                  </p:stCondLst>
                                  <p:childTnLst>
                                    <p:set>
                                      <p:cBhvr>
                                        <p:cTn id="98" dur="1" fill="hold">
                                          <p:stCondLst>
                                            <p:cond delay="0"/>
                                          </p:stCondLst>
                                        </p:cTn>
                                        <p:tgtEl>
                                          <p:spTgt spid="77"/>
                                        </p:tgtEl>
                                        <p:attrNameLst>
                                          <p:attrName>style.visibility</p:attrName>
                                        </p:attrNameLst>
                                      </p:cBhvr>
                                      <p:to>
                                        <p:strVal val="visible"/>
                                      </p:to>
                                    </p:set>
                                    <p:animEffect transition="in" filter="dissolve">
                                      <p:cBhvr>
                                        <p:cTn id="99" dur="500"/>
                                        <p:tgtEl>
                                          <p:spTgt spid="77"/>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nodeType="clickEffect">
                                  <p:stCondLst>
                                    <p:cond delay="0"/>
                                  </p:stCondLst>
                                  <p:childTnLst>
                                    <p:set>
                                      <p:cBhvr>
                                        <p:cTn id="103" dur="1" fill="hold">
                                          <p:stCondLst>
                                            <p:cond delay="0"/>
                                          </p:stCondLst>
                                        </p:cTn>
                                        <p:tgtEl>
                                          <p:spTgt spid="80"/>
                                        </p:tgtEl>
                                        <p:attrNameLst>
                                          <p:attrName>style.visibility</p:attrName>
                                        </p:attrNameLst>
                                      </p:cBhvr>
                                      <p:to>
                                        <p:strVal val="visible"/>
                                      </p:to>
                                    </p:set>
                                    <p:animEffect transition="in" filter="dissolve">
                                      <p:cBhvr>
                                        <p:cTn id="104" dur="500"/>
                                        <p:tgtEl>
                                          <p:spTgt spid="80"/>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nodeType="clickEffect">
                                  <p:stCondLst>
                                    <p:cond delay="0"/>
                                  </p:stCondLst>
                                  <p:childTnLst>
                                    <p:set>
                                      <p:cBhvr>
                                        <p:cTn id="108" dur="1" fill="hold">
                                          <p:stCondLst>
                                            <p:cond delay="0"/>
                                          </p:stCondLst>
                                        </p:cTn>
                                        <p:tgtEl>
                                          <p:spTgt spid="83"/>
                                        </p:tgtEl>
                                        <p:attrNameLst>
                                          <p:attrName>style.visibility</p:attrName>
                                        </p:attrNameLst>
                                      </p:cBhvr>
                                      <p:to>
                                        <p:strVal val="visible"/>
                                      </p:to>
                                    </p:set>
                                    <p:animEffect transition="in" filter="dissolve">
                                      <p:cBhvr>
                                        <p:cTn id="109" dur="500"/>
                                        <p:tgtEl>
                                          <p:spTgt spid="8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2" fill="hold" nodeType="clickEffect">
                                  <p:stCondLst>
                                    <p:cond delay="0"/>
                                  </p:stCondLst>
                                  <p:childTnLst>
                                    <p:set>
                                      <p:cBhvr>
                                        <p:cTn id="113" dur="1" fill="hold">
                                          <p:stCondLst>
                                            <p:cond delay="0"/>
                                          </p:stCondLst>
                                        </p:cTn>
                                        <p:tgtEl>
                                          <p:spTgt spid="86"/>
                                        </p:tgtEl>
                                        <p:attrNameLst>
                                          <p:attrName>style.visibility</p:attrName>
                                        </p:attrNameLst>
                                      </p:cBhvr>
                                      <p:to>
                                        <p:strVal val="visible"/>
                                      </p:to>
                                    </p:set>
                                    <p:animEffect transition="in" filter="wipe(right)">
                                      <p:cBhvr>
                                        <p:cTn id="114"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1" grpId="0" autoUpdateAnimBg="0"/>
      <p:bldP spid="42" grpId="0" autoUpdateAnimBg="0"/>
      <p:bldP spid="43" grpId="0" autoUpdateAnimBg="0"/>
      <p:bldP spid="44" grpId="0" autoUpdateAnimBg="0"/>
      <p:bldP spid="45" grpId="0" animBg="1" autoUpdateAnimBg="0"/>
      <p:bldP spid="55" grpId="0" autoUpdateAnimBg="0"/>
      <p:bldP spid="56" grpId="0" animBg="1" autoUpdateAnimBg="0"/>
      <p:bldP spid="57" grpId="0" autoUpdateAnimBg="0"/>
      <p:bldP spid="5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txBox="1">
            <a:spLocks/>
          </p:cNvSpPr>
          <p:nvPr/>
        </p:nvSpPr>
        <p:spPr>
          <a:xfrm>
            <a:off x="182880" y="6443663"/>
            <a:ext cx="903288" cy="33813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40</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5" name="标题 1"/>
          <p:cNvSpPr txBox="1">
            <a:spLocks/>
          </p:cNvSpPr>
          <p:nvPr/>
        </p:nvSpPr>
        <p:spPr bwMode="auto">
          <a:xfrm>
            <a:off x="451644" y="314457"/>
            <a:ext cx="742632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 6.10 </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边沿触发的</a:t>
            </a: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J-K</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grpSp>
        <p:nvGrpSpPr>
          <p:cNvPr id="40" name="Group 111">
            <a:extLst>
              <a:ext uri="{FF2B5EF4-FFF2-40B4-BE49-F238E27FC236}">
                <a16:creationId xmlns:a16="http://schemas.microsoft.com/office/drawing/2014/main" id="{7F5945F1-011C-47B3-BE1F-919CA3745802}"/>
              </a:ext>
            </a:extLst>
          </p:cNvPr>
          <p:cNvGrpSpPr>
            <a:grpSpLocks/>
          </p:cNvGrpSpPr>
          <p:nvPr/>
        </p:nvGrpSpPr>
        <p:grpSpPr bwMode="auto">
          <a:xfrm>
            <a:off x="2379676" y="1300480"/>
            <a:ext cx="3892550" cy="4510088"/>
            <a:chOff x="345" y="1036"/>
            <a:chExt cx="2452" cy="2841"/>
          </a:xfrm>
        </p:grpSpPr>
        <p:grpSp>
          <p:nvGrpSpPr>
            <p:cNvPr id="41" name="Group 112">
              <a:extLst>
                <a:ext uri="{FF2B5EF4-FFF2-40B4-BE49-F238E27FC236}">
                  <a16:creationId xmlns:a16="http://schemas.microsoft.com/office/drawing/2014/main" id="{D16D82DD-AE2D-4BCB-9684-046BCC017C7E}"/>
                </a:ext>
              </a:extLst>
            </p:cNvPr>
            <p:cNvGrpSpPr>
              <a:grpSpLocks/>
            </p:cNvGrpSpPr>
            <p:nvPr/>
          </p:nvGrpSpPr>
          <p:grpSpPr bwMode="auto">
            <a:xfrm>
              <a:off x="379" y="1048"/>
              <a:ext cx="757" cy="943"/>
              <a:chOff x="379" y="1048"/>
              <a:chExt cx="757" cy="943"/>
            </a:xfrm>
          </p:grpSpPr>
          <p:sp>
            <p:nvSpPr>
              <p:cNvPr id="104" name="Rectangle 113">
                <a:extLst>
                  <a:ext uri="{FF2B5EF4-FFF2-40B4-BE49-F238E27FC236}">
                    <a16:creationId xmlns:a16="http://schemas.microsoft.com/office/drawing/2014/main" id="{69E7998D-08E8-406B-AB3A-493D60C06F66}"/>
                  </a:ext>
                </a:extLst>
              </p:cNvPr>
              <p:cNvSpPr>
                <a:spLocks noChangeArrowheads="1"/>
              </p:cNvSpPr>
              <p:nvPr/>
            </p:nvSpPr>
            <p:spPr bwMode="auto">
              <a:xfrm>
                <a:off x="379" y="1500"/>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5" name="Line 114">
                <a:extLst>
                  <a:ext uri="{FF2B5EF4-FFF2-40B4-BE49-F238E27FC236}">
                    <a16:creationId xmlns:a16="http://schemas.microsoft.com/office/drawing/2014/main" id="{16A87468-D523-4CAD-AD75-A6B687EA1BD2}"/>
                  </a:ext>
                </a:extLst>
              </p:cNvPr>
              <p:cNvSpPr>
                <a:spLocks noChangeShapeType="1"/>
              </p:cNvSpPr>
              <p:nvPr/>
            </p:nvSpPr>
            <p:spPr bwMode="auto">
              <a:xfrm>
                <a:off x="390" y="1737"/>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6" name="Line 115">
                <a:extLst>
                  <a:ext uri="{FF2B5EF4-FFF2-40B4-BE49-F238E27FC236}">
                    <a16:creationId xmlns:a16="http://schemas.microsoft.com/office/drawing/2014/main" id="{2BA8C2C1-4D5A-4309-B85E-8127BC1AF497}"/>
                  </a:ext>
                </a:extLst>
              </p:cNvPr>
              <p:cNvSpPr>
                <a:spLocks noChangeShapeType="1"/>
              </p:cNvSpPr>
              <p:nvPr/>
            </p:nvSpPr>
            <p:spPr bwMode="auto">
              <a:xfrm flipV="1">
                <a:off x="763" y="1737"/>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7" name="Oval 116">
                <a:extLst>
                  <a:ext uri="{FF2B5EF4-FFF2-40B4-BE49-F238E27FC236}">
                    <a16:creationId xmlns:a16="http://schemas.microsoft.com/office/drawing/2014/main" id="{FA65D65B-7749-4522-9740-D2167DDD7876}"/>
                  </a:ext>
                </a:extLst>
              </p:cNvPr>
              <p:cNvSpPr>
                <a:spLocks noChangeArrowheads="1"/>
              </p:cNvSpPr>
              <p:nvPr/>
            </p:nvSpPr>
            <p:spPr bwMode="auto">
              <a:xfrm>
                <a:off x="706" y="1398"/>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8" name="Text Box 117">
                <a:extLst>
                  <a:ext uri="{FF2B5EF4-FFF2-40B4-BE49-F238E27FC236}">
                    <a16:creationId xmlns:a16="http://schemas.microsoft.com/office/drawing/2014/main" id="{17194598-F474-4EA2-A450-CA884856920A}"/>
                  </a:ext>
                </a:extLst>
              </p:cNvPr>
              <p:cNvSpPr txBox="1">
                <a:spLocks noChangeArrowheads="1"/>
              </p:cNvSpPr>
              <p:nvPr/>
            </p:nvSpPr>
            <p:spPr bwMode="auto">
              <a:xfrm>
                <a:off x="563" y="1466"/>
                <a:ext cx="4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09" name="Text Box 118">
                <a:extLst>
                  <a:ext uri="{FF2B5EF4-FFF2-40B4-BE49-F238E27FC236}">
                    <a16:creationId xmlns:a16="http://schemas.microsoft.com/office/drawing/2014/main" id="{394D6982-BBCB-45ED-BAA5-635E915354AC}"/>
                  </a:ext>
                </a:extLst>
              </p:cNvPr>
              <p:cNvSpPr txBox="1">
                <a:spLocks noChangeArrowheads="1"/>
              </p:cNvSpPr>
              <p:nvPr/>
            </p:nvSpPr>
            <p:spPr bwMode="auto">
              <a:xfrm>
                <a:off x="447" y="1692"/>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a:t>
                </a:r>
              </a:p>
            </p:txBody>
          </p:sp>
          <p:sp>
            <p:nvSpPr>
              <p:cNvPr id="110" name="Text Box 119">
                <a:extLst>
                  <a:ext uri="{FF2B5EF4-FFF2-40B4-BE49-F238E27FC236}">
                    <a16:creationId xmlns:a16="http://schemas.microsoft.com/office/drawing/2014/main" id="{4FFA952C-43EF-4774-ADE1-1BD5686F7741}"/>
                  </a:ext>
                </a:extLst>
              </p:cNvPr>
              <p:cNvSpPr txBox="1">
                <a:spLocks noChangeArrowheads="1"/>
              </p:cNvSpPr>
              <p:nvPr/>
            </p:nvSpPr>
            <p:spPr bwMode="auto">
              <a:xfrm>
                <a:off x="808" y="1703"/>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B</a:t>
                </a:r>
              </a:p>
            </p:txBody>
          </p:sp>
          <p:sp>
            <p:nvSpPr>
              <p:cNvPr id="111" name="Line 120">
                <a:extLst>
                  <a:ext uri="{FF2B5EF4-FFF2-40B4-BE49-F238E27FC236}">
                    <a16:creationId xmlns:a16="http://schemas.microsoft.com/office/drawing/2014/main" id="{B5EA434C-4C14-484B-A278-CBC37D2DA764}"/>
                  </a:ext>
                </a:extLst>
              </p:cNvPr>
              <p:cNvSpPr>
                <a:spLocks noChangeShapeType="1"/>
              </p:cNvSpPr>
              <p:nvPr/>
            </p:nvSpPr>
            <p:spPr bwMode="auto">
              <a:xfrm flipV="1">
                <a:off x="752" y="1048"/>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42" name="Group 121">
              <a:extLst>
                <a:ext uri="{FF2B5EF4-FFF2-40B4-BE49-F238E27FC236}">
                  <a16:creationId xmlns:a16="http://schemas.microsoft.com/office/drawing/2014/main" id="{B8A89CEB-C957-4550-9BD2-03D1CA0B42D3}"/>
                </a:ext>
              </a:extLst>
            </p:cNvPr>
            <p:cNvGrpSpPr>
              <a:grpSpLocks/>
            </p:cNvGrpSpPr>
            <p:nvPr/>
          </p:nvGrpSpPr>
          <p:grpSpPr bwMode="auto">
            <a:xfrm>
              <a:off x="1723" y="1036"/>
              <a:ext cx="757" cy="943"/>
              <a:chOff x="1723" y="1036"/>
              <a:chExt cx="757" cy="943"/>
            </a:xfrm>
          </p:grpSpPr>
          <p:sp>
            <p:nvSpPr>
              <p:cNvPr id="96" name="Rectangle 122">
                <a:extLst>
                  <a:ext uri="{FF2B5EF4-FFF2-40B4-BE49-F238E27FC236}">
                    <a16:creationId xmlns:a16="http://schemas.microsoft.com/office/drawing/2014/main" id="{2C3C2F16-5E00-4DAB-823E-4A16489A4191}"/>
                  </a:ext>
                </a:extLst>
              </p:cNvPr>
              <p:cNvSpPr>
                <a:spLocks noChangeArrowheads="1"/>
              </p:cNvSpPr>
              <p:nvPr/>
            </p:nvSpPr>
            <p:spPr bwMode="auto">
              <a:xfrm>
                <a:off x="1723" y="1488"/>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7" name="Line 123">
                <a:extLst>
                  <a:ext uri="{FF2B5EF4-FFF2-40B4-BE49-F238E27FC236}">
                    <a16:creationId xmlns:a16="http://schemas.microsoft.com/office/drawing/2014/main" id="{BC591538-EA6F-4478-9574-20E240733B9B}"/>
                  </a:ext>
                </a:extLst>
              </p:cNvPr>
              <p:cNvSpPr>
                <a:spLocks noChangeShapeType="1"/>
              </p:cNvSpPr>
              <p:nvPr/>
            </p:nvSpPr>
            <p:spPr bwMode="auto">
              <a:xfrm>
                <a:off x="1734" y="1725"/>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8" name="Line 124">
                <a:extLst>
                  <a:ext uri="{FF2B5EF4-FFF2-40B4-BE49-F238E27FC236}">
                    <a16:creationId xmlns:a16="http://schemas.microsoft.com/office/drawing/2014/main" id="{8B618AA1-D912-4236-ABEE-B15995333B77}"/>
                  </a:ext>
                </a:extLst>
              </p:cNvPr>
              <p:cNvSpPr>
                <a:spLocks noChangeShapeType="1"/>
              </p:cNvSpPr>
              <p:nvPr/>
            </p:nvSpPr>
            <p:spPr bwMode="auto">
              <a:xfrm flipV="1">
                <a:off x="2107" y="1725"/>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9" name="Oval 125">
                <a:extLst>
                  <a:ext uri="{FF2B5EF4-FFF2-40B4-BE49-F238E27FC236}">
                    <a16:creationId xmlns:a16="http://schemas.microsoft.com/office/drawing/2014/main" id="{9977A02D-801A-487F-B7C9-4213F83467C6}"/>
                  </a:ext>
                </a:extLst>
              </p:cNvPr>
              <p:cNvSpPr>
                <a:spLocks noChangeArrowheads="1"/>
              </p:cNvSpPr>
              <p:nvPr/>
            </p:nvSpPr>
            <p:spPr bwMode="auto">
              <a:xfrm>
                <a:off x="2050" y="1386"/>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0" name="Text Box 126">
                <a:extLst>
                  <a:ext uri="{FF2B5EF4-FFF2-40B4-BE49-F238E27FC236}">
                    <a16:creationId xmlns:a16="http://schemas.microsoft.com/office/drawing/2014/main" id="{298F7254-8374-467B-8BDB-E828F59A45B9}"/>
                  </a:ext>
                </a:extLst>
              </p:cNvPr>
              <p:cNvSpPr txBox="1">
                <a:spLocks noChangeArrowheads="1"/>
              </p:cNvSpPr>
              <p:nvPr/>
            </p:nvSpPr>
            <p:spPr bwMode="auto">
              <a:xfrm>
                <a:off x="1971" y="1454"/>
                <a:ext cx="4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01" name="Text Box 127">
                <a:extLst>
                  <a:ext uri="{FF2B5EF4-FFF2-40B4-BE49-F238E27FC236}">
                    <a16:creationId xmlns:a16="http://schemas.microsoft.com/office/drawing/2014/main" id="{6882A073-286B-4E8E-9E98-134ED9244E82}"/>
                  </a:ext>
                </a:extLst>
              </p:cNvPr>
              <p:cNvSpPr txBox="1">
                <a:spLocks noChangeArrowheads="1"/>
              </p:cNvSpPr>
              <p:nvPr/>
            </p:nvSpPr>
            <p:spPr bwMode="auto">
              <a:xfrm>
                <a:off x="1791" y="1680"/>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sp>
            <p:nvSpPr>
              <p:cNvPr id="102" name="Text Box 128">
                <a:extLst>
                  <a:ext uri="{FF2B5EF4-FFF2-40B4-BE49-F238E27FC236}">
                    <a16:creationId xmlns:a16="http://schemas.microsoft.com/office/drawing/2014/main" id="{AAA8F1B3-960D-4995-B6BC-E8482B2CB772}"/>
                  </a:ext>
                </a:extLst>
              </p:cNvPr>
              <p:cNvSpPr txBox="1">
                <a:spLocks noChangeArrowheads="1"/>
              </p:cNvSpPr>
              <p:nvPr/>
            </p:nvSpPr>
            <p:spPr bwMode="auto">
              <a:xfrm>
                <a:off x="2152" y="1691"/>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03" name="Line 129">
                <a:extLst>
                  <a:ext uri="{FF2B5EF4-FFF2-40B4-BE49-F238E27FC236}">
                    <a16:creationId xmlns:a16="http://schemas.microsoft.com/office/drawing/2014/main" id="{3D291CA6-B527-4608-9DA3-9F8C00873CE2}"/>
                  </a:ext>
                </a:extLst>
              </p:cNvPr>
              <p:cNvSpPr>
                <a:spLocks noChangeShapeType="1"/>
              </p:cNvSpPr>
              <p:nvPr/>
            </p:nvSpPr>
            <p:spPr bwMode="auto">
              <a:xfrm flipV="1">
                <a:off x="2096" y="1036"/>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3" name="Freeform 130">
              <a:extLst>
                <a:ext uri="{FF2B5EF4-FFF2-40B4-BE49-F238E27FC236}">
                  <a16:creationId xmlns:a16="http://schemas.microsoft.com/office/drawing/2014/main" id="{3B93EE7B-8E6B-4DE3-9DC3-01AE104D8EF3}"/>
                </a:ext>
              </a:extLst>
            </p:cNvPr>
            <p:cNvSpPr>
              <a:spLocks/>
            </p:cNvSpPr>
            <p:nvPr/>
          </p:nvSpPr>
          <p:spPr bwMode="auto">
            <a:xfrm>
              <a:off x="740" y="1274"/>
              <a:ext cx="1469" cy="858"/>
            </a:xfrm>
            <a:custGeom>
              <a:avLst/>
              <a:gdLst>
                <a:gd name="T0" fmla="*/ 0 w 1469"/>
                <a:gd name="T1" fmla="*/ 0 h 858"/>
                <a:gd name="T2" fmla="*/ 475 w 1469"/>
                <a:gd name="T3" fmla="*/ 0 h 858"/>
                <a:gd name="T4" fmla="*/ 904 w 1469"/>
                <a:gd name="T5" fmla="*/ 858 h 858"/>
                <a:gd name="T6" fmla="*/ 1469 w 1469"/>
                <a:gd name="T7" fmla="*/ 858 h 858"/>
                <a:gd name="T8" fmla="*/ 1469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Freeform 131">
              <a:extLst>
                <a:ext uri="{FF2B5EF4-FFF2-40B4-BE49-F238E27FC236}">
                  <a16:creationId xmlns:a16="http://schemas.microsoft.com/office/drawing/2014/main" id="{3AC0164E-2CB3-4F46-915E-8995B887F1E5}"/>
                </a:ext>
              </a:extLst>
            </p:cNvPr>
            <p:cNvSpPr>
              <a:spLocks/>
            </p:cNvSpPr>
            <p:nvPr/>
          </p:nvSpPr>
          <p:spPr bwMode="auto">
            <a:xfrm flipH="1">
              <a:off x="673" y="1285"/>
              <a:ext cx="1423" cy="858"/>
            </a:xfrm>
            <a:custGeom>
              <a:avLst/>
              <a:gdLst>
                <a:gd name="T0" fmla="*/ 0 w 1469"/>
                <a:gd name="T1" fmla="*/ 0 h 858"/>
                <a:gd name="T2" fmla="*/ 405 w 1469"/>
                <a:gd name="T3" fmla="*/ 0 h 858"/>
                <a:gd name="T4" fmla="*/ 771 w 1469"/>
                <a:gd name="T5" fmla="*/ 858 h 858"/>
                <a:gd name="T6" fmla="*/ 1253 w 1469"/>
                <a:gd name="T7" fmla="*/ 858 h 858"/>
                <a:gd name="T8" fmla="*/ 1253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5" name="Line 132">
              <a:extLst>
                <a:ext uri="{FF2B5EF4-FFF2-40B4-BE49-F238E27FC236}">
                  <a16:creationId xmlns:a16="http://schemas.microsoft.com/office/drawing/2014/main" id="{F80259AA-4EBB-4CCF-BF8F-78EC2C2C7BDB}"/>
                </a:ext>
              </a:extLst>
            </p:cNvPr>
            <p:cNvSpPr>
              <a:spLocks noChangeShapeType="1"/>
            </p:cNvSpPr>
            <p:nvPr/>
          </p:nvSpPr>
          <p:spPr bwMode="auto">
            <a:xfrm>
              <a:off x="1802" y="1952"/>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Line 133">
              <a:extLst>
                <a:ext uri="{FF2B5EF4-FFF2-40B4-BE49-F238E27FC236}">
                  <a16:creationId xmlns:a16="http://schemas.microsoft.com/office/drawing/2014/main" id="{F4817285-515D-4FF4-A63E-FB9EDFCD2FE9}"/>
                </a:ext>
              </a:extLst>
            </p:cNvPr>
            <p:cNvSpPr>
              <a:spLocks noChangeShapeType="1"/>
            </p:cNvSpPr>
            <p:nvPr/>
          </p:nvSpPr>
          <p:spPr bwMode="auto">
            <a:xfrm>
              <a:off x="1068" y="1963"/>
              <a:ext cx="0" cy="1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7" name="Group 134">
              <a:extLst>
                <a:ext uri="{FF2B5EF4-FFF2-40B4-BE49-F238E27FC236}">
                  <a16:creationId xmlns:a16="http://schemas.microsoft.com/office/drawing/2014/main" id="{21E9786A-DAFF-44D0-80D9-E97AB20FA818}"/>
                </a:ext>
              </a:extLst>
            </p:cNvPr>
            <p:cNvGrpSpPr>
              <a:grpSpLocks/>
            </p:cNvGrpSpPr>
            <p:nvPr/>
          </p:nvGrpSpPr>
          <p:grpSpPr bwMode="auto">
            <a:xfrm>
              <a:off x="764" y="2416"/>
              <a:ext cx="395" cy="338"/>
              <a:chOff x="1175" y="2181"/>
              <a:chExt cx="395" cy="338"/>
            </a:xfrm>
          </p:grpSpPr>
          <p:sp>
            <p:nvSpPr>
              <p:cNvPr id="94" name="Rectangle 135">
                <a:extLst>
                  <a:ext uri="{FF2B5EF4-FFF2-40B4-BE49-F238E27FC236}">
                    <a16:creationId xmlns:a16="http://schemas.microsoft.com/office/drawing/2014/main" id="{12CE0E68-A705-45D7-8133-DBFE80DF365E}"/>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5" name="Oval 136">
                <a:extLst>
                  <a:ext uri="{FF2B5EF4-FFF2-40B4-BE49-F238E27FC236}">
                    <a16:creationId xmlns:a16="http://schemas.microsoft.com/office/drawing/2014/main" id="{CB3B8B51-0600-4C1D-AE58-EB8BAF33E3F0}"/>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8" name="Line 137">
              <a:extLst>
                <a:ext uri="{FF2B5EF4-FFF2-40B4-BE49-F238E27FC236}">
                  <a16:creationId xmlns:a16="http://schemas.microsoft.com/office/drawing/2014/main" id="{76DB132A-C43E-4C0A-995F-076A3253F1D6}"/>
                </a:ext>
              </a:extLst>
            </p:cNvPr>
            <p:cNvSpPr>
              <a:spLocks noChangeShapeType="1"/>
            </p:cNvSpPr>
            <p:nvPr/>
          </p:nvSpPr>
          <p:spPr bwMode="auto">
            <a:xfrm flipV="1">
              <a:off x="944" y="1974"/>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9" name="Group 138">
              <a:extLst>
                <a:ext uri="{FF2B5EF4-FFF2-40B4-BE49-F238E27FC236}">
                  <a16:creationId xmlns:a16="http://schemas.microsoft.com/office/drawing/2014/main" id="{D290397B-79DB-4E6F-A7A6-56C343D7B7D1}"/>
                </a:ext>
              </a:extLst>
            </p:cNvPr>
            <p:cNvGrpSpPr>
              <a:grpSpLocks/>
            </p:cNvGrpSpPr>
            <p:nvPr/>
          </p:nvGrpSpPr>
          <p:grpSpPr bwMode="auto">
            <a:xfrm>
              <a:off x="1735" y="2393"/>
              <a:ext cx="395" cy="338"/>
              <a:chOff x="1175" y="2181"/>
              <a:chExt cx="395" cy="338"/>
            </a:xfrm>
          </p:grpSpPr>
          <p:sp>
            <p:nvSpPr>
              <p:cNvPr id="92" name="Rectangle 139">
                <a:extLst>
                  <a:ext uri="{FF2B5EF4-FFF2-40B4-BE49-F238E27FC236}">
                    <a16:creationId xmlns:a16="http://schemas.microsoft.com/office/drawing/2014/main" id="{191CB971-817F-4E92-859B-DA8B20D95F46}"/>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3" name="Oval 140">
                <a:extLst>
                  <a:ext uri="{FF2B5EF4-FFF2-40B4-BE49-F238E27FC236}">
                    <a16:creationId xmlns:a16="http://schemas.microsoft.com/office/drawing/2014/main" id="{94D7E0E6-9D80-4591-8F16-CD52E35185C7}"/>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0" name="Line 141">
              <a:extLst>
                <a:ext uri="{FF2B5EF4-FFF2-40B4-BE49-F238E27FC236}">
                  <a16:creationId xmlns:a16="http://schemas.microsoft.com/office/drawing/2014/main" id="{B43C92FE-9173-4632-BBFC-E1503862B519}"/>
                </a:ext>
              </a:extLst>
            </p:cNvPr>
            <p:cNvSpPr>
              <a:spLocks noChangeShapeType="1"/>
            </p:cNvSpPr>
            <p:nvPr/>
          </p:nvSpPr>
          <p:spPr bwMode="auto">
            <a:xfrm flipV="1">
              <a:off x="1915" y="1940"/>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Freeform 142">
              <a:extLst>
                <a:ext uri="{FF2B5EF4-FFF2-40B4-BE49-F238E27FC236}">
                  <a16:creationId xmlns:a16="http://schemas.microsoft.com/office/drawing/2014/main" id="{69482953-B4E4-48A2-84FC-5D82A5F1521C}"/>
                </a:ext>
              </a:extLst>
            </p:cNvPr>
            <p:cNvSpPr>
              <a:spLocks/>
            </p:cNvSpPr>
            <p:nvPr/>
          </p:nvSpPr>
          <p:spPr bwMode="auto">
            <a:xfrm>
              <a:off x="1644" y="2132"/>
              <a:ext cx="181" cy="791"/>
            </a:xfrm>
            <a:custGeom>
              <a:avLst/>
              <a:gdLst>
                <a:gd name="T0" fmla="*/ 0 w 181"/>
                <a:gd name="T1" fmla="*/ 0 h 791"/>
                <a:gd name="T2" fmla="*/ 0 w 181"/>
                <a:gd name="T3" fmla="*/ 791 h 791"/>
                <a:gd name="T4" fmla="*/ 181 w 181"/>
                <a:gd name="T5" fmla="*/ 791 h 791"/>
                <a:gd name="T6" fmla="*/ 181 w 181"/>
                <a:gd name="T7" fmla="*/ 599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791">
                  <a:moveTo>
                    <a:pt x="0" y="0"/>
                  </a:moveTo>
                  <a:lnTo>
                    <a:pt x="0" y="791"/>
                  </a:lnTo>
                  <a:lnTo>
                    <a:pt x="181" y="791"/>
                  </a:lnTo>
                  <a:lnTo>
                    <a:pt x="181" y="59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Freeform 143">
              <a:extLst>
                <a:ext uri="{FF2B5EF4-FFF2-40B4-BE49-F238E27FC236}">
                  <a16:creationId xmlns:a16="http://schemas.microsoft.com/office/drawing/2014/main" id="{7337C3A9-5D56-493F-A61B-90DB0601558C}"/>
                </a:ext>
              </a:extLst>
            </p:cNvPr>
            <p:cNvSpPr>
              <a:spLocks/>
            </p:cNvSpPr>
            <p:nvPr/>
          </p:nvSpPr>
          <p:spPr bwMode="auto">
            <a:xfrm>
              <a:off x="1079" y="2144"/>
              <a:ext cx="136" cy="790"/>
            </a:xfrm>
            <a:custGeom>
              <a:avLst/>
              <a:gdLst>
                <a:gd name="T0" fmla="*/ 136 w 136"/>
                <a:gd name="T1" fmla="*/ 0 h 790"/>
                <a:gd name="T2" fmla="*/ 136 w 136"/>
                <a:gd name="T3" fmla="*/ 790 h 790"/>
                <a:gd name="T4" fmla="*/ 0 w 136"/>
                <a:gd name="T5" fmla="*/ 790 h 790"/>
                <a:gd name="T6" fmla="*/ 0 w 136"/>
                <a:gd name="T7" fmla="*/ 598 h 7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790">
                  <a:moveTo>
                    <a:pt x="136" y="0"/>
                  </a:moveTo>
                  <a:lnTo>
                    <a:pt x="136" y="790"/>
                  </a:lnTo>
                  <a:lnTo>
                    <a:pt x="0" y="790"/>
                  </a:lnTo>
                  <a:lnTo>
                    <a:pt x="0" y="59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Freeform 144">
              <a:extLst>
                <a:ext uri="{FF2B5EF4-FFF2-40B4-BE49-F238E27FC236}">
                  <a16:creationId xmlns:a16="http://schemas.microsoft.com/office/drawing/2014/main" id="{D6435B23-B38F-48AD-BB0A-ABF6DDE5FDC0}"/>
                </a:ext>
              </a:extLst>
            </p:cNvPr>
            <p:cNvSpPr>
              <a:spLocks/>
            </p:cNvSpPr>
            <p:nvPr/>
          </p:nvSpPr>
          <p:spPr bwMode="auto">
            <a:xfrm>
              <a:off x="571" y="1952"/>
              <a:ext cx="1751" cy="271"/>
            </a:xfrm>
            <a:custGeom>
              <a:avLst/>
              <a:gdLst>
                <a:gd name="T0" fmla="*/ 0 w 1762"/>
                <a:gd name="T1" fmla="*/ 11 h 271"/>
                <a:gd name="T2" fmla="*/ 0 w 1762"/>
                <a:gd name="T3" fmla="*/ 271 h 271"/>
                <a:gd name="T4" fmla="*/ 1707 w 1762"/>
                <a:gd name="T5" fmla="*/ 271 h 271"/>
                <a:gd name="T6" fmla="*/ 1707 w 1762"/>
                <a:gd name="T7" fmla="*/ 0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62" h="271">
                  <a:moveTo>
                    <a:pt x="0" y="11"/>
                  </a:moveTo>
                  <a:lnTo>
                    <a:pt x="0" y="271"/>
                  </a:lnTo>
                  <a:lnTo>
                    <a:pt x="1762" y="271"/>
                  </a:lnTo>
                  <a:lnTo>
                    <a:pt x="176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Line 145">
              <a:extLst>
                <a:ext uri="{FF2B5EF4-FFF2-40B4-BE49-F238E27FC236}">
                  <a16:creationId xmlns:a16="http://schemas.microsoft.com/office/drawing/2014/main" id="{D202B236-600C-42BA-B206-6C3B8E1BDACC}"/>
                </a:ext>
              </a:extLst>
            </p:cNvPr>
            <p:cNvSpPr>
              <a:spLocks noChangeShapeType="1"/>
            </p:cNvSpPr>
            <p:nvPr/>
          </p:nvSpPr>
          <p:spPr bwMode="auto">
            <a:xfrm>
              <a:off x="1418" y="2234"/>
              <a:ext cx="0" cy="13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Freeform 146">
              <a:extLst>
                <a:ext uri="{FF2B5EF4-FFF2-40B4-BE49-F238E27FC236}">
                  <a16:creationId xmlns:a16="http://schemas.microsoft.com/office/drawing/2014/main" id="{46CB9137-2E6A-4F37-8805-4DE8BAC2BEE4}"/>
                </a:ext>
              </a:extLst>
            </p:cNvPr>
            <p:cNvSpPr>
              <a:spLocks/>
            </p:cNvSpPr>
            <p:nvPr/>
          </p:nvSpPr>
          <p:spPr bwMode="auto">
            <a:xfrm>
              <a:off x="978" y="2742"/>
              <a:ext cx="937" cy="283"/>
            </a:xfrm>
            <a:custGeom>
              <a:avLst/>
              <a:gdLst>
                <a:gd name="T0" fmla="*/ 0 w 937"/>
                <a:gd name="T1" fmla="*/ 12 h 283"/>
                <a:gd name="T2" fmla="*/ 0 w 937"/>
                <a:gd name="T3" fmla="*/ 283 h 283"/>
                <a:gd name="T4" fmla="*/ 937 w 937"/>
                <a:gd name="T5" fmla="*/ 283 h 283"/>
                <a:gd name="T6" fmla="*/ 937 w 937"/>
                <a:gd name="T7" fmla="*/ 0 h 2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7" h="283">
                  <a:moveTo>
                    <a:pt x="0" y="12"/>
                  </a:moveTo>
                  <a:lnTo>
                    <a:pt x="0" y="283"/>
                  </a:lnTo>
                  <a:lnTo>
                    <a:pt x="937" y="283"/>
                  </a:lnTo>
                  <a:lnTo>
                    <a:pt x="93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6" name="Line 147">
              <a:extLst>
                <a:ext uri="{FF2B5EF4-FFF2-40B4-BE49-F238E27FC236}">
                  <a16:creationId xmlns:a16="http://schemas.microsoft.com/office/drawing/2014/main" id="{66CD703D-0534-4AE2-BA43-FB13FE1173F7}"/>
                </a:ext>
              </a:extLst>
            </p:cNvPr>
            <p:cNvSpPr>
              <a:spLocks noChangeShapeType="1"/>
            </p:cNvSpPr>
            <p:nvPr/>
          </p:nvSpPr>
          <p:spPr bwMode="auto">
            <a:xfrm>
              <a:off x="1994" y="2731"/>
              <a:ext cx="0" cy="8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Line 148">
              <a:extLst>
                <a:ext uri="{FF2B5EF4-FFF2-40B4-BE49-F238E27FC236}">
                  <a16:creationId xmlns:a16="http://schemas.microsoft.com/office/drawing/2014/main" id="{359DC3CF-4A33-4946-B610-E9BAF92C1D22}"/>
                </a:ext>
              </a:extLst>
            </p:cNvPr>
            <p:cNvSpPr>
              <a:spLocks noChangeShapeType="1"/>
            </p:cNvSpPr>
            <p:nvPr/>
          </p:nvSpPr>
          <p:spPr bwMode="auto">
            <a:xfrm>
              <a:off x="899" y="2754"/>
              <a:ext cx="0" cy="8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Line 149">
              <a:extLst>
                <a:ext uri="{FF2B5EF4-FFF2-40B4-BE49-F238E27FC236}">
                  <a16:creationId xmlns:a16="http://schemas.microsoft.com/office/drawing/2014/main" id="{7D9B0F1A-CF3A-4828-90CF-2435A73F2EE8}"/>
                </a:ext>
              </a:extLst>
            </p:cNvPr>
            <p:cNvSpPr>
              <a:spLocks noChangeShapeType="1"/>
            </p:cNvSpPr>
            <p:nvPr/>
          </p:nvSpPr>
          <p:spPr bwMode="auto">
            <a:xfrm>
              <a:off x="458" y="1963"/>
              <a:ext cx="0" cy="158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Line 150">
              <a:extLst>
                <a:ext uri="{FF2B5EF4-FFF2-40B4-BE49-F238E27FC236}">
                  <a16:creationId xmlns:a16="http://schemas.microsoft.com/office/drawing/2014/main" id="{9576FA30-C2CC-49F2-B4AD-5E367BA2B3DE}"/>
                </a:ext>
              </a:extLst>
            </p:cNvPr>
            <p:cNvSpPr>
              <a:spLocks noChangeShapeType="1"/>
            </p:cNvSpPr>
            <p:nvPr/>
          </p:nvSpPr>
          <p:spPr bwMode="auto">
            <a:xfrm>
              <a:off x="2424" y="1963"/>
              <a:ext cx="0" cy="158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0" name="Freeform 151">
              <a:extLst>
                <a:ext uri="{FF2B5EF4-FFF2-40B4-BE49-F238E27FC236}">
                  <a16:creationId xmlns:a16="http://schemas.microsoft.com/office/drawing/2014/main" id="{0883D34B-F72B-4F12-B3AA-81E7DC59EFB3}"/>
                </a:ext>
              </a:extLst>
            </p:cNvPr>
            <p:cNvSpPr>
              <a:spLocks/>
            </p:cNvSpPr>
            <p:nvPr/>
          </p:nvSpPr>
          <p:spPr bwMode="auto">
            <a:xfrm>
              <a:off x="458" y="1974"/>
              <a:ext cx="373" cy="339"/>
            </a:xfrm>
            <a:custGeom>
              <a:avLst/>
              <a:gdLst>
                <a:gd name="T0" fmla="*/ 373 w 373"/>
                <a:gd name="T1" fmla="*/ 0 h 339"/>
                <a:gd name="T2" fmla="*/ 373 w 373"/>
                <a:gd name="T3" fmla="*/ 339 h 339"/>
                <a:gd name="T4" fmla="*/ 0 w 373"/>
                <a:gd name="T5" fmla="*/ 339 h 339"/>
                <a:gd name="T6" fmla="*/ 0 60000 65536"/>
                <a:gd name="T7" fmla="*/ 0 60000 65536"/>
                <a:gd name="T8" fmla="*/ 0 60000 65536"/>
              </a:gdLst>
              <a:ahLst/>
              <a:cxnLst>
                <a:cxn ang="T6">
                  <a:pos x="T0" y="T1"/>
                </a:cxn>
                <a:cxn ang="T7">
                  <a:pos x="T2" y="T3"/>
                </a:cxn>
                <a:cxn ang="T8">
                  <a:pos x="T4" y="T5"/>
                </a:cxn>
              </a:cxnLst>
              <a:rect l="0" t="0" r="r" b="b"/>
              <a:pathLst>
                <a:path w="373" h="339">
                  <a:moveTo>
                    <a:pt x="373" y="0"/>
                  </a:moveTo>
                  <a:lnTo>
                    <a:pt x="373" y="339"/>
                  </a:lnTo>
                  <a:lnTo>
                    <a:pt x="0" y="33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 name="Freeform 152">
              <a:extLst>
                <a:ext uri="{FF2B5EF4-FFF2-40B4-BE49-F238E27FC236}">
                  <a16:creationId xmlns:a16="http://schemas.microsoft.com/office/drawing/2014/main" id="{FAE3C621-E3BD-494A-A82C-5F8BBCDEA805}"/>
                </a:ext>
              </a:extLst>
            </p:cNvPr>
            <p:cNvSpPr>
              <a:spLocks/>
            </p:cNvSpPr>
            <p:nvPr/>
          </p:nvSpPr>
          <p:spPr bwMode="auto">
            <a:xfrm flipH="1">
              <a:off x="2050" y="1973"/>
              <a:ext cx="373" cy="339"/>
            </a:xfrm>
            <a:custGeom>
              <a:avLst/>
              <a:gdLst>
                <a:gd name="T0" fmla="*/ 373 w 373"/>
                <a:gd name="T1" fmla="*/ 0 h 339"/>
                <a:gd name="T2" fmla="*/ 373 w 373"/>
                <a:gd name="T3" fmla="*/ 339 h 339"/>
                <a:gd name="T4" fmla="*/ 0 w 373"/>
                <a:gd name="T5" fmla="*/ 339 h 339"/>
                <a:gd name="T6" fmla="*/ 0 60000 65536"/>
                <a:gd name="T7" fmla="*/ 0 60000 65536"/>
                <a:gd name="T8" fmla="*/ 0 60000 65536"/>
              </a:gdLst>
              <a:ahLst/>
              <a:cxnLst>
                <a:cxn ang="T6">
                  <a:pos x="T0" y="T1"/>
                </a:cxn>
                <a:cxn ang="T7">
                  <a:pos x="T2" y="T3"/>
                </a:cxn>
                <a:cxn ang="T8">
                  <a:pos x="T4" y="T5"/>
                </a:cxn>
              </a:cxnLst>
              <a:rect l="0" t="0" r="r" b="b"/>
              <a:pathLst>
                <a:path w="373" h="339">
                  <a:moveTo>
                    <a:pt x="373" y="0"/>
                  </a:moveTo>
                  <a:lnTo>
                    <a:pt x="373" y="339"/>
                  </a:lnTo>
                  <a:lnTo>
                    <a:pt x="0" y="33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Freeform 153">
              <a:extLst>
                <a:ext uri="{FF2B5EF4-FFF2-40B4-BE49-F238E27FC236}">
                  <a16:creationId xmlns:a16="http://schemas.microsoft.com/office/drawing/2014/main" id="{92AC684D-7714-4DAB-A528-503A643D44BE}"/>
                </a:ext>
              </a:extLst>
            </p:cNvPr>
            <p:cNvSpPr>
              <a:spLocks/>
            </p:cNvSpPr>
            <p:nvPr/>
          </p:nvSpPr>
          <p:spPr bwMode="auto">
            <a:xfrm>
              <a:off x="808" y="2754"/>
              <a:ext cx="1615" cy="384"/>
            </a:xfrm>
            <a:custGeom>
              <a:avLst/>
              <a:gdLst>
                <a:gd name="T0" fmla="*/ 0 w 1615"/>
                <a:gd name="T1" fmla="*/ 0 h 384"/>
                <a:gd name="T2" fmla="*/ 0 w 1615"/>
                <a:gd name="T3" fmla="*/ 384 h 384"/>
                <a:gd name="T4" fmla="*/ 1615 w 1615"/>
                <a:gd name="T5" fmla="*/ 384 h 384"/>
                <a:gd name="T6" fmla="*/ 0 60000 65536"/>
                <a:gd name="T7" fmla="*/ 0 60000 65536"/>
                <a:gd name="T8" fmla="*/ 0 60000 65536"/>
              </a:gdLst>
              <a:ahLst/>
              <a:cxnLst>
                <a:cxn ang="T6">
                  <a:pos x="T0" y="T1"/>
                </a:cxn>
                <a:cxn ang="T7">
                  <a:pos x="T2" y="T3"/>
                </a:cxn>
                <a:cxn ang="T8">
                  <a:pos x="T4" y="T5"/>
                </a:cxn>
              </a:cxnLst>
              <a:rect l="0" t="0" r="r" b="b"/>
              <a:pathLst>
                <a:path w="1615" h="384">
                  <a:moveTo>
                    <a:pt x="0" y="0"/>
                  </a:moveTo>
                  <a:lnTo>
                    <a:pt x="0" y="384"/>
                  </a:lnTo>
                  <a:lnTo>
                    <a:pt x="1615" y="384"/>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Oval 154">
              <a:extLst>
                <a:ext uri="{FF2B5EF4-FFF2-40B4-BE49-F238E27FC236}">
                  <a16:creationId xmlns:a16="http://schemas.microsoft.com/office/drawing/2014/main" id="{50830A5D-98F7-49D4-A53F-4E7FAAE6C14E}"/>
                </a:ext>
              </a:extLst>
            </p:cNvPr>
            <p:cNvSpPr>
              <a:spLocks noChangeArrowheads="1"/>
            </p:cNvSpPr>
            <p:nvPr/>
          </p:nvSpPr>
          <p:spPr bwMode="auto">
            <a:xfrm>
              <a:off x="1373" y="2979"/>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4" name="Oval 155">
              <a:extLst>
                <a:ext uri="{FF2B5EF4-FFF2-40B4-BE49-F238E27FC236}">
                  <a16:creationId xmlns:a16="http://schemas.microsoft.com/office/drawing/2014/main" id="{8ECB2D67-917E-4E2E-A601-D9601561163A}"/>
                </a:ext>
              </a:extLst>
            </p:cNvPr>
            <p:cNvSpPr>
              <a:spLocks noChangeArrowheads="1"/>
            </p:cNvSpPr>
            <p:nvPr/>
          </p:nvSpPr>
          <p:spPr bwMode="auto">
            <a:xfrm>
              <a:off x="1373" y="2177"/>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Oval 156">
              <a:extLst>
                <a:ext uri="{FF2B5EF4-FFF2-40B4-BE49-F238E27FC236}">
                  <a16:creationId xmlns:a16="http://schemas.microsoft.com/office/drawing/2014/main" id="{72A7AB99-AA07-4AB9-B787-899E8FD28671}"/>
                </a:ext>
              </a:extLst>
            </p:cNvPr>
            <p:cNvSpPr>
              <a:spLocks noChangeArrowheads="1"/>
            </p:cNvSpPr>
            <p:nvPr/>
          </p:nvSpPr>
          <p:spPr bwMode="auto">
            <a:xfrm>
              <a:off x="2378" y="3093"/>
              <a:ext cx="63" cy="63"/>
            </a:xfrm>
            <a:prstGeom prst="ellipse">
              <a:avLst/>
            </a:prstGeom>
            <a:solidFill>
              <a:srgbClr val="37FFCB"/>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6" name="Oval 157">
              <a:extLst>
                <a:ext uri="{FF2B5EF4-FFF2-40B4-BE49-F238E27FC236}">
                  <a16:creationId xmlns:a16="http://schemas.microsoft.com/office/drawing/2014/main" id="{7C4A4FFA-5BE4-409B-9C59-C687664223FA}"/>
                </a:ext>
              </a:extLst>
            </p:cNvPr>
            <p:cNvSpPr>
              <a:spLocks noChangeArrowheads="1"/>
            </p:cNvSpPr>
            <p:nvPr/>
          </p:nvSpPr>
          <p:spPr bwMode="auto">
            <a:xfrm>
              <a:off x="2389" y="2280"/>
              <a:ext cx="63" cy="63"/>
            </a:xfrm>
            <a:prstGeom prst="ellipse">
              <a:avLst/>
            </a:prstGeom>
            <a:solidFill>
              <a:srgbClr val="37FFCB"/>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Oval 158">
              <a:extLst>
                <a:ext uri="{FF2B5EF4-FFF2-40B4-BE49-F238E27FC236}">
                  <a16:creationId xmlns:a16="http://schemas.microsoft.com/office/drawing/2014/main" id="{5FFF66FC-2C8B-4198-A088-033261A9CADA}"/>
                </a:ext>
              </a:extLst>
            </p:cNvPr>
            <p:cNvSpPr>
              <a:spLocks noChangeArrowheads="1"/>
            </p:cNvSpPr>
            <p:nvPr/>
          </p:nvSpPr>
          <p:spPr bwMode="auto">
            <a:xfrm>
              <a:off x="412" y="2269"/>
              <a:ext cx="63" cy="63"/>
            </a:xfrm>
            <a:prstGeom prst="ellipse">
              <a:avLst/>
            </a:prstGeom>
            <a:solidFill>
              <a:srgbClr val="37FFCB"/>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Oval 159">
              <a:extLst>
                <a:ext uri="{FF2B5EF4-FFF2-40B4-BE49-F238E27FC236}">
                  <a16:creationId xmlns:a16="http://schemas.microsoft.com/office/drawing/2014/main" id="{DE820491-DE13-4F4C-B239-521D544CD9E1}"/>
                </a:ext>
              </a:extLst>
            </p:cNvPr>
            <p:cNvSpPr>
              <a:spLocks noChangeArrowheads="1"/>
            </p:cNvSpPr>
            <p:nvPr/>
          </p:nvSpPr>
          <p:spPr bwMode="auto">
            <a:xfrm>
              <a:off x="423" y="3218"/>
              <a:ext cx="63" cy="63"/>
            </a:xfrm>
            <a:prstGeom prst="ellipse">
              <a:avLst/>
            </a:prstGeom>
            <a:solidFill>
              <a:srgbClr val="37FFCB"/>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60">
              <a:extLst>
                <a:ext uri="{FF2B5EF4-FFF2-40B4-BE49-F238E27FC236}">
                  <a16:creationId xmlns:a16="http://schemas.microsoft.com/office/drawing/2014/main" id="{A42A91AD-C49A-4F86-8C32-96405AD063DA}"/>
                </a:ext>
              </a:extLst>
            </p:cNvPr>
            <p:cNvSpPr>
              <a:spLocks noChangeArrowheads="1"/>
            </p:cNvSpPr>
            <p:nvPr/>
          </p:nvSpPr>
          <p:spPr bwMode="auto">
            <a:xfrm>
              <a:off x="1766"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Oval 161">
              <a:extLst>
                <a:ext uri="{FF2B5EF4-FFF2-40B4-BE49-F238E27FC236}">
                  <a16:creationId xmlns:a16="http://schemas.microsoft.com/office/drawing/2014/main" id="{4691C8B5-4882-42BD-8D33-BE98FCF9ED43}"/>
                </a:ext>
              </a:extLst>
            </p:cNvPr>
            <p:cNvSpPr>
              <a:spLocks noChangeArrowheads="1"/>
            </p:cNvSpPr>
            <p:nvPr/>
          </p:nvSpPr>
          <p:spPr bwMode="auto">
            <a:xfrm>
              <a:off x="1032"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Oval 162">
              <a:extLst>
                <a:ext uri="{FF2B5EF4-FFF2-40B4-BE49-F238E27FC236}">
                  <a16:creationId xmlns:a16="http://schemas.microsoft.com/office/drawing/2014/main" id="{D6227C8C-9B1C-400F-B8C4-BD58122BB825}"/>
                </a:ext>
              </a:extLst>
            </p:cNvPr>
            <p:cNvSpPr>
              <a:spLocks noChangeArrowheads="1"/>
            </p:cNvSpPr>
            <p:nvPr/>
          </p:nvSpPr>
          <p:spPr bwMode="auto">
            <a:xfrm>
              <a:off x="116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Oval 163">
              <a:extLst>
                <a:ext uri="{FF2B5EF4-FFF2-40B4-BE49-F238E27FC236}">
                  <a16:creationId xmlns:a16="http://schemas.microsoft.com/office/drawing/2014/main" id="{3C096472-CE0A-4873-8B00-C58F3A3D593B}"/>
                </a:ext>
              </a:extLst>
            </p:cNvPr>
            <p:cNvSpPr>
              <a:spLocks noChangeArrowheads="1"/>
            </p:cNvSpPr>
            <p:nvPr/>
          </p:nvSpPr>
          <p:spPr bwMode="auto">
            <a:xfrm>
              <a:off x="160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Oval 164">
              <a:extLst>
                <a:ext uri="{FF2B5EF4-FFF2-40B4-BE49-F238E27FC236}">
                  <a16:creationId xmlns:a16="http://schemas.microsoft.com/office/drawing/2014/main" id="{13100733-428D-4C97-A604-DCB1018975A7}"/>
                </a:ext>
              </a:extLst>
            </p:cNvPr>
            <p:cNvSpPr>
              <a:spLocks noChangeArrowheads="1"/>
            </p:cNvSpPr>
            <p:nvPr/>
          </p:nvSpPr>
          <p:spPr bwMode="auto">
            <a:xfrm>
              <a:off x="2049" y="1241"/>
              <a:ext cx="63" cy="63"/>
            </a:xfrm>
            <a:prstGeom prst="ellipse">
              <a:avLst/>
            </a:prstGeom>
            <a:solidFill>
              <a:schemeClr val="bg1"/>
            </a:solidFill>
            <a:ln w="381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Oval 165">
              <a:extLst>
                <a:ext uri="{FF2B5EF4-FFF2-40B4-BE49-F238E27FC236}">
                  <a16:creationId xmlns:a16="http://schemas.microsoft.com/office/drawing/2014/main" id="{F069046A-23FF-4EE9-87D8-68B7A156CCC9}"/>
                </a:ext>
              </a:extLst>
            </p:cNvPr>
            <p:cNvSpPr>
              <a:spLocks noChangeArrowheads="1"/>
            </p:cNvSpPr>
            <p:nvPr/>
          </p:nvSpPr>
          <p:spPr bwMode="auto">
            <a:xfrm>
              <a:off x="2071" y="1241"/>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Oval 166">
              <a:extLst>
                <a:ext uri="{FF2B5EF4-FFF2-40B4-BE49-F238E27FC236}">
                  <a16:creationId xmlns:a16="http://schemas.microsoft.com/office/drawing/2014/main" id="{7CB0F86C-9EA8-4B2E-ADFC-00340A8B943D}"/>
                </a:ext>
              </a:extLst>
            </p:cNvPr>
            <p:cNvSpPr>
              <a:spLocks noChangeArrowheads="1"/>
            </p:cNvSpPr>
            <p:nvPr/>
          </p:nvSpPr>
          <p:spPr bwMode="auto">
            <a:xfrm>
              <a:off x="714" y="1253"/>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Text Box 167">
              <a:extLst>
                <a:ext uri="{FF2B5EF4-FFF2-40B4-BE49-F238E27FC236}">
                  <a16:creationId xmlns:a16="http://schemas.microsoft.com/office/drawing/2014/main" id="{26F26381-D2C4-43C5-9DAF-D6133AC51082}"/>
                </a:ext>
              </a:extLst>
            </p:cNvPr>
            <p:cNvSpPr txBox="1">
              <a:spLocks noChangeArrowheads="1"/>
            </p:cNvSpPr>
            <p:nvPr/>
          </p:nvSpPr>
          <p:spPr bwMode="auto">
            <a:xfrm>
              <a:off x="469" y="1105"/>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7" name="Text Box 168">
              <a:extLst>
                <a:ext uri="{FF2B5EF4-FFF2-40B4-BE49-F238E27FC236}">
                  <a16:creationId xmlns:a16="http://schemas.microsoft.com/office/drawing/2014/main" id="{21777378-7212-4382-8C14-85B4A92DB9A8}"/>
                </a:ext>
              </a:extLst>
            </p:cNvPr>
            <p:cNvSpPr txBox="1">
              <a:spLocks noChangeArrowheads="1"/>
            </p:cNvSpPr>
            <p:nvPr/>
          </p:nvSpPr>
          <p:spPr bwMode="auto">
            <a:xfrm>
              <a:off x="2141" y="1139"/>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8" name="Line 169">
              <a:extLst>
                <a:ext uri="{FF2B5EF4-FFF2-40B4-BE49-F238E27FC236}">
                  <a16:creationId xmlns:a16="http://schemas.microsoft.com/office/drawing/2014/main" id="{5EED3C87-5AC9-462B-94AB-078F9BDBA5D3}"/>
                </a:ext>
              </a:extLst>
            </p:cNvPr>
            <p:cNvSpPr>
              <a:spLocks noChangeShapeType="1"/>
            </p:cNvSpPr>
            <p:nvPr/>
          </p:nvSpPr>
          <p:spPr bwMode="auto">
            <a:xfrm>
              <a:off x="2197" y="1195"/>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Text Box 170">
              <a:extLst>
                <a:ext uri="{FF2B5EF4-FFF2-40B4-BE49-F238E27FC236}">
                  <a16:creationId xmlns:a16="http://schemas.microsoft.com/office/drawing/2014/main" id="{721B0394-5A9C-4531-BC86-997EA6D4B9CD}"/>
                </a:ext>
              </a:extLst>
            </p:cNvPr>
            <p:cNvSpPr txBox="1">
              <a:spLocks noChangeArrowheads="1"/>
            </p:cNvSpPr>
            <p:nvPr/>
          </p:nvSpPr>
          <p:spPr bwMode="auto">
            <a:xfrm>
              <a:off x="1215" y="3589"/>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80" name="Line 171">
              <a:extLst>
                <a:ext uri="{FF2B5EF4-FFF2-40B4-BE49-F238E27FC236}">
                  <a16:creationId xmlns:a16="http://schemas.microsoft.com/office/drawing/2014/main" id="{3ECAF5C0-9110-45E8-950F-630D1D5B478B}"/>
                </a:ext>
              </a:extLst>
            </p:cNvPr>
            <p:cNvSpPr>
              <a:spLocks noChangeShapeType="1"/>
            </p:cNvSpPr>
            <p:nvPr/>
          </p:nvSpPr>
          <p:spPr bwMode="auto">
            <a:xfrm>
              <a:off x="1283" y="3634"/>
              <a:ext cx="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81" name="Group 172">
              <a:extLst>
                <a:ext uri="{FF2B5EF4-FFF2-40B4-BE49-F238E27FC236}">
                  <a16:creationId xmlns:a16="http://schemas.microsoft.com/office/drawing/2014/main" id="{646B1A5D-98DE-4B29-BD14-1E17A3462BAF}"/>
                </a:ext>
              </a:extLst>
            </p:cNvPr>
            <p:cNvGrpSpPr>
              <a:grpSpLocks/>
            </p:cNvGrpSpPr>
            <p:nvPr/>
          </p:nvGrpSpPr>
          <p:grpSpPr bwMode="auto">
            <a:xfrm>
              <a:off x="2299" y="3567"/>
              <a:ext cx="498" cy="288"/>
              <a:chOff x="2959" y="2982"/>
              <a:chExt cx="498" cy="288"/>
            </a:xfrm>
          </p:grpSpPr>
          <p:sp>
            <p:nvSpPr>
              <p:cNvPr id="90" name="Text Box 173">
                <a:extLst>
                  <a:ext uri="{FF2B5EF4-FFF2-40B4-BE49-F238E27FC236}">
                    <a16:creationId xmlns:a16="http://schemas.microsoft.com/office/drawing/2014/main" id="{AF820700-D08F-4BB4-A4B7-F13EC9A1D97D}"/>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91" name="Line 174">
                <a:extLst>
                  <a:ext uri="{FF2B5EF4-FFF2-40B4-BE49-F238E27FC236}">
                    <a16:creationId xmlns:a16="http://schemas.microsoft.com/office/drawing/2014/main" id="{8DBC9363-D0C5-47F9-B4A1-05C6B1BA7CB8}"/>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82" name="Group 175">
              <a:extLst>
                <a:ext uri="{FF2B5EF4-FFF2-40B4-BE49-F238E27FC236}">
                  <a16:creationId xmlns:a16="http://schemas.microsoft.com/office/drawing/2014/main" id="{A51880F4-DFCB-4E49-B986-7BD81768D790}"/>
                </a:ext>
              </a:extLst>
            </p:cNvPr>
            <p:cNvGrpSpPr>
              <a:grpSpLocks/>
            </p:cNvGrpSpPr>
            <p:nvPr/>
          </p:nvGrpSpPr>
          <p:grpSpPr bwMode="auto">
            <a:xfrm>
              <a:off x="345" y="3567"/>
              <a:ext cx="498" cy="288"/>
              <a:chOff x="2959" y="2982"/>
              <a:chExt cx="498" cy="288"/>
            </a:xfrm>
          </p:grpSpPr>
          <p:sp>
            <p:nvSpPr>
              <p:cNvPr id="88" name="Text Box 176">
                <a:extLst>
                  <a:ext uri="{FF2B5EF4-FFF2-40B4-BE49-F238E27FC236}">
                    <a16:creationId xmlns:a16="http://schemas.microsoft.com/office/drawing/2014/main" id="{A89F2B4C-FAC7-4B66-89A8-5971ED109B12}"/>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89" name="Line 177">
                <a:extLst>
                  <a:ext uri="{FF2B5EF4-FFF2-40B4-BE49-F238E27FC236}">
                    <a16:creationId xmlns:a16="http://schemas.microsoft.com/office/drawing/2014/main" id="{261119D2-A3F0-423C-ADB4-8ECA9E798E22}"/>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3" name="Text Box 178">
              <a:extLst>
                <a:ext uri="{FF2B5EF4-FFF2-40B4-BE49-F238E27FC236}">
                  <a16:creationId xmlns:a16="http://schemas.microsoft.com/office/drawing/2014/main" id="{2D17F793-A18E-4B38-B072-04FECD4112FF}"/>
                </a:ext>
              </a:extLst>
            </p:cNvPr>
            <p:cNvSpPr txBox="1">
              <a:spLocks noChangeArrowheads="1"/>
            </p:cNvSpPr>
            <p:nvPr/>
          </p:nvSpPr>
          <p:spPr bwMode="auto">
            <a:xfrm>
              <a:off x="774" y="3544"/>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84" name="Text Box 179">
              <a:extLst>
                <a:ext uri="{FF2B5EF4-FFF2-40B4-BE49-F238E27FC236}">
                  <a16:creationId xmlns:a16="http://schemas.microsoft.com/office/drawing/2014/main" id="{642E3B9F-8CD9-4DB0-8F61-4BDC81817780}"/>
                </a:ext>
              </a:extLst>
            </p:cNvPr>
            <p:cNvSpPr txBox="1">
              <a:spLocks noChangeArrowheads="1"/>
            </p:cNvSpPr>
            <p:nvPr/>
          </p:nvSpPr>
          <p:spPr bwMode="auto">
            <a:xfrm>
              <a:off x="1870" y="3566"/>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85" name="Text Box 180">
              <a:extLst>
                <a:ext uri="{FF2B5EF4-FFF2-40B4-BE49-F238E27FC236}">
                  <a16:creationId xmlns:a16="http://schemas.microsoft.com/office/drawing/2014/main" id="{6A44FF5B-8793-46B6-AA9F-6F1E397D292E}"/>
                </a:ext>
              </a:extLst>
            </p:cNvPr>
            <p:cNvSpPr txBox="1">
              <a:spLocks noChangeArrowheads="1"/>
            </p:cNvSpPr>
            <p:nvPr/>
          </p:nvSpPr>
          <p:spPr bwMode="auto">
            <a:xfrm>
              <a:off x="853" y="2493"/>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86" name="Text Box 181">
              <a:extLst>
                <a:ext uri="{FF2B5EF4-FFF2-40B4-BE49-F238E27FC236}">
                  <a16:creationId xmlns:a16="http://schemas.microsoft.com/office/drawing/2014/main" id="{550AEC21-E12C-4B30-B9BF-48CCA064ADF9}"/>
                </a:ext>
              </a:extLst>
            </p:cNvPr>
            <p:cNvSpPr txBox="1">
              <a:spLocks noChangeArrowheads="1"/>
            </p:cNvSpPr>
            <p:nvPr/>
          </p:nvSpPr>
          <p:spPr bwMode="auto">
            <a:xfrm>
              <a:off x="1824" y="2459"/>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sp>
          <p:nvSpPr>
            <p:cNvPr id="87" name="Freeform 182">
              <a:extLst>
                <a:ext uri="{FF2B5EF4-FFF2-40B4-BE49-F238E27FC236}">
                  <a16:creationId xmlns:a16="http://schemas.microsoft.com/office/drawing/2014/main" id="{F74CAF36-8DA1-45C8-A16C-3235CC556526}"/>
                </a:ext>
              </a:extLst>
            </p:cNvPr>
            <p:cNvSpPr>
              <a:spLocks/>
            </p:cNvSpPr>
            <p:nvPr/>
          </p:nvSpPr>
          <p:spPr bwMode="auto">
            <a:xfrm>
              <a:off x="461" y="2734"/>
              <a:ext cx="1603" cy="513"/>
            </a:xfrm>
            <a:custGeom>
              <a:avLst/>
              <a:gdLst>
                <a:gd name="T0" fmla="*/ 0 w 1603"/>
                <a:gd name="T1" fmla="*/ 513 h 513"/>
                <a:gd name="T2" fmla="*/ 1603 w 1603"/>
                <a:gd name="T3" fmla="*/ 513 h 513"/>
                <a:gd name="T4" fmla="*/ 1603 w 1603"/>
                <a:gd name="T5" fmla="*/ 0 h 513"/>
                <a:gd name="T6" fmla="*/ 0 60000 65536"/>
                <a:gd name="T7" fmla="*/ 0 60000 65536"/>
                <a:gd name="T8" fmla="*/ 0 60000 65536"/>
              </a:gdLst>
              <a:ahLst/>
              <a:cxnLst>
                <a:cxn ang="T6">
                  <a:pos x="T0" y="T1"/>
                </a:cxn>
                <a:cxn ang="T7">
                  <a:pos x="T2" y="T3"/>
                </a:cxn>
                <a:cxn ang="T8">
                  <a:pos x="T4" y="T5"/>
                </a:cxn>
              </a:cxnLst>
              <a:rect l="0" t="0" r="r" b="b"/>
              <a:pathLst>
                <a:path w="1603" h="513">
                  <a:moveTo>
                    <a:pt x="0" y="513"/>
                  </a:moveTo>
                  <a:lnTo>
                    <a:pt x="1603" y="513"/>
                  </a:lnTo>
                  <a:lnTo>
                    <a:pt x="160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387429457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txBox="1">
            <a:spLocks/>
          </p:cNvSpPr>
          <p:nvPr/>
        </p:nvSpPr>
        <p:spPr>
          <a:xfrm>
            <a:off x="182880" y="6443663"/>
            <a:ext cx="903288" cy="33813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41</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5" name="标题 1"/>
          <p:cNvSpPr txBox="1">
            <a:spLocks/>
          </p:cNvSpPr>
          <p:nvPr/>
        </p:nvSpPr>
        <p:spPr bwMode="auto">
          <a:xfrm>
            <a:off x="451644" y="314457"/>
            <a:ext cx="742632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 6.10 </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边沿触发的</a:t>
            </a:r>
            <a:r>
              <a:rPr kumimoji="1" lang="en-US" altLang="zh-CN"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J-K</a:t>
            </a:r>
            <a:r>
              <a:rPr kumimoji="1" lang="zh-CN" altLang="en-US" sz="4000" b="1" i="0" u="none" strike="noStrike" kern="1200" cap="none" spc="0" normalizeH="0" baseline="0" noProof="0" dirty="0">
                <a:ln>
                  <a:noFill/>
                </a:ln>
                <a:solidFill>
                  <a:schemeClr val="tx2"/>
                </a:solidFill>
                <a:effectLst/>
                <a:uLnTx/>
                <a:uFillTx/>
                <a:latin typeface="黑体" pitchFamily="49" charset="-122"/>
                <a:ea typeface="黑体" pitchFamily="49" charset="-122"/>
                <a:cs typeface="+mj-cs"/>
              </a:rPr>
              <a:t>触发器</a:t>
            </a:r>
            <a:endParaRPr kumimoji="1" lang="zh-CN" altLang="en-US" sz="4000" b="1" i="0" u="none" strike="noStrike" kern="1200" cap="none" spc="0" normalizeH="0" baseline="0" noProof="0" dirty="0">
              <a:ln>
                <a:noFill/>
              </a:ln>
              <a:solidFill>
                <a:schemeClr val="tx2"/>
              </a:solidFill>
              <a:effectLst/>
              <a:uLnTx/>
              <a:uFillTx/>
              <a:latin typeface="+mj-lt"/>
              <a:ea typeface="+mj-ea"/>
              <a:cs typeface="+mj-cs"/>
            </a:endParaRPr>
          </a:p>
        </p:txBody>
      </p:sp>
      <p:grpSp>
        <p:nvGrpSpPr>
          <p:cNvPr id="6" name="Group 3">
            <a:extLst>
              <a:ext uri="{FF2B5EF4-FFF2-40B4-BE49-F238E27FC236}">
                <a16:creationId xmlns:a16="http://schemas.microsoft.com/office/drawing/2014/main" id="{7D52C69D-9A72-4281-919C-04E95D934431}"/>
              </a:ext>
            </a:extLst>
          </p:cNvPr>
          <p:cNvGrpSpPr>
            <a:grpSpLocks/>
          </p:cNvGrpSpPr>
          <p:nvPr/>
        </p:nvGrpSpPr>
        <p:grpSpPr bwMode="auto">
          <a:xfrm>
            <a:off x="4721860" y="1308418"/>
            <a:ext cx="2692400" cy="519112"/>
            <a:chOff x="2936" y="757"/>
            <a:chExt cx="1696" cy="327"/>
          </a:xfrm>
        </p:grpSpPr>
        <p:sp>
          <p:nvSpPr>
            <p:cNvPr id="7" name="Text Box 4">
              <a:extLst>
                <a:ext uri="{FF2B5EF4-FFF2-40B4-BE49-F238E27FC236}">
                  <a16:creationId xmlns:a16="http://schemas.microsoft.com/office/drawing/2014/main" id="{E173F83C-EFAC-4DC8-81F6-993A31EBC5A1}"/>
                </a:ext>
              </a:extLst>
            </p:cNvPr>
            <p:cNvSpPr txBox="1">
              <a:spLocks noChangeArrowheads="1"/>
            </p:cNvSpPr>
            <p:nvPr/>
          </p:nvSpPr>
          <p:spPr bwMode="auto">
            <a:xfrm>
              <a:off x="2936" y="757"/>
              <a:ext cx="1696"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1</a:t>
              </a:r>
              <a:r>
                <a:rPr kumimoji="1" lang="zh-CN" altLang="en-US"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CP=0</a:t>
              </a:r>
              <a:r>
                <a:rPr kumimoji="1" lang="zh-CN" altLang="en-US" sz="2800" b="0" i="0" u="none" strike="noStrike" kern="1200" cap="none" spc="0" normalizeH="0" baseline="0" noProof="0" dirty="0">
                  <a:ln>
                    <a:solidFill>
                      <a:schemeClr val="tx1"/>
                    </a:solidFill>
                  </a:ln>
                  <a:effectLst/>
                  <a:uLnTx/>
                  <a:uFillTx/>
                  <a:latin typeface="黑体" pitchFamily="49" charset="-122"/>
                  <a:ea typeface="黑体" pitchFamily="49" charset="-122"/>
                </a:rPr>
                <a:t>时：</a:t>
              </a:r>
            </a:p>
          </p:txBody>
        </p:sp>
        <p:sp>
          <p:nvSpPr>
            <p:cNvPr id="8" name="Line 5">
              <a:extLst>
                <a:ext uri="{FF2B5EF4-FFF2-40B4-BE49-F238E27FC236}">
                  <a16:creationId xmlns:a16="http://schemas.microsoft.com/office/drawing/2014/main" id="{6315DCF5-4151-4986-8E84-03D91E9E7A17}"/>
                </a:ext>
              </a:extLst>
            </p:cNvPr>
            <p:cNvSpPr>
              <a:spLocks noChangeShapeType="1"/>
            </p:cNvSpPr>
            <p:nvPr/>
          </p:nvSpPr>
          <p:spPr bwMode="auto">
            <a:xfrm>
              <a:off x="3323" y="802"/>
              <a:ext cx="2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9" name="Text Box 6">
            <a:extLst>
              <a:ext uri="{FF2B5EF4-FFF2-40B4-BE49-F238E27FC236}">
                <a16:creationId xmlns:a16="http://schemas.microsoft.com/office/drawing/2014/main" id="{E83855F8-C10C-4E91-B36F-CCFC2D598C5B}"/>
              </a:ext>
            </a:extLst>
          </p:cNvPr>
          <p:cNvSpPr txBox="1">
            <a:spLocks noChangeArrowheads="1"/>
          </p:cNvSpPr>
          <p:nvPr/>
        </p:nvSpPr>
        <p:spPr bwMode="auto">
          <a:xfrm>
            <a:off x="5402898" y="1935480"/>
            <a:ext cx="2976562" cy="946150"/>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门</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2</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输出为</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，门</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A</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b="0" i="0" u="none" strike="noStrike" kern="1200" cap="none" spc="0" normalizeH="0" baseline="0" noProof="0" dirty="0">
                <a:ln>
                  <a:solidFill>
                    <a:schemeClr val="tx1"/>
                  </a:solidFill>
                </a:ln>
                <a:effectLst/>
                <a:uLnTx/>
                <a:uFillTx/>
                <a:ea typeface="黑体" pitchFamily="49" charset="-122"/>
                <a:cs typeface="Times New Roman" pitchFamily="18" charset="0"/>
              </a:rPr>
              <a:t>D</a:t>
            </a:r>
            <a:r>
              <a:rPr kumimoji="1" lang="zh-CN" altLang="en-US" sz="2800" b="0" i="0" u="none" strike="noStrike" kern="1200" cap="none" spc="0" normalizeH="0" baseline="0" noProof="0" dirty="0">
                <a:ln>
                  <a:solidFill>
                    <a:schemeClr val="tx1"/>
                  </a:solidFill>
                </a:ln>
                <a:effectLst/>
                <a:uLnTx/>
                <a:uFillTx/>
                <a:ea typeface="黑体" pitchFamily="49" charset="-122"/>
                <a:cs typeface="Times New Roman" pitchFamily="18" charset="0"/>
              </a:rPr>
              <a:t>封锁。</a:t>
            </a:r>
          </a:p>
        </p:txBody>
      </p:sp>
      <p:grpSp>
        <p:nvGrpSpPr>
          <p:cNvPr id="10" name="Group 7">
            <a:extLst>
              <a:ext uri="{FF2B5EF4-FFF2-40B4-BE49-F238E27FC236}">
                <a16:creationId xmlns:a16="http://schemas.microsoft.com/office/drawing/2014/main" id="{FA24715D-D67A-4CC1-A75F-90AE1D7BCC6D}"/>
              </a:ext>
            </a:extLst>
          </p:cNvPr>
          <p:cNvGrpSpPr>
            <a:grpSpLocks/>
          </p:cNvGrpSpPr>
          <p:nvPr/>
        </p:nvGrpSpPr>
        <p:grpSpPr bwMode="auto">
          <a:xfrm>
            <a:off x="5621973" y="3154680"/>
            <a:ext cx="2540000" cy="2316163"/>
            <a:chOff x="3457" y="2281"/>
            <a:chExt cx="1566" cy="1459"/>
          </a:xfrm>
        </p:grpSpPr>
        <p:grpSp>
          <p:nvGrpSpPr>
            <p:cNvPr id="11" name="Group 8">
              <a:extLst>
                <a:ext uri="{FF2B5EF4-FFF2-40B4-BE49-F238E27FC236}">
                  <a16:creationId xmlns:a16="http://schemas.microsoft.com/office/drawing/2014/main" id="{A4807829-87C0-4A65-A699-5CA89CF42D34}"/>
                </a:ext>
              </a:extLst>
            </p:cNvPr>
            <p:cNvGrpSpPr>
              <a:grpSpLocks/>
            </p:cNvGrpSpPr>
            <p:nvPr/>
          </p:nvGrpSpPr>
          <p:grpSpPr bwMode="auto">
            <a:xfrm>
              <a:off x="3556" y="2338"/>
              <a:ext cx="1302" cy="1192"/>
              <a:chOff x="714" y="1188"/>
              <a:chExt cx="1769" cy="1860"/>
            </a:xfrm>
          </p:grpSpPr>
          <p:sp>
            <p:nvSpPr>
              <p:cNvPr id="19" name="Rectangle 9">
                <a:extLst>
                  <a:ext uri="{FF2B5EF4-FFF2-40B4-BE49-F238E27FC236}">
                    <a16:creationId xmlns:a16="http://schemas.microsoft.com/office/drawing/2014/main" id="{2E09A981-6552-4B2F-A3E2-5A43D3C2E56C}"/>
                  </a:ext>
                </a:extLst>
              </p:cNvPr>
              <p:cNvSpPr>
                <a:spLocks noChangeArrowheads="1"/>
              </p:cNvSpPr>
              <p:nvPr/>
            </p:nvSpPr>
            <p:spPr bwMode="auto">
              <a:xfrm>
                <a:off x="714"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 name="Oval 10">
                <a:extLst>
                  <a:ext uri="{FF2B5EF4-FFF2-40B4-BE49-F238E27FC236}">
                    <a16:creationId xmlns:a16="http://schemas.microsoft.com/office/drawing/2014/main" id="{6E2DA54E-50D2-4F22-834A-2CD67F62C042}"/>
                  </a:ext>
                </a:extLst>
              </p:cNvPr>
              <p:cNvSpPr>
                <a:spLocks noChangeArrowheads="1"/>
              </p:cNvSpPr>
              <p:nvPr/>
            </p:nvSpPr>
            <p:spPr bwMode="auto">
              <a:xfrm>
                <a:off x="941"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1" name="Line 11">
                <a:extLst>
                  <a:ext uri="{FF2B5EF4-FFF2-40B4-BE49-F238E27FC236}">
                    <a16:creationId xmlns:a16="http://schemas.microsoft.com/office/drawing/2014/main" id="{88B6DC7C-A3F4-4A2E-B5E9-83EE5ED8D0C7}"/>
                  </a:ext>
                </a:extLst>
              </p:cNvPr>
              <p:cNvSpPr>
                <a:spLocks noChangeShapeType="1"/>
              </p:cNvSpPr>
              <p:nvPr/>
            </p:nvSpPr>
            <p:spPr bwMode="auto">
              <a:xfrm flipV="1">
                <a:off x="1032"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Line 12">
                <a:extLst>
                  <a:ext uri="{FF2B5EF4-FFF2-40B4-BE49-F238E27FC236}">
                    <a16:creationId xmlns:a16="http://schemas.microsoft.com/office/drawing/2014/main" id="{6E8EF22A-CCDD-4F72-BC9B-F19444387CF9}"/>
                  </a:ext>
                </a:extLst>
              </p:cNvPr>
              <p:cNvSpPr>
                <a:spLocks noChangeShapeType="1"/>
              </p:cNvSpPr>
              <p:nvPr/>
            </p:nvSpPr>
            <p:spPr bwMode="auto">
              <a:xfrm>
                <a:off x="851" y="2322"/>
                <a:ext cx="1" cy="7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Line 13">
                <a:extLst>
                  <a:ext uri="{FF2B5EF4-FFF2-40B4-BE49-F238E27FC236}">
                    <a16:creationId xmlns:a16="http://schemas.microsoft.com/office/drawing/2014/main" id="{E0F7557E-F96F-4CA9-9FCB-134A8960E7B9}"/>
                  </a:ext>
                </a:extLst>
              </p:cNvPr>
              <p:cNvSpPr>
                <a:spLocks noChangeShapeType="1"/>
              </p:cNvSpPr>
              <p:nvPr/>
            </p:nvSpPr>
            <p:spPr bwMode="auto">
              <a:xfrm>
                <a:off x="1213"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Rectangle 14">
                <a:extLst>
                  <a:ext uri="{FF2B5EF4-FFF2-40B4-BE49-F238E27FC236}">
                    <a16:creationId xmlns:a16="http://schemas.microsoft.com/office/drawing/2014/main" id="{8643C511-27FB-41DC-AB42-A31203E0C8ED}"/>
                  </a:ext>
                </a:extLst>
              </p:cNvPr>
              <p:cNvSpPr>
                <a:spLocks noChangeArrowheads="1"/>
              </p:cNvSpPr>
              <p:nvPr/>
            </p:nvSpPr>
            <p:spPr bwMode="auto">
              <a:xfrm>
                <a:off x="1848" y="1959"/>
                <a:ext cx="635" cy="3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Oval 15">
                <a:extLst>
                  <a:ext uri="{FF2B5EF4-FFF2-40B4-BE49-F238E27FC236}">
                    <a16:creationId xmlns:a16="http://schemas.microsoft.com/office/drawing/2014/main" id="{68708F5D-3881-4F82-B364-B55FB0CB791A}"/>
                  </a:ext>
                </a:extLst>
              </p:cNvPr>
              <p:cNvSpPr>
                <a:spLocks noChangeArrowheads="1"/>
              </p:cNvSpPr>
              <p:nvPr/>
            </p:nvSpPr>
            <p:spPr bwMode="auto">
              <a:xfrm>
                <a:off x="2075" y="1823"/>
                <a:ext cx="136" cy="1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16">
                <a:extLst>
                  <a:ext uri="{FF2B5EF4-FFF2-40B4-BE49-F238E27FC236}">
                    <a16:creationId xmlns:a16="http://schemas.microsoft.com/office/drawing/2014/main" id="{CC1C9376-E79B-495F-9172-0C7C0D70D6CF}"/>
                  </a:ext>
                </a:extLst>
              </p:cNvPr>
              <p:cNvSpPr>
                <a:spLocks noChangeShapeType="1"/>
              </p:cNvSpPr>
              <p:nvPr/>
            </p:nvSpPr>
            <p:spPr bwMode="auto">
              <a:xfrm flipV="1">
                <a:off x="2166" y="1188"/>
                <a:ext cx="1" cy="6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Line 17">
                <a:extLst>
                  <a:ext uri="{FF2B5EF4-FFF2-40B4-BE49-F238E27FC236}">
                    <a16:creationId xmlns:a16="http://schemas.microsoft.com/office/drawing/2014/main" id="{E0F97432-D6BD-47FB-B85C-FE8164C74A46}"/>
                  </a:ext>
                </a:extLst>
              </p:cNvPr>
              <p:cNvSpPr>
                <a:spLocks noChangeShapeType="1"/>
              </p:cNvSpPr>
              <p:nvPr/>
            </p:nvSpPr>
            <p:spPr bwMode="auto">
              <a:xfrm flipH="1">
                <a:off x="1984" y="2322"/>
                <a:ext cx="1" cy="22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 name="Line 18">
                <a:extLst>
                  <a:ext uri="{FF2B5EF4-FFF2-40B4-BE49-F238E27FC236}">
                    <a16:creationId xmlns:a16="http://schemas.microsoft.com/office/drawing/2014/main" id="{527C0244-D47E-4CEE-892F-3FA633B34880}"/>
                  </a:ext>
                </a:extLst>
              </p:cNvPr>
              <p:cNvSpPr>
                <a:spLocks noChangeShapeType="1"/>
              </p:cNvSpPr>
              <p:nvPr/>
            </p:nvSpPr>
            <p:spPr bwMode="auto">
              <a:xfrm>
                <a:off x="2347" y="2322"/>
                <a:ext cx="1" cy="2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Line 19">
                <a:extLst>
                  <a:ext uri="{FF2B5EF4-FFF2-40B4-BE49-F238E27FC236}">
                    <a16:creationId xmlns:a16="http://schemas.microsoft.com/office/drawing/2014/main" id="{6524806C-E202-4CA2-AA75-30C5125C7DBA}"/>
                  </a:ext>
                </a:extLst>
              </p:cNvPr>
              <p:cNvSpPr>
                <a:spLocks noChangeShapeType="1"/>
              </p:cNvSpPr>
              <p:nvPr/>
            </p:nvSpPr>
            <p:spPr bwMode="auto">
              <a:xfrm>
                <a:off x="1984" y="2549"/>
                <a:ext cx="1" cy="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Line 20">
                <a:extLst>
                  <a:ext uri="{FF2B5EF4-FFF2-40B4-BE49-F238E27FC236}">
                    <a16:creationId xmlns:a16="http://schemas.microsoft.com/office/drawing/2014/main" id="{5ACDDF62-FD56-48C2-A9AD-85E11B2108CF}"/>
                  </a:ext>
                </a:extLst>
              </p:cNvPr>
              <p:cNvSpPr>
                <a:spLocks noChangeShapeType="1"/>
              </p:cNvSpPr>
              <p:nvPr/>
            </p:nvSpPr>
            <p:spPr bwMode="auto">
              <a:xfrm>
                <a:off x="1032"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Line 21">
                <a:extLst>
                  <a:ext uri="{FF2B5EF4-FFF2-40B4-BE49-F238E27FC236}">
                    <a16:creationId xmlns:a16="http://schemas.microsoft.com/office/drawing/2014/main" id="{5DE2F84A-FBAE-488F-8F6D-1BBE5DB3AF47}"/>
                  </a:ext>
                </a:extLst>
              </p:cNvPr>
              <p:cNvSpPr>
                <a:spLocks noChangeShapeType="1"/>
              </p:cNvSpPr>
              <p:nvPr/>
            </p:nvSpPr>
            <p:spPr bwMode="auto">
              <a:xfrm>
                <a:off x="1304"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Line 22">
                <a:extLst>
                  <a:ext uri="{FF2B5EF4-FFF2-40B4-BE49-F238E27FC236}">
                    <a16:creationId xmlns:a16="http://schemas.microsoft.com/office/drawing/2014/main" id="{2C9A0224-8DED-4290-95EF-108A3E564566}"/>
                  </a:ext>
                </a:extLst>
              </p:cNvPr>
              <p:cNvSpPr>
                <a:spLocks noChangeShapeType="1"/>
              </p:cNvSpPr>
              <p:nvPr/>
            </p:nvSpPr>
            <p:spPr bwMode="auto">
              <a:xfrm flipH="1">
                <a:off x="1894" y="1551"/>
                <a:ext cx="27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Line 23">
                <a:extLst>
                  <a:ext uri="{FF2B5EF4-FFF2-40B4-BE49-F238E27FC236}">
                    <a16:creationId xmlns:a16="http://schemas.microsoft.com/office/drawing/2014/main" id="{D35DE8EA-CF61-4222-96B3-A060C625852D}"/>
                  </a:ext>
                </a:extLst>
              </p:cNvPr>
              <p:cNvSpPr>
                <a:spLocks noChangeShapeType="1"/>
              </p:cNvSpPr>
              <p:nvPr/>
            </p:nvSpPr>
            <p:spPr bwMode="auto">
              <a:xfrm flipH="1">
                <a:off x="1395" y="1551"/>
                <a:ext cx="499" cy="11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Line 24">
                <a:extLst>
                  <a:ext uri="{FF2B5EF4-FFF2-40B4-BE49-F238E27FC236}">
                    <a16:creationId xmlns:a16="http://schemas.microsoft.com/office/drawing/2014/main" id="{0DBC072F-5951-4A7A-8A23-66159D503E23}"/>
                  </a:ext>
                </a:extLst>
              </p:cNvPr>
              <p:cNvSpPr>
                <a:spLocks noChangeShapeType="1"/>
              </p:cNvSpPr>
              <p:nvPr/>
            </p:nvSpPr>
            <p:spPr bwMode="auto">
              <a:xfrm>
                <a:off x="1803" y="2685"/>
                <a:ext cx="181"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Line 25">
                <a:extLst>
                  <a:ext uri="{FF2B5EF4-FFF2-40B4-BE49-F238E27FC236}">
                    <a16:creationId xmlns:a16="http://schemas.microsoft.com/office/drawing/2014/main" id="{797F76F7-7C0D-4F68-B8A7-0E80F00D7BD1}"/>
                  </a:ext>
                </a:extLst>
              </p:cNvPr>
              <p:cNvSpPr>
                <a:spLocks noChangeShapeType="1"/>
              </p:cNvSpPr>
              <p:nvPr/>
            </p:nvSpPr>
            <p:spPr bwMode="auto">
              <a:xfrm flipV="1">
                <a:off x="1984" y="2594"/>
                <a:ext cx="1"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26">
                <a:extLst>
                  <a:ext uri="{FF2B5EF4-FFF2-40B4-BE49-F238E27FC236}">
                    <a16:creationId xmlns:a16="http://schemas.microsoft.com/office/drawing/2014/main" id="{EB33B37F-25F8-47DF-B589-C0FC108E83A1}"/>
                  </a:ext>
                </a:extLst>
              </p:cNvPr>
              <p:cNvSpPr>
                <a:spLocks noChangeShapeType="1"/>
              </p:cNvSpPr>
              <p:nvPr/>
            </p:nvSpPr>
            <p:spPr bwMode="auto">
              <a:xfrm flipH="1">
                <a:off x="1213" y="2685"/>
                <a:ext cx="182"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27">
                <a:extLst>
                  <a:ext uri="{FF2B5EF4-FFF2-40B4-BE49-F238E27FC236}">
                    <a16:creationId xmlns:a16="http://schemas.microsoft.com/office/drawing/2014/main" id="{1BF99AF6-E7D2-4FF3-99B7-61C0D1CA90A2}"/>
                  </a:ext>
                </a:extLst>
              </p:cNvPr>
              <p:cNvSpPr>
                <a:spLocks noChangeShapeType="1"/>
              </p:cNvSpPr>
              <p:nvPr/>
            </p:nvSpPr>
            <p:spPr bwMode="auto">
              <a:xfrm flipV="1">
                <a:off x="1213" y="2549"/>
                <a:ext cx="1" cy="1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8" name="Line 28">
                <a:extLst>
                  <a:ext uri="{FF2B5EF4-FFF2-40B4-BE49-F238E27FC236}">
                    <a16:creationId xmlns:a16="http://schemas.microsoft.com/office/drawing/2014/main" id="{E2BB1FA2-9DE5-429E-B966-0684D66928E6}"/>
                  </a:ext>
                </a:extLst>
              </p:cNvPr>
              <p:cNvSpPr>
                <a:spLocks noChangeShapeType="1"/>
              </p:cNvSpPr>
              <p:nvPr/>
            </p:nvSpPr>
            <p:spPr bwMode="auto">
              <a:xfrm>
                <a:off x="2347" y="2594"/>
                <a:ext cx="1" cy="4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2" name="Text Box 29">
              <a:extLst>
                <a:ext uri="{FF2B5EF4-FFF2-40B4-BE49-F238E27FC236}">
                  <a16:creationId xmlns:a16="http://schemas.microsoft.com/office/drawing/2014/main" id="{B6AE17FF-0EAA-44DD-B7EB-1E08D105B818}"/>
                </a:ext>
              </a:extLst>
            </p:cNvPr>
            <p:cNvSpPr txBox="1">
              <a:spLocks noChangeArrowheads="1"/>
            </p:cNvSpPr>
            <p:nvPr/>
          </p:nvSpPr>
          <p:spPr bwMode="auto">
            <a:xfrm>
              <a:off x="3457" y="3413"/>
              <a:ext cx="22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3" name="Text Box 30">
              <a:extLst>
                <a:ext uri="{FF2B5EF4-FFF2-40B4-BE49-F238E27FC236}">
                  <a16:creationId xmlns:a16="http://schemas.microsoft.com/office/drawing/2014/main" id="{BF8A9FB5-8840-4C21-A279-26AA514265D8}"/>
                </a:ext>
              </a:extLst>
            </p:cNvPr>
            <p:cNvSpPr txBox="1">
              <a:spLocks noChangeArrowheads="1"/>
            </p:cNvSpPr>
            <p:nvPr/>
          </p:nvSpPr>
          <p:spPr bwMode="auto">
            <a:xfrm>
              <a:off x="4738" y="3345"/>
              <a:ext cx="28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14" name="Text Box 31">
              <a:extLst>
                <a:ext uri="{FF2B5EF4-FFF2-40B4-BE49-F238E27FC236}">
                  <a16:creationId xmlns:a16="http://schemas.microsoft.com/office/drawing/2014/main" id="{91F4F8F5-CC2E-408E-8768-16D56CB14525}"/>
                </a:ext>
              </a:extLst>
            </p:cNvPr>
            <p:cNvSpPr txBox="1">
              <a:spLocks noChangeArrowheads="1"/>
            </p:cNvSpPr>
            <p:nvPr/>
          </p:nvSpPr>
          <p:spPr bwMode="auto">
            <a:xfrm>
              <a:off x="3513" y="2281"/>
              <a:ext cx="2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5" name="Text Box 32">
              <a:extLst>
                <a:ext uri="{FF2B5EF4-FFF2-40B4-BE49-F238E27FC236}">
                  <a16:creationId xmlns:a16="http://schemas.microsoft.com/office/drawing/2014/main" id="{429F25F5-8C20-40B8-BF67-D849803DD833}"/>
                </a:ext>
              </a:extLst>
            </p:cNvPr>
            <p:cNvSpPr txBox="1">
              <a:spLocks noChangeArrowheads="1"/>
            </p:cNvSpPr>
            <p:nvPr/>
          </p:nvSpPr>
          <p:spPr bwMode="auto">
            <a:xfrm>
              <a:off x="4611" y="2337"/>
              <a:ext cx="29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16" name="Line 33">
              <a:extLst>
                <a:ext uri="{FF2B5EF4-FFF2-40B4-BE49-F238E27FC236}">
                  <a16:creationId xmlns:a16="http://schemas.microsoft.com/office/drawing/2014/main" id="{3348AF23-17FB-40A3-AA36-36FF3E35CEC5}"/>
                </a:ext>
              </a:extLst>
            </p:cNvPr>
            <p:cNvSpPr>
              <a:spLocks noChangeShapeType="1"/>
            </p:cNvSpPr>
            <p:nvPr/>
          </p:nvSpPr>
          <p:spPr bwMode="auto">
            <a:xfrm>
              <a:off x="4670" y="2393"/>
              <a:ext cx="1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Text Box 34">
              <a:extLst>
                <a:ext uri="{FF2B5EF4-FFF2-40B4-BE49-F238E27FC236}">
                  <a16:creationId xmlns:a16="http://schemas.microsoft.com/office/drawing/2014/main" id="{246CBDA1-78BC-4A46-981D-DC0963382759}"/>
                </a:ext>
              </a:extLst>
            </p:cNvPr>
            <p:cNvSpPr txBox="1">
              <a:spLocks noChangeArrowheads="1"/>
            </p:cNvSpPr>
            <p:nvPr/>
          </p:nvSpPr>
          <p:spPr bwMode="auto">
            <a:xfrm>
              <a:off x="3647" y="2801"/>
              <a:ext cx="441"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B</a:t>
              </a:r>
            </a:p>
          </p:txBody>
        </p:sp>
        <p:sp>
          <p:nvSpPr>
            <p:cNvPr id="18" name="Text Box 35">
              <a:extLst>
                <a:ext uri="{FF2B5EF4-FFF2-40B4-BE49-F238E27FC236}">
                  <a16:creationId xmlns:a16="http://schemas.microsoft.com/office/drawing/2014/main" id="{8BA1AA1D-018A-4128-BD1E-507A59FC5635}"/>
                </a:ext>
              </a:extLst>
            </p:cNvPr>
            <p:cNvSpPr txBox="1">
              <a:spLocks noChangeArrowheads="1"/>
            </p:cNvSpPr>
            <p:nvPr/>
          </p:nvSpPr>
          <p:spPr bwMode="auto">
            <a:xfrm>
              <a:off x="4483" y="2801"/>
              <a:ext cx="441"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grpSp>
      <p:sp>
        <p:nvSpPr>
          <p:cNvPr id="39" name="Text Box 36">
            <a:extLst>
              <a:ext uri="{FF2B5EF4-FFF2-40B4-BE49-F238E27FC236}">
                <a16:creationId xmlns:a16="http://schemas.microsoft.com/office/drawing/2014/main" id="{1123CDEB-4EC1-4E65-A14A-7269DC9DDF2B}"/>
              </a:ext>
            </a:extLst>
          </p:cNvPr>
          <p:cNvSpPr txBox="1">
            <a:spLocks noChangeArrowheads="1"/>
          </p:cNvSpPr>
          <p:nvPr/>
        </p:nvSpPr>
        <p:spPr bwMode="auto">
          <a:xfrm>
            <a:off x="6032500" y="5453698"/>
            <a:ext cx="1811338"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grpSp>
        <p:nvGrpSpPr>
          <p:cNvPr id="40" name="Group 111">
            <a:extLst>
              <a:ext uri="{FF2B5EF4-FFF2-40B4-BE49-F238E27FC236}">
                <a16:creationId xmlns:a16="http://schemas.microsoft.com/office/drawing/2014/main" id="{7F5945F1-011C-47B3-BE1F-919CA3745802}"/>
              </a:ext>
            </a:extLst>
          </p:cNvPr>
          <p:cNvGrpSpPr>
            <a:grpSpLocks/>
          </p:cNvGrpSpPr>
          <p:nvPr/>
        </p:nvGrpSpPr>
        <p:grpSpPr bwMode="auto">
          <a:xfrm>
            <a:off x="680085" y="1300480"/>
            <a:ext cx="3892550" cy="4510088"/>
            <a:chOff x="345" y="1036"/>
            <a:chExt cx="2452" cy="2841"/>
          </a:xfrm>
        </p:grpSpPr>
        <p:grpSp>
          <p:nvGrpSpPr>
            <p:cNvPr id="41" name="Group 112">
              <a:extLst>
                <a:ext uri="{FF2B5EF4-FFF2-40B4-BE49-F238E27FC236}">
                  <a16:creationId xmlns:a16="http://schemas.microsoft.com/office/drawing/2014/main" id="{D16D82DD-AE2D-4BCB-9684-046BCC017C7E}"/>
                </a:ext>
              </a:extLst>
            </p:cNvPr>
            <p:cNvGrpSpPr>
              <a:grpSpLocks/>
            </p:cNvGrpSpPr>
            <p:nvPr/>
          </p:nvGrpSpPr>
          <p:grpSpPr bwMode="auto">
            <a:xfrm>
              <a:off x="379" y="1048"/>
              <a:ext cx="757" cy="943"/>
              <a:chOff x="379" y="1048"/>
              <a:chExt cx="757" cy="943"/>
            </a:xfrm>
          </p:grpSpPr>
          <p:sp>
            <p:nvSpPr>
              <p:cNvPr id="104" name="Rectangle 113">
                <a:extLst>
                  <a:ext uri="{FF2B5EF4-FFF2-40B4-BE49-F238E27FC236}">
                    <a16:creationId xmlns:a16="http://schemas.microsoft.com/office/drawing/2014/main" id="{69E7998D-08E8-406B-AB3A-493D60C06F66}"/>
                  </a:ext>
                </a:extLst>
              </p:cNvPr>
              <p:cNvSpPr>
                <a:spLocks noChangeArrowheads="1"/>
              </p:cNvSpPr>
              <p:nvPr/>
            </p:nvSpPr>
            <p:spPr bwMode="auto">
              <a:xfrm>
                <a:off x="379" y="1500"/>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5" name="Line 114">
                <a:extLst>
                  <a:ext uri="{FF2B5EF4-FFF2-40B4-BE49-F238E27FC236}">
                    <a16:creationId xmlns:a16="http://schemas.microsoft.com/office/drawing/2014/main" id="{16A87468-D523-4CAD-AD75-A6B687EA1BD2}"/>
                  </a:ext>
                </a:extLst>
              </p:cNvPr>
              <p:cNvSpPr>
                <a:spLocks noChangeShapeType="1"/>
              </p:cNvSpPr>
              <p:nvPr/>
            </p:nvSpPr>
            <p:spPr bwMode="auto">
              <a:xfrm>
                <a:off x="390" y="1737"/>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6" name="Line 115">
                <a:extLst>
                  <a:ext uri="{FF2B5EF4-FFF2-40B4-BE49-F238E27FC236}">
                    <a16:creationId xmlns:a16="http://schemas.microsoft.com/office/drawing/2014/main" id="{2BA8C2C1-4D5A-4309-B85E-8127BC1AF497}"/>
                  </a:ext>
                </a:extLst>
              </p:cNvPr>
              <p:cNvSpPr>
                <a:spLocks noChangeShapeType="1"/>
              </p:cNvSpPr>
              <p:nvPr/>
            </p:nvSpPr>
            <p:spPr bwMode="auto">
              <a:xfrm flipV="1">
                <a:off x="763" y="1737"/>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7" name="Oval 116">
                <a:extLst>
                  <a:ext uri="{FF2B5EF4-FFF2-40B4-BE49-F238E27FC236}">
                    <a16:creationId xmlns:a16="http://schemas.microsoft.com/office/drawing/2014/main" id="{FA65D65B-7749-4522-9740-D2167DDD7876}"/>
                  </a:ext>
                </a:extLst>
              </p:cNvPr>
              <p:cNvSpPr>
                <a:spLocks noChangeArrowheads="1"/>
              </p:cNvSpPr>
              <p:nvPr/>
            </p:nvSpPr>
            <p:spPr bwMode="auto">
              <a:xfrm>
                <a:off x="706" y="1398"/>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8" name="Text Box 117">
                <a:extLst>
                  <a:ext uri="{FF2B5EF4-FFF2-40B4-BE49-F238E27FC236}">
                    <a16:creationId xmlns:a16="http://schemas.microsoft.com/office/drawing/2014/main" id="{17194598-F474-4EA2-A450-CA884856920A}"/>
                  </a:ext>
                </a:extLst>
              </p:cNvPr>
              <p:cNvSpPr txBox="1">
                <a:spLocks noChangeArrowheads="1"/>
              </p:cNvSpPr>
              <p:nvPr/>
            </p:nvSpPr>
            <p:spPr bwMode="auto">
              <a:xfrm>
                <a:off x="563" y="1466"/>
                <a:ext cx="4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09" name="Text Box 118">
                <a:extLst>
                  <a:ext uri="{FF2B5EF4-FFF2-40B4-BE49-F238E27FC236}">
                    <a16:creationId xmlns:a16="http://schemas.microsoft.com/office/drawing/2014/main" id="{394D6982-BBCB-45ED-BAA5-635E915354AC}"/>
                  </a:ext>
                </a:extLst>
              </p:cNvPr>
              <p:cNvSpPr txBox="1">
                <a:spLocks noChangeArrowheads="1"/>
              </p:cNvSpPr>
              <p:nvPr/>
            </p:nvSpPr>
            <p:spPr bwMode="auto">
              <a:xfrm>
                <a:off x="447" y="1692"/>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a:t>
                </a:r>
              </a:p>
            </p:txBody>
          </p:sp>
          <p:sp>
            <p:nvSpPr>
              <p:cNvPr id="110" name="Text Box 119">
                <a:extLst>
                  <a:ext uri="{FF2B5EF4-FFF2-40B4-BE49-F238E27FC236}">
                    <a16:creationId xmlns:a16="http://schemas.microsoft.com/office/drawing/2014/main" id="{4FFA952C-43EF-4774-ADE1-1BD5686F7741}"/>
                  </a:ext>
                </a:extLst>
              </p:cNvPr>
              <p:cNvSpPr txBox="1">
                <a:spLocks noChangeArrowheads="1"/>
              </p:cNvSpPr>
              <p:nvPr/>
            </p:nvSpPr>
            <p:spPr bwMode="auto">
              <a:xfrm>
                <a:off x="808" y="1703"/>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B</a:t>
                </a:r>
              </a:p>
            </p:txBody>
          </p:sp>
          <p:sp>
            <p:nvSpPr>
              <p:cNvPr id="111" name="Line 120">
                <a:extLst>
                  <a:ext uri="{FF2B5EF4-FFF2-40B4-BE49-F238E27FC236}">
                    <a16:creationId xmlns:a16="http://schemas.microsoft.com/office/drawing/2014/main" id="{B5EA434C-4C14-484B-A278-CBC37D2DA764}"/>
                  </a:ext>
                </a:extLst>
              </p:cNvPr>
              <p:cNvSpPr>
                <a:spLocks noChangeShapeType="1"/>
              </p:cNvSpPr>
              <p:nvPr/>
            </p:nvSpPr>
            <p:spPr bwMode="auto">
              <a:xfrm flipV="1">
                <a:off x="752" y="1048"/>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42" name="Group 121">
              <a:extLst>
                <a:ext uri="{FF2B5EF4-FFF2-40B4-BE49-F238E27FC236}">
                  <a16:creationId xmlns:a16="http://schemas.microsoft.com/office/drawing/2014/main" id="{B8A89CEB-C957-4550-9BD2-03D1CA0B42D3}"/>
                </a:ext>
              </a:extLst>
            </p:cNvPr>
            <p:cNvGrpSpPr>
              <a:grpSpLocks/>
            </p:cNvGrpSpPr>
            <p:nvPr/>
          </p:nvGrpSpPr>
          <p:grpSpPr bwMode="auto">
            <a:xfrm>
              <a:off x="1723" y="1036"/>
              <a:ext cx="757" cy="943"/>
              <a:chOff x="1723" y="1036"/>
              <a:chExt cx="757" cy="943"/>
            </a:xfrm>
          </p:grpSpPr>
          <p:sp>
            <p:nvSpPr>
              <p:cNvPr id="96" name="Rectangle 122">
                <a:extLst>
                  <a:ext uri="{FF2B5EF4-FFF2-40B4-BE49-F238E27FC236}">
                    <a16:creationId xmlns:a16="http://schemas.microsoft.com/office/drawing/2014/main" id="{2C3C2F16-5E00-4DAB-823E-4A16489A4191}"/>
                  </a:ext>
                </a:extLst>
              </p:cNvPr>
              <p:cNvSpPr>
                <a:spLocks noChangeArrowheads="1"/>
              </p:cNvSpPr>
              <p:nvPr/>
            </p:nvSpPr>
            <p:spPr bwMode="auto">
              <a:xfrm>
                <a:off x="1723" y="1488"/>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7" name="Line 123">
                <a:extLst>
                  <a:ext uri="{FF2B5EF4-FFF2-40B4-BE49-F238E27FC236}">
                    <a16:creationId xmlns:a16="http://schemas.microsoft.com/office/drawing/2014/main" id="{BC591538-EA6F-4478-9574-20E240733B9B}"/>
                  </a:ext>
                </a:extLst>
              </p:cNvPr>
              <p:cNvSpPr>
                <a:spLocks noChangeShapeType="1"/>
              </p:cNvSpPr>
              <p:nvPr/>
            </p:nvSpPr>
            <p:spPr bwMode="auto">
              <a:xfrm>
                <a:off x="1734" y="1725"/>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8" name="Line 124">
                <a:extLst>
                  <a:ext uri="{FF2B5EF4-FFF2-40B4-BE49-F238E27FC236}">
                    <a16:creationId xmlns:a16="http://schemas.microsoft.com/office/drawing/2014/main" id="{8B618AA1-D912-4236-ABEE-B15995333B77}"/>
                  </a:ext>
                </a:extLst>
              </p:cNvPr>
              <p:cNvSpPr>
                <a:spLocks noChangeShapeType="1"/>
              </p:cNvSpPr>
              <p:nvPr/>
            </p:nvSpPr>
            <p:spPr bwMode="auto">
              <a:xfrm flipV="1">
                <a:off x="2107" y="1725"/>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9" name="Oval 125">
                <a:extLst>
                  <a:ext uri="{FF2B5EF4-FFF2-40B4-BE49-F238E27FC236}">
                    <a16:creationId xmlns:a16="http://schemas.microsoft.com/office/drawing/2014/main" id="{9977A02D-801A-487F-B7C9-4213F83467C6}"/>
                  </a:ext>
                </a:extLst>
              </p:cNvPr>
              <p:cNvSpPr>
                <a:spLocks noChangeArrowheads="1"/>
              </p:cNvSpPr>
              <p:nvPr/>
            </p:nvSpPr>
            <p:spPr bwMode="auto">
              <a:xfrm>
                <a:off x="2050" y="1386"/>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0" name="Text Box 126">
                <a:extLst>
                  <a:ext uri="{FF2B5EF4-FFF2-40B4-BE49-F238E27FC236}">
                    <a16:creationId xmlns:a16="http://schemas.microsoft.com/office/drawing/2014/main" id="{298F7254-8374-467B-8BDB-E828F59A45B9}"/>
                  </a:ext>
                </a:extLst>
              </p:cNvPr>
              <p:cNvSpPr txBox="1">
                <a:spLocks noChangeArrowheads="1"/>
              </p:cNvSpPr>
              <p:nvPr/>
            </p:nvSpPr>
            <p:spPr bwMode="auto">
              <a:xfrm>
                <a:off x="1971" y="1454"/>
                <a:ext cx="4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01" name="Text Box 127">
                <a:extLst>
                  <a:ext uri="{FF2B5EF4-FFF2-40B4-BE49-F238E27FC236}">
                    <a16:creationId xmlns:a16="http://schemas.microsoft.com/office/drawing/2014/main" id="{6882A073-286B-4E8E-9E98-134ED9244E82}"/>
                  </a:ext>
                </a:extLst>
              </p:cNvPr>
              <p:cNvSpPr txBox="1">
                <a:spLocks noChangeArrowheads="1"/>
              </p:cNvSpPr>
              <p:nvPr/>
            </p:nvSpPr>
            <p:spPr bwMode="auto">
              <a:xfrm>
                <a:off x="1791" y="1680"/>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sp>
            <p:nvSpPr>
              <p:cNvPr id="102" name="Text Box 128">
                <a:extLst>
                  <a:ext uri="{FF2B5EF4-FFF2-40B4-BE49-F238E27FC236}">
                    <a16:creationId xmlns:a16="http://schemas.microsoft.com/office/drawing/2014/main" id="{AAA8F1B3-960D-4995-B6BC-E8482B2CB772}"/>
                  </a:ext>
                </a:extLst>
              </p:cNvPr>
              <p:cNvSpPr txBox="1">
                <a:spLocks noChangeArrowheads="1"/>
              </p:cNvSpPr>
              <p:nvPr/>
            </p:nvSpPr>
            <p:spPr bwMode="auto">
              <a:xfrm>
                <a:off x="2152" y="1691"/>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103" name="Line 129">
                <a:extLst>
                  <a:ext uri="{FF2B5EF4-FFF2-40B4-BE49-F238E27FC236}">
                    <a16:creationId xmlns:a16="http://schemas.microsoft.com/office/drawing/2014/main" id="{3D291CA6-B527-4608-9DA3-9F8C00873CE2}"/>
                  </a:ext>
                </a:extLst>
              </p:cNvPr>
              <p:cNvSpPr>
                <a:spLocks noChangeShapeType="1"/>
              </p:cNvSpPr>
              <p:nvPr/>
            </p:nvSpPr>
            <p:spPr bwMode="auto">
              <a:xfrm flipV="1">
                <a:off x="2096" y="1036"/>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3" name="Freeform 130">
              <a:extLst>
                <a:ext uri="{FF2B5EF4-FFF2-40B4-BE49-F238E27FC236}">
                  <a16:creationId xmlns:a16="http://schemas.microsoft.com/office/drawing/2014/main" id="{3B93EE7B-8E6B-4DE3-9DC3-01AE104D8EF3}"/>
                </a:ext>
              </a:extLst>
            </p:cNvPr>
            <p:cNvSpPr>
              <a:spLocks/>
            </p:cNvSpPr>
            <p:nvPr/>
          </p:nvSpPr>
          <p:spPr bwMode="auto">
            <a:xfrm>
              <a:off x="740" y="1274"/>
              <a:ext cx="1469" cy="858"/>
            </a:xfrm>
            <a:custGeom>
              <a:avLst/>
              <a:gdLst>
                <a:gd name="T0" fmla="*/ 0 w 1469"/>
                <a:gd name="T1" fmla="*/ 0 h 858"/>
                <a:gd name="T2" fmla="*/ 475 w 1469"/>
                <a:gd name="T3" fmla="*/ 0 h 858"/>
                <a:gd name="T4" fmla="*/ 904 w 1469"/>
                <a:gd name="T5" fmla="*/ 858 h 858"/>
                <a:gd name="T6" fmla="*/ 1469 w 1469"/>
                <a:gd name="T7" fmla="*/ 858 h 858"/>
                <a:gd name="T8" fmla="*/ 1469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Freeform 131">
              <a:extLst>
                <a:ext uri="{FF2B5EF4-FFF2-40B4-BE49-F238E27FC236}">
                  <a16:creationId xmlns:a16="http://schemas.microsoft.com/office/drawing/2014/main" id="{3AC0164E-2CB3-4F46-915E-8995B887F1E5}"/>
                </a:ext>
              </a:extLst>
            </p:cNvPr>
            <p:cNvSpPr>
              <a:spLocks/>
            </p:cNvSpPr>
            <p:nvPr/>
          </p:nvSpPr>
          <p:spPr bwMode="auto">
            <a:xfrm flipH="1">
              <a:off x="673" y="1285"/>
              <a:ext cx="1423" cy="858"/>
            </a:xfrm>
            <a:custGeom>
              <a:avLst/>
              <a:gdLst>
                <a:gd name="T0" fmla="*/ 0 w 1469"/>
                <a:gd name="T1" fmla="*/ 0 h 858"/>
                <a:gd name="T2" fmla="*/ 405 w 1469"/>
                <a:gd name="T3" fmla="*/ 0 h 858"/>
                <a:gd name="T4" fmla="*/ 771 w 1469"/>
                <a:gd name="T5" fmla="*/ 858 h 858"/>
                <a:gd name="T6" fmla="*/ 1253 w 1469"/>
                <a:gd name="T7" fmla="*/ 858 h 858"/>
                <a:gd name="T8" fmla="*/ 1253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5" name="Line 132">
              <a:extLst>
                <a:ext uri="{FF2B5EF4-FFF2-40B4-BE49-F238E27FC236}">
                  <a16:creationId xmlns:a16="http://schemas.microsoft.com/office/drawing/2014/main" id="{F80259AA-4EBB-4CCF-BF8F-78EC2C2C7BDB}"/>
                </a:ext>
              </a:extLst>
            </p:cNvPr>
            <p:cNvSpPr>
              <a:spLocks noChangeShapeType="1"/>
            </p:cNvSpPr>
            <p:nvPr/>
          </p:nvSpPr>
          <p:spPr bwMode="auto">
            <a:xfrm>
              <a:off x="1802" y="1952"/>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Line 133">
              <a:extLst>
                <a:ext uri="{FF2B5EF4-FFF2-40B4-BE49-F238E27FC236}">
                  <a16:creationId xmlns:a16="http://schemas.microsoft.com/office/drawing/2014/main" id="{F4817285-515D-4FF4-A63E-FB9EDFCD2FE9}"/>
                </a:ext>
              </a:extLst>
            </p:cNvPr>
            <p:cNvSpPr>
              <a:spLocks noChangeShapeType="1"/>
            </p:cNvSpPr>
            <p:nvPr/>
          </p:nvSpPr>
          <p:spPr bwMode="auto">
            <a:xfrm>
              <a:off x="1068" y="1963"/>
              <a:ext cx="0" cy="1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7" name="Group 134">
              <a:extLst>
                <a:ext uri="{FF2B5EF4-FFF2-40B4-BE49-F238E27FC236}">
                  <a16:creationId xmlns:a16="http://schemas.microsoft.com/office/drawing/2014/main" id="{21E9786A-DAFF-44D0-80D9-E97AB20FA818}"/>
                </a:ext>
              </a:extLst>
            </p:cNvPr>
            <p:cNvGrpSpPr>
              <a:grpSpLocks/>
            </p:cNvGrpSpPr>
            <p:nvPr/>
          </p:nvGrpSpPr>
          <p:grpSpPr bwMode="auto">
            <a:xfrm>
              <a:off x="764" y="2416"/>
              <a:ext cx="395" cy="338"/>
              <a:chOff x="1175" y="2181"/>
              <a:chExt cx="395" cy="338"/>
            </a:xfrm>
          </p:grpSpPr>
          <p:sp>
            <p:nvSpPr>
              <p:cNvPr id="94" name="Rectangle 135">
                <a:extLst>
                  <a:ext uri="{FF2B5EF4-FFF2-40B4-BE49-F238E27FC236}">
                    <a16:creationId xmlns:a16="http://schemas.microsoft.com/office/drawing/2014/main" id="{12CE0E68-A705-45D7-8133-DBFE80DF365E}"/>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5" name="Oval 136">
                <a:extLst>
                  <a:ext uri="{FF2B5EF4-FFF2-40B4-BE49-F238E27FC236}">
                    <a16:creationId xmlns:a16="http://schemas.microsoft.com/office/drawing/2014/main" id="{CB3B8B51-0600-4C1D-AE58-EB8BAF33E3F0}"/>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48" name="Line 137">
              <a:extLst>
                <a:ext uri="{FF2B5EF4-FFF2-40B4-BE49-F238E27FC236}">
                  <a16:creationId xmlns:a16="http://schemas.microsoft.com/office/drawing/2014/main" id="{76DB132A-C43E-4C0A-995F-076A3253F1D6}"/>
                </a:ext>
              </a:extLst>
            </p:cNvPr>
            <p:cNvSpPr>
              <a:spLocks noChangeShapeType="1"/>
            </p:cNvSpPr>
            <p:nvPr/>
          </p:nvSpPr>
          <p:spPr bwMode="auto">
            <a:xfrm flipV="1">
              <a:off x="944" y="1974"/>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49" name="Group 138">
              <a:extLst>
                <a:ext uri="{FF2B5EF4-FFF2-40B4-BE49-F238E27FC236}">
                  <a16:creationId xmlns:a16="http://schemas.microsoft.com/office/drawing/2014/main" id="{D290397B-79DB-4E6F-A7A6-56C343D7B7D1}"/>
                </a:ext>
              </a:extLst>
            </p:cNvPr>
            <p:cNvGrpSpPr>
              <a:grpSpLocks/>
            </p:cNvGrpSpPr>
            <p:nvPr/>
          </p:nvGrpSpPr>
          <p:grpSpPr bwMode="auto">
            <a:xfrm>
              <a:off x="1735" y="2393"/>
              <a:ext cx="395" cy="338"/>
              <a:chOff x="1175" y="2181"/>
              <a:chExt cx="395" cy="338"/>
            </a:xfrm>
          </p:grpSpPr>
          <p:sp>
            <p:nvSpPr>
              <p:cNvPr id="92" name="Rectangle 139">
                <a:extLst>
                  <a:ext uri="{FF2B5EF4-FFF2-40B4-BE49-F238E27FC236}">
                    <a16:creationId xmlns:a16="http://schemas.microsoft.com/office/drawing/2014/main" id="{191CB971-817F-4E92-859B-DA8B20D95F46}"/>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3" name="Oval 140">
                <a:extLst>
                  <a:ext uri="{FF2B5EF4-FFF2-40B4-BE49-F238E27FC236}">
                    <a16:creationId xmlns:a16="http://schemas.microsoft.com/office/drawing/2014/main" id="{94D7E0E6-9D80-4591-8F16-CD52E35185C7}"/>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0" name="Line 141">
              <a:extLst>
                <a:ext uri="{FF2B5EF4-FFF2-40B4-BE49-F238E27FC236}">
                  <a16:creationId xmlns:a16="http://schemas.microsoft.com/office/drawing/2014/main" id="{B43C92FE-9173-4632-BBFC-E1503862B519}"/>
                </a:ext>
              </a:extLst>
            </p:cNvPr>
            <p:cNvSpPr>
              <a:spLocks noChangeShapeType="1"/>
            </p:cNvSpPr>
            <p:nvPr/>
          </p:nvSpPr>
          <p:spPr bwMode="auto">
            <a:xfrm flipV="1">
              <a:off x="1915" y="1940"/>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Freeform 142">
              <a:extLst>
                <a:ext uri="{FF2B5EF4-FFF2-40B4-BE49-F238E27FC236}">
                  <a16:creationId xmlns:a16="http://schemas.microsoft.com/office/drawing/2014/main" id="{69482953-B4E4-48A2-84FC-5D82A5F1521C}"/>
                </a:ext>
              </a:extLst>
            </p:cNvPr>
            <p:cNvSpPr>
              <a:spLocks/>
            </p:cNvSpPr>
            <p:nvPr/>
          </p:nvSpPr>
          <p:spPr bwMode="auto">
            <a:xfrm>
              <a:off x="1644" y="2132"/>
              <a:ext cx="181" cy="791"/>
            </a:xfrm>
            <a:custGeom>
              <a:avLst/>
              <a:gdLst>
                <a:gd name="T0" fmla="*/ 0 w 181"/>
                <a:gd name="T1" fmla="*/ 0 h 791"/>
                <a:gd name="T2" fmla="*/ 0 w 181"/>
                <a:gd name="T3" fmla="*/ 791 h 791"/>
                <a:gd name="T4" fmla="*/ 181 w 181"/>
                <a:gd name="T5" fmla="*/ 791 h 791"/>
                <a:gd name="T6" fmla="*/ 181 w 181"/>
                <a:gd name="T7" fmla="*/ 599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791">
                  <a:moveTo>
                    <a:pt x="0" y="0"/>
                  </a:moveTo>
                  <a:lnTo>
                    <a:pt x="0" y="791"/>
                  </a:lnTo>
                  <a:lnTo>
                    <a:pt x="181" y="791"/>
                  </a:lnTo>
                  <a:lnTo>
                    <a:pt x="181" y="59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Freeform 143">
              <a:extLst>
                <a:ext uri="{FF2B5EF4-FFF2-40B4-BE49-F238E27FC236}">
                  <a16:creationId xmlns:a16="http://schemas.microsoft.com/office/drawing/2014/main" id="{7337C3A9-5D56-493F-A61B-90DB0601558C}"/>
                </a:ext>
              </a:extLst>
            </p:cNvPr>
            <p:cNvSpPr>
              <a:spLocks/>
            </p:cNvSpPr>
            <p:nvPr/>
          </p:nvSpPr>
          <p:spPr bwMode="auto">
            <a:xfrm>
              <a:off x="1079" y="2144"/>
              <a:ext cx="136" cy="790"/>
            </a:xfrm>
            <a:custGeom>
              <a:avLst/>
              <a:gdLst>
                <a:gd name="T0" fmla="*/ 136 w 136"/>
                <a:gd name="T1" fmla="*/ 0 h 790"/>
                <a:gd name="T2" fmla="*/ 136 w 136"/>
                <a:gd name="T3" fmla="*/ 790 h 790"/>
                <a:gd name="T4" fmla="*/ 0 w 136"/>
                <a:gd name="T5" fmla="*/ 790 h 790"/>
                <a:gd name="T6" fmla="*/ 0 w 136"/>
                <a:gd name="T7" fmla="*/ 598 h 7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790">
                  <a:moveTo>
                    <a:pt x="136" y="0"/>
                  </a:moveTo>
                  <a:lnTo>
                    <a:pt x="136" y="790"/>
                  </a:lnTo>
                  <a:lnTo>
                    <a:pt x="0" y="790"/>
                  </a:lnTo>
                  <a:lnTo>
                    <a:pt x="0" y="59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3" name="Freeform 144">
              <a:extLst>
                <a:ext uri="{FF2B5EF4-FFF2-40B4-BE49-F238E27FC236}">
                  <a16:creationId xmlns:a16="http://schemas.microsoft.com/office/drawing/2014/main" id="{D6435B23-B38F-48AD-BB0A-ABF6DDE5FDC0}"/>
                </a:ext>
              </a:extLst>
            </p:cNvPr>
            <p:cNvSpPr>
              <a:spLocks/>
            </p:cNvSpPr>
            <p:nvPr/>
          </p:nvSpPr>
          <p:spPr bwMode="auto">
            <a:xfrm>
              <a:off x="571" y="1952"/>
              <a:ext cx="1751" cy="271"/>
            </a:xfrm>
            <a:custGeom>
              <a:avLst/>
              <a:gdLst>
                <a:gd name="T0" fmla="*/ 0 w 1762"/>
                <a:gd name="T1" fmla="*/ 11 h 271"/>
                <a:gd name="T2" fmla="*/ 0 w 1762"/>
                <a:gd name="T3" fmla="*/ 271 h 271"/>
                <a:gd name="T4" fmla="*/ 1707 w 1762"/>
                <a:gd name="T5" fmla="*/ 271 h 271"/>
                <a:gd name="T6" fmla="*/ 1707 w 1762"/>
                <a:gd name="T7" fmla="*/ 0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62" h="271">
                  <a:moveTo>
                    <a:pt x="0" y="11"/>
                  </a:moveTo>
                  <a:lnTo>
                    <a:pt x="0" y="271"/>
                  </a:lnTo>
                  <a:lnTo>
                    <a:pt x="1762" y="271"/>
                  </a:lnTo>
                  <a:lnTo>
                    <a:pt x="176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4" name="Line 145">
              <a:extLst>
                <a:ext uri="{FF2B5EF4-FFF2-40B4-BE49-F238E27FC236}">
                  <a16:creationId xmlns:a16="http://schemas.microsoft.com/office/drawing/2014/main" id="{D202B236-600C-42BA-B206-6C3B8E1BDACC}"/>
                </a:ext>
              </a:extLst>
            </p:cNvPr>
            <p:cNvSpPr>
              <a:spLocks noChangeShapeType="1"/>
            </p:cNvSpPr>
            <p:nvPr/>
          </p:nvSpPr>
          <p:spPr bwMode="auto">
            <a:xfrm>
              <a:off x="1418" y="2234"/>
              <a:ext cx="0" cy="13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5" name="Freeform 146">
              <a:extLst>
                <a:ext uri="{FF2B5EF4-FFF2-40B4-BE49-F238E27FC236}">
                  <a16:creationId xmlns:a16="http://schemas.microsoft.com/office/drawing/2014/main" id="{46CB9137-2E6A-4F37-8805-4DE8BAC2BEE4}"/>
                </a:ext>
              </a:extLst>
            </p:cNvPr>
            <p:cNvSpPr>
              <a:spLocks/>
            </p:cNvSpPr>
            <p:nvPr/>
          </p:nvSpPr>
          <p:spPr bwMode="auto">
            <a:xfrm>
              <a:off x="978" y="2742"/>
              <a:ext cx="937" cy="283"/>
            </a:xfrm>
            <a:custGeom>
              <a:avLst/>
              <a:gdLst>
                <a:gd name="T0" fmla="*/ 0 w 937"/>
                <a:gd name="T1" fmla="*/ 12 h 283"/>
                <a:gd name="T2" fmla="*/ 0 w 937"/>
                <a:gd name="T3" fmla="*/ 283 h 283"/>
                <a:gd name="T4" fmla="*/ 937 w 937"/>
                <a:gd name="T5" fmla="*/ 283 h 283"/>
                <a:gd name="T6" fmla="*/ 937 w 937"/>
                <a:gd name="T7" fmla="*/ 0 h 2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7" h="283">
                  <a:moveTo>
                    <a:pt x="0" y="12"/>
                  </a:moveTo>
                  <a:lnTo>
                    <a:pt x="0" y="283"/>
                  </a:lnTo>
                  <a:lnTo>
                    <a:pt x="937" y="283"/>
                  </a:lnTo>
                  <a:lnTo>
                    <a:pt x="93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6" name="Line 147">
              <a:extLst>
                <a:ext uri="{FF2B5EF4-FFF2-40B4-BE49-F238E27FC236}">
                  <a16:creationId xmlns:a16="http://schemas.microsoft.com/office/drawing/2014/main" id="{66CD703D-0534-4AE2-BA43-FB13FE1173F7}"/>
                </a:ext>
              </a:extLst>
            </p:cNvPr>
            <p:cNvSpPr>
              <a:spLocks noChangeShapeType="1"/>
            </p:cNvSpPr>
            <p:nvPr/>
          </p:nvSpPr>
          <p:spPr bwMode="auto">
            <a:xfrm>
              <a:off x="1994" y="2731"/>
              <a:ext cx="0" cy="8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Line 148">
              <a:extLst>
                <a:ext uri="{FF2B5EF4-FFF2-40B4-BE49-F238E27FC236}">
                  <a16:creationId xmlns:a16="http://schemas.microsoft.com/office/drawing/2014/main" id="{359DC3CF-4A33-4946-B610-E9BAF92C1D22}"/>
                </a:ext>
              </a:extLst>
            </p:cNvPr>
            <p:cNvSpPr>
              <a:spLocks noChangeShapeType="1"/>
            </p:cNvSpPr>
            <p:nvPr/>
          </p:nvSpPr>
          <p:spPr bwMode="auto">
            <a:xfrm>
              <a:off x="899" y="2754"/>
              <a:ext cx="0" cy="8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Oval 154">
              <a:extLst>
                <a:ext uri="{FF2B5EF4-FFF2-40B4-BE49-F238E27FC236}">
                  <a16:creationId xmlns:a16="http://schemas.microsoft.com/office/drawing/2014/main" id="{50830A5D-98F7-49D4-A53F-4E7FAAE6C14E}"/>
                </a:ext>
              </a:extLst>
            </p:cNvPr>
            <p:cNvSpPr>
              <a:spLocks noChangeArrowheads="1"/>
            </p:cNvSpPr>
            <p:nvPr/>
          </p:nvSpPr>
          <p:spPr bwMode="auto">
            <a:xfrm>
              <a:off x="1373" y="2979"/>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4" name="Oval 155">
              <a:extLst>
                <a:ext uri="{FF2B5EF4-FFF2-40B4-BE49-F238E27FC236}">
                  <a16:creationId xmlns:a16="http://schemas.microsoft.com/office/drawing/2014/main" id="{8ECB2D67-917E-4E2E-A601-D9601561163A}"/>
                </a:ext>
              </a:extLst>
            </p:cNvPr>
            <p:cNvSpPr>
              <a:spLocks noChangeArrowheads="1"/>
            </p:cNvSpPr>
            <p:nvPr/>
          </p:nvSpPr>
          <p:spPr bwMode="auto">
            <a:xfrm>
              <a:off x="1373" y="2177"/>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60">
              <a:extLst>
                <a:ext uri="{FF2B5EF4-FFF2-40B4-BE49-F238E27FC236}">
                  <a16:creationId xmlns:a16="http://schemas.microsoft.com/office/drawing/2014/main" id="{A42A91AD-C49A-4F86-8C32-96405AD063DA}"/>
                </a:ext>
              </a:extLst>
            </p:cNvPr>
            <p:cNvSpPr>
              <a:spLocks noChangeArrowheads="1"/>
            </p:cNvSpPr>
            <p:nvPr/>
          </p:nvSpPr>
          <p:spPr bwMode="auto">
            <a:xfrm>
              <a:off x="1766"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Oval 161">
              <a:extLst>
                <a:ext uri="{FF2B5EF4-FFF2-40B4-BE49-F238E27FC236}">
                  <a16:creationId xmlns:a16="http://schemas.microsoft.com/office/drawing/2014/main" id="{4691C8B5-4882-42BD-8D33-BE98FCF9ED43}"/>
                </a:ext>
              </a:extLst>
            </p:cNvPr>
            <p:cNvSpPr>
              <a:spLocks noChangeArrowheads="1"/>
            </p:cNvSpPr>
            <p:nvPr/>
          </p:nvSpPr>
          <p:spPr bwMode="auto">
            <a:xfrm>
              <a:off x="1032"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Oval 162">
              <a:extLst>
                <a:ext uri="{FF2B5EF4-FFF2-40B4-BE49-F238E27FC236}">
                  <a16:creationId xmlns:a16="http://schemas.microsoft.com/office/drawing/2014/main" id="{D6227C8C-9B1C-400F-B8C4-BD58122BB825}"/>
                </a:ext>
              </a:extLst>
            </p:cNvPr>
            <p:cNvSpPr>
              <a:spLocks noChangeArrowheads="1"/>
            </p:cNvSpPr>
            <p:nvPr/>
          </p:nvSpPr>
          <p:spPr bwMode="auto">
            <a:xfrm>
              <a:off x="116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Oval 163">
              <a:extLst>
                <a:ext uri="{FF2B5EF4-FFF2-40B4-BE49-F238E27FC236}">
                  <a16:creationId xmlns:a16="http://schemas.microsoft.com/office/drawing/2014/main" id="{3C096472-CE0A-4873-8B00-C58F3A3D593B}"/>
                </a:ext>
              </a:extLst>
            </p:cNvPr>
            <p:cNvSpPr>
              <a:spLocks noChangeArrowheads="1"/>
            </p:cNvSpPr>
            <p:nvPr/>
          </p:nvSpPr>
          <p:spPr bwMode="auto">
            <a:xfrm>
              <a:off x="160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Oval 164">
              <a:extLst>
                <a:ext uri="{FF2B5EF4-FFF2-40B4-BE49-F238E27FC236}">
                  <a16:creationId xmlns:a16="http://schemas.microsoft.com/office/drawing/2014/main" id="{13100733-428D-4C97-A604-DCB1018975A7}"/>
                </a:ext>
              </a:extLst>
            </p:cNvPr>
            <p:cNvSpPr>
              <a:spLocks noChangeArrowheads="1"/>
            </p:cNvSpPr>
            <p:nvPr/>
          </p:nvSpPr>
          <p:spPr bwMode="auto">
            <a:xfrm>
              <a:off x="2049" y="1241"/>
              <a:ext cx="63" cy="63"/>
            </a:xfrm>
            <a:prstGeom prst="ellipse">
              <a:avLst/>
            </a:prstGeom>
            <a:solidFill>
              <a:schemeClr val="bg1"/>
            </a:solidFill>
            <a:ln w="381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Oval 165">
              <a:extLst>
                <a:ext uri="{FF2B5EF4-FFF2-40B4-BE49-F238E27FC236}">
                  <a16:creationId xmlns:a16="http://schemas.microsoft.com/office/drawing/2014/main" id="{F069046A-23FF-4EE9-87D8-68B7A156CCC9}"/>
                </a:ext>
              </a:extLst>
            </p:cNvPr>
            <p:cNvSpPr>
              <a:spLocks noChangeArrowheads="1"/>
            </p:cNvSpPr>
            <p:nvPr/>
          </p:nvSpPr>
          <p:spPr bwMode="auto">
            <a:xfrm>
              <a:off x="2071" y="1241"/>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Oval 166">
              <a:extLst>
                <a:ext uri="{FF2B5EF4-FFF2-40B4-BE49-F238E27FC236}">
                  <a16:creationId xmlns:a16="http://schemas.microsoft.com/office/drawing/2014/main" id="{7CB0F86C-9EA8-4B2E-ADFC-00340A8B943D}"/>
                </a:ext>
              </a:extLst>
            </p:cNvPr>
            <p:cNvSpPr>
              <a:spLocks noChangeArrowheads="1"/>
            </p:cNvSpPr>
            <p:nvPr/>
          </p:nvSpPr>
          <p:spPr bwMode="auto">
            <a:xfrm>
              <a:off x="714" y="1253"/>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Text Box 167">
              <a:extLst>
                <a:ext uri="{FF2B5EF4-FFF2-40B4-BE49-F238E27FC236}">
                  <a16:creationId xmlns:a16="http://schemas.microsoft.com/office/drawing/2014/main" id="{26F26381-D2C4-43C5-9DAF-D6133AC51082}"/>
                </a:ext>
              </a:extLst>
            </p:cNvPr>
            <p:cNvSpPr txBox="1">
              <a:spLocks noChangeArrowheads="1"/>
            </p:cNvSpPr>
            <p:nvPr/>
          </p:nvSpPr>
          <p:spPr bwMode="auto">
            <a:xfrm>
              <a:off x="469" y="1105"/>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7" name="Text Box 168">
              <a:extLst>
                <a:ext uri="{FF2B5EF4-FFF2-40B4-BE49-F238E27FC236}">
                  <a16:creationId xmlns:a16="http://schemas.microsoft.com/office/drawing/2014/main" id="{21777378-7212-4382-8C14-85B4A92DB9A8}"/>
                </a:ext>
              </a:extLst>
            </p:cNvPr>
            <p:cNvSpPr txBox="1">
              <a:spLocks noChangeArrowheads="1"/>
            </p:cNvSpPr>
            <p:nvPr/>
          </p:nvSpPr>
          <p:spPr bwMode="auto">
            <a:xfrm>
              <a:off x="2141" y="1139"/>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8" name="Line 169">
              <a:extLst>
                <a:ext uri="{FF2B5EF4-FFF2-40B4-BE49-F238E27FC236}">
                  <a16:creationId xmlns:a16="http://schemas.microsoft.com/office/drawing/2014/main" id="{5EED3C87-5AC9-462B-94AB-078F9BDBA5D3}"/>
                </a:ext>
              </a:extLst>
            </p:cNvPr>
            <p:cNvSpPr>
              <a:spLocks noChangeShapeType="1"/>
            </p:cNvSpPr>
            <p:nvPr/>
          </p:nvSpPr>
          <p:spPr bwMode="auto">
            <a:xfrm>
              <a:off x="2197" y="1195"/>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Text Box 170">
              <a:extLst>
                <a:ext uri="{FF2B5EF4-FFF2-40B4-BE49-F238E27FC236}">
                  <a16:creationId xmlns:a16="http://schemas.microsoft.com/office/drawing/2014/main" id="{721B0394-5A9C-4531-BC86-997EA6D4B9CD}"/>
                </a:ext>
              </a:extLst>
            </p:cNvPr>
            <p:cNvSpPr txBox="1">
              <a:spLocks noChangeArrowheads="1"/>
            </p:cNvSpPr>
            <p:nvPr/>
          </p:nvSpPr>
          <p:spPr bwMode="auto">
            <a:xfrm>
              <a:off x="1215" y="3589"/>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80" name="Line 171">
              <a:extLst>
                <a:ext uri="{FF2B5EF4-FFF2-40B4-BE49-F238E27FC236}">
                  <a16:creationId xmlns:a16="http://schemas.microsoft.com/office/drawing/2014/main" id="{3ECAF5C0-9110-45E8-950F-630D1D5B478B}"/>
                </a:ext>
              </a:extLst>
            </p:cNvPr>
            <p:cNvSpPr>
              <a:spLocks noChangeShapeType="1"/>
            </p:cNvSpPr>
            <p:nvPr/>
          </p:nvSpPr>
          <p:spPr bwMode="auto">
            <a:xfrm>
              <a:off x="1283" y="3634"/>
              <a:ext cx="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81" name="Group 172">
              <a:extLst>
                <a:ext uri="{FF2B5EF4-FFF2-40B4-BE49-F238E27FC236}">
                  <a16:creationId xmlns:a16="http://schemas.microsoft.com/office/drawing/2014/main" id="{646B1A5D-98DE-4B29-BD14-1E17A3462BAF}"/>
                </a:ext>
              </a:extLst>
            </p:cNvPr>
            <p:cNvGrpSpPr>
              <a:grpSpLocks/>
            </p:cNvGrpSpPr>
            <p:nvPr/>
          </p:nvGrpSpPr>
          <p:grpSpPr bwMode="auto">
            <a:xfrm>
              <a:off x="2299" y="3567"/>
              <a:ext cx="498" cy="288"/>
              <a:chOff x="2959" y="2982"/>
              <a:chExt cx="498" cy="288"/>
            </a:xfrm>
          </p:grpSpPr>
          <p:sp>
            <p:nvSpPr>
              <p:cNvPr id="90" name="Text Box 173">
                <a:extLst>
                  <a:ext uri="{FF2B5EF4-FFF2-40B4-BE49-F238E27FC236}">
                    <a16:creationId xmlns:a16="http://schemas.microsoft.com/office/drawing/2014/main" id="{AF820700-D08F-4BB4-A4B7-F13EC9A1D97D}"/>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91" name="Line 174">
                <a:extLst>
                  <a:ext uri="{FF2B5EF4-FFF2-40B4-BE49-F238E27FC236}">
                    <a16:creationId xmlns:a16="http://schemas.microsoft.com/office/drawing/2014/main" id="{8DBC9363-D0C5-47F9-B4A1-05C6B1BA7CB8}"/>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82" name="Group 175">
              <a:extLst>
                <a:ext uri="{FF2B5EF4-FFF2-40B4-BE49-F238E27FC236}">
                  <a16:creationId xmlns:a16="http://schemas.microsoft.com/office/drawing/2014/main" id="{A51880F4-DFCB-4E49-B986-7BD81768D790}"/>
                </a:ext>
              </a:extLst>
            </p:cNvPr>
            <p:cNvGrpSpPr>
              <a:grpSpLocks/>
            </p:cNvGrpSpPr>
            <p:nvPr/>
          </p:nvGrpSpPr>
          <p:grpSpPr bwMode="auto">
            <a:xfrm>
              <a:off x="345" y="3567"/>
              <a:ext cx="498" cy="288"/>
              <a:chOff x="2959" y="2982"/>
              <a:chExt cx="498" cy="288"/>
            </a:xfrm>
          </p:grpSpPr>
          <p:sp>
            <p:nvSpPr>
              <p:cNvPr id="88" name="Text Box 176">
                <a:extLst>
                  <a:ext uri="{FF2B5EF4-FFF2-40B4-BE49-F238E27FC236}">
                    <a16:creationId xmlns:a16="http://schemas.microsoft.com/office/drawing/2014/main" id="{A89F2B4C-FAC7-4B66-89A8-5971ED109B12}"/>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89" name="Line 177">
                <a:extLst>
                  <a:ext uri="{FF2B5EF4-FFF2-40B4-BE49-F238E27FC236}">
                    <a16:creationId xmlns:a16="http://schemas.microsoft.com/office/drawing/2014/main" id="{261119D2-A3F0-423C-ADB4-8ECA9E798E22}"/>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3" name="Text Box 178">
              <a:extLst>
                <a:ext uri="{FF2B5EF4-FFF2-40B4-BE49-F238E27FC236}">
                  <a16:creationId xmlns:a16="http://schemas.microsoft.com/office/drawing/2014/main" id="{2D17F793-A18E-4B38-B072-04FECD4112FF}"/>
                </a:ext>
              </a:extLst>
            </p:cNvPr>
            <p:cNvSpPr txBox="1">
              <a:spLocks noChangeArrowheads="1"/>
            </p:cNvSpPr>
            <p:nvPr/>
          </p:nvSpPr>
          <p:spPr bwMode="auto">
            <a:xfrm>
              <a:off x="774" y="3544"/>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84" name="Text Box 179">
              <a:extLst>
                <a:ext uri="{FF2B5EF4-FFF2-40B4-BE49-F238E27FC236}">
                  <a16:creationId xmlns:a16="http://schemas.microsoft.com/office/drawing/2014/main" id="{642E3B9F-8CD9-4DB0-8F61-4BDC81817780}"/>
                </a:ext>
              </a:extLst>
            </p:cNvPr>
            <p:cNvSpPr txBox="1">
              <a:spLocks noChangeArrowheads="1"/>
            </p:cNvSpPr>
            <p:nvPr/>
          </p:nvSpPr>
          <p:spPr bwMode="auto">
            <a:xfrm>
              <a:off x="1870" y="3566"/>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85" name="Text Box 180">
              <a:extLst>
                <a:ext uri="{FF2B5EF4-FFF2-40B4-BE49-F238E27FC236}">
                  <a16:creationId xmlns:a16="http://schemas.microsoft.com/office/drawing/2014/main" id="{6A44FF5B-8793-46B6-AA9F-6F1E397D292E}"/>
                </a:ext>
              </a:extLst>
            </p:cNvPr>
            <p:cNvSpPr txBox="1">
              <a:spLocks noChangeArrowheads="1"/>
            </p:cNvSpPr>
            <p:nvPr/>
          </p:nvSpPr>
          <p:spPr bwMode="auto">
            <a:xfrm>
              <a:off x="853" y="2493"/>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86" name="Text Box 181">
              <a:extLst>
                <a:ext uri="{FF2B5EF4-FFF2-40B4-BE49-F238E27FC236}">
                  <a16:creationId xmlns:a16="http://schemas.microsoft.com/office/drawing/2014/main" id="{550AEC21-E12C-4B30-B9BF-48CCA064ADF9}"/>
                </a:ext>
              </a:extLst>
            </p:cNvPr>
            <p:cNvSpPr txBox="1">
              <a:spLocks noChangeArrowheads="1"/>
            </p:cNvSpPr>
            <p:nvPr/>
          </p:nvSpPr>
          <p:spPr bwMode="auto">
            <a:xfrm>
              <a:off x="1824" y="2459"/>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grpSp>
    </p:spTree>
    <p:extLst>
      <p:ext uri="{BB962C8B-B14F-4D97-AF65-F5344CB8AC3E}">
        <p14:creationId xmlns:p14="http://schemas.microsoft.com/office/powerpoint/2010/main" val="73859435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20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39"/>
                                        </p:tgtEl>
                                        <p:attrNameLst>
                                          <p:attrName>style.visibility</p:attrName>
                                        </p:attrNameLst>
                                      </p:cBhvr>
                                      <p:to>
                                        <p:strVal val="visible"/>
                                      </p:to>
                                    </p:set>
                                    <p:animEffect transition="in" filter="wipe(left)">
                                      <p:cBhvr>
                                        <p:cTn id="27"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utoUpdateAnimBg="0"/>
      <p:bldP spid="39"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7436626" cy="588136"/>
          </a:xfrm>
        </p:spPr>
        <p:txBody>
          <a:bodyPr/>
          <a:lstStyle/>
          <a:p>
            <a:r>
              <a:rPr lang="en-US" altLang="zh-CN" dirty="0">
                <a:latin typeface="黑体" pitchFamily="49" charset="-122"/>
                <a:ea typeface="黑体" pitchFamily="49" charset="-122"/>
              </a:rPr>
              <a:t>§ 6.10 </a:t>
            </a:r>
            <a:r>
              <a:rPr lang="zh-CN" altLang="en-US" dirty="0">
                <a:latin typeface="黑体" pitchFamily="49" charset="-122"/>
                <a:ea typeface="黑体" pitchFamily="49" charset="-122"/>
              </a:rPr>
              <a:t>边沿触发的</a:t>
            </a:r>
            <a:r>
              <a:rPr lang="en-US" altLang="zh-CN" dirty="0">
                <a:latin typeface="黑体" pitchFamily="49" charset="-122"/>
                <a:ea typeface="黑体" pitchFamily="49" charset="-122"/>
              </a:rPr>
              <a:t>J-K</a:t>
            </a:r>
            <a:r>
              <a:rPr lang="zh-CN" altLang="en-US" dirty="0">
                <a:latin typeface="黑体" pitchFamily="49" charset="-122"/>
                <a:ea typeface="黑体" pitchFamily="49" charset="-122"/>
              </a:rPr>
              <a:t>触发器</a:t>
            </a:r>
            <a:endParaRPr lang="zh-CN" altLang="en-US" dirty="0"/>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42</a:t>
            </a:fld>
            <a:endParaRPr lang="en-US" altLang="zh-CN" dirty="0"/>
          </a:p>
        </p:txBody>
      </p:sp>
      <p:grpSp>
        <p:nvGrpSpPr>
          <p:cNvPr id="5" name="Group 3">
            <a:extLst>
              <a:ext uri="{FF2B5EF4-FFF2-40B4-BE49-F238E27FC236}">
                <a16:creationId xmlns:a16="http://schemas.microsoft.com/office/drawing/2014/main" id="{6B78BD19-D400-4913-8837-BA129D8CD9D9}"/>
              </a:ext>
            </a:extLst>
          </p:cNvPr>
          <p:cNvGrpSpPr>
            <a:grpSpLocks/>
          </p:cNvGrpSpPr>
          <p:nvPr/>
        </p:nvGrpSpPr>
        <p:grpSpPr bwMode="auto">
          <a:xfrm>
            <a:off x="1299210" y="886777"/>
            <a:ext cx="2719388" cy="519113"/>
            <a:chOff x="540" y="501"/>
            <a:chExt cx="1713" cy="327"/>
          </a:xfrm>
        </p:grpSpPr>
        <p:sp>
          <p:nvSpPr>
            <p:cNvPr id="6" name="Text Box 4">
              <a:extLst>
                <a:ext uri="{FF2B5EF4-FFF2-40B4-BE49-F238E27FC236}">
                  <a16:creationId xmlns:a16="http://schemas.microsoft.com/office/drawing/2014/main" id="{2086508D-1C66-4514-8EB5-CAD6125ECC11}"/>
                </a:ext>
              </a:extLst>
            </p:cNvPr>
            <p:cNvSpPr txBox="1">
              <a:spLocks noChangeArrowheads="1"/>
            </p:cNvSpPr>
            <p:nvPr/>
          </p:nvSpPr>
          <p:spPr bwMode="auto">
            <a:xfrm>
              <a:off x="540" y="501"/>
              <a:ext cx="17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CP=1</a:t>
              </a:r>
              <a:r>
                <a:rPr kumimoji="1" lang="zh-CN" altLang="en-US" sz="2800" b="1" i="0" u="none" strike="noStrike" kern="1200" cap="none" spc="0" normalizeH="0" baseline="0" noProof="0" dirty="0">
                  <a:effectLst/>
                  <a:uLnTx/>
                  <a:uFillTx/>
                  <a:latin typeface="黑体" pitchFamily="49" charset="-122"/>
                  <a:ea typeface="黑体" pitchFamily="49" charset="-122"/>
                </a:rPr>
                <a:t>时：</a:t>
              </a:r>
            </a:p>
          </p:txBody>
        </p:sp>
        <p:sp>
          <p:nvSpPr>
            <p:cNvPr id="7" name="Line 5">
              <a:extLst>
                <a:ext uri="{FF2B5EF4-FFF2-40B4-BE49-F238E27FC236}">
                  <a16:creationId xmlns:a16="http://schemas.microsoft.com/office/drawing/2014/main" id="{E92BFCE4-6DCF-476F-AEDB-08ACD972BCE2}"/>
                </a:ext>
              </a:extLst>
            </p:cNvPr>
            <p:cNvSpPr>
              <a:spLocks noChangeShapeType="1"/>
            </p:cNvSpPr>
            <p:nvPr/>
          </p:nvSpPr>
          <p:spPr bwMode="auto">
            <a:xfrm>
              <a:off x="952" y="633"/>
              <a:ext cx="275" cy="0"/>
            </a:xfrm>
            <a:prstGeom prst="line">
              <a:avLst/>
            </a:prstGeom>
            <a:noFill/>
            <a:ln w="3810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 name="Text Box 55">
            <a:extLst>
              <a:ext uri="{FF2B5EF4-FFF2-40B4-BE49-F238E27FC236}">
                <a16:creationId xmlns:a16="http://schemas.microsoft.com/office/drawing/2014/main" id="{5A14DAFD-7922-4837-A91C-2D5189D53320}"/>
              </a:ext>
            </a:extLst>
          </p:cNvPr>
          <p:cNvSpPr txBox="1">
            <a:spLocks noChangeArrowheads="1"/>
          </p:cNvSpPr>
          <p:nvPr/>
        </p:nvSpPr>
        <p:spPr bwMode="auto">
          <a:xfrm>
            <a:off x="4895851" y="4413885"/>
            <a:ext cx="1936750"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effectLst/>
                <a:uLnTx/>
                <a:uFillTx/>
                <a:latin typeface="黑体" pitchFamily="49" charset="-122"/>
                <a:ea typeface="黑体" pitchFamily="49" charset="-122"/>
              </a:rPr>
              <a:t>若：</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=0</a:t>
            </a:r>
          </a:p>
        </p:txBody>
      </p:sp>
      <p:sp>
        <p:nvSpPr>
          <p:cNvPr id="9" name="Text Box 68">
            <a:extLst>
              <a:ext uri="{FF2B5EF4-FFF2-40B4-BE49-F238E27FC236}">
                <a16:creationId xmlns:a16="http://schemas.microsoft.com/office/drawing/2014/main" id="{7ACD7EE2-4D53-4679-84E5-7836F57BCC76}"/>
              </a:ext>
            </a:extLst>
          </p:cNvPr>
          <p:cNvSpPr txBox="1">
            <a:spLocks noChangeArrowheads="1"/>
          </p:cNvSpPr>
          <p:nvPr/>
        </p:nvSpPr>
        <p:spPr bwMode="auto">
          <a:xfrm>
            <a:off x="6832601" y="4450397"/>
            <a:ext cx="2062163"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effectLst/>
                <a:uLnTx/>
                <a:uFillTx/>
                <a:latin typeface="黑体" pitchFamily="49" charset="-122"/>
                <a:ea typeface="黑体" pitchFamily="49" charset="-122"/>
              </a:rPr>
              <a:t>则：</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=0</a:t>
            </a:r>
          </a:p>
        </p:txBody>
      </p:sp>
      <p:sp>
        <p:nvSpPr>
          <p:cNvPr id="10" name="Text Box 69">
            <a:extLst>
              <a:ext uri="{FF2B5EF4-FFF2-40B4-BE49-F238E27FC236}">
                <a16:creationId xmlns:a16="http://schemas.microsoft.com/office/drawing/2014/main" id="{4AF8105D-A8D1-4498-9B7A-002A24181220}"/>
              </a:ext>
            </a:extLst>
          </p:cNvPr>
          <p:cNvSpPr txBox="1">
            <a:spLocks noChangeArrowheads="1"/>
          </p:cNvSpPr>
          <p:nvPr/>
        </p:nvSpPr>
        <p:spPr bwMode="auto">
          <a:xfrm>
            <a:off x="4932364" y="5040947"/>
            <a:ext cx="1936750"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effectLst/>
                <a:uLnTx/>
                <a:uFillTx/>
                <a:latin typeface="黑体" pitchFamily="49" charset="-122"/>
                <a:ea typeface="黑体" pitchFamily="49" charset="-122"/>
              </a:rPr>
              <a:t>若：</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=1</a:t>
            </a:r>
          </a:p>
        </p:txBody>
      </p:sp>
      <p:sp>
        <p:nvSpPr>
          <p:cNvPr id="11" name="Text Box 82">
            <a:extLst>
              <a:ext uri="{FF2B5EF4-FFF2-40B4-BE49-F238E27FC236}">
                <a16:creationId xmlns:a16="http://schemas.microsoft.com/office/drawing/2014/main" id="{1C9B7F73-BA1C-4121-9BDF-FA7A4F122EDE}"/>
              </a:ext>
            </a:extLst>
          </p:cNvPr>
          <p:cNvSpPr txBox="1">
            <a:spLocks noChangeArrowheads="1"/>
          </p:cNvSpPr>
          <p:nvPr/>
        </p:nvSpPr>
        <p:spPr bwMode="auto">
          <a:xfrm>
            <a:off x="6850064" y="5059997"/>
            <a:ext cx="2062162"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effectLst/>
                <a:uLnTx/>
                <a:uFillTx/>
                <a:latin typeface="黑体" pitchFamily="49" charset="-122"/>
                <a:ea typeface="黑体" pitchFamily="49" charset="-122"/>
              </a:rPr>
              <a:t>则：</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=1</a:t>
            </a:r>
          </a:p>
        </p:txBody>
      </p:sp>
      <p:sp>
        <p:nvSpPr>
          <p:cNvPr id="12" name="Text Box 83">
            <a:extLst>
              <a:ext uri="{FF2B5EF4-FFF2-40B4-BE49-F238E27FC236}">
                <a16:creationId xmlns:a16="http://schemas.microsoft.com/office/drawing/2014/main" id="{206F5A7E-1CBD-4C69-950E-855A3070269F}"/>
              </a:ext>
            </a:extLst>
          </p:cNvPr>
          <p:cNvSpPr txBox="1">
            <a:spLocks noChangeArrowheads="1"/>
          </p:cNvSpPr>
          <p:nvPr/>
        </p:nvSpPr>
        <p:spPr bwMode="auto">
          <a:xfrm>
            <a:off x="6085682" y="5500771"/>
            <a:ext cx="1811338"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n+1</a:t>
            </a:r>
            <a:r>
              <a:rPr kumimoji="1" lang="en-US" altLang="zh-CN" sz="2800" b="1" i="0" u="none" strike="noStrike" kern="1200" cap="none" spc="0" normalizeH="0" baseline="0" noProof="0" dirty="0">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30000" noProof="0" dirty="0">
                <a:effectLst/>
                <a:uLnTx/>
                <a:uFillTx/>
                <a:latin typeface="Times New Roman" panose="02020603050405020304" pitchFamily="18" charset="0"/>
                <a:ea typeface="宋体" panose="02010600030101010101" pitchFamily="2" charset="-122"/>
                <a:cs typeface="+mn-cs"/>
              </a:rPr>
              <a:t>n</a:t>
            </a:r>
          </a:p>
        </p:txBody>
      </p:sp>
      <p:grpSp>
        <p:nvGrpSpPr>
          <p:cNvPr id="13" name="Group 160">
            <a:extLst>
              <a:ext uri="{FF2B5EF4-FFF2-40B4-BE49-F238E27FC236}">
                <a16:creationId xmlns:a16="http://schemas.microsoft.com/office/drawing/2014/main" id="{E39AD12E-24DD-4D84-B78C-7D60DEA812BE}"/>
              </a:ext>
            </a:extLst>
          </p:cNvPr>
          <p:cNvGrpSpPr>
            <a:grpSpLocks/>
          </p:cNvGrpSpPr>
          <p:nvPr/>
        </p:nvGrpSpPr>
        <p:grpSpPr bwMode="auto">
          <a:xfrm>
            <a:off x="638144" y="1199405"/>
            <a:ext cx="3892550" cy="4510088"/>
            <a:chOff x="345" y="1036"/>
            <a:chExt cx="2452" cy="2841"/>
          </a:xfrm>
        </p:grpSpPr>
        <p:grpSp>
          <p:nvGrpSpPr>
            <p:cNvPr id="14" name="Group 158">
              <a:extLst>
                <a:ext uri="{FF2B5EF4-FFF2-40B4-BE49-F238E27FC236}">
                  <a16:creationId xmlns:a16="http://schemas.microsoft.com/office/drawing/2014/main" id="{A5A5025F-F070-4C5D-94AE-CDB905A97AD6}"/>
                </a:ext>
              </a:extLst>
            </p:cNvPr>
            <p:cNvGrpSpPr>
              <a:grpSpLocks/>
            </p:cNvGrpSpPr>
            <p:nvPr/>
          </p:nvGrpSpPr>
          <p:grpSpPr bwMode="auto">
            <a:xfrm>
              <a:off x="379" y="1048"/>
              <a:ext cx="757" cy="943"/>
              <a:chOff x="379" y="1048"/>
              <a:chExt cx="757" cy="943"/>
            </a:xfrm>
          </p:grpSpPr>
          <p:sp>
            <p:nvSpPr>
              <p:cNvPr id="77" name="Rectangle 88">
                <a:extLst>
                  <a:ext uri="{FF2B5EF4-FFF2-40B4-BE49-F238E27FC236}">
                    <a16:creationId xmlns:a16="http://schemas.microsoft.com/office/drawing/2014/main" id="{25DB4664-F74B-4D58-A41B-2DFBE5C58E4D}"/>
                  </a:ext>
                </a:extLst>
              </p:cNvPr>
              <p:cNvSpPr>
                <a:spLocks noChangeArrowheads="1"/>
              </p:cNvSpPr>
              <p:nvPr/>
            </p:nvSpPr>
            <p:spPr bwMode="auto">
              <a:xfrm>
                <a:off x="379" y="1500"/>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8" name="Line 89">
                <a:extLst>
                  <a:ext uri="{FF2B5EF4-FFF2-40B4-BE49-F238E27FC236}">
                    <a16:creationId xmlns:a16="http://schemas.microsoft.com/office/drawing/2014/main" id="{9C427080-EEEC-4A9C-9C0D-2E705F823100}"/>
                  </a:ext>
                </a:extLst>
              </p:cNvPr>
              <p:cNvSpPr>
                <a:spLocks noChangeShapeType="1"/>
              </p:cNvSpPr>
              <p:nvPr/>
            </p:nvSpPr>
            <p:spPr bwMode="auto">
              <a:xfrm>
                <a:off x="390" y="1737"/>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9" name="Line 90">
                <a:extLst>
                  <a:ext uri="{FF2B5EF4-FFF2-40B4-BE49-F238E27FC236}">
                    <a16:creationId xmlns:a16="http://schemas.microsoft.com/office/drawing/2014/main" id="{A5E35E90-C72F-4612-9074-36AD47C1D37E}"/>
                  </a:ext>
                </a:extLst>
              </p:cNvPr>
              <p:cNvSpPr>
                <a:spLocks noChangeShapeType="1"/>
              </p:cNvSpPr>
              <p:nvPr/>
            </p:nvSpPr>
            <p:spPr bwMode="auto">
              <a:xfrm flipV="1">
                <a:off x="763" y="1737"/>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80" name="Oval 91">
                <a:extLst>
                  <a:ext uri="{FF2B5EF4-FFF2-40B4-BE49-F238E27FC236}">
                    <a16:creationId xmlns:a16="http://schemas.microsoft.com/office/drawing/2014/main" id="{0833ACB0-2707-4A41-BA3B-48FCBCF2DF04}"/>
                  </a:ext>
                </a:extLst>
              </p:cNvPr>
              <p:cNvSpPr>
                <a:spLocks noChangeArrowheads="1"/>
              </p:cNvSpPr>
              <p:nvPr/>
            </p:nvSpPr>
            <p:spPr bwMode="auto">
              <a:xfrm>
                <a:off x="706" y="1398"/>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81" name="Text Box 92">
                <a:extLst>
                  <a:ext uri="{FF2B5EF4-FFF2-40B4-BE49-F238E27FC236}">
                    <a16:creationId xmlns:a16="http://schemas.microsoft.com/office/drawing/2014/main" id="{220D005C-ED6D-4001-8A16-45E8B6BBDE3D}"/>
                  </a:ext>
                </a:extLst>
              </p:cNvPr>
              <p:cNvSpPr txBox="1">
                <a:spLocks noChangeArrowheads="1"/>
              </p:cNvSpPr>
              <p:nvPr/>
            </p:nvSpPr>
            <p:spPr bwMode="auto">
              <a:xfrm>
                <a:off x="563" y="1466"/>
                <a:ext cx="4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82" name="Text Box 93">
                <a:extLst>
                  <a:ext uri="{FF2B5EF4-FFF2-40B4-BE49-F238E27FC236}">
                    <a16:creationId xmlns:a16="http://schemas.microsoft.com/office/drawing/2014/main" id="{5131EE68-EEF7-4154-9D3F-0370A4C2C18D}"/>
                  </a:ext>
                </a:extLst>
              </p:cNvPr>
              <p:cNvSpPr txBox="1">
                <a:spLocks noChangeArrowheads="1"/>
              </p:cNvSpPr>
              <p:nvPr/>
            </p:nvSpPr>
            <p:spPr bwMode="auto">
              <a:xfrm>
                <a:off x="447" y="1692"/>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a:t>
                </a:r>
              </a:p>
            </p:txBody>
          </p:sp>
          <p:sp>
            <p:nvSpPr>
              <p:cNvPr id="83" name="Text Box 94">
                <a:extLst>
                  <a:ext uri="{FF2B5EF4-FFF2-40B4-BE49-F238E27FC236}">
                    <a16:creationId xmlns:a16="http://schemas.microsoft.com/office/drawing/2014/main" id="{0D801FA3-AF5B-49E1-815F-AA5FDE649225}"/>
                  </a:ext>
                </a:extLst>
              </p:cNvPr>
              <p:cNvSpPr txBox="1">
                <a:spLocks noChangeArrowheads="1"/>
              </p:cNvSpPr>
              <p:nvPr/>
            </p:nvSpPr>
            <p:spPr bwMode="auto">
              <a:xfrm>
                <a:off x="808" y="1703"/>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B</a:t>
                </a:r>
              </a:p>
            </p:txBody>
          </p:sp>
          <p:sp>
            <p:nvSpPr>
              <p:cNvPr id="84" name="Line 95">
                <a:extLst>
                  <a:ext uri="{FF2B5EF4-FFF2-40B4-BE49-F238E27FC236}">
                    <a16:creationId xmlns:a16="http://schemas.microsoft.com/office/drawing/2014/main" id="{41D6FA72-9114-4FA2-8B7E-EAA8B096FE5C}"/>
                  </a:ext>
                </a:extLst>
              </p:cNvPr>
              <p:cNvSpPr>
                <a:spLocks noChangeShapeType="1"/>
              </p:cNvSpPr>
              <p:nvPr/>
            </p:nvSpPr>
            <p:spPr bwMode="auto">
              <a:xfrm flipV="1">
                <a:off x="752" y="1048"/>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grpSp>
          <p:nvGrpSpPr>
            <p:cNvPr id="15" name="Group 159">
              <a:extLst>
                <a:ext uri="{FF2B5EF4-FFF2-40B4-BE49-F238E27FC236}">
                  <a16:creationId xmlns:a16="http://schemas.microsoft.com/office/drawing/2014/main" id="{05E4E8F5-5AEB-4935-8263-21A97E9A8AF6}"/>
                </a:ext>
              </a:extLst>
            </p:cNvPr>
            <p:cNvGrpSpPr>
              <a:grpSpLocks/>
            </p:cNvGrpSpPr>
            <p:nvPr/>
          </p:nvGrpSpPr>
          <p:grpSpPr bwMode="auto">
            <a:xfrm>
              <a:off x="1723" y="1036"/>
              <a:ext cx="757" cy="943"/>
              <a:chOff x="1723" y="1036"/>
              <a:chExt cx="757" cy="943"/>
            </a:xfrm>
          </p:grpSpPr>
          <p:sp>
            <p:nvSpPr>
              <p:cNvPr id="69" name="Rectangle 97">
                <a:extLst>
                  <a:ext uri="{FF2B5EF4-FFF2-40B4-BE49-F238E27FC236}">
                    <a16:creationId xmlns:a16="http://schemas.microsoft.com/office/drawing/2014/main" id="{017FD20F-5479-403C-B5F7-F541EBF5A7E7}"/>
                  </a:ext>
                </a:extLst>
              </p:cNvPr>
              <p:cNvSpPr>
                <a:spLocks noChangeArrowheads="1"/>
              </p:cNvSpPr>
              <p:nvPr/>
            </p:nvSpPr>
            <p:spPr bwMode="auto">
              <a:xfrm>
                <a:off x="1723" y="1488"/>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0" name="Line 98">
                <a:extLst>
                  <a:ext uri="{FF2B5EF4-FFF2-40B4-BE49-F238E27FC236}">
                    <a16:creationId xmlns:a16="http://schemas.microsoft.com/office/drawing/2014/main" id="{EC901B73-C489-4839-95D6-60A0514247E3}"/>
                  </a:ext>
                </a:extLst>
              </p:cNvPr>
              <p:cNvSpPr>
                <a:spLocks noChangeShapeType="1"/>
              </p:cNvSpPr>
              <p:nvPr/>
            </p:nvSpPr>
            <p:spPr bwMode="auto">
              <a:xfrm>
                <a:off x="1734" y="1725"/>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1" name="Line 99">
                <a:extLst>
                  <a:ext uri="{FF2B5EF4-FFF2-40B4-BE49-F238E27FC236}">
                    <a16:creationId xmlns:a16="http://schemas.microsoft.com/office/drawing/2014/main" id="{1D4CB0FF-DF27-46A3-A034-968E06DF835E}"/>
                  </a:ext>
                </a:extLst>
              </p:cNvPr>
              <p:cNvSpPr>
                <a:spLocks noChangeShapeType="1"/>
              </p:cNvSpPr>
              <p:nvPr/>
            </p:nvSpPr>
            <p:spPr bwMode="auto">
              <a:xfrm flipV="1">
                <a:off x="2107" y="1725"/>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2" name="Oval 100">
                <a:extLst>
                  <a:ext uri="{FF2B5EF4-FFF2-40B4-BE49-F238E27FC236}">
                    <a16:creationId xmlns:a16="http://schemas.microsoft.com/office/drawing/2014/main" id="{1F718F88-96F5-4A47-9D29-B4AAE07692D5}"/>
                  </a:ext>
                </a:extLst>
              </p:cNvPr>
              <p:cNvSpPr>
                <a:spLocks noChangeArrowheads="1"/>
              </p:cNvSpPr>
              <p:nvPr/>
            </p:nvSpPr>
            <p:spPr bwMode="auto">
              <a:xfrm>
                <a:off x="2050" y="1386"/>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73" name="Text Box 101">
                <a:extLst>
                  <a:ext uri="{FF2B5EF4-FFF2-40B4-BE49-F238E27FC236}">
                    <a16:creationId xmlns:a16="http://schemas.microsoft.com/office/drawing/2014/main" id="{8CE70000-B3FE-49DE-A31C-7B46EDA603D5}"/>
                  </a:ext>
                </a:extLst>
              </p:cNvPr>
              <p:cNvSpPr txBox="1">
                <a:spLocks noChangeArrowheads="1"/>
              </p:cNvSpPr>
              <p:nvPr/>
            </p:nvSpPr>
            <p:spPr bwMode="auto">
              <a:xfrm>
                <a:off x="1971" y="1454"/>
                <a:ext cx="4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4" name="Text Box 102">
                <a:extLst>
                  <a:ext uri="{FF2B5EF4-FFF2-40B4-BE49-F238E27FC236}">
                    <a16:creationId xmlns:a16="http://schemas.microsoft.com/office/drawing/2014/main" id="{AAC985C8-1902-4B99-8217-F17291687B06}"/>
                  </a:ext>
                </a:extLst>
              </p:cNvPr>
              <p:cNvSpPr txBox="1">
                <a:spLocks noChangeArrowheads="1"/>
              </p:cNvSpPr>
              <p:nvPr/>
            </p:nvSpPr>
            <p:spPr bwMode="auto">
              <a:xfrm>
                <a:off x="1791" y="1680"/>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sp>
            <p:nvSpPr>
              <p:cNvPr id="75" name="Text Box 103">
                <a:extLst>
                  <a:ext uri="{FF2B5EF4-FFF2-40B4-BE49-F238E27FC236}">
                    <a16:creationId xmlns:a16="http://schemas.microsoft.com/office/drawing/2014/main" id="{7986B60F-8B78-44FE-88B9-8D8FAE777BBA}"/>
                  </a:ext>
                </a:extLst>
              </p:cNvPr>
              <p:cNvSpPr txBox="1">
                <a:spLocks noChangeArrowheads="1"/>
              </p:cNvSpPr>
              <p:nvPr/>
            </p:nvSpPr>
            <p:spPr bwMode="auto">
              <a:xfrm>
                <a:off x="2152" y="1691"/>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76" name="Line 104">
                <a:extLst>
                  <a:ext uri="{FF2B5EF4-FFF2-40B4-BE49-F238E27FC236}">
                    <a16:creationId xmlns:a16="http://schemas.microsoft.com/office/drawing/2014/main" id="{52D67EF2-8A3B-4FAB-8F09-7D6AFA78EF6B}"/>
                  </a:ext>
                </a:extLst>
              </p:cNvPr>
              <p:cNvSpPr>
                <a:spLocks noChangeShapeType="1"/>
              </p:cNvSpPr>
              <p:nvPr/>
            </p:nvSpPr>
            <p:spPr bwMode="auto">
              <a:xfrm flipV="1">
                <a:off x="2096" y="1036"/>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sp>
          <p:nvSpPr>
            <p:cNvPr id="16" name="Freeform 105">
              <a:extLst>
                <a:ext uri="{FF2B5EF4-FFF2-40B4-BE49-F238E27FC236}">
                  <a16:creationId xmlns:a16="http://schemas.microsoft.com/office/drawing/2014/main" id="{7B2AB271-49CD-4F6E-A79C-C6433B0817C2}"/>
                </a:ext>
              </a:extLst>
            </p:cNvPr>
            <p:cNvSpPr>
              <a:spLocks/>
            </p:cNvSpPr>
            <p:nvPr/>
          </p:nvSpPr>
          <p:spPr bwMode="auto">
            <a:xfrm>
              <a:off x="740" y="1274"/>
              <a:ext cx="1469" cy="858"/>
            </a:xfrm>
            <a:custGeom>
              <a:avLst/>
              <a:gdLst>
                <a:gd name="T0" fmla="*/ 0 w 1469"/>
                <a:gd name="T1" fmla="*/ 0 h 858"/>
                <a:gd name="T2" fmla="*/ 475 w 1469"/>
                <a:gd name="T3" fmla="*/ 0 h 858"/>
                <a:gd name="T4" fmla="*/ 904 w 1469"/>
                <a:gd name="T5" fmla="*/ 858 h 858"/>
                <a:gd name="T6" fmla="*/ 1469 w 1469"/>
                <a:gd name="T7" fmla="*/ 858 h 858"/>
                <a:gd name="T8" fmla="*/ 1469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17" name="Freeform 106">
              <a:extLst>
                <a:ext uri="{FF2B5EF4-FFF2-40B4-BE49-F238E27FC236}">
                  <a16:creationId xmlns:a16="http://schemas.microsoft.com/office/drawing/2014/main" id="{60814204-C6A5-4D06-B729-3DFAB2E11CC8}"/>
                </a:ext>
              </a:extLst>
            </p:cNvPr>
            <p:cNvSpPr>
              <a:spLocks/>
            </p:cNvSpPr>
            <p:nvPr/>
          </p:nvSpPr>
          <p:spPr bwMode="auto">
            <a:xfrm flipH="1">
              <a:off x="673" y="1285"/>
              <a:ext cx="1423" cy="858"/>
            </a:xfrm>
            <a:custGeom>
              <a:avLst/>
              <a:gdLst>
                <a:gd name="T0" fmla="*/ 0 w 1469"/>
                <a:gd name="T1" fmla="*/ 0 h 858"/>
                <a:gd name="T2" fmla="*/ 405 w 1469"/>
                <a:gd name="T3" fmla="*/ 0 h 858"/>
                <a:gd name="T4" fmla="*/ 771 w 1469"/>
                <a:gd name="T5" fmla="*/ 858 h 858"/>
                <a:gd name="T6" fmla="*/ 1253 w 1469"/>
                <a:gd name="T7" fmla="*/ 858 h 858"/>
                <a:gd name="T8" fmla="*/ 1253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18" name="Line 107">
              <a:extLst>
                <a:ext uri="{FF2B5EF4-FFF2-40B4-BE49-F238E27FC236}">
                  <a16:creationId xmlns:a16="http://schemas.microsoft.com/office/drawing/2014/main" id="{7683D98A-BA13-4D88-BD4E-1A61B92118A6}"/>
                </a:ext>
              </a:extLst>
            </p:cNvPr>
            <p:cNvSpPr>
              <a:spLocks noChangeShapeType="1"/>
            </p:cNvSpPr>
            <p:nvPr/>
          </p:nvSpPr>
          <p:spPr bwMode="auto">
            <a:xfrm>
              <a:off x="1802" y="1952"/>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19" name="Line 108">
              <a:extLst>
                <a:ext uri="{FF2B5EF4-FFF2-40B4-BE49-F238E27FC236}">
                  <a16:creationId xmlns:a16="http://schemas.microsoft.com/office/drawing/2014/main" id="{6CB6874C-929E-4C04-ADFE-01A9864E5353}"/>
                </a:ext>
              </a:extLst>
            </p:cNvPr>
            <p:cNvSpPr>
              <a:spLocks noChangeShapeType="1"/>
            </p:cNvSpPr>
            <p:nvPr/>
          </p:nvSpPr>
          <p:spPr bwMode="auto">
            <a:xfrm>
              <a:off x="1068" y="1963"/>
              <a:ext cx="0" cy="1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nvGrpSpPr>
            <p:cNvPr id="20" name="Group 109">
              <a:extLst>
                <a:ext uri="{FF2B5EF4-FFF2-40B4-BE49-F238E27FC236}">
                  <a16:creationId xmlns:a16="http://schemas.microsoft.com/office/drawing/2014/main" id="{94665681-95B8-401B-8A96-3D21A7868475}"/>
                </a:ext>
              </a:extLst>
            </p:cNvPr>
            <p:cNvGrpSpPr>
              <a:grpSpLocks/>
            </p:cNvGrpSpPr>
            <p:nvPr/>
          </p:nvGrpSpPr>
          <p:grpSpPr bwMode="auto">
            <a:xfrm>
              <a:off x="764" y="2416"/>
              <a:ext cx="395" cy="338"/>
              <a:chOff x="1175" y="2181"/>
              <a:chExt cx="395" cy="338"/>
            </a:xfrm>
          </p:grpSpPr>
          <p:sp>
            <p:nvSpPr>
              <p:cNvPr id="67" name="Rectangle 110">
                <a:extLst>
                  <a:ext uri="{FF2B5EF4-FFF2-40B4-BE49-F238E27FC236}">
                    <a16:creationId xmlns:a16="http://schemas.microsoft.com/office/drawing/2014/main" id="{0AC4A223-B3BB-4C01-A3CA-18CE317A60FC}"/>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68" name="Oval 111">
                <a:extLst>
                  <a:ext uri="{FF2B5EF4-FFF2-40B4-BE49-F238E27FC236}">
                    <a16:creationId xmlns:a16="http://schemas.microsoft.com/office/drawing/2014/main" id="{D51C47D9-D31C-4A4B-875A-3EAA6883C6E1}"/>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sp>
          <p:nvSpPr>
            <p:cNvPr id="21" name="Line 112">
              <a:extLst>
                <a:ext uri="{FF2B5EF4-FFF2-40B4-BE49-F238E27FC236}">
                  <a16:creationId xmlns:a16="http://schemas.microsoft.com/office/drawing/2014/main" id="{02373AB6-3485-4EB0-97D3-F2FED6387D02}"/>
                </a:ext>
              </a:extLst>
            </p:cNvPr>
            <p:cNvSpPr>
              <a:spLocks noChangeShapeType="1"/>
            </p:cNvSpPr>
            <p:nvPr/>
          </p:nvSpPr>
          <p:spPr bwMode="auto">
            <a:xfrm flipV="1">
              <a:off x="944" y="1974"/>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nvGrpSpPr>
            <p:cNvPr id="22" name="Group 113">
              <a:extLst>
                <a:ext uri="{FF2B5EF4-FFF2-40B4-BE49-F238E27FC236}">
                  <a16:creationId xmlns:a16="http://schemas.microsoft.com/office/drawing/2014/main" id="{3C10ED3F-CD64-46E2-A046-19B96AE26971}"/>
                </a:ext>
              </a:extLst>
            </p:cNvPr>
            <p:cNvGrpSpPr>
              <a:grpSpLocks/>
            </p:cNvGrpSpPr>
            <p:nvPr/>
          </p:nvGrpSpPr>
          <p:grpSpPr bwMode="auto">
            <a:xfrm>
              <a:off x="1735" y="2393"/>
              <a:ext cx="395" cy="338"/>
              <a:chOff x="1175" y="2181"/>
              <a:chExt cx="395" cy="338"/>
            </a:xfrm>
          </p:grpSpPr>
          <p:sp>
            <p:nvSpPr>
              <p:cNvPr id="65" name="Rectangle 114">
                <a:extLst>
                  <a:ext uri="{FF2B5EF4-FFF2-40B4-BE49-F238E27FC236}">
                    <a16:creationId xmlns:a16="http://schemas.microsoft.com/office/drawing/2014/main" id="{AF0CF59B-BC69-4394-AC2E-19227BDD1176}"/>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66" name="Oval 115">
                <a:extLst>
                  <a:ext uri="{FF2B5EF4-FFF2-40B4-BE49-F238E27FC236}">
                    <a16:creationId xmlns:a16="http://schemas.microsoft.com/office/drawing/2014/main" id="{ECCDEDA5-2B5D-4F85-9C84-D7D8CC20EAF9}"/>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sp>
          <p:nvSpPr>
            <p:cNvPr id="23" name="Line 116">
              <a:extLst>
                <a:ext uri="{FF2B5EF4-FFF2-40B4-BE49-F238E27FC236}">
                  <a16:creationId xmlns:a16="http://schemas.microsoft.com/office/drawing/2014/main" id="{D3AA0C45-BCD9-4FA8-855C-A6E62F02ACBA}"/>
                </a:ext>
              </a:extLst>
            </p:cNvPr>
            <p:cNvSpPr>
              <a:spLocks noChangeShapeType="1"/>
            </p:cNvSpPr>
            <p:nvPr/>
          </p:nvSpPr>
          <p:spPr bwMode="auto">
            <a:xfrm flipV="1">
              <a:off x="1915" y="1940"/>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4" name="Freeform 117">
              <a:extLst>
                <a:ext uri="{FF2B5EF4-FFF2-40B4-BE49-F238E27FC236}">
                  <a16:creationId xmlns:a16="http://schemas.microsoft.com/office/drawing/2014/main" id="{540FE26E-69CB-4201-9DE8-E774E2F18AD8}"/>
                </a:ext>
              </a:extLst>
            </p:cNvPr>
            <p:cNvSpPr>
              <a:spLocks/>
            </p:cNvSpPr>
            <p:nvPr/>
          </p:nvSpPr>
          <p:spPr bwMode="auto">
            <a:xfrm>
              <a:off x="1644" y="2132"/>
              <a:ext cx="181" cy="791"/>
            </a:xfrm>
            <a:custGeom>
              <a:avLst/>
              <a:gdLst>
                <a:gd name="T0" fmla="*/ 0 w 181"/>
                <a:gd name="T1" fmla="*/ 0 h 791"/>
                <a:gd name="T2" fmla="*/ 0 w 181"/>
                <a:gd name="T3" fmla="*/ 791 h 791"/>
                <a:gd name="T4" fmla="*/ 181 w 181"/>
                <a:gd name="T5" fmla="*/ 791 h 791"/>
                <a:gd name="T6" fmla="*/ 181 w 181"/>
                <a:gd name="T7" fmla="*/ 599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791">
                  <a:moveTo>
                    <a:pt x="0" y="0"/>
                  </a:moveTo>
                  <a:lnTo>
                    <a:pt x="0" y="791"/>
                  </a:lnTo>
                  <a:lnTo>
                    <a:pt x="181" y="791"/>
                  </a:lnTo>
                  <a:lnTo>
                    <a:pt x="181" y="59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5" name="Freeform 118">
              <a:extLst>
                <a:ext uri="{FF2B5EF4-FFF2-40B4-BE49-F238E27FC236}">
                  <a16:creationId xmlns:a16="http://schemas.microsoft.com/office/drawing/2014/main" id="{075FCDF1-99E2-4165-8DE1-7BE25B35D53D}"/>
                </a:ext>
              </a:extLst>
            </p:cNvPr>
            <p:cNvSpPr>
              <a:spLocks/>
            </p:cNvSpPr>
            <p:nvPr/>
          </p:nvSpPr>
          <p:spPr bwMode="auto">
            <a:xfrm>
              <a:off x="1079" y="2144"/>
              <a:ext cx="136" cy="790"/>
            </a:xfrm>
            <a:custGeom>
              <a:avLst/>
              <a:gdLst>
                <a:gd name="T0" fmla="*/ 136 w 136"/>
                <a:gd name="T1" fmla="*/ 0 h 790"/>
                <a:gd name="T2" fmla="*/ 136 w 136"/>
                <a:gd name="T3" fmla="*/ 790 h 790"/>
                <a:gd name="T4" fmla="*/ 0 w 136"/>
                <a:gd name="T5" fmla="*/ 790 h 790"/>
                <a:gd name="T6" fmla="*/ 0 w 136"/>
                <a:gd name="T7" fmla="*/ 598 h 7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790">
                  <a:moveTo>
                    <a:pt x="136" y="0"/>
                  </a:moveTo>
                  <a:lnTo>
                    <a:pt x="136" y="790"/>
                  </a:lnTo>
                  <a:lnTo>
                    <a:pt x="0" y="790"/>
                  </a:lnTo>
                  <a:lnTo>
                    <a:pt x="0" y="59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6" name="Freeform 119">
              <a:extLst>
                <a:ext uri="{FF2B5EF4-FFF2-40B4-BE49-F238E27FC236}">
                  <a16:creationId xmlns:a16="http://schemas.microsoft.com/office/drawing/2014/main" id="{07CAF588-E6C0-43BC-B68A-388713BEFF9E}"/>
                </a:ext>
              </a:extLst>
            </p:cNvPr>
            <p:cNvSpPr>
              <a:spLocks/>
            </p:cNvSpPr>
            <p:nvPr/>
          </p:nvSpPr>
          <p:spPr bwMode="auto">
            <a:xfrm>
              <a:off x="571" y="1952"/>
              <a:ext cx="1751" cy="271"/>
            </a:xfrm>
            <a:custGeom>
              <a:avLst/>
              <a:gdLst>
                <a:gd name="T0" fmla="*/ 0 w 1762"/>
                <a:gd name="T1" fmla="*/ 11 h 271"/>
                <a:gd name="T2" fmla="*/ 0 w 1762"/>
                <a:gd name="T3" fmla="*/ 271 h 271"/>
                <a:gd name="T4" fmla="*/ 1707 w 1762"/>
                <a:gd name="T5" fmla="*/ 271 h 271"/>
                <a:gd name="T6" fmla="*/ 1707 w 1762"/>
                <a:gd name="T7" fmla="*/ 0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62" h="271">
                  <a:moveTo>
                    <a:pt x="0" y="11"/>
                  </a:moveTo>
                  <a:lnTo>
                    <a:pt x="0" y="271"/>
                  </a:lnTo>
                  <a:lnTo>
                    <a:pt x="1762" y="271"/>
                  </a:lnTo>
                  <a:lnTo>
                    <a:pt x="176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7" name="Line 120">
              <a:extLst>
                <a:ext uri="{FF2B5EF4-FFF2-40B4-BE49-F238E27FC236}">
                  <a16:creationId xmlns:a16="http://schemas.microsoft.com/office/drawing/2014/main" id="{15C03C58-8675-449D-9483-A1F7AB79574E}"/>
                </a:ext>
              </a:extLst>
            </p:cNvPr>
            <p:cNvSpPr>
              <a:spLocks noChangeShapeType="1"/>
            </p:cNvSpPr>
            <p:nvPr/>
          </p:nvSpPr>
          <p:spPr bwMode="auto">
            <a:xfrm>
              <a:off x="1418" y="2234"/>
              <a:ext cx="0" cy="13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8" name="Freeform 121">
              <a:extLst>
                <a:ext uri="{FF2B5EF4-FFF2-40B4-BE49-F238E27FC236}">
                  <a16:creationId xmlns:a16="http://schemas.microsoft.com/office/drawing/2014/main" id="{DBBE750C-BA8D-47AA-BEAA-2B72026517E2}"/>
                </a:ext>
              </a:extLst>
            </p:cNvPr>
            <p:cNvSpPr>
              <a:spLocks/>
            </p:cNvSpPr>
            <p:nvPr/>
          </p:nvSpPr>
          <p:spPr bwMode="auto">
            <a:xfrm>
              <a:off x="978" y="2742"/>
              <a:ext cx="937" cy="283"/>
            </a:xfrm>
            <a:custGeom>
              <a:avLst/>
              <a:gdLst>
                <a:gd name="T0" fmla="*/ 0 w 937"/>
                <a:gd name="T1" fmla="*/ 12 h 283"/>
                <a:gd name="T2" fmla="*/ 0 w 937"/>
                <a:gd name="T3" fmla="*/ 283 h 283"/>
                <a:gd name="T4" fmla="*/ 937 w 937"/>
                <a:gd name="T5" fmla="*/ 283 h 283"/>
                <a:gd name="T6" fmla="*/ 937 w 937"/>
                <a:gd name="T7" fmla="*/ 0 h 2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7" h="283">
                  <a:moveTo>
                    <a:pt x="0" y="12"/>
                  </a:moveTo>
                  <a:lnTo>
                    <a:pt x="0" y="283"/>
                  </a:lnTo>
                  <a:lnTo>
                    <a:pt x="937" y="283"/>
                  </a:lnTo>
                  <a:lnTo>
                    <a:pt x="93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29" name="Line 122">
              <a:extLst>
                <a:ext uri="{FF2B5EF4-FFF2-40B4-BE49-F238E27FC236}">
                  <a16:creationId xmlns:a16="http://schemas.microsoft.com/office/drawing/2014/main" id="{B06D2B70-E093-4952-862D-355E503423CC}"/>
                </a:ext>
              </a:extLst>
            </p:cNvPr>
            <p:cNvSpPr>
              <a:spLocks noChangeShapeType="1"/>
            </p:cNvSpPr>
            <p:nvPr/>
          </p:nvSpPr>
          <p:spPr bwMode="auto">
            <a:xfrm>
              <a:off x="1994" y="2731"/>
              <a:ext cx="0" cy="8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30" name="Line 123">
              <a:extLst>
                <a:ext uri="{FF2B5EF4-FFF2-40B4-BE49-F238E27FC236}">
                  <a16:creationId xmlns:a16="http://schemas.microsoft.com/office/drawing/2014/main" id="{8260ED95-DC21-4CF5-A4A7-CEDD9227295B}"/>
                </a:ext>
              </a:extLst>
            </p:cNvPr>
            <p:cNvSpPr>
              <a:spLocks noChangeShapeType="1"/>
            </p:cNvSpPr>
            <p:nvPr/>
          </p:nvSpPr>
          <p:spPr bwMode="auto">
            <a:xfrm>
              <a:off x="899" y="2754"/>
              <a:ext cx="0" cy="8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36" name="Oval 129">
              <a:extLst>
                <a:ext uri="{FF2B5EF4-FFF2-40B4-BE49-F238E27FC236}">
                  <a16:creationId xmlns:a16="http://schemas.microsoft.com/office/drawing/2014/main" id="{AF32E251-67DC-4454-B601-EB79CA998700}"/>
                </a:ext>
              </a:extLst>
            </p:cNvPr>
            <p:cNvSpPr>
              <a:spLocks noChangeArrowheads="1"/>
            </p:cNvSpPr>
            <p:nvPr/>
          </p:nvSpPr>
          <p:spPr bwMode="auto">
            <a:xfrm>
              <a:off x="1373" y="2979"/>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37" name="Oval 130">
              <a:extLst>
                <a:ext uri="{FF2B5EF4-FFF2-40B4-BE49-F238E27FC236}">
                  <a16:creationId xmlns:a16="http://schemas.microsoft.com/office/drawing/2014/main" id="{C79E619E-D168-4C6C-9415-CC467FF5BD65}"/>
                </a:ext>
              </a:extLst>
            </p:cNvPr>
            <p:cNvSpPr>
              <a:spLocks noChangeArrowheads="1"/>
            </p:cNvSpPr>
            <p:nvPr/>
          </p:nvSpPr>
          <p:spPr bwMode="auto">
            <a:xfrm>
              <a:off x="1373" y="2177"/>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2" name="Oval 135">
              <a:extLst>
                <a:ext uri="{FF2B5EF4-FFF2-40B4-BE49-F238E27FC236}">
                  <a16:creationId xmlns:a16="http://schemas.microsoft.com/office/drawing/2014/main" id="{796EAFA8-E63A-4856-9EB4-592B4A5B7B68}"/>
                </a:ext>
              </a:extLst>
            </p:cNvPr>
            <p:cNvSpPr>
              <a:spLocks noChangeArrowheads="1"/>
            </p:cNvSpPr>
            <p:nvPr/>
          </p:nvSpPr>
          <p:spPr bwMode="auto">
            <a:xfrm>
              <a:off x="1766"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3" name="Oval 136">
              <a:extLst>
                <a:ext uri="{FF2B5EF4-FFF2-40B4-BE49-F238E27FC236}">
                  <a16:creationId xmlns:a16="http://schemas.microsoft.com/office/drawing/2014/main" id="{37903F39-D9D1-4758-A398-59CCE43B1296}"/>
                </a:ext>
              </a:extLst>
            </p:cNvPr>
            <p:cNvSpPr>
              <a:spLocks noChangeArrowheads="1"/>
            </p:cNvSpPr>
            <p:nvPr/>
          </p:nvSpPr>
          <p:spPr bwMode="auto">
            <a:xfrm>
              <a:off x="1032"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4" name="Oval 137">
              <a:extLst>
                <a:ext uri="{FF2B5EF4-FFF2-40B4-BE49-F238E27FC236}">
                  <a16:creationId xmlns:a16="http://schemas.microsoft.com/office/drawing/2014/main" id="{AC42F524-911B-4290-BA6B-B09C71EF3F7D}"/>
                </a:ext>
              </a:extLst>
            </p:cNvPr>
            <p:cNvSpPr>
              <a:spLocks noChangeArrowheads="1"/>
            </p:cNvSpPr>
            <p:nvPr/>
          </p:nvSpPr>
          <p:spPr bwMode="auto">
            <a:xfrm>
              <a:off x="116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5" name="Oval 138">
              <a:extLst>
                <a:ext uri="{FF2B5EF4-FFF2-40B4-BE49-F238E27FC236}">
                  <a16:creationId xmlns:a16="http://schemas.microsoft.com/office/drawing/2014/main" id="{2BBCB552-C441-49B6-AA56-3DD5A7DA9A4D}"/>
                </a:ext>
              </a:extLst>
            </p:cNvPr>
            <p:cNvSpPr>
              <a:spLocks noChangeArrowheads="1"/>
            </p:cNvSpPr>
            <p:nvPr/>
          </p:nvSpPr>
          <p:spPr bwMode="auto">
            <a:xfrm>
              <a:off x="160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6" name="Oval 139">
              <a:extLst>
                <a:ext uri="{FF2B5EF4-FFF2-40B4-BE49-F238E27FC236}">
                  <a16:creationId xmlns:a16="http://schemas.microsoft.com/office/drawing/2014/main" id="{648FDA05-4A9F-4227-8D00-609D78122AF3}"/>
                </a:ext>
              </a:extLst>
            </p:cNvPr>
            <p:cNvSpPr>
              <a:spLocks noChangeArrowheads="1"/>
            </p:cNvSpPr>
            <p:nvPr/>
          </p:nvSpPr>
          <p:spPr bwMode="auto">
            <a:xfrm>
              <a:off x="2049" y="1241"/>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7" name="Oval 140">
              <a:extLst>
                <a:ext uri="{FF2B5EF4-FFF2-40B4-BE49-F238E27FC236}">
                  <a16:creationId xmlns:a16="http://schemas.microsoft.com/office/drawing/2014/main" id="{C115A936-CA74-4204-800D-E313E0FE2BF8}"/>
                </a:ext>
              </a:extLst>
            </p:cNvPr>
            <p:cNvSpPr>
              <a:spLocks noChangeArrowheads="1"/>
            </p:cNvSpPr>
            <p:nvPr/>
          </p:nvSpPr>
          <p:spPr bwMode="auto">
            <a:xfrm>
              <a:off x="2071" y="1241"/>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8" name="Oval 141">
              <a:extLst>
                <a:ext uri="{FF2B5EF4-FFF2-40B4-BE49-F238E27FC236}">
                  <a16:creationId xmlns:a16="http://schemas.microsoft.com/office/drawing/2014/main" id="{40E632A8-9839-4E29-878D-64F301F63FA1}"/>
                </a:ext>
              </a:extLst>
            </p:cNvPr>
            <p:cNvSpPr>
              <a:spLocks noChangeArrowheads="1"/>
            </p:cNvSpPr>
            <p:nvPr/>
          </p:nvSpPr>
          <p:spPr bwMode="auto">
            <a:xfrm>
              <a:off x="714" y="1253"/>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49" name="Text Box 142">
              <a:extLst>
                <a:ext uri="{FF2B5EF4-FFF2-40B4-BE49-F238E27FC236}">
                  <a16:creationId xmlns:a16="http://schemas.microsoft.com/office/drawing/2014/main" id="{D80607BE-188C-4C5C-B58A-12B3140B6B16}"/>
                </a:ext>
              </a:extLst>
            </p:cNvPr>
            <p:cNvSpPr txBox="1">
              <a:spLocks noChangeArrowheads="1"/>
            </p:cNvSpPr>
            <p:nvPr/>
          </p:nvSpPr>
          <p:spPr bwMode="auto">
            <a:xfrm>
              <a:off x="469" y="1105"/>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50" name="Text Box 143">
              <a:extLst>
                <a:ext uri="{FF2B5EF4-FFF2-40B4-BE49-F238E27FC236}">
                  <a16:creationId xmlns:a16="http://schemas.microsoft.com/office/drawing/2014/main" id="{4A3C1A7D-59FC-4F94-A7CD-41608B3D6CFA}"/>
                </a:ext>
              </a:extLst>
            </p:cNvPr>
            <p:cNvSpPr txBox="1">
              <a:spLocks noChangeArrowheads="1"/>
            </p:cNvSpPr>
            <p:nvPr/>
          </p:nvSpPr>
          <p:spPr bwMode="auto">
            <a:xfrm>
              <a:off x="2141" y="1139"/>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51" name="Line 144">
              <a:extLst>
                <a:ext uri="{FF2B5EF4-FFF2-40B4-BE49-F238E27FC236}">
                  <a16:creationId xmlns:a16="http://schemas.microsoft.com/office/drawing/2014/main" id="{565D72F0-353D-4686-B95E-97E9F6CFEBEC}"/>
                </a:ext>
              </a:extLst>
            </p:cNvPr>
            <p:cNvSpPr>
              <a:spLocks noChangeShapeType="1"/>
            </p:cNvSpPr>
            <p:nvPr/>
          </p:nvSpPr>
          <p:spPr bwMode="auto">
            <a:xfrm>
              <a:off x="2197" y="1195"/>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sp>
          <p:nvSpPr>
            <p:cNvPr id="52" name="Text Box 145">
              <a:extLst>
                <a:ext uri="{FF2B5EF4-FFF2-40B4-BE49-F238E27FC236}">
                  <a16:creationId xmlns:a16="http://schemas.microsoft.com/office/drawing/2014/main" id="{2AA440C7-BB17-4625-8A67-C0531CB482A9}"/>
                </a:ext>
              </a:extLst>
            </p:cNvPr>
            <p:cNvSpPr txBox="1">
              <a:spLocks noChangeArrowheads="1"/>
            </p:cNvSpPr>
            <p:nvPr/>
          </p:nvSpPr>
          <p:spPr bwMode="auto">
            <a:xfrm>
              <a:off x="1215" y="3589"/>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53" name="Line 146">
              <a:extLst>
                <a:ext uri="{FF2B5EF4-FFF2-40B4-BE49-F238E27FC236}">
                  <a16:creationId xmlns:a16="http://schemas.microsoft.com/office/drawing/2014/main" id="{1B70CDDC-29E0-4980-B27D-8BD2D54AA55A}"/>
                </a:ext>
              </a:extLst>
            </p:cNvPr>
            <p:cNvSpPr>
              <a:spLocks noChangeShapeType="1"/>
            </p:cNvSpPr>
            <p:nvPr/>
          </p:nvSpPr>
          <p:spPr bwMode="auto">
            <a:xfrm>
              <a:off x="1283" y="3634"/>
              <a:ext cx="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nvGrpSpPr>
            <p:cNvPr id="54" name="Group 147">
              <a:extLst>
                <a:ext uri="{FF2B5EF4-FFF2-40B4-BE49-F238E27FC236}">
                  <a16:creationId xmlns:a16="http://schemas.microsoft.com/office/drawing/2014/main" id="{E6E71D20-00C1-40B2-B33B-45E6695E79C9}"/>
                </a:ext>
              </a:extLst>
            </p:cNvPr>
            <p:cNvGrpSpPr>
              <a:grpSpLocks/>
            </p:cNvGrpSpPr>
            <p:nvPr/>
          </p:nvGrpSpPr>
          <p:grpSpPr bwMode="auto">
            <a:xfrm>
              <a:off x="2299" y="3567"/>
              <a:ext cx="498" cy="288"/>
              <a:chOff x="2959" y="2982"/>
              <a:chExt cx="498" cy="288"/>
            </a:xfrm>
          </p:grpSpPr>
          <p:sp>
            <p:nvSpPr>
              <p:cNvPr id="63" name="Text Box 148">
                <a:extLst>
                  <a:ext uri="{FF2B5EF4-FFF2-40B4-BE49-F238E27FC236}">
                    <a16:creationId xmlns:a16="http://schemas.microsoft.com/office/drawing/2014/main" id="{F4138969-77FD-40B6-929F-FDA0A058796E}"/>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4" name="Line 149">
                <a:extLst>
                  <a:ext uri="{FF2B5EF4-FFF2-40B4-BE49-F238E27FC236}">
                    <a16:creationId xmlns:a16="http://schemas.microsoft.com/office/drawing/2014/main" id="{5A3E7466-1EA2-49CE-879D-9996983CC712}"/>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grpSp>
          <p:nvGrpSpPr>
            <p:cNvPr id="55" name="Group 150">
              <a:extLst>
                <a:ext uri="{FF2B5EF4-FFF2-40B4-BE49-F238E27FC236}">
                  <a16:creationId xmlns:a16="http://schemas.microsoft.com/office/drawing/2014/main" id="{DB4E6E2A-F634-48AF-9B35-7E890D179AF0}"/>
                </a:ext>
              </a:extLst>
            </p:cNvPr>
            <p:cNvGrpSpPr>
              <a:grpSpLocks/>
            </p:cNvGrpSpPr>
            <p:nvPr/>
          </p:nvGrpSpPr>
          <p:grpSpPr bwMode="auto">
            <a:xfrm>
              <a:off x="345" y="3567"/>
              <a:ext cx="498" cy="288"/>
              <a:chOff x="2959" y="2982"/>
              <a:chExt cx="498" cy="288"/>
            </a:xfrm>
          </p:grpSpPr>
          <p:sp>
            <p:nvSpPr>
              <p:cNvPr id="61" name="Text Box 151">
                <a:extLst>
                  <a:ext uri="{FF2B5EF4-FFF2-40B4-BE49-F238E27FC236}">
                    <a16:creationId xmlns:a16="http://schemas.microsoft.com/office/drawing/2014/main" id="{A629E5B4-EF10-49DE-AE87-07EA3FEF9F18}"/>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2" name="Line 152">
                <a:extLst>
                  <a:ext uri="{FF2B5EF4-FFF2-40B4-BE49-F238E27FC236}">
                    <a16:creationId xmlns:a16="http://schemas.microsoft.com/office/drawing/2014/main" id="{97A4E68B-C110-48BC-819B-03737FE700E5}"/>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1F08F8"/>
                  </a:solidFill>
                  <a:effectLst/>
                  <a:uLnTx/>
                  <a:uFillTx/>
                  <a:latin typeface="Times New Roman" panose="02020603050405020304" pitchFamily="18" charset="0"/>
                  <a:ea typeface="宋体" panose="02010600030101010101" pitchFamily="2" charset="-122"/>
                  <a:cs typeface="+mn-cs"/>
                </a:endParaRPr>
              </a:p>
            </p:txBody>
          </p:sp>
        </p:grpSp>
        <p:sp>
          <p:nvSpPr>
            <p:cNvPr id="56" name="Text Box 153">
              <a:extLst>
                <a:ext uri="{FF2B5EF4-FFF2-40B4-BE49-F238E27FC236}">
                  <a16:creationId xmlns:a16="http://schemas.microsoft.com/office/drawing/2014/main" id="{064609B8-FD8A-4A6E-913C-6C8E534F5738}"/>
                </a:ext>
              </a:extLst>
            </p:cNvPr>
            <p:cNvSpPr txBox="1">
              <a:spLocks noChangeArrowheads="1"/>
            </p:cNvSpPr>
            <p:nvPr/>
          </p:nvSpPr>
          <p:spPr bwMode="auto">
            <a:xfrm>
              <a:off x="774" y="3544"/>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57" name="Text Box 154">
              <a:extLst>
                <a:ext uri="{FF2B5EF4-FFF2-40B4-BE49-F238E27FC236}">
                  <a16:creationId xmlns:a16="http://schemas.microsoft.com/office/drawing/2014/main" id="{0638969C-6FBB-4855-91B5-9BA7C157D74E}"/>
                </a:ext>
              </a:extLst>
            </p:cNvPr>
            <p:cNvSpPr txBox="1">
              <a:spLocks noChangeArrowheads="1"/>
            </p:cNvSpPr>
            <p:nvPr/>
          </p:nvSpPr>
          <p:spPr bwMode="auto">
            <a:xfrm>
              <a:off x="1870" y="3566"/>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58" name="Text Box 155">
              <a:extLst>
                <a:ext uri="{FF2B5EF4-FFF2-40B4-BE49-F238E27FC236}">
                  <a16:creationId xmlns:a16="http://schemas.microsoft.com/office/drawing/2014/main" id="{8AA8F173-9D79-4011-A66E-C8053C460F6E}"/>
                </a:ext>
              </a:extLst>
            </p:cNvPr>
            <p:cNvSpPr txBox="1">
              <a:spLocks noChangeArrowheads="1"/>
            </p:cNvSpPr>
            <p:nvPr/>
          </p:nvSpPr>
          <p:spPr bwMode="auto">
            <a:xfrm>
              <a:off x="853" y="2493"/>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59" name="Text Box 156">
              <a:extLst>
                <a:ext uri="{FF2B5EF4-FFF2-40B4-BE49-F238E27FC236}">
                  <a16:creationId xmlns:a16="http://schemas.microsoft.com/office/drawing/2014/main" id="{518BB627-DC79-45AE-8E23-B454C5D93FFC}"/>
                </a:ext>
              </a:extLst>
            </p:cNvPr>
            <p:cNvSpPr txBox="1">
              <a:spLocks noChangeArrowheads="1"/>
            </p:cNvSpPr>
            <p:nvPr/>
          </p:nvSpPr>
          <p:spPr bwMode="auto">
            <a:xfrm>
              <a:off x="1824" y="2459"/>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grpSp>
      <p:grpSp>
        <p:nvGrpSpPr>
          <p:cNvPr id="85" name="Group 163">
            <a:extLst>
              <a:ext uri="{FF2B5EF4-FFF2-40B4-BE49-F238E27FC236}">
                <a16:creationId xmlns:a16="http://schemas.microsoft.com/office/drawing/2014/main" id="{91607842-75A5-4C46-B888-5C43F37E7C56}"/>
              </a:ext>
            </a:extLst>
          </p:cNvPr>
          <p:cNvGrpSpPr>
            <a:grpSpLocks/>
          </p:cNvGrpSpPr>
          <p:nvPr/>
        </p:nvGrpSpPr>
        <p:grpSpPr bwMode="auto">
          <a:xfrm>
            <a:off x="4960938" y="1045210"/>
            <a:ext cx="3536951" cy="3487738"/>
            <a:chOff x="3125" y="620"/>
            <a:chExt cx="2228" cy="2197"/>
          </a:xfrm>
        </p:grpSpPr>
        <p:grpSp>
          <p:nvGrpSpPr>
            <p:cNvPr id="86" name="Group 162">
              <a:extLst>
                <a:ext uri="{FF2B5EF4-FFF2-40B4-BE49-F238E27FC236}">
                  <a16:creationId xmlns:a16="http://schemas.microsoft.com/office/drawing/2014/main" id="{56388739-6173-4D26-A906-9078F2C75560}"/>
                </a:ext>
              </a:extLst>
            </p:cNvPr>
            <p:cNvGrpSpPr>
              <a:grpSpLocks/>
            </p:cNvGrpSpPr>
            <p:nvPr/>
          </p:nvGrpSpPr>
          <p:grpSpPr bwMode="auto">
            <a:xfrm>
              <a:off x="3252" y="632"/>
              <a:ext cx="775" cy="943"/>
              <a:chOff x="3252" y="632"/>
              <a:chExt cx="775" cy="943"/>
            </a:xfrm>
          </p:grpSpPr>
          <p:sp>
            <p:nvSpPr>
              <p:cNvPr id="126" name="Rectangle 8">
                <a:extLst>
                  <a:ext uri="{FF2B5EF4-FFF2-40B4-BE49-F238E27FC236}">
                    <a16:creationId xmlns:a16="http://schemas.microsoft.com/office/drawing/2014/main" id="{FA4E9AE2-FF44-488F-982F-482B9BCEA281}"/>
                  </a:ext>
                </a:extLst>
              </p:cNvPr>
              <p:cNvSpPr>
                <a:spLocks noChangeArrowheads="1"/>
              </p:cNvSpPr>
              <p:nvPr/>
            </p:nvSpPr>
            <p:spPr bwMode="auto">
              <a:xfrm>
                <a:off x="3252" y="1084"/>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7" name="Line 9">
                <a:extLst>
                  <a:ext uri="{FF2B5EF4-FFF2-40B4-BE49-F238E27FC236}">
                    <a16:creationId xmlns:a16="http://schemas.microsoft.com/office/drawing/2014/main" id="{6AEB5D8B-FD20-4A76-A027-69C169A6DCBB}"/>
                  </a:ext>
                </a:extLst>
              </p:cNvPr>
              <p:cNvSpPr>
                <a:spLocks noChangeShapeType="1"/>
              </p:cNvSpPr>
              <p:nvPr/>
            </p:nvSpPr>
            <p:spPr bwMode="auto">
              <a:xfrm>
                <a:off x="3263" y="1321"/>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8" name="Line 10">
                <a:extLst>
                  <a:ext uri="{FF2B5EF4-FFF2-40B4-BE49-F238E27FC236}">
                    <a16:creationId xmlns:a16="http://schemas.microsoft.com/office/drawing/2014/main" id="{57919B5F-AE01-4106-A92B-E234A4F230DD}"/>
                  </a:ext>
                </a:extLst>
              </p:cNvPr>
              <p:cNvSpPr>
                <a:spLocks noChangeShapeType="1"/>
              </p:cNvSpPr>
              <p:nvPr/>
            </p:nvSpPr>
            <p:spPr bwMode="auto">
              <a:xfrm flipV="1">
                <a:off x="3636" y="1321"/>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 name="Oval 11">
                <a:extLst>
                  <a:ext uri="{FF2B5EF4-FFF2-40B4-BE49-F238E27FC236}">
                    <a16:creationId xmlns:a16="http://schemas.microsoft.com/office/drawing/2014/main" id="{7FA8CFEE-900D-48D0-98B8-5EE5466B0692}"/>
                  </a:ext>
                </a:extLst>
              </p:cNvPr>
              <p:cNvSpPr>
                <a:spLocks noChangeArrowheads="1"/>
              </p:cNvSpPr>
              <p:nvPr/>
            </p:nvSpPr>
            <p:spPr bwMode="auto">
              <a:xfrm>
                <a:off x="3579" y="982"/>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30" name="Text Box 12">
                <a:extLst>
                  <a:ext uri="{FF2B5EF4-FFF2-40B4-BE49-F238E27FC236}">
                    <a16:creationId xmlns:a16="http://schemas.microsoft.com/office/drawing/2014/main" id="{62994DB9-CF7A-48AE-BD1C-7DC25C998F85}"/>
                  </a:ext>
                </a:extLst>
              </p:cNvPr>
              <p:cNvSpPr txBox="1">
                <a:spLocks noChangeArrowheads="1"/>
              </p:cNvSpPr>
              <p:nvPr/>
            </p:nvSpPr>
            <p:spPr bwMode="auto">
              <a:xfrm>
                <a:off x="3500" y="1050"/>
                <a:ext cx="52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31" name="Text Box 13">
                <a:extLst>
                  <a:ext uri="{FF2B5EF4-FFF2-40B4-BE49-F238E27FC236}">
                    <a16:creationId xmlns:a16="http://schemas.microsoft.com/office/drawing/2014/main" id="{7E8F1755-870C-4974-9786-0E118265C0B4}"/>
                  </a:ext>
                </a:extLst>
              </p:cNvPr>
              <p:cNvSpPr txBox="1">
                <a:spLocks noChangeArrowheads="1"/>
              </p:cNvSpPr>
              <p:nvPr/>
            </p:nvSpPr>
            <p:spPr bwMode="auto">
              <a:xfrm>
                <a:off x="3320" y="1276"/>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p>
            </p:txBody>
          </p:sp>
          <p:sp>
            <p:nvSpPr>
              <p:cNvPr id="132" name="Text Box 14">
                <a:extLst>
                  <a:ext uri="{FF2B5EF4-FFF2-40B4-BE49-F238E27FC236}">
                    <a16:creationId xmlns:a16="http://schemas.microsoft.com/office/drawing/2014/main" id="{354FF7A7-4B15-4467-96C6-2D6EFB44F711}"/>
                  </a:ext>
                </a:extLst>
              </p:cNvPr>
              <p:cNvSpPr txBox="1">
                <a:spLocks noChangeArrowheads="1"/>
              </p:cNvSpPr>
              <p:nvPr/>
            </p:nvSpPr>
            <p:spPr bwMode="auto">
              <a:xfrm>
                <a:off x="3681" y="1287"/>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133" name="Line 15">
                <a:extLst>
                  <a:ext uri="{FF2B5EF4-FFF2-40B4-BE49-F238E27FC236}">
                    <a16:creationId xmlns:a16="http://schemas.microsoft.com/office/drawing/2014/main" id="{7D85F98B-58D2-4443-9110-46AF76CA0DCF}"/>
                  </a:ext>
                </a:extLst>
              </p:cNvPr>
              <p:cNvSpPr>
                <a:spLocks noChangeShapeType="1"/>
              </p:cNvSpPr>
              <p:nvPr/>
            </p:nvSpPr>
            <p:spPr bwMode="auto">
              <a:xfrm flipV="1">
                <a:off x="3625" y="632"/>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87" name="Group 161">
              <a:extLst>
                <a:ext uri="{FF2B5EF4-FFF2-40B4-BE49-F238E27FC236}">
                  <a16:creationId xmlns:a16="http://schemas.microsoft.com/office/drawing/2014/main" id="{F2CDDD8C-1CF0-4D0D-8ED4-F8013A818879}"/>
                </a:ext>
              </a:extLst>
            </p:cNvPr>
            <p:cNvGrpSpPr>
              <a:grpSpLocks/>
            </p:cNvGrpSpPr>
            <p:nvPr/>
          </p:nvGrpSpPr>
          <p:grpSpPr bwMode="auto">
            <a:xfrm>
              <a:off x="4596" y="620"/>
              <a:ext cx="757" cy="943"/>
              <a:chOff x="4596" y="620"/>
              <a:chExt cx="757" cy="943"/>
            </a:xfrm>
          </p:grpSpPr>
          <p:sp>
            <p:nvSpPr>
              <p:cNvPr id="118" name="Rectangle 17">
                <a:extLst>
                  <a:ext uri="{FF2B5EF4-FFF2-40B4-BE49-F238E27FC236}">
                    <a16:creationId xmlns:a16="http://schemas.microsoft.com/office/drawing/2014/main" id="{C4B0DB6A-81A3-4D86-8CB1-EED529FA6C51}"/>
                  </a:ext>
                </a:extLst>
              </p:cNvPr>
              <p:cNvSpPr>
                <a:spLocks noChangeArrowheads="1"/>
              </p:cNvSpPr>
              <p:nvPr/>
            </p:nvSpPr>
            <p:spPr bwMode="auto">
              <a:xfrm>
                <a:off x="4596" y="1072"/>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9" name="Line 18">
                <a:extLst>
                  <a:ext uri="{FF2B5EF4-FFF2-40B4-BE49-F238E27FC236}">
                    <a16:creationId xmlns:a16="http://schemas.microsoft.com/office/drawing/2014/main" id="{5CB6A797-9CEC-4258-848D-6A86AE7A6534}"/>
                  </a:ext>
                </a:extLst>
              </p:cNvPr>
              <p:cNvSpPr>
                <a:spLocks noChangeShapeType="1"/>
              </p:cNvSpPr>
              <p:nvPr/>
            </p:nvSpPr>
            <p:spPr bwMode="auto">
              <a:xfrm>
                <a:off x="4607" y="1309"/>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0" name="Line 19">
                <a:extLst>
                  <a:ext uri="{FF2B5EF4-FFF2-40B4-BE49-F238E27FC236}">
                    <a16:creationId xmlns:a16="http://schemas.microsoft.com/office/drawing/2014/main" id="{B95D482F-F802-455C-A3B3-ACEEC1F065BD}"/>
                  </a:ext>
                </a:extLst>
              </p:cNvPr>
              <p:cNvSpPr>
                <a:spLocks noChangeShapeType="1"/>
              </p:cNvSpPr>
              <p:nvPr/>
            </p:nvSpPr>
            <p:spPr bwMode="auto">
              <a:xfrm flipV="1">
                <a:off x="4980" y="1309"/>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1" name="Oval 20">
                <a:extLst>
                  <a:ext uri="{FF2B5EF4-FFF2-40B4-BE49-F238E27FC236}">
                    <a16:creationId xmlns:a16="http://schemas.microsoft.com/office/drawing/2014/main" id="{4A60117E-AC03-4D03-9DF4-416A23943314}"/>
                  </a:ext>
                </a:extLst>
              </p:cNvPr>
              <p:cNvSpPr>
                <a:spLocks noChangeArrowheads="1"/>
              </p:cNvSpPr>
              <p:nvPr/>
            </p:nvSpPr>
            <p:spPr bwMode="auto">
              <a:xfrm>
                <a:off x="4923" y="970"/>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2" name="Text Box 21">
                <a:extLst>
                  <a:ext uri="{FF2B5EF4-FFF2-40B4-BE49-F238E27FC236}">
                    <a16:creationId xmlns:a16="http://schemas.microsoft.com/office/drawing/2014/main" id="{7AFEAC4E-ADB0-4CC8-840C-AE09DF37A0DF}"/>
                  </a:ext>
                </a:extLst>
              </p:cNvPr>
              <p:cNvSpPr txBox="1">
                <a:spLocks noChangeArrowheads="1"/>
              </p:cNvSpPr>
              <p:nvPr/>
            </p:nvSpPr>
            <p:spPr bwMode="auto">
              <a:xfrm>
                <a:off x="4844" y="1038"/>
                <a:ext cx="435"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23" name="Text Box 22">
                <a:extLst>
                  <a:ext uri="{FF2B5EF4-FFF2-40B4-BE49-F238E27FC236}">
                    <a16:creationId xmlns:a16="http://schemas.microsoft.com/office/drawing/2014/main" id="{B956E022-C12A-4112-81A8-998EB718170A}"/>
                  </a:ext>
                </a:extLst>
              </p:cNvPr>
              <p:cNvSpPr txBox="1">
                <a:spLocks noChangeArrowheads="1"/>
              </p:cNvSpPr>
              <p:nvPr/>
            </p:nvSpPr>
            <p:spPr bwMode="auto">
              <a:xfrm>
                <a:off x="4664" y="1264"/>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C</a:t>
                </a:r>
              </a:p>
            </p:txBody>
          </p:sp>
          <p:sp>
            <p:nvSpPr>
              <p:cNvPr id="124" name="Text Box 23">
                <a:extLst>
                  <a:ext uri="{FF2B5EF4-FFF2-40B4-BE49-F238E27FC236}">
                    <a16:creationId xmlns:a16="http://schemas.microsoft.com/office/drawing/2014/main" id="{127C2758-391E-47BE-B43B-6431010C5499}"/>
                  </a:ext>
                </a:extLst>
              </p:cNvPr>
              <p:cNvSpPr txBox="1">
                <a:spLocks noChangeArrowheads="1"/>
              </p:cNvSpPr>
              <p:nvPr/>
            </p:nvSpPr>
            <p:spPr bwMode="auto">
              <a:xfrm>
                <a:off x="5025" y="1275"/>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D</a:t>
                </a:r>
              </a:p>
            </p:txBody>
          </p:sp>
          <p:sp>
            <p:nvSpPr>
              <p:cNvPr id="125" name="Line 24">
                <a:extLst>
                  <a:ext uri="{FF2B5EF4-FFF2-40B4-BE49-F238E27FC236}">
                    <a16:creationId xmlns:a16="http://schemas.microsoft.com/office/drawing/2014/main" id="{2CEE5B7C-D6E3-4431-BD17-DFA183241EC3}"/>
                  </a:ext>
                </a:extLst>
              </p:cNvPr>
              <p:cNvSpPr>
                <a:spLocks noChangeShapeType="1"/>
              </p:cNvSpPr>
              <p:nvPr/>
            </p:nvSpPr>
            <p:spPr bwMode="auto">
              <a:xfrm flipV="1">
                <a:off x="4969" y="620"/>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88" name="Freeform 25">
              <a:extLst>
                <a:ext uri="{FF2B5EF4-FFF2-40B4-BE49-F238E27FC236}">
                  <a16:creationId xmlns:a16="http://schemas.microsoft.com/office/drawing/2014/main" id="{D38D255E-BA73-4885-BE7B-B32870CEAB57}"/>
                </a:ext>
              </a:extLst>
            </p:cNvPr>
            <p:cNvSpPr>
              <a:spLocks/>
            </p:cNvSpPr>
            <p:nvPr/>
          </p:nvSpPr>
          <p:spPr bwMode="auto">
            <a:xfrm>
              <a:off x="3613" y="858"/>
              <a:ext cx="1469" cy="858"/>
            </a:xfrm>
            <a:custGeom>
              <a:avLst/>
              <a:gdLst>
                <a:gd name="T0" fmla="*/ 0 w 1469"/>
                <a:gd name="T1" fmla="*/ 0 h 858"/>
                <a:gd name="T2" fmla="*/ 475 w 1469"/>
                <a:gd name="T3" fmla="*/ 0 h 858"/>
                <a:gd name="T4" fmla="*/ 904 w 1469"/>
                <a:gd name="T5" fmla="*/ 858 h 858"/>
                <a:gd name="T6" fmla="*/ 1469 w 1469"/>
                <a:gd name="T7" fmla="*/ 858 h 858"/>
                <a:gd name="T8" fmla="*/ 1469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9" name="Freeform 26">
              <a:extLst>
                <a:ext uri="{FF2B5EF4-FFF2-40B4-BE49-F238E27FC236}">
                  <a16:creationId xmlns:a16="http://schemas.microsoft.com/office/drawing/2014/main" id="{0BB74FB3-763F-48D8-9298-20BE8193F4FA}"/>
                </a:ext>
              </a:extLst>
            </p:cNvPr>
            <p:cNvSpPr>
              <a:spLocks/>
            </p:cNvSpPr>
            <p:nvPr/>
          </p:nvSpPr>
          <p:spPr bwMode="auto">
            <a:xfrm flipH="1">
              <a:off x="3546" y="869"/>
              <a:ext cx="1423" cy="858"/>
            </a:xfrm>
            <a:custGeom>
              <a:avLst/>
              <a:gdLst>
                <a:gd name="T0" fmla="*/ 0 w 1469"/>
                <a:gd name="T1" fmla="*/ 0 h 858"/>
                <a:gd name="T2" fmla="*/ 405 w 1469"/>
                <a:gd name="T3" fmla="*/ 0 h 858"/>
                <a:gd name="T4" fmla="*/ 771 w 1469"/>
                <a:gd name="T5" fmla="*/ 858 h 858"/>
                <a:gd name="T6" fmla="*/ 1253 w 1469"/>
                <a:gd name="T7" fmla="*/ 858 h 858"/>
                <a:gd name="T8" fmla="*/ 1253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 name="Line 27">
              <a:extLst>
                <a:ext uri="{FF2B5EF4-FFF2-40B4-BE49-F238E27FC236}">
                  <a16:creationId xmlns:a16="http://schemas.microsoft.com/office/drawing/2014/main" id="{AFC8A9CB-E042-4BB2-8FDD-777923A94082}"/>
                </a:ext>
              </a:extLst>
            </p:cNvPr>
            <p:cNvSpPr>
              <a:spLocks noChangeShapeType="1"/>
            </p:cNvSpPr>
            <p:nvPr/>
          </p:nvSpPr>
          <p:spPr bwMode="auto">
            <a:xfrm>
              <a:off x="4675" y="1536"/>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Line 28">
              <a:extLst>
                <a:ext uri="{FF2B5EF4-FFF2-40B4-BE49-F238E27FC236}">
                  <a16:creationId xmlns:a16="http://schemas.microsoft.com/office/drawing/2014/main" id="{DB6D08DC-5B79-42F4-869B-72C5C77CEB31}"/>
                </a:ext>
              </a:extLst>
            </p:cNvPr>
            <p:cNvSpPr>
              <a:spLocks noChangeShapeType="1"/>
            </p:cNvSpPr>
            <p:nvPr/>
          </p:nvSpPr>
          <p:spPr bwMode="auto">
            <a:xfrm>
              <a:off x="3941" y="1547"/>
              <a:ext cx="0" cy="1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92" name="Group 29">
              <a:extLst>
                <a:ext uri="{FF2B5EF4-FFF2-40B4-BE49-F238E27FC236}">
                  <a16:creationId xmlns:a16="http://schemas.microsoft.com/office/drawing/2014/main" id="{02776F19-29FC-4C48-876E-9C6E316D6A3D}"/>
                </a:ext>
              </a:extLst>
            </p:cNvPr>
            <p:cNvGrpSpPr>
              <a:grpSpLocks/>
            </p:cNvGrpSpPr>
            <p:nvPr/>
          </p:nvGrpSpPr>
          <p:grpSpPr bwMode="auto">
            <a:xfrm>
              <a:off x="3637" y="2000"/>
              <a:ext cx="395" cy="338"/>
              <a:chOff x="1175" y="2181"/>
              <a:chExt cx="395" cy="338"/>
            </a:xfrm>
          </p:grpSpPr>
          <p:sp>
            <p:nvSpPr>
              <p:cNvPr id="116" name="Rectangle 30">
                <a:extLst>
                  <a:ext uri="{FF2B5EF4-FFF2-40B4-BE49-F238E27FC236}">
                    <a16:creationId xmlns:a16="http://schemas.microsoft.com/office/drawing/2014/main" id="{315C48C0-BAED-4889-9537-BA719F7D8ABF}"/>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7" name="Oval 31">
                <a:extLst>
                  <a:ext uri="{FF2B5EF4-FFF2-40B4-BE49-F238E27FC236}">
                    <a16:creationId xmlns:a16="http://schemas.microsoft.com/office/drawing/2014/main" id="{C776F5BE-51FA-41FE-97BF-7DFE10CDBB8C}"/>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93" name="Line 32">
              <a:extLst>
                <a:ext uri="{FF2B5EF4-FFF2-40B4-BE49-F238E27FC236}">
                  <a16:creationId xmlns:a16="http://schemas.microsoft.com/office/drawing/2014/main" id="{18B013FF-0B86-4A3A-A745-EC5C9239269D}"/>
                </a:ext>
              </a:extLst>
            </p:cNvPr>
            <p:cNvSpPr>
              <a:spLocks noChangeShapeType="1"/>
            </p:cNvSpPr>
            <p:nvPr/>
          </p:nvSpPr>
          <p:spPr bwMode="auto">
            <a:xfrm flipV="1">
              <a:off x="3817" y="1558"/>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94" name="Group 33">
              <a:extLst>
                <a:ext uri="{FF2B5EF4-FFF2-40B4-BE49-F238E27FC236}">
                  <a16:creationId xmlns:a16="http://schemas.microsoft.com/office/drawing/2014/main" id="{EA57354E-C552-44A3-97F5-0434267E13E4}"/>
                </a:ext>
              </a:extLst>
            </p:cNvPr>
            <p:cNvGrpSpPr>
              <a:grpSpLocks/>
            </p:cNvGrpSpPr>
            <p:nvPr/>
          </p:nvGrpSpPr>
          <p:grpSpPr bwMode="auto">
            <a:xfrm>
              <a:off x="4608" y="1977"/>
              <a:ext cx="395" cy="338"/>
              <a:chOff x="1175" y="2181"/>
              <a:chExt cx="395" cy="338"/>
            </a:xfrm>
          </p:grpSpPr>
          <p:sp>
            <p:nvSpPr>
              <p:cNvPr id="114" name="Rectangle 34">
                <a:extLst>
                  <a:ext uri="{FF2B5EF4-FFF2-40B4-BE49-F238E27FC236}">
                    <a16:creationId xmlns:a16="http://schemas.microsoft.com/office/drawing/2014/main" id="{DC2AE74D-38F5-4097-9F00-833E4ACDB31F}"/>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5" name="Oval 35">
                <a:extLst>
                  <a:ext uri="{FF2B5EF4-FFF2-40B4-BE49-F238E27FC236}">
                    <a16:creationId xmlns:a16="http://schemas.microsoft.com/office/drawing/2014/main" id="{C8F249D0-B8EF-4BAA-BE02-81A3A55DAC7E}"/>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95" name="Line 36">
              <a:extLst>
                <a:ext uri="{FF2B5EF4-FFF2-40B4-BE49-F238E27FC236}">
                  <a16:creationId xmlns:a16="http://schemas.microsoft.com/office/drawing/2014/main" id="{8D115215-D148-4E9D-93C1-21878A8827A1}"/>
                </a:ext>
              </a:extLst>
            </p:cNvPr>
            <p:cNvSpPr>
              <a:spLocks noChangeShapeType="1"/>
            </p:cNvSpPr>
            <p:nvPr/>
          </p:nvSpPr>
          <p:spPr bwMode="auto">
            <a:xfrm flipV="1">
              <a:off x="4788" y="1524"/>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6" name="Freeform 37">
              <a:extLst>
                <a:ext uri="{FF2B5EF4-FFF2-40B4-BE49-F238E27FC236}">
                  <a16:creationId xmlns:a16="http://schemas.microsoft.com/office/drawing/2014/main" id="{408E9C3C-4851-475F-97A8-D205FA73A563}"/>
                </a:ext>
              </a:extLst>
            </p:cNvPr>
            <p:cNvSpPr>
              <a:spLocks/>
            </p:cNvSpPr>
            <p:nvPr/>
          </p:nvSpPr>
          <p:spPr bwMode="auto">
            <a:xfrm>
              <a:off x="4517" y="1716"/>
              <a:ext cx="181" cy="791"/>
            </a:xfrm>
            <a:custGeom>
              <a:avLst/>
              <a:gdLst>
                <a:gd name="T0" fmla="*/ 0 w 181"/>
                <a:gd name="T1" fmla="*/ 0 h 791"/>
                <a:gd name="T2" fmla="*/ 0 w 181"/>
                <a:gd name="T3" fmla="*/ 791 h 791"/>
                <a:gd name="T4" fmla="*/ 181 w 181"/>
                <a:gd name="T5" fmla="*/ 791 h 791"/>
                <a:gd name="T6" fmla="*/ 181 w 181"/>
                <a:gd name="T7" fmla="*/ 599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791">
                  <a:moveTo>
                    <a:pt x="0" y="0"/>
                  </a:moveTo>
                  <a:lnTo>
                    <a:pt x="0" y="791"/>
                  </a:lnTo>
                  <a:lnTo>
                    <a:pt x="181" y="791"/>
                  </a:lnTo>
                  <a:lnTo>
                    <a:pt x="181" y="59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7" name="Freeform 38">
              <a:extLst>
                <a:ext uri="{FF2B5EF4-FFF2-40B4-BE49-F238E27FC236}">
                  <a16:creationId xmlns:a16="http://schemas.microsoft.com/office/drawing/2014/main" id="{EE7B2D08-FE11-42F8-9402-D0EB97527C44}"/>
                </a:ext>
              </a:extLst>
            </p:cNvPr>
            <p:cNvSpPr>
              <a:spLocks/>
            </p:cNvSpPr>
            <p:nvPr/>
          </p:nvSpPr>
          <p:spPr bwMode="auto">
            <a:xfrm>
              <a:off x="3952" y="1728"/>
              <a:ext cx="136" cy="790"/>
            </a:xfrm>
            <a:custGeom>
              <a:avLst/>
              <a:gdLst>
                <a:gd name="T0" fmla="*/ 136 w 136"/>
                <a:gd name="T1" fmla="*/ 0 h 790"/>
                <a:gd name="T2" fmla="*/ 136 w 136"/>
                <a:gd name="T3" fmla="*/ 790 h 790"/>
                <a:gd name="T4" fmla="*/ 0 w 136"/>
                <a:gd name="T5" fmla="*/ 790 h 790"/>
                <a:gd name="T6" fmla="*/ 0 w 136"/>
                <a:gd name="T7" fmla="*/ 598 h 7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790">
                  <a:moveTo>
                    <a:pt x="136" y="0"/>
                  </a:moveTo>
                  <a:lnTo>
                    <a:pt x="136" y="790"/>
                  </a:lnTo>
                  <a:lnTo>
                    <a:pt x="0" y="790"/>
                  </a:lnTo>
                  <a:lnTo>
                    <a:pt x="0" y="59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8" name="Line 39">
              <a:extLst>
                <a:ext uri="{FF2B5EF4-FFF2-40B4-BE49-F238E27FC236}">
                  <a16:creationId xmlns:a16="http://schemas.microsoft.com/office/drawing/2014/main" id="{8D859AE7-6719-4E6D-9085-29C99DCB794E}"/>
                </a:ext>
              </a:extLst>
            </p:cNvPr>
            <p:cNvSpPr>
              <a:spLocks noChangeShapeType="1"/>
            </p:cNvSpPr>
            <p:nvPr/>
          </p:nvSpPr>
          <p:spPr bwMode="auto">
            <a:xfrm>
              <a:off x="4867" y="2315"/>
              <a:ext cx="0" cy="3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 name="Line 40">
              <a:extLst>
                <a:ext uri="{FF2B5EF4-FFF2-40B4-BE49-F238E27FC236}">
                  <a16:creationId xmlns:a16="http://schemas.microsoft.com/office/drawing/2014/main" id="{414A6120-35B5-498B-99A3-AD83A92959E1}"/>
                </a:ext>
              </a:extLst>
            </p:cNvPr>
            <p:cNvSpPr>
              <a:spLocks noChangeShapeType="1"/>
            </p:cNvSpPr>
            <p:nvPr/>
          </p:nvSpPr>
          <p:spPr bwMode="auto">
            <a:xfrm>
              <a:off x="3772" y="2338"/>
              <a:ext cx="0" cy="3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 name="Oval 41">
              <a:extLst>
                <a:ext uri="{FF2B5EF4-FFF2-40B4-BE49-F238E27FC236}">
                  <a16:creationId xmlns:a16="http://schemas.microsoft.com/office/drawing/2014/main" id="{3FFB949C-B1FA-4F3E-9415-499E245779C0}"/>
                </a:ext>
              </a:extLst>
            </p:cNvPr>
            <p:cNvSpPr>
              <a:spLocks noChangeArrowheads="1"/>
            </p:cNvSpPr>
            <p:nvPr/>
          </p:nvSpPr>
          <p:spPr bwMode="auto">
            <a:xfrm>
              <a:off x="4639" y="1684"/>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1" name="Oval 42">
              <a:extLst>
                <a:ext uri="{FF2B5EF4-FFF2-40B4-BE49-F238E27FC236}">
                  <a16:creationId xmlns:a16="http://schemas.microsoft.com/office/drawing/2014/main" id="{9298F3BD-9B03-47C7-B90D-54FB363B57AE}"/>
                </a:ext>
              </a:extLst>
            </p:cNvPr>
            <p:cNvSpPr>
              <a:spLocks noChangeArrowheads="1"/>
            </p:cNvSpPr>
            <p:nvPr/>
          </p:nvSpPr>
          <p:spPr bwMode="auto">
            <a:xfrm>
              <a:off x="3905" y="1684"/>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2" name="Oval 43">
              <a:extLst>
                <a:ext uri="{FF2B5EF4-FFF2-40B4-BE49-F238E27FC236}">
                  <a16:creationId xmlns:a16="http://schemas.microsoft.com/office/drawing/2014/main" id="{F30A41C5-BC08-43E8-B01D-85616C63469E}"/>
                </a:ext>
              </a:extLst>
            </p:cNvPr>
            <p:cNvSpPr>
              <a:spLocks noChangeArrowheads="1"/>
            </p:cNvSpPr>
            <p:nvPr/>
          </p:nvSpPr>
          <p:spPr bwMode="auto">
            <a:xfrm>
              <a:off x="4041" y="1684"/>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3" name="Oval 44">
              <a:extLst>
                <a:ext uri="{FF2B5EF4-FFF2-40B4-BE49-F238E27FC236}">
                  <a16:creationId xmlns:a16="http://schemas.microsoft.com/office/drawing/2014/main" id="{722C577B-F2C4-427C-B317-EC31C7C6DF20}"/>
                </a:ext>
              </a:extLst>
            </p:cNvPr>
            <p:cNvSpPr>
              <a:spLocks noChangeArrowheads="1"/>
            </p:cNvSpPr>
            <p:nvPr/>
          </p:nvSpPr>
          <p:spPr bwMode="auto">
            <a:xfrm>
              <a:off x="4481" y="1684"/>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4" name="Oval 45">
              <a:extLst>
                <a:ext uri="{FF2B5EF4-FFF2-40B4-BE49-F238E27FC236}">
                  <a16:creationId xmlns:a16="http://schemas.microsoft.com/office/drawing/2014/main" id="{E58B19B5-1410-4B99-8936-6A07D3F1448B}"/>
                </a:ext>
              </a:extLst>
            </p:cNvPr>
            <p:cNvSpPr>
              <a:spLocks noChangeArrowheads="1"/>
            </p:cNvSpPr>
            <p:nvPr/>
          </p:nvSpPr>
          <p:spPr bwMode="auto">
            <a:xfrm>
              <a:off x="4922" y="825"/>
              <a:ext cx="63" cy="63"/>
            </a:xfrm>
            <a:prstGeom prst="ellipse">
              <a:avLst/>
            </a:prstGeom>
            <a:solidFill>
              <a:schemeClr val="bg1"/>
            </a:solidFill>
            <a:ln w="381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5" name="Oval 46">
              <a:extLst>
                <a:ext uri="{FF2B5EF4-FFF2-40B4-BE49-F238E27FC236}">
                  <a16:creationId xmlns:a16="http://schemas.microsoft.com/office/drawing/2014/main" id="{1B75D2E5-8598-4A22-AD68-2C552E2D1E39}"/>
                </a:ext>
              </a:extLst>
            </p:cNvPr>
            <p:cNvSpPr>
              <a:spLocks noChangeArrowheads="1"/>
            </p:cNvSpPr>
            <p:nvPr/>
          </p:nvSpPr>
          <p:spPr bwMode="auto">
            <a:xfrm>
              <a:off x="4944" y="825"/>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106" name="Oval 47">
              <a:extLst>
                <a:ext uri="{FF2B5EF4-FFF2-40B4-BE49-F238E27FC236}">
                  <a16:creationId xmlns:a16="http://schemas.microsoft.com/office/drawing/2014/main" id="{2C8041EE-93F4-4525-AFA2-496A1BFC6328}"/>
                </a:ext>
              </a:extLst>
            </p:cNvPr>
            <p:cNvSpPr>
              <a:spLocks noChangeArrowheads="1"/>
            </p:cNvSpPr>
            <p:nvPr/>
          </p:nvSpPr>
          <p:spPr bwMode="auto">
            <a:xfrm>
              <a:off x="3587" y="837"/>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7" name="Text Box 48">
              <a:extLst>
                <a:ext uri="{FF2B5EF4-FFF2-40B4-BE49-F238E27FC236}">
                  <a16:creationId xmlns:a16="http://schemas.microsoft.com/office/drawing/2014/main" id="{CAA8B0F0-CA6E-4F30-B0E1-C1E77DF11DC0}"/>
                </a:ext>
              </a:extLst>
            </p:cNvPr>
            <p:cNvSpPr txBox="1">
              <a:spLocks noChangeArrowheads="1"/>
            </p:cNvSpPr>
            <p:nvPr/>
          </p:nvSpPr>
          <p:spPr bwMode="auto">
            <a:xfrm>
              <a:off x="3125" y="709"/>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Q</a:t>
              </a:r>
            </a:p>
          </p:txBody>
        </p:sp>
        <p:sp>
          <p:nvSpPr>
            <p:cNvPr id="108" name="Text Box 49">
              <a:extLst>
                <a:ext uri="{FF2B5EF4-FFF2-40B4-BE49-F238E27FC236}">
                  <a16:creationId xmlns:a16="http://schemas.microsoft.com/office/drawing/2014/main" id="{29DF0DA8-31F9-4C53-8533-B51918E401F8}"/>
                </a:ext>
              </a:extLst>
            </p:cNvPr>
            <p:cNvSpPr txBox="1">
              <a:spLocks noChangeArrowheads="1"/>
            </p:cNvSpPr>
            <p:nvPr/>
          </p:nvSpPr>
          <p:spPr bwMode="auto">
            <a:xfrm>
              <a:off x="5014" y="723"/>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Q</a:t>
              </a:r>
            </a:p>
          </p:txBody>
        </p:sp>
        <p:sp>
          <p:nvSpPr>
            <p:cNvPr id="109" name="Line 50">
              <a:extLst>
                <a:ext uri="{FF2B5EF4-FFF2-40B4-BE49-F238E27FC236}">
                  <a16:creationId xmlns:a16="http://schemas.microsoft.com/office/drawing/2014/main" id="{A7837633-F0BA-482D-8C3E-F90DC8E2754C}"/>
                </a:ext>
              </a:extLst>
            </p:cNvPr>
            <p:cNvSpPr>
              <a:spLocks noChangeShapeType="1"/>
            </p:cNvSpPr>
            <p:nvPr/>
          </p:nvSpPr>
          <p:spPr bwMode="auto">
            <a:xfrm>
              <a:off x="5070" y="779"/>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0" name="Text Box 51">
              <a:extLst>
                <a:ext uri="{FF2B5EF4-FFF2-40B4-BE49-F238E27FC236}">
                  <a16:creationId xmlns:a16="http://schemas.microsoft.com/office/drawing/2014/main" id="{8E76F396-12FF-4350-B32F-585B56480DDC}"/>
                </a:ext>
              </a:extLst>
            </p:cNvPr>
            <p:cNvSpPr txBox="1">
              <a:spLocks noChangeArrowheads="1"/>
            </p:cNvSpPr>
            <p:nvPr/>
          </p:nvSpPr>
          <p:spPr bwMode="auto">
            <a:xfrm>
              <a:off x="3546" y="247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J</a:t>
              </a:r>
            </a:p>
          </p:txBody>
        </p:sp>
        <p:sp>
          <p:nvSpPr>
            <p:cNvPr id="111" name="Text Box 52">
              <a:extLst>
                <a:ext uri="{FF2B5EF4-FFF2-40B4-BE49-F238E27FC236}">
                  <a16:creationId xmlns:a16="http://schemas.microsoft.com/office/drawing/2014/main" id="{3F44B5DD-5C3F-492B-BB2B-9515AE9A80B4}"/>
                </a:ext>
              </a:extLst>
            </p:cNvPr>
            <p:cNvSpPr txBox="1">
              <a:spLocks noChangeArrowheads="1"/>
            </p:cNvSpPr>
            <p:nvPr/>
          </p:nvSpPr>
          <p:spPr bwMode="auto">
            <a:xfrm>
              <a:off x="4878" y="2529"/>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K</a:t>
              </a:r>
            </a:p>
          </p:txBody>
        </p:sp>
        <p:sp>
          <p:nvSpPr>
            <p:cNvPr id="112" name="Text Box 53">
              <a:extLst>
                <a:ext uri="{FF2B5EF4-FFF2-40B4-BE49-F238E27FC236}">
                  <a16:creationId xmlns:a16="http://schemas.microsoft.com/office/drawing/2014/main" id="{CA87DA45-3C88-4A32-BDEF-69EAFA0E1018}"/>
                </a:ext>
              </a:extLst>
            </p:cNvPr>
            <p:cNvSpPr txBox="1">
              <a:spLocks noChangeArrowheads="1"/>
            </p:cNvSpPr>
            <p:nvPr/>
          </p:nvSpPr>
          <p:spPr bwMode="auto">
            <a:xfrm>
              <a:off x="3726" y="2077"/>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113" name="Text Box 54">
              <a:extLst>
                <a:ext uri="{FF2B5EF4-FFF2-40B4-BE49-F238E27FC236}">
                  <a16:creationId xmlns:a16="http://schemas.microsoft.com/office/drawing/2014/main" id="{C8DCB365-37AC-4E1B-9E6F-848715BE9C70}"/>
                </a:ext>
              </a:extLst>
            </p:cNvPr>
            <p:cNvSpPr txBox="1">
              <a:spLocks noChangeArrowheads="1"/>
            </p:cNvSpPr>
            <p:nvPr/>
          </p:nvSpPr>
          <p:spPr bwMode="auto">
            <a:xfrm>
              <a:off x="4697" y="2043"/>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2</a:t>
              </a:r>
            </a:p>
          </p:txBody>
        </p:sp>
      </p:grpSp>
      <p:sp>
        <p:nvSpPr>
          <p:cNvPr id="136" name="Text Box 58">
            <a:extLst>
              <a:ext uri="{FF2B5EF4-FFF2-40B4-BE49-F238E27FC236}">
                <a16:creationId xmlns:a16="http://schemas.microsoft.com/office/drawing/2014/main" id="{A79012C6-8C01-4BBC-8B77-68538E2F7B52}"/>
              </a:ext>
            </a:extLst>
          </p:cNvPr>
          <p:cNvSpPr txBox="1">
            <a:spLocks noChangeArrowheads="1"/>
          </p:cNvSpPr>
          <p:nvPr/>
        </p:nvSpPr>
        <p:spPr bwMode="auto">
          <a:xfrm>
            <a:off x="5864226" y="869633"/>
            <a:ext cx="322263" cy="457200"/>
          </a:xfrm>
          <a:prstGeom prst="rect">
            <a:avLst/>
          </a:prstGeom>
          <a:solidFill>
            <a:schemeClr val="accent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grpSp>
        <p:nvGrpSpPr>
          <p:cNvPr id="137" name="Group 59">
            <a:extLst>
              <a:ext uri="{FF2B5EF4-FFF2-40B4-BE49-F238E27FC236}">
                <a16:creationId xmlns:a16="http://schemas.microsoft.com/office/drawing/2014/main" id="{9853F6E4-9CC8-4485-8D34-1FFD9273464F}"/>
              </a:ext>
            </a:extLst>
          </p:cNvPr>
          <p:cNvGrpSpPr>
            <a:grpSpLocks/>
          </p:cNvGrpSpPr>
          <p:nvPr/>
        </p:nvGrpSpPr>
        <p:grpSpPr bwMode="auto">
          <a:xfrm>
            <a:off x="7977189" y="2835752"/>
            <a:ext cx="322262" cy="457200"/>
            <a:chOff x="4439" y="3219"/>
            <a:chExt cx="203" cy="288"/>
          </a:xfrm>
          <a:solidFill>
            <a:srgbClr val="0000C8"/>
          </a:solidFill>
        </p:grpSpPr>
        <p:sp>
          <p:nvSpPr>
            <p:cNvPr id="138" name="Rectangle 60">
              <a:extLst>
                <a:ext uri="{FF2B5EF4-FFF2-40B4-BE49-F238E27FC236}">
                  <a16:creationId xmlns:a16="http://schemas.microsoft.com/office/drawing/2014/main" id="{15EEB7D3-8FEB-4179-81C1-8E1A408131E8}"/>
                </a:ext>
              </a:extLst>
            </p:cNvPr>
            <p:cNvSpPr>
              <a:spLocks noChangeArrowheads="1"/>
            </p:cNvSpPr>
            <p:nvPr/>
          </p:nvSpPr>
          <p:spPr bwMode="auto">
            <a:xfrm>
              <a:off x="4472" y="3275"/>
              <a:ext cx="125" cy="170"/>
            </a:xfrm>
            <a:prstGeom prst="rect">
              <a:avLst/>
            </a:prstGeom>
            <a:grp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39" name="Text Box 61">
              <a:extLst>
                <a:ext uri="{FF2B5EF4-FFF2-40B4-BE49-F238E27FC236}">
                  <a16:creationId xmlns:a16="http://schemas.microsoft.com/office/drawing/2014/main" id="{6B59A749-F936-427A-B939-0244D6D417CF}"/>
                </a:ext>
              </a:extLst>
            </p:cNvPr>
            <p:cNvSpPr txBox="1">
              <a:spLocks noChangeArrowheads="1"/>
            </p:cNvSpPr>
            <p:nvPr/>
          </p:nvSpPr>
          <p:spPr bwMode="auto">
            <a:xfrm>
              <a:off x="4439" y="3219"/>
              <a:ext cx="203" cy="288"/>
            </a:xfrm>
            <a:prstGeom prst="rect">
              <a:avLst/>
            </a:prstGeom>
            <a:solidFill>
              <a:schemeClr val="accent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grpSp>
      <p:grpSp>
        <p:nvGrpSpPr>
          <p:cNvPr id="140" name="Group 62">
            <a:extLst>
              <a:ext uri="{FF2B5EF4-FFF2-40B4-BE49-F238E27FC236}">
                <a16:creationId xmlns:a16="http://schemas.microsoft.com/office/drawing/2014/main" id="{CC8E03D9-740F-4BD5-8DB0-AFBAC0702579}"/>
              </a:ext>
            </a:extLst>
          </p:cNvPr>
          <p:cNvGrpSpPr>
            <a:grpSpLocks/>
          </p:cNvGrpSpPr>
          <p:nvPr/>
        </p:nvGrpSpPr>
        <p:grpSpPr bwMode="auto">
          <a:xfrm>
            <a:off x="7414420" y="838117"/>
            <a:ext cx="322263" cy="457200"/>
            <a:chOff x="4439" y="3219"/>
            <a:chExt cx="203" cy="288"/>
          </a:xfrm>
        </p:grpSpPr>
        <p:sp>
          <p:nvSpPr>
            <p:cNvPr id="141" name="Rectangle 63">
              <a:extLst>
                <a:ext uri="{FF2B5EF4-FFF2-40B4-BE49-F238E27FC236}">
                  <a16:creationId xmlns:a16="http://schemas.microsoft.com/office/drawing/2014/main" id="{8D85A723-B244-4A2D-9FA4-BFD08BD17743}"/>
                </a:ext>
              </a:extLst>
            </p:cNvPr>
            <p:cNvSpPr>
              <a:spLocks noChangeArrowheads="1"/>
            </p:cNvSpPr>
            <p:nvPr/>
          </p:nvSpPr>
          <p:spPr bwMode="auto">
            <a:xfrm>
              <a:off x="4472" y="3275"/>
              <a:ext cx="125" cy="170"/>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42" name="Text Box 64">
              <a:extLst>
                <a:ext uri="{FF2B5EF4-FFF2-40B4-BE49-F238E27FC236}">
                  <a16:creationId xmlns:a16="http://schemas.microsoft.com/office/drawing/2014/main" id="{4B311BE5-CF18-4917-9B0F-AC38B178422D}"/>
                </a:ext>
              </a:extLst>
            </p:cNvPr>
            <p:cNvSpPr txBox="1">
              <a:spLocks noChangeArrowheads="1"/>
            </p:cNvSpPr>
            <p:nvPr/>
          </p:nvSpPr>
          <p:spPr bwMode="auto">
            <a:xfrm>
              <a:off x="4439" y="3219"/>
              <a:ext cx="203" cy="288"/>
            </a:xfrm>
            <a:prstGeom prst="rect">
              <a:avLst/>
            </a:prstGeom>
            <a:solidFill>
              <a:schemeClr val="accent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grpSp>
      <p:grpSp>
        <p:nvGrpSpPr>
          <p:cNvPr id="143" name="Group 65">
            <a:extLst>
              <a:ext uri="{FF2B5EF4-FFF2-40B4-BE49-F238E27FC236}">
                <a16:creationId xmlns:a16="http://schemas.microsoft.com/office/drawing/2014/main" id="{0E65D3BA-987C-4082-B31E-B73EE3AA06EA}"/>
              </a:ext>
            </a:extLst>
          </p:cNvPr>
          <p:cNvGrpSpPr>
            <a:grpSpLocks/>
          </p:cNvGrpSpPr>
          <p:nvPr/>
        </p:nvGrpSpPr>
        <p:grpSpPr bwMode="auto">
          <a:xfrm>
            <a:off x="5391148" y="2881789"/>
            <a:ext cx="322262" cy="457200"/>
            <a:chOff x="4439" y="3219"/>
            <a:chExt cx="203" cy="288"/>
          </a:xfrm>
        </p:grpSpPr>
        <p:sp>
          <p:nvSpPr>
            <p:cNvPr id="144" name="Rectangle 66">
              <a:extLst>
                <a:ext uri="{FF2B5EF4-FFF2-40B4-BE49-F238E27FC236}">
                  <a16:creationId xmlns:a16="http://schemas.microsoft.com/office/drawing/2014/main" id="{6B875956-866A-4665-8B5B-779E56F17951}"/>
                </a:ext>
              </a:extLst>
            </p:cNvPr>
            <p:cNvSpPr>
              <a:spLocks noChangeArrowheads="1"/>
            </p:cNvSpPr>
            <p:nvPr/>
          </p:nvSpPr>
          <p:spPr bwMode="auto">
            <a:xfrm>
              <a:off x="4472" y="3275"/>
              <a:ext cx="125" cy="170"/>
            </a:xfrm>
            <a:prstGeom prst="rect">
              <a:avLst/>
            </a:prstGeom>
            <a:solidFill>
              <a:srgbClr val="0000C8"/>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45" name="Text Box 67">
              <a:extLst>
                <a:ext uri="{FF2B5EF4-FFF2-40B4-BE49-F238E27FC236}">
                  <a16:creationId xmlns:a16="http://schemas.microsoft.com/office/drawing/2014/main" id="{F3F1D8D4-48E5-4DF4-8ED3-D9E2AC9D9A16}"/>
                </a:ext>
              </a:extLst>
            </p:cNvPr>
            <p:cNvSpPr txBox="1">
              <a:spLocks noChangeArrowheads="1"/>
            </p:cNvSpPr>
            <p:nvPr/>
          </p:nvSpPr>
          <p:spPr bwMode="auto">
            <a:xfrm>
              <a:off x="4439" y="3219"/>
              <a:ext cx="203" cy="288"/>
            </a:xfrm>
            <a:prstGeom prst="rect">
              <a:avLst/>
            </a:prstGeom>
            <a:solidFill>
              <a:schemeClr val="accent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grpSp>
      <p:sp>
        <p:nvSpPr>
          <p:cNvPr id="148" name="Text Box 72">
            <a:extLst>
              <a:ext uri="{FF2B5EF4-FFF2-40B4-BE49-F238E27FC236}">
                <a16:creationId xmlns:a16="http://schemas.microsoft.com/office/drawing/2014/main" id="{FEF1F111-4CAE-472C-96D7-D3F24D868C7F}"/>
              </a:ext>
            </a:extLst>
          </p:cNvPr>
          <p:cNvSpPr txBox="1">
            <a:spLocks noChangeArrowheads="1"/>
          </p:cNvSpPr>
          <p:nvPr/>
        </p:nvSpPr>
        <p:spPr bwMode="auto">
          <a:xfrm>
            <a:off x="5855497" y="855504"/>
            <a:ext cx="322262" cy="457200"/>
          </a:xfrm>
          <a:prstGeom prst="rect">
            <a:avLst/>
          </a:prstGeom>
          <a:solidFill>
            <a:schemeClr val="accent1"/>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sp>
        <p:nvSpPr>
          <p:cNvPr id="151" name="Text Box 75">
            <a:extLst>
              <a:ext uri="{FF2B5EF4-FFF2-40B4-BE49-F238E27FC236}">
                <a16:creationId xmlns:a16="http://schemas.microsoft.com/office/drawing/2014/main" id="{0431EC4D-EAE9-46F0-8723-9CE7293D6C6B}"/>
              </a:ext>
            </a:extLst>
          </p:cNvPr>
          <p:cNvSpPr txBox="1">
            <a:spLocks noChangeArrowheads="1"/>
          </p:cNvSpPr>
          <p:nvPr/>
        </p:nvSpPr>
        <p:spPr bwMode="auto">
          <a:xfrm>
            <a:off x="7986714" y="2842260"/>
            <a:ext cx="322262" cy="457200"/>
          </a:xfrm>
          <a:prstGeom prst="rect">
            <a:avLst/>
          </a:prstGeom>
          <a:solidFill>
            <a:schemeClr val="accent1"/>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sp>
        <p:nvSpPr>
          <p:cNvPr id="154" name="Text Box 78">
            <a:extLst>
              <a:ext uri="{FF2B5EF4-FFF2-40B4-BE49-F238E27FC236}">
                <a16:creationId xmlns:a16="http://schemas.microsoft.com/office/drawing/2014/main" id="{E68A95FC-8C9B-414A-BD74-B4A2D4D6285C}"/>
              </a:ext>
            </a:extLst>
          </p:cNvPr>
          <p:cNvSpPr txBox="1">
            <a:spLocks noChangeArrowheads="1"/>
          </p:cNvSpPr>
          <p:nvPr/>
        </p:nvSpPr>
        <p:spPr bwMode="auto">
          <a:xfrm>
            <a:off x="7421564" y="834073"/>
            <a:ext cx="322262" cy="457200"/>
          </a:xfrm>
          <a:prstGeom prst="rect">
            <a:avLst/>
          </a:prstGeom>
          <a:solidFill>
            <a:schemeClr val="accent1"/>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sp>
        <p:nvSpPr>
          <p:cNvPr id="157" name="Text Box 81">
            <a:extLst>
              <a:ext uri="{FF2B5EF4-FFF2-40B4-BE49-F238E27FC236}">
                <a16:creationId xmlns:a16="http://schemas.microsoft.com/office/drawing/2014/main" id="{F7F7F896-8335-4BCE-850D-82748CB5D107}"/>
              </a:ext>
            </a:extLst>
          </p:cNvPr>
          <p:cNvSpPr txBox="1">
            <a:spLocks noChangeArrowheads="1"/>
          </p:cNvSpPr>
          <p:nvPr/>
        </p:nvSpPr>
        <p:spPr bwMode="auto">
          <a:xfrm>
            <a:off x="5387975" y="2881789"/>
            <a:ext cx="322263" cy="457200"/>
          </a:xfrm>
          <a:prstGeom prst="rect">
            <a:avLst/>
          </a:prstGeom>
          <a:solidFill>
            <a:schemeClr val="accent1"/>
          </a:solidFill>
          <a:ln w="38100">
            <a:noFill/>
            <a:miter lim="800000"/>
            <a:headEnd/>
            <a:tailEnd/>
          </a:ln>
          <a:effec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p>
        </p:txBody>
      </p:sp>
      <p:sp>
        <p:nvSpPr>
          <p:cNvPr id="3" name="矩形 2">
            <a:extLst>
              <a:ext uri="{FF2B5EF4-FFF2-40B4-BE49-F238E27FC236}">
                <a16:creationId xmlns:a16="http://schemas.microsoft.com/office/drawing/2014/main" id="{B068A0C1-008D-438A-ACF2-E27D49D6260D}"/>
              </a:ext>
            </a:extLst>
          </p:cNvPr>
          <p:cNvSpPr/>
          <p:nvPr/>
        </p:nvSpPr>
        <p:spPr>
          <a:xfrm>
            <a:off x="218300" y="5924622"/>
            <a:ext cx="6271401" cy="523220"/>
          </a:xfrm>
          <a:prstGeom prst="rect">
            <a:avLst/>
          </a:prstGeom>
        </p:spPr>
        <p:txBody>
          <a:bodyPr wrap="square">
            <a:spAutoFit/>
          </a:bodyPr>
          <a:lstStyle/>
          <a:p>
            <a:r>
              <a:rPr lang="en-US" altLang="zh-CN" dirty="0">
                <a:solidFill>
                  <a:srgbClr val="1F08F8"/>
                </a:solidFill>
              </a:rPr>
              <a:t>A</a:t>
            </a:r>
            <a:r>
              <a:rPr lang="zh-CN" altLang="en-US" dirty="0">
                <a:solidFill>
                  <a:srgbClr val="1F08F8"/>
                </a:solidFill>
              </a:rPr>
              <a:t>，</a:t>
            </a:r>
            <a:r>
              <a:rPr lang="en-US" altLang="zh-CN" dirty="0">
                <a:solidFill>
                  <a:srgbClr val="1F08F8"/>
                </a:solidFill>
              </a:rPr>
              <a:t>D</a:t>
            </a:r>
            <a:r>
              <a:rPr lang="zh-CN" altLang="en-US" dirty="0">
                <a:solidFill>
                  <a:srgbClr val="1F08F8"/>
                </a:solidFill>
              </a:rPr>
              <a:t>在 </a:t>
            </a:r>
            <a:r>
              <a:rPr lang="en-US" altLang="zh-CN" dirty="0">
                <a:solidFill>
                  <a:srgbClr val="1F08F8"/>
                </a:solidFill>
              </a:rPr>
              <a:t>CP=1 </a:t>
            </a:r>
            <a:r>
              <a:rPr lang="zh-CN" altLang="en-US" dirty="0">
                <a:solidFill>
                  <a:srgbClr val="1F08F8"/>
                </a:solidFill>
              </a:rPr>
              <a:t>时实现了保持（封锁）</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wipe(up)">
                                      <p:cBhvr>
                                        <p:cTn id="18" dur="2000"/>
                                        <p:tgtEl>
                                          <p:spTgt spid="8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4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4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ppt_x</p:attrName>
                                        </p:attrNameLst>
                                      </p:cBhvr>
                                      <p:tavLst>
                                        <p:tav tm="0">
                                          <p:val>
                                            <p:strVal val="1+#ppt_w/2"/>
                                          </p:val>
                                        </p:tav>
                                        <p:tav tm="100000">
                                          <p:val>
                                            <p:strVal val="#ppt_x"/>
                                          </p:val>
                                        </p:tav>
                                      </p:tavLst>
                                    </p:anim>
                                    <p:anim calcmode="lin" valueType="num">
                                      <p:cBhvr additive="base">
                                        <p:cTn id="3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500" fill="hold"/>
                                        <p:tgtEl>
                                          <p:spTgt spid="11"/>
                                        </p:tgtEl>
                                        <p:attrNameLst>
                                          <p:attrName>ppt_x</p:attrName>
                                        </p:attrNameLst>
                                      </p:cBhvr>
                                      <p:tavLst>
                                        <p:tav tm="0">
                                          <p:val>
                                            <p:strVal val="1+#ppt_w/2"/>
                                          </p:val>
                                        </p:tav>
                                        <p:tav tm="100000">
                                          <p:val>
                                            <p:strVal val="#ppt_x"/>
                                          </p:val>
                                        </p:tav>
                                      </p:tavLst>
                                    </p:anim>
                                    <p:anim calcmode="lin" valueType="num">
                                      <p:cBhvr additive="base">
                                        <p:cTn id="6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iterate type="wd">
                                    <p:tmPct val="100000"/>
                                  </p:iterate>
                                  <p:childTnLst>
                                    <p:set>
                                      <p:cBhvr>
                                        <p:cTn id="64" dur="1" fill="hold">
                                          <p:stCondLst>
                                            <p:cond delay="0"/>
                                          </p:stCondLst>
                                        </p:cTn>
                                        <p:tgtEl>
                                          <p:spTgt spid="12"/>
                                        </p:tgtEl>
                                        <p:attrNameLst>
                                          <p:attrName>style.visibility</p:attrName>
                                        </p:attrNameLst>
                                      </p:cBhvr>
                                      <p:to>
                                        <p:strVal val="visible"/>
                                      </p:to>
                                    </p:set>
                                    <p:animEffect transition="in" filter="wipe(left)">
                                      <p:cBhvr>
                                        <p:cTn id="65" dur="300"/>
                                        <p:tgtEl>
                                          <p:spTgt spid="12"/>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3"/>
                                        </p:tgtEl>
                                        <p:attrNameLst>
                                          <p:attrName>style.visibility</p:attrName>
                                        </p:attrNameLst>
                                      </p:cBhvr>
                                      <p:to>
                                        <p:strVal val="visible"/>
                                      </p:to>
                                    </p:set>
                                    <p:anim calcmode="lin" valueType="num">
                                      <p:cBhvr additive="base">
                                        <p:cTn id="70" dur="500" fill="hold"/>
                                        <p:tgtEl>
                                          <p:spTgt spid="3"/>
                                        </p:tgtEl>
                                        <p:attrNameLst>
                                          <p:attrName>ppt_x</p:attrName>
                                        </p:attrNameLst>
                                      </p:cBhvr>
                                      <p:tavLst>
                                        <p:tav tm="0">
                                          <p:val>
                                            <p:strVal val="#ppt_x"/>
                                          </p:val>
                                        </p:tav>
                                        <p:tav tm="100000">
                                          <p:val>
                                            <p:strVal val="#ppt_x"/>
                                          </p:val>
                                        </p:tav>
                                      </p:tavLst>
                                    </p:anim>
                                    <p:anim calcmode="lin" valueType="num">
                                      <p:cBhvr additive="base">
                                        <p:cTn id="7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6" grpId="0" animBg="1"/>
      <p:bldP spid="148" grpId="0" animBg="1"/>
      <p:bldP spid="151" grpId="0" animBg="1"/>
      <p:bldP spid="154" grpId="0" animBg="1"/>
      <p:bldP spid="157" grpId="0" animBg="1"/>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7195035" cy="588136"/>
          </a:xfrm>
        </p:spPr>
        <p:txBody>
          <a:bodyPr/>
          <a:lstStyle/>
          <a:p>
            <a:r>
              <a:rPr lang="en-US" altLang="zh-CN" dirty="0">
                <a:latin typeface="黑体" pitchFamily="49" charset="-122"/>
                <a:ea typeface="黑体" pitchFamily="49" charset="-122"/>
              </a:rPr>
              <a:t>§ 6.10</a:t>
            </a:r>
            <a:r>
              <a:rPr lang="zh-CN" altLang="en-US" dirty="0">
                <a:latin typeface="黑体" pitchFamily="49" charset="-122"/>
                <a:ea typeface="黑体" pitchFamily="49" charset="-122"/>
              </a:rPr>
              <a:t>边沿触发的</a:t>
            </a:r>
            <a:r>
              <a:rPr lang="en-US" altLang="zh-CN" dirty="0">
                <a:latin typeface="黑体" pitchFamily="49" charset="-122"/>
                <a:ea typeface="黑体" pitchFamily="49" charset="-122"/>
              </a:rPr>
              <a:t>J-K</a:t>
            </a:r>
            <a:r>
              <a:rPr lang="zh-CN" altLang="en-US" dirty="0">
                <a:latin typeface="黑体" pitchFamily="49" charset="-122"/>
                <a:ea typeface="黑体" pitchFamily="49" charset="-122"/>
              </a:rPr>
              <a:t>触发器</a:t>
            </a:r>
            <a:endParaRPr lang="zh-CN" altLang="en-US" dirty="0"/>
          </a:p>
        </p:txBody>
      </p:sp>
      <p:sp>
        <p:nvSpPr>
          <p:cNvPr id="4" name="灯片编号占位符 3"/>
          <p:cNvSpPr>
            <a:spLocks noGrp="1"/>
          </p:cNvSpPr>
          <p:nvPr>
            <p:ph type="sldNum" sz="quarter" idx="12"/>
          </p:nvPr>
        </p:nvSpPr>
        <p:spPr>
          <a:xfrm>
            <a:off x="222737" y="6356641"/>
            <a:ext cx="902677" cy="338407"/>
          </a:xfrm>
        </p:spPr>
        <p:txBody>
          <a:bodyPr/>
          <a:lstStyle/>
          <a:p>
            <a:pPr>
              <a:defRPr/>
            </a:pPr>
            <a:fld id="{315B291C-51FB-4C18-A138-CCB3C24CD792}" type="slidenum">
              <a:rPr lang="en-US" altLang="zh-CN" smtClean="0"/>
              <a:pPr>
                <a:defRPr/>
              </a:pPr>
              <a:t>43</a:t>
            </a:fld>
            <a:endParaRPr lang="en-US" altLang="zh-CN" dirty="0"/>
          </a:p>
        </p:txBody>
      </p:sp>
      <p:sp>
        <p:nvSpPr>
          <p:cNvPr id="5" name="Text Box 3">
            <a:extLst>
              <a:ext uri="{FF2B5EF4-FFF2-40B4-BE49-F238E27FC236}">
                <a16:creationId xmlns:a16="http://schemas.microsoft.com/office/drawing/2014/main" id="{7FD97E3C-1DE9-4C3B-9FDD-6B664EA7F44B}"/>
              </a:ext>
            </a:extLst>
          </p:cNvPr>
          <p:cNvSpPr txBox="1">
            <a:spLocks noChangeArrowheads="1"/>
          </p:cNvSpPr>
          <p:nvPr/>
        </p:nvSpPr>
        <p:spPr bwMode="auto">
          <a:xfrm>
            <a:off x="4257993" y="903923"/>
            <a:ext cx="4464050" cy="137318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0000"/>
              </a:buClr>
              <a:buSzPct val="70000"/>
              <a:buFont typeface="Wingdings" panose="05000000000000000000" pitchFamily="2" charset="2"/>
              <a:buChar char="n"/>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A</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D</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的开启快于门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2</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的开启；门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A</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D</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的关闭快于门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1</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2</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的关闭。</a:t>
            </a:r>
          </a:p>
        </p:txBody>
      </p:sp>
      <p:sp>
        <p:nvSpPr>
          <p:cNvPr id="6" name="Text Box 4">
            <a:extLst>
              <a:ext uri="{FF2B5EF4-FFF2-40B4-BE49-F238E27FC236}">
                <a16:creationId xmlns:a16="http://schemas.microsoft.com/office/drawing/2014/main" id="{2A0AB669-BDA6-4D0F-A667-AF810292C6F8}"/>
              </a:ext>
            </a:extLst>
          </p:cNvPr>
          <p:cNvSpPr txBox="1">
            <a:spLocks noChangeArrowheads="1"/>
          </p:cNvSpPr>
          <p:nvPr/>
        </p:nvSpPr>
        <p:spPr bwMode="auto">
          <a:xfrm>
            <a:off x="4384993" y="2538254"/>
            <a:ext cx="4267200" cy="2654300"/>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时，门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D</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先关闭，但门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1</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2</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还未关闭，</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J</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K</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的状态从门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1</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2</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输出通过门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B</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C</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进入基本</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RS</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触发器。之后，门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1</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2</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关闭，触发器保持不变。</a:t>
            </a:r>
            <a:endPar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sp>
        <p:nvSpPr>
          <p:cNvPr id="7" name="Text Box 5">
            <a:extLst>
              <a:ext uri="{FF2B5EF4-FFF2-40B4-BE49-F238E27FC236}">
                <a16:creationId xmlns:a16="http://schemas.microsoft.com/office/drawing/2014/main" id="{294D3A41-9F61-444F-8576-6BE9BEF9C1BB}"/>
              </a:ext>
            </a:extLst>
          </p:cNvPr>
          <p:cNvSpPr txBox="1">
            <a:spLocks noChangeArrowheads="1"/>
          </p:cNvSpPr>
          <p:nvPr/>
        </p:nvSpPr>
        <p:spPr bwMode="auto">
          <a:xfrm>
            <a:off x="563880" y="5637848"/>
            <a:ext cx="8220075" cy="5191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rgbClr val="FFFF00"/>
              </a:buClr>
              <a:buSzPct val="70000"/>
              <a:buFont typeface="Wingdings" panose="05000000000000000000" pitchFamily="2" charset="2"/>
              <a:buChar char="n"/>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 </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CP</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时，门</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D</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sym typeface="Symbol" panose="05050102010706020507" pitchFamily="18" charset="2"/>
              </a:rPr>
              <a:t>先开启使触发器处于保持状态。</a:t>
            </a:r>
            <a:endPar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endParaRPr>
          </a:p>
        </p:txBody>
      </p:sp>
      <p:grpSp>
        <p:nvGrpSpPr>
          <p:cNvPr id="10" name="Group 111">
            <a:extLst>
              <a:ext uri="{FF2B5EF4-FFF2-40B4-BE49-F238E27FC236}">
                <a16:creationId xmlns:a16="http://schemas.microsoft.com/office/drawing/2014/main" id="{3D6A03E2-E0CB-4810-B2BE-E6DD0C40F9EF}"/>
              </a:ext>
            </a:extLst>
          </p:cNvPr>
          <p:cNvGrpSpPr>
            <a:grpSpLocks/>
          </p:cNvGrpSpPr>
          <p:nvPr/>
        </p:nvGrpSpPr>
        <p:grpSpPr bwMode="auto">
          <a:xfrm>
            <a:off x="573405" y="949960"/>
            <a:ext cx="3892550" cy="4510088"/>
            <a:chOff x="345" y="1036"/>
            <a:chExt cx="2452" cy="2841"/>
          </a:xfrm>
        </p:grpSpPr>
        <p:grpSp>
          <p:nvGrpSpPr>
            <p:cNvPr id="11" name="Group 112">
              <a:extLst>
                <a:ext uri="{FF2B5EF4-FFF2-40B4-BE49-F238E27FC236}">
                  <a16:creationId xmlns:a16="http://schemas.microsoft.com/office/drawing/2014/main" id="{A8436EA2-6AB3-47FE-8A17-A0D1FE7B177C}"/>
                </a:ext>
              </a:extLst>
            </p:cNvPr>
            <p:cNvGrpSpPr>
              <a:grpSpLocks/>
            </p:cNvGrpSpPr>
            <p:nvPr/>
          </p:nvGrpSpPr>
          <p:grpSpPr bwMode="auto">
            <a:xfrm>
              <a:off x="379" y="1048"/>
              <a:ext cx="757" cy="943"/>
              <a:chOff x="379" y="1048"/>
              <a:chExt cx="757" cy="943"/>
            </a:xfrm>
          </p:grpSpPr>
          <p:sp>
            <p:nvSpPr>
              <p:cNvPr id="74" name="Rectangle 113">
                <a:extLst>
                  <a:ext uri="{FF2B5EF4-FFF2-40B4-BE49-F238E27FC236}">
                    <a16:creationId xmlns:a16="http://schemas.microsoft.com/office/drawing/2014/main" id="{C609C83C-6CC6-40E2-9D4F-44633192A0E5}"/>
                  </a:ext>
                </a:extLst>
              </p:cNvPr>
              <p:cNvSpPr>
                <a:spLocks noChangeArrowheads="1"/>
              </p:cNvSpPr>
              <p:nvPr/>
            </p:nvSpPr>
            <p:spPr bwMode="auto">
              <a:xfrm>
                <a:off x="379" y="1500"/>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Line 114">
                <a:extLst>
                  <a:ext uri="{FF2B5EF4-FFF2-40B4-BE49-F238E27FC236}">
                    <a16:creationId xmlns:a16="http://schemas.microsoft.com/office/drawing/2014/main" id="{7AD770C6-7314-4E2A-AF50-663168A95141}"/>
                  </a:ext>
                </a:extLst>
              </p:cNvPr>
              <p:cNvSpPr>
                <a:spLocks noChangeShapeType="1"/>
              </p:cNvSpPr>
              <p:nvPr/>
            </p:nvSpPr>
            <p:spPr bwMode="auto">
              <a:xfrm>
                <a:off x="390" y="1737"/>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Line 115">
                <a:extLst>
                  <a:ext uri="{FF2B5EF4-FFF2-40B4-BE49-F238E27FC236}">
                    <a16:creationId xmlns:a16="http://schemas.microsoft.com/office/drawing/2014/main" id="{4252D6CD-5AB1-4382-8F25-CF4A3ECC681C}"/>
                  </a:ext>
                </a:extLst>
              </p:cNvPr>
              <p:cNvSpPr>
                <a:spLocks noChangeShapeType="1"/>
              </p:cNvSpPr>
              <p:nvPr/>
            </p:nvSpPr>
            <p:spPr bwMode="auto">
              <a:xfrm flipV="1">
                <a:off x="763" y="1737"/>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Oval 116">
                <a:extLst>
                  <a:ext uri="{FF2B5EF4-FFF2-40B4-BE49-F238E27FC236}">
                    <a16:creationId xmlns:a16="http://schemas.microsoft.com/office/drawing/2014/main" id="{4966C8E8-AB50-43CD-92B5-C12B144E62A2}"/>
                  </a:ext>
                </a:extLst>
              </p:cNvPr>
              <p:cNvSpPr>
                <a:spLocks noChangeArrowheads="1"/>
              </p:cNvSpPr>
              <p:nvPr/>
            </p:nvSpPr>
            <p:spPr bwMode="auto">
              <a:xfrm>
                <a:off x="706" y="1398"/>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8" name="Text Box 117">
                <a:extLst>
                  <a:ext uri="{FF2B5EF4-FFF2-40B4-BE49-F238E27FC236}">
                    <a16:creationId xmlns:a16="http://schemas.microsoft.com/office/drawing/2014/main" id="{E20D732B-1592-4B99-A82F-A9C9815C2F3C}"/>
                  </a:ext>
                </a:extLst>
              </p:cNvPr>
              <p:cNvSpPr txBox="1">
                <a:spLocks noChangeArrowheads="1"/>
              </p:cNvSpPr>
              <p:nvPr/>
            </p:nvSpPr>
            <p:spPr bwMode="auto">
              <a:xfrm>
                <a:off x="563" y="1466"/>
                <a:ext cx="44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9" name="Text Box 118">
                <a:extLst>
                  <a:ext uri="{FF2B5EF4-FFF2-40B4-BE49-F238E27FC236}">
                    <a16:creationId xmlns:a16="http://schemas.microsoft.com/office/drawing/2014/main" id="{BC670C48-2457-4709-9EF5-F594C6539F8D}"/>
                  </a:ext>
                </a:extLst>
              </p:cNvPr>
              <p:cNvSpPr txBox="1">
                <a:spLocks noChangeArrowheads="1"/>
              </p:cNvSpPr>
              <p:nvPr/>
            </p:nvSpPr>
            <p:spPr bwMode="auto">
              <a:xfrm>
                <a:off x="447" y="1692"/>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A</a:t>
                </a:r>
              </a:p>
            </p:txBody>
          </p:sp>
          <p:sp>
            <p:nvSpPr>
              <p:cNvPr id="80" name="Text Box 119">
                <a:extLst>
                  <a:ext uri="{FF2B5EF4-FFF2-40B4-BE49-F238E27FC236}">
                    <a16:creationId xmlns:a16="http://schemas.microsoft.com/office/drawing/2014/main" id="{64D541D8-8E1B-429A-BEBF-D472D02A42A5}"/>
                  </a:ext>
                </a:extLst>
              </p:cNvPr>
              <p:cNvSpPr txBox="1">
                <a:spLocks noChangeArrowheads="1"/>
              </p:cNvSpPr>
              <p:nvPr/>
            </p:nvSpPr>
            <p:spPr bwMode="auto">
              <a:xfrm>
                <a:off x="808" y="1703"/>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B</a:t>
                </a:r>
              </a:p>
            </p:txBody>
          </p:sp>
          <p:sp>
            <p:nvSpPr>
              <p:cNvPr id="81" name="Line 120">
                <a:extLst>
                  <a:ext uri="{FF2B5EF4-FFF2-40B4-BE49-F238E27FC236}">
                    <a16:creationId xmlns:a16="http://schemas.microsoft.com/office/drawing/2014/main" id="{1FE2DE6C-57C9-4F57-85C9-848D9E87CE2A}"/>
                  </a:ext>
                </a:extLst>
              </p:cNvPr>
              <p:cNvSpPr>
                <a:spLocks noChangeShapeType="1"/>
              </p:cNvSpPr>
              <p:nvPr/>
            </p:nvSpPr>
            <p:spPr bwMode="auto">
              <a:xfrm flipV="1">
                <a:off x="752" y="1048"/>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12" name="Group 121">
              <a:extLst>
                <a:ext uri="{FF2B5EF4-FFF2-40B4-BE49-F238E27FC236}">
                  <a16:creationId xmlns:a16="http://schemas.microsoft.com/office/drawing/2014/main" id="{D7D21E3E-E069-4D84-82F5-6A269E8A0F37}"/>
                </a:ext>
              </a:extLst>
            </p:cNvPr>
            <p:cNvGrpSpPr>
              <a:grpSpLocks/>
            </p:cNvGrpSpPr>
            <p:nvPr/>
          </p:nvGrpSpPr>
          <p:grpSpPr bwMode="auto">
            <a:xfrm>
              <a:off x="1723" y="1036"/>
              <a:ext cx="757" cy="943"/>
              <a:chOff x="1723" y="1036"/>
              <a:chExt cx="757" cy="943"/>
            </a:xfrm>
          </p:grpSpPr>
          <p:sp>
            <p:nvSpPr>
              <p:cNvPr id="66" name="Rectangle 122">
                <a:extLst>
                  <a:ext uri="{FF2B5EF4-FFF2-40B4-BE49-F238E27FC236}">
                    <a16:creationId xmlns:a16="http://schemas.microsoft.com/office/drawing/2014/main" id="{3A57A956-CB39-4C45-8B18-4F7AA895FE90}"/>
                  </a:ext>
                </a:extLst>
              </p:cNvPr>
              <p:cNvSpPr>
                <a:spLocks noChangeArrowheads="1"/>
              </p:cNvSpPr>
              <p:nvPr/>
            </p:nvSpPr>
            <p:spPr bwMode="auto">
              <a:xfrm>
                <a:off x="1723" y="1488"/>
                <a:ext cx="757" cy="46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123">
                <a:extLst>
                  <a:ext uri="{FF2B5EF4-FFF2-40B4-BE49-F238E27FC236}">
                    <a16:creationId xmlns:a16="http://schemas.microsoft.com/office/drawing/2014/main" id="{E77E0959-2E98-462C-A8B8-07E53971041B}"/>
                  </a:ext>
                </a:extLst>
              </p:cNvPr>
              <p:cNvSpPr>
                <a:spLocks noChangeShapeType="1"/>
              </p:cNvSpPr>
              <p:nvPr/>
            </p:nvSpPr>
            <p:spPr bwMode="auto">
              <a:xfrm>
                <a:off x="1734" y="1725"/>
                <a:ext cx="7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Line 124">
                <a:extLst>
                  <a:ext uri="{FF2B5EF4-FFF2-40B4-BE49-F238E27FC236}">
                    <a16:creationId xmlns:a16="http://schemas.microsoft.com/office/drawing/2014/main" id="{F26B2C1D-7C2B-4226-A880-882936D55298}"/>
                  </a:ext>
                </a:extLst>
              </p:cNvPr>
              <p:cNvSpPr>
                <a:spLocks noChangeShapeType="1"/>
              </p:cNvSpPr>
              <p:nvPr/>
            </p:nvSpPr>
            <p:spPr bwMode="auto">
              <a:xfrm flipV="1">
                <a:off x="2107" y="1725"/>
                <a:ext cx="0" cy="2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Oval 125">
                <a:extLst>
                  <a:ext uri="{FF2B5EF4-FFF2-40B4-BE49-F238E27FC236}">
                    <a16:creationId xmlns:a16="http://schemas.microsoft.com/office/drawing/2014/main" id="{6BB308FE-8531-4064-81DF-CDB8199CE138}"/>
                  </a:ext>
                </a:extLst>
              </p:cNvPr>
              <p:cNvSpPr>
                <a:spLocks noChangeArrowheads="1"/>
              </p:cNvSpPr>
              <p:nvPr/>
            </p:nvSpPr>
            <p:spPr bwMode="auto">
              <a:xfrm>
                <a:off x="2050" y="1386"/>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0" name="Text Box 126">
                <a:extLst>
                  <a:ext uri="{FF2B5EF4-FFF2-40B4-BE49-F238E27FC236}">
                    <a16:creationId xmlns:a16="http://schemas.microsoft.com/office/drawing/2014/main" id="{EC325520-DFE4-4C59-A42B-45371EDFD82A}"/>
                  </a:ext>
                </a:extLst>
              </p:cNvPr>
              <p:cNvSpPr txBox="1">
                <a:spLocks noChangeArrowheads="1"/>
              </p:cNvSpPr>
              <p:nvPr/>
            </p:nvSpPr>
            <p:spPr bwMode="auto">
              <a:xfrm>
                <a:off x="1971" y="1454"/>
                <a:ext cx="453"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1" name="Text Box 127">
                <a:extLst>
                  <a:ext uri="{FF2B5EF4-FFF2-40B4-BE49-F238E27FC236}">
                    <a16:creationId xmlns:a16="http://schemas.microsoft.com/office/drawing/2014/main" id="{8434B685-BC29-40D1-8D51-C1F78A21427A}"/>
                  </a:ext>
                </a:extLst>
              </p:cNvPr>
              <p:cNvSpPr txBox="1">
                <a:spLocks noChangeArrowheads="1"/>
              </p:cNvSpPr>
              <p:nvPr/>
            </p:nvSpPr>
            <p:spPr bwMode="auto">
              <a:xfrm>
                <a:off x="1791" y="1680"/>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a:t>
                </a:r>
              </a:p>
            </p:txBody>
          </p:sp>
          <p:sp>
            <p:nvSpPr>
              <p:cNvPr id="72" name="Text Box 128">
                <a:extLst>
                  <a:ext uri="{FF2B5EF4-FFF2-40B4-BE49-F238E27FC236}">
                    <a16:creationId xmlns:a16="http://schemas.microsoft.com/office/drawing/2014/main" id="{76A7B247-490D-4990-B05F-F690B8D0488C}"/>
                  </a:ext>
                </a:extLst>
              </p:cNvPr>
              <p:cNvSpPr txBox="1">
                <a:spLocks noChangeArrowheads="1"/>
              </p:cNvSpPr>
              <p:nvPr/>
            </p:nvSpPr>
            <p:spPr bwMode="auto">
              <a:xfrm>
                <a:off x="2152" y="1691"/>
                <a:ext cx="3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73" name="Line 129">
                <a:extLst>
                  <a:ext uri="{FF2B5EF4-FFF2-40B4-BE49-F238E27FC236}">
                    <a16:creationId xmlns:a16="http://schemas.microsoft.com/office/drawing/2014/main" id="{EFE8AFD9-DF21-42B5-8F01-5BF16B305B2C}"/>
                  </a:ext>
                </a:extLst>
              </p:cNvPr>
              <p:cNvSpPr>
                <a:spLocks noChangeShapeType="1"/>
              </p:cNvSpPr>
              <p:nvPr/>
            </p:nvSpPr>
            <p:spPr bwMode="auto">
              <a:xfrm flipV="1">
                <a:off x="2096" y="1036"/>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3" name="Freeform 130">
              <a:extLst>
                <a:ext uri="{FF2B5EF4-FFF2-40B4-BE49-F238E27FC236}">
                  <a16:creationId xmlns:a16="http://schemas.microsoft.com/office/drawing/2014/main" id="{1F29DEA6-2A25-4B41-975F-D30FDFE1B5A2}"/>
                </a:ext>
              </a:extLst>
            </p:cNvPr>
            <p:cNvSpPr>
              <a:spLocks/>
            </p:cNvSpPr>
            <p:nvPr/>
          </p:nvSpPr>
          <p:spPr bwMode="auto">
            <a:xfrm>
              <a:off x="740" y="1274"/>
              <a:ext cx="1469" cy="858"/>
            </a:xfrm>
            <a:custGeom>
              <a:avLst/>
              <a:gdLst>
                <a:gd name="T0" fmla="*/ 0 w 1469"/>
                <a:gd name="T1" fmla="*/ 0 h 858"/>
                <a:gd name="T2" fmla="*/ 475 w 1469"/>
                <a:gd name="T3" fmla="*/ 0 h 858"/>
                <a:gd name="T4" fmla="*/ 904 w 1469"/>
                <a:gd name="T5" fmla="*/ 858 h 858"/>
                <a:gd name="T6" fmla="*/ 1469 w 1469"/>
                <a:gd name="T7" fmla="*/ 858 h 858"/>
                <a:gd name="T8" fmla="*/ 1469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Freeform 131">
              <a:extLst>
                <a:ext uri="{FF2B5EF4-FFF2-40B4-BE49-F238E27FC236}">
                  <a16:creationId xmlns:a16="http://schemas.microsoft.com/office/drawing/2014/main" id="{EAD3C6B6-F920-4DB2-9C8B-44F6DF6D8225}"/>
                </a:ext>
              </a:extLst>
            </p:cNvPr>
            <p:cNvSpPr>
              <a:spLocks/>
            </p:cNvSpPr>
            <p:nvPr/>
          </p:nvSpPr>
          <p:spPr bwMode="auto">
            <a:xfrm flipH="1">
              <a:off x="673" y="1285"/>
              <a:ext cx="1423" cy="858"/>
            </a:xfrm>
            <a:custGeom>
              <a:avLst/>
              <a:gdLst>
                <a:gd name="T0" fmla="*/ 0 w 1469"/>
                <a:gd name="T1" fmla="*/ 0 h 858"/>
                <a:gd name="T2" fmla="*/ 405 w 1469"/>
                <a:gd name="T3" fmla="*/ 0 h 858"/>
                <a:gd name="T4" fmla="*/ 771 w 1469"/>
                <a:gd name="T5" fmla="*/ 858 h 858"/>
                <a:gd name="T6" fmla="*/ 1253 w 1469"/>
                <a:gd name="T7" fmla="*/ 858 h 858"/>
                <a:gd name="T8" fmla="*/ 1253 w 1469"/>
                <a:gd name="T9" fmla="*/ 678 h 8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9" h="858">
                  <a:moveTo>
                    <a:pt x="0" y="0"/>
                  </a:moveTo>
                  <a:lnTo>
                    <a:pt x="475" y="0"/>
                  </a:lnTo>
                  <a:lnTo>
                    <a:pt x="904" y="858"/>
                  </a:lnTo>
                  <a:lnTo>
                    <a:pt x="1469" y="858"/>
                  </a:lnTo>
                  <a:lnTo>
                    <a:pt x="1469" y="67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Line 132">
              <a:extLst>
                <a:ext uri="{FF2B5EF4-FFF2-40B4-BE49-F238E27FC236}">
                  <a16:creationId xmlns:a16="http://schemas.microsoft.com/office/drawing/2014/main" id="{C6172D2E-EAAE-4253-8BAF-2EC5972B4A35}"/>
                </a:ext>
              </a:extLst>
            </p:cNvPr>
            <p:cNvSpPr>
              <a:spLocks noChangeShapeType="1"/>
            </p:cNvSpPr>
            <p:nvPr/>
          </p:nvSpPr>
          <p:spPr bwMode="auto">
            <a:xfrm>
              <a:off x="1802" y="1952"/>
              <a:ext cx="0"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Line 133">
              <a:extLst>
                <a:ext uri="{FF2B5EF4-FFF2-40B4-BE49-F238E27FC236}">
                  <a16:creationId xmlns:a16="http://schemas.microsoft.com/office/drawing/2014/main" id="{CC12335C-0236-40CE-9B50-8ACE3703751E}"/>
                </a:ext>
              </a:extLst>
            </p:cNvPr>
            <p:cNvSpPr>
              <a:spLocks noChangeShapeType="1"/>
            </p:cNvSpPr>
            <p:nvPr/>
          </p:nvSpPr>
          <p:spPr bwMode="auto">
            <a:xfrm>
              <a:off x="1068" y="1963"/>
              <a:ext cx="0" cy="14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7" name="Group 134">
              <a:extLst>
                <a:ext uri="{FF2B5EF4-FFF2-40B4-BE49-F238E27FC236}">
                  <a16:creationId xmlns:a16="http://schemas.microsoft.com/office/drawing/2014/main" id="{598FB5E6-54F7-4A10-83C4-96D5E3562CDC}"/>
                </a:ext>
              </a:extLst>
            </p:cNvPr>
            <p:cNvGrpSpPr>
              <a:grpSpLocks/>
            </p:cNvGrpSpPr>
            <p:nvPr/>
          </p:nvGrpSpPr>
          <p:grpSpPr bwMode="auto">
            <a:xfrm>
              <a:off x="764" y="2416"/>
              <a:ext cx="395" cy="338"/>
              <a:chOff x="1175" y="2181"/>
              <a:chExt cx="395" cy="338"/>
            </a:xfrm>
          </p:grpSpPr>
          <p:sp>
            <p:nvSpPr>
              <p:cNvPr id="64" name="Rectangle 135">
                <a:extLst>
                  <a:ext uri="{FF2B5EF4-FFF2-40B4-BE49-F238E27FC236}">
                    <a16:creationId xmlns:a16="http://schemas.microsoft.com/office/drawing/2014/main" id="{9E7BEED5-88D0-4730-9D84-4689353670EB}"/>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5" name="Oval 136">
                <a:extLst>
                  <a:ext uri="{FF2B5EF4-FFF2-40B4-BE49-F238E27FC236}">
                    <a16:creationId xmlns:a16="http://schemas.microsoft.com/office/drawing/2014/main" id="{22AB5480-B0B2-48CC-B15D-DEC262A5DEA1}"/>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8" name="Line 137">
              <a:extLst>
                <a:ext uri="{FF2B5EF4-FFF2-40B4-BE49-F238E27FC236}">
                  <a16:creationId xmlns:a16="http://schemas.microsoft.com/office/drawing/2014/main" id="{F8FC20A3-4620-4A68-B29B-A833BA2E317F}"/>
                </a:ext>
              </a:extLst>
            </p:cNvPr>
            <p:cNvSpPr>
              <a:spLocks noChangeShapeType="1"/>
            </p:cNvSpPr>
            <p:nvPr/>
          </p:nvSpPr>
          <p:spPr bwMode="auto">
            <a:xfrm flipV="1">
              <a:off x="944" y="1974"/>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9" name="Group 138">
              <a:extLst>
                <a:ext uri="{FF2B5EF4-FFF2-40B4-BE49-F238E27FC236}">
                  <a16:creationId xmlns:a16="http://schemas.microsoft.com/office/drawing/2014/main" id="{4AEE15C8-2AD3-4112-A5C8-73156B276B3A}"/>
                </a:ext>
              </a:extLst>
            </p:cNvPr>
            <p:cNvGrpSpPr>
              <a:grpSpLocks/>
            </p:cNvGrpSpPr>
            <p:nvPr/>
          </p:nvGrpSpPr>
          <p:grpSpPr bwMode="auto">
            <a:xfrm>
              <a:off x="1735" y="2393"/>
              <a:ext cx="395" cy="338"/>
              <a:chOff x="1175" y="2181"/>
              <a:chExt cx="395" cy="338"/>
            </a:xfrm>
          </p:grpSpPr>
          <p:sp>
            <p:nvSpPr>
              <p:cNvPr id="62" name="Rectangle 139">
                <a:extLst>
                  <a:ext uri="{FF2B5EF4-FFF2-40B4-BE49-F238E27FC236}">
                    <a16:creationId xmlns:a16="http://schemas.microsoft.com/office/drawing/2014/main" id="{3D13C731-F3E7-4874-8BAB-48CF9678C8A1}"/>
                  </a:ext>
                </a:extLst>
              </p:cNvPr>
              <p:cNvSpPr>
                <a:spLocks noChangeArrowheads="1"/>
              </p:cNvSpPr>
              <p:nvPr/>
            </p:nvSpPr>
            <p:spPr bwMode="auto">
              <a:xfrm>
                <a:off x="1175" y="2281"/>
                <a:ext cx="395" cy="23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3" name="Oval 140">
                <a:extLst>
                  <a:ext uri="{FF2B5EF4-FFF2-40B4-BE49-F238E27FC236}">
                    <a16:creationId xmlns:a16="http://schemas.microsoft.com/office/drawing/2014/main" id="{6FB8A106-B6C8-4CDC-A146-3304EC3F2E8F}"/>
                  </a:ext>
                </a:extLst>
              </p:cNvPr>
              <p:cNvSpPr>
                <a:spLocks noChangeArrowheads="1"/>
              </p:cNvSpPr>
              <p:nvPr/>
            </p:nvSpPr>
            <p:spPr bwMode="auto">
              <a:xfrm>
                <a:off x="1322" y="2181"/>
                <a:ext cx="79" cy="79"/>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0" name="Line 141">
              <a:extLst>
                <a:ext uri="{FF2B5EF4-FFF2-40B4-BE49-F238E27FC236}">
                  <a16:creationId xmlns:a16="http://schemas.microsoft.com/office/drawing/2014/main" id="{0ABBBB76-8E48-408F-81D2-E772FA1D0AC7}"/>
                </a:ext>
              </a:extLst>
            </p:cNvPr>
            <p:cNvSpPr>
              <a:spLocks noChangeShapeType="1"/>
            </p:cNvSpPr>
            <p:nvPr/>
          </p:nvSpPr>
          <p:spPr bwMode="auto">
            <a:xfrm flipV="1">
              <a:off x="1915" y="1940"/>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1" name="Freeform 142">
              <a:extLst>
                <a:ext uri="{FF2B5EF4-FFF2-40B4-BE49-F238E27FC236}">
                  <a16:creationId xmlns:a16="http://schemas.microsoft.com/office/drawing/2014/main" id="{2C60B35C-B88B-4B53-A55B-7A65ACCACF15}"/>
                </a:ext>
              </a:extLst>
            </p:cNvPr>
            <p:cNvSpPr>
              <a:spLocks/>
            </p:cNvSpPr>
            <p:nvPr/>
          </p:nvSpPr>
          <p:spPr bwMode="auto">
            <a:xfrm>
              <a:off x="1644" y="2132"/>
              <a:ext cx="181" cy="791"/>
            </a:xfrm>
            <a:custGeom>
              <a:avLst/>
              <a:gdLst>
                <a:gd name="T0" fmla="*/ 0 w 181"/>
                <a:gd name="T1" fmla="*/ 0 h 791"/>
                <a:gd name="T2" fmla="*/ 0 w 181"/>
                <a:gd name="T3" fmla="*/ 791 h 791"/>
                <a:gd name="T4" fmla="*/ 181 w 181"/>
                <a:gd name="T5" fmla="*/ 791 h 791"/>
                <a:gd name="T6" fmla="*/ 181 w 181"/>
                <a:gd name="T7" fmla="*/ 599 h 7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791">
                  <a:moveTo>
                    <a:pt x="0" y="0"/>
                  </a:moveTo>
                  <a:lnTo>
                    <a:pt x="0" y="791"/>
                  </a:lnTo>
                  <a:lnTo>
                    <a:pt x="181" y="791"/>
                  </a:lnTo>
                  <a:lnTo>
                    <a:pt x="181" y="599"/>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Freeform 143">
              <a:extLst>
                <a:ext uri="{FF2B5EF4-FFF2-40B4-BE49-F238E27FC236}">
                  <a16:creationId xmlns:a16="http://schemas.microsoft.com/office/drawing/2014/main" id="{19FA2628-5BA5-4D10-93B6-39D8B4F47B04}"/>
                </a:ext>
              </a:extLst>
            </p:cNvPr>
            <p:cNvSpPr>
              <a:spLocks/>
            </p:cNvSpPr>
            <p:nvPr/>
          </p:nvSpPr>
          <p:spPr bwMode="auto">
            <a:xfrm>
              <a:off x="1079" y="2144"/>
              <a:ext cx="136" cy="790"/>
            </a:xfrm>
            <a:custGeom>
              <a:avLst/>
              <a:gdLst>
                <a:gd name="T0" fmla="*/ 136 w 136"/>
                <a:gd name="T1" fmla="*/ 0 h 790"/>
                <a:gd name="T2" fmla="*/ 136 w 136"/>
                <a:gd name="T3" fmla="*/ 790 h 790"/>
                <a:gd name="T4" fmla="*/ 0 w 136"/>
                <a:gd name="T5" fmla="*/ 790 h 790"/>
                <a:gd name="T6" fmla="*/ 0 w 136"/>
                <a:gd name="T7" fmla="*/ 598 h 7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6" h="790">
                  <a:moveTo>
                    <a:pt x="136" y="0"/>
                  </a:moveTo>
                  <a:lnTo>
                    <a:pt x="136" y="790"/>
                  </a:lnTo>
                  <a:lnTo>
                    <a:pt x="0" y="790"/>
                  </a:lnTo>
                  <a:lnTo>
                    <a:pt x="0" y="59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Freeform 144">
              <a:extLst>
                <a:ext uri="{FF2B5EF4-FFF2-40B4-BE49-F238E27FC236}">
                  <a16:creationId xmlns:a16="http://schemas.microsoft.com/office/drawing/2014/main" id="{E602C99E-5C25-4BA0-AEC9-FD1D0D4BA9FB}"/>
                </a:ext>
              </a:extLst>
            </p:cNvPr>
            <p:cNvSpPr>
              <a:spLocks/>
            </p:cNvSpPr>
            <p:nvPr/>
          </p:nvSpPr>
          <p:spPr bwMode="auto">
            <a:xfrm>
              <a:off x="571" y="1952"/>
              <a:ext cx="1751" cy="271"/>
            </a:xfrm>
            <a:custGeom>
              <a:avLst/>
              <a:gdLst>
                <a:gd name="T0" fmla="*/ 0 w 1762"/>
                <a:gd name="T1" fmla="*/ 11 h 271"/>
                <a:gd name="T2" fmla="*/ 0 w 1762"/>
                <a:gd name="T3" fmla="*/ 271 h 271"/>
                <a:gd name="T4" fmla="*/ 1707 w 1762"/>
                <a:gd name="T5" fmla="*/ 271 h 271"/>
                <a:gd name="T6" fmla="*/ 1707 w 1762"/>
                <a:gd name="T7" fmla="*/ 0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62" h="271">
                  <a:moveTo>
                    <a:pt x="0" y="11"/>
                  </a:moveTo>
                  <a:lnTo>
                    <a:pt x="0" y="271"/>
                  </a:lnTo>
                  <a:lnTo>
                    <a:pt x="1762" y="271"/>
                  </a:lnTo>
                  <a:lnTo>
                    <a:pt x="1762"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Line 145">
              <a:extLst>
                <a:ext uri="{FF2B5EF4-FFF2-40B4-BE49-F238E27FC236}">
                  <a16:creationId xmlns:a16="http://schemas.microsoft.com/office/drawing/2014/main" id="{E043434F-481C-4D86-94CF-42F1D9E600AF}"/>
                </a:ext>
              </a:extLst>
            </p:cNvPr>
            <p:cNvSpPr>
              <a:spLocks noChangeShapeType="1"/>
            </p:cNvSpPr>
            <p:nvPr/>
          </p:nvSpPr>
          <p:spPr bwMode="auto">
            <a:xfrm>
              <a:off x="1418" y="2234"/>
              <a:ext cx="0" cy="13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Freeform 146">
              <a:extLst>
                <a:ext uri="{FF2B5EF4-FFF2-40B4-BE49-F238E27FC236}">
                  <a16:creationId xmlns:a16="http://schemas.microsoft.com/office/drawing/2014/main" id="{AA024DA6-1576-45A3-A18C-DE14590996D6}"/>
                </a:ext>
              </a:extLst>
            </p:cNvPr>
            <p:cNvSpPr>
              <a:spLocks/>
            </p:cNvSpPr>
            <p:nvPr/>
          </p:nvSpPr>
          <p:spPr bwMode="auto">
            <a:xfrm>
              <a:off x="978" y="2742"/>
              <a:ext cx="937" cy="283"/>
            </a:xfrm>
            <a:custGeom>
              <a:avLst/>
              <a:gdLst>
                <a:gd name="T0" fmla="*/ 0 w 937"/>
                <a:gd name="T1" fmla="*/ 12 h 283"/>
                <a:gd name="T2" fmla="*/ 0 w 937"/>
                <a:gd name="T3" fmla="*/ 283 h 283"/>
                <a:gd name="T4" fmla="*/ 937 w 937"/>
                <a:gd name="T5" fmla="*/ 283 h 283"/>
                <a:gd name="T6" fmla="*/ 937 w 937"/>
                <a:gd name="T7" fmla="*/ 0 h 2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37" h="283">
                  <a:moveTo>
                    <a:pt x="0" y="12"/>
                  </a:moveTo>
                  <a:lnTo>
                    <a:pt x="0" y="283"/>
                  </a:lnTo>
                  <a:lnTo>
                    <a:pt x="937" y="283"/>
                  </a:lnTo>
                  <a:lnTo>
                    <a:pt x="937"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147">
              <a:extLst>
                <a:ext uri="{FF2B5EF4-FFF2-40B4-BE49-F238E27FC236}">
                  <a16:creationId xmlns:a16="http://schemas.microsoft.com/office/drawing/2014/main" id="{966A2635-E98F-4651-AF34-99287CBDDBF2}"/>
                </a:ext>
              </a:extLst>
            </p:cNvPr>
            <p:cNvSpPr>
              <a:spLocks noChangeShapeType="1"/>
            </p:cNvSpPr>
            <p:nvPr/>
          </p:nvSpPr>
          <p:spPr bwMode="auto">
            <a:xfrm>
              <a:off x="1994" y="2731"/>
              <a:ext cx="0" cy="8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Line 148">
              <a:extLst>
                <a:ext uri="{FF2B5EF4-FFF2-40B4-BE49-F238E27FC236}">
                  <a16:creationId xmlns:a16="http://schemas.microsoft.com/office/drawing/2014/main" id="{A5441654-52C0-451D-9646-36715B8C025F}"/>
                </a:ext>
              </a:extLst>
            </p:cNvPr>
            <p:cNvSpPr>
              <a:spLocks noChangeShapeType="1"/>
            </p:cNvSpPr>
            <p:nvPr/>
          </p:nvSpPr>
          <p:spPr bwMode="auto">
            <a:xfrm>
              <a:off x="899" y="2754"/>
              <a:ext cx="0" cy="8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Oval 154">
              <a:extLst>
                <a:ext uri="{FF2B5EF4-FFF2-40B4-BE49-F238E27FC236}">
                  <a16:creationId xmlns:a16="http://schemas.microsoft.com/office/drawing/2014/main" id="{EF1F3159-3F6A-44E9-99C9-DBCCEBFA94B3}"/>
                </a:ext>
              </a:extLst>
            </p:cNvPr>
            <p:cNvSpPr>
              <a:spLocks noChangeArrowheads="1"/>
            </p:cNvSpPr>
            <p:nvPr/>
          </p:nvSpPr>
          <p:spPr bwMode="auto">
            <a:xfrm>
              <a:off x="1373" y="2979"/>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Oval 155">
              <a:extLst>
                <a:ext uri="{FF2B5EF4-FFF2-40B4-BE49-F238E27FC236}">
                  <a16:creationId xmlns:a16="http://schemas.microsoft.com/office/drawing/2014/main" id="{99EF44A0-2FD4-46F6-BF8A-192F0CA78BFB}"/>
                </a:ext>
              </a:extLst>
            </p:cNvPr>
            <p:cNvSpPr>
              <a:spLocks noChangeArrowheads="1"/>
            </p:cNvSpPr>
            <p:nvPr/>
          </p:nvSpPr>
          <p:spPr bwMode="auto">
            <a:xfrm>
              <a:off x="1373" y="2177"/>
              <a:ext cx="63" cy="63"/>
            </a:xfrm>
            <a:prstGeom prst="ellipse">
              <a:avLst/>
            </a:prstGeom>
            <a:solidFill>
              <a:srgbClr val="FF66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9" name="Oval 160">
              <a:extLst>
                <a:ext uri="{FF2B5EF4-FFF2-40B4-BE49-F238E27FC236}">
                  <a16:creationId xmlns:a16="http://schemas.microsoft.com/office/drawing/2014/main" id="{729005CA-D6DF-4ECA-9108-E456813553F1}"/>
                </a:ext>
              </a:extLst>
            </p:cNvPr>
            <p:cNvSpPr>
              <a:spLocks noChangeArrowheads="1"/>
            </p:cNvSpPr>
            <p:nvPr/>
          </p:nvSpPr>
          <p:spPr bwMode="auto">
            <a:xfrm>
              <a:off x="1766"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0" name="Oval 161">
              <a:extLst>
                <a:ext uri="{FF2B5EF4-FFF2-40B4-BE49-F238E27FC236}">
                  <a16:creationId xmlns:a16="http://schemas.microsoft.com/office/drawing/2014/main" id="{A70FA9F5-5B84-45BB-A53A-3F63FD6FB7C9}"/>
                </a:ext>
              </a:extLst>
            </p:cNvPr>
            <p:cNvSpPr>
              <a:spLocks noChangeArrowheads="1"/>
            </p:cNvSpPr>
            <p:nvPr/>
          </p:nvSpPr>
          <p:spPr bwMode="auto">
            <a:xfrm>
              <a:off x="1032"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1" name="Oval 162">
              <a:extLst>
                <a:ext uri="{FF2B5EF4-FFF2-40B4-BE49-F238E27FC236}">
                  <a16:creationId xmlns:a16="http://schemas.microsoft.com/office/drawing/2014/main" id="{826BB581-6565-4A33-B6C4-23ECC9DF479A}"/>
                </a:ext>
              </a:extLst>
            </p:cNvPr>
            <p:cNvSpPr>
              <a:spLocks noChangeArrowheads="1"/>
            </p:cNvSpPr>
            <p:nvPr/>
          </p:nvSpPr>
          <p:spPr bwMode="auto">
            <a:xfrm>
              <a:off x="116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2" name="Oval 163">
              <a:extLst>
                <a:ext uri="{FF2B5EF4-FFF2-40B4-BE49-F238E27FC236}">
                  <a16:creationId xmlns:a16="http://schemas.microsoft.com/office/drawing/2014/main" id="{8FA011F2-38E3-4071-B190-A4AC01DC8E2E}"/>
                </a:ext>
              </a:extLst>
            </p:cNvPr>
            <p:cNvSpPr>
              <a:spLocks noChangeArrowheads="1"/>
            </p:cNvSpPr>
            <p:nvPr/>
          </p:nvSpPr>
          <p:spPr bwMode="auto">
            <a:xfrm>
              <a:off x="1608" y="2100"/>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3" name="Oval 164">
              <a:extLst>
                <a:ext uri="{FF2B5EF4-FFF2-40B4-BE49-F238E27FC236}">
                  <a16:creationId xmlns:a16="http://schemas.microsoft.com/office/drawing/2014/main" id="{1D8BD06E-C47F-4142-9183-E10FA111BA54}"/>
                </a:ext>
              </a:extLst>
            </p:cNvPr>
            <p:cNvSpPr>
              <a:spLocks noChangeArrowheads="1"/>
            </p:cNvSpPr>
            <p:nvPr/>
          </p:nvSpPr>
          <p:spPr bwMode="auto">
            <a:xfrm>
              <a:off x="2049" y="1241"/>
              <a:ext cx="63" cy="63"/>
            </a:xfrm>
            <a:prstGeom prst="ellipse">
              <a:avLst/>
            </a:prstGeom>
            <a:solidFill>
              <a:schemeClr val="bg1"/>
            </a:solidFill>
            <a:ln w="381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Oval 165">
              <a:extLst>
                <a:ext uri="{FF2B5EF4-FFF2-40B4-BE49-F238E27FC236}">
                  <a16:creationId xmlns:a16="http://schemas.microsoft.com/office/drawing/2014/main" id="{79081EA8-AAEB-48A0-AED7-DB1E7C5B36BF}"/>
                </a:ext>
              </a:extLst>
            </p:cNvPr>
            <p:cNvSpPr>
              <a:spLocks noChangeArrowheads="1"/>
            </p:cNvSpPr>
            <p:nvPr/>
          </p:nvSpPr>
          <p:spPr bwMode="auto">
            <a:xfrm>
              <a:off x="2071" y="1241"/>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5" name="Oval 166">
              <a:extLst>
                <a:ext uri="{FF2B5EF4-FFF2-40B4-BE49-F238E27FC236}">
                  <a16:creationId xmlns:a16="http://schemas.microsoft.com/office/drawing/2014/main" id="{FC5476AC-032F-4422-8029-18ACA6D65030}"/>
                </a:ext>
              </a:extLst>
            </p:cNvPr>
            <p:cNvSpPr>
              <a:spLocks noChangeArrowheads="1"/>
            </p:cNvSpPr>
            <p:nvPr/>
          </p:nvSpPr>
          <p:spPr bwMode="auto">
            <a:xfrm>
              <a:off x="714" y="1253"/>
              <a:ext cx="63" cy="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6" name="Text Box 167">
              <a:extLst>
                <a:ext uri="{FF2B5EF4-FFF2-40B4-BE49-F238E27FC236}">
                  <a16:creationId xmlns:a16="http://schemas.microsoft.com/office/drawing/2014/main" id="{282E57AE-CC8B-4590-BBB9-BF15B68D942D}"/>
                </a:ext>
              </a:extLst>
            </p:cNvPr>
            <p:cNvSpPr txBox="1">
              <a:spLocks noChangeArrowheads="1"/>
            </p:cNvSpPr>
            <p:nvPr/>
          </p:nvSpPr>
          <p:spPr bwMode="auto">
            <a:xfrm>
              <a:off x="469" y="1105"/>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47" name="Text Box 168">
              <a:extLst>
                <a:ext uri="{FF2B5EF4-FFF2-40B4-BE49-F238E27FC236}">
                  <a16:creationId xmlns:a16="http://schemas.microsoft.com/office/drawing/2014/main" id="{2734269B-0EA2-4F8B-94A4-A111DE0024DD}"/>
                </a:ext>
              </a:extLst>
            </p:cNvPr>
            <p:cNvSpPr txBox="1">
              <a:spLocks noChangeArrowheads="1"/>
            </p:cNvSpPr>
            <p:nvPr/>
          </p:nvSpPr>
          <p:spPr bwMode="auto">
            <a:xfrm>
              <a:off x="2141" y="1139"/>
              <a:ext cx="31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48" name="Line 169">
              <a:extLst>
                <a:ext uri="{FF2B5EF4-FFF2-40B4-BE49-F238E27FC236}">
                  <a16:creationId xmlns:a16="http://schemas.microsoft.com/office/drawing/2014/main" id="{C7EC2715-276B-4345-8D3C-695FB27B54A3}"/>
                </a:ext>
              </a:extLst>
            </p:cNvPr>
            <p:cNvSpPr>
              <a:spLocks noChangeShapeType="1"/>
            </p:cNvSpPr>
            <p:nvPr/>
          </p:nvSpPr>
          <p:spPr bwMode="auto">
            <a:xfrm>
              <a:off x="2197" y="1195"/>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Text Box 170">
              <a:extLst>
                <a:ext uri="{FF2B5EF4-FFF2-40B4-BE49-F238E27FC236}">
                  <a16:creationId xmlns:a16="http://schemas.microsoft.com/office/drawing/2014/main" id="{563D6D8E-E3B2-48F1-877E-58DDBABEB48B}"/>
                </a:ext>
              </a:extLst>
            </p:cNvPr>
            <p:cNvSpPr txBox="1">
              <a:spLocks noChangeArrowheads="1"/>
            </p:cNvSpPr>
            <p:nvPr/>
          </p:nvSpPr>
          <p:spPr bwMode="auto">
            <a:xfrm>
              <a:off x="1215" y="3589"/>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50" name="Line 171">
              <a:extLst>
                <a:ext uri="{FF2B5EF4-FFF2-40B4-BE49-F238E27FC236}">
                  <a16:creationId xmlns:a16="http://schemas.microsoft.com/office/drawing/2014/main" id="{AD2B69EB-C5E9-44DA-8A58-DA092DD218A2}"/>
                </a:ext>
              </a:extLst>
            </p:cNvPr>
            <p:cNvSpPr>
              <a:spLocks noChangeShapeType="1"/>
            </p:cNvSpPr>
            <p:nvPr/>
          </p:nvSpPr>
          <p:spPr bwMode="auto">
            <a:xfrm>
              <a:off x="1283" y="3634"/>
              <a:ext cx="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51" name="Group 172">
              <a:extLst>
                <a:ext uri="{FF2B5EF4-FFF2-40B4-BE49-F238E27FC236}">
                  <a16:creationId xmlns:a16="http://schemas.microsoft.com/office/drawing/2014/main" id="{03FF47C5-C661-4E19-B63F-04B4D8B2CD18}"/>
                </a:ext>
              </a:extLst>
            </p:cNvPr>
            <p:cNvGrpSpPr>
              <a:grpSpLocks/>
            </p:cNvGrpSpPr>
            <p:nvPr/>
          </p:nvGrpSpPr>
          <p:grpSpPr bwMode="auto">
            <a:xfrm>
              <a:off x="2299" y="3567"/>
              <a:ext cx="498" cy="288"/>
              <a:chOff x="2959" y="2982"/>
              <a:chExt cx="498" cy="288"/>
            </a:xfrm>
          </p:grpSpPr>
          <p:sp>
            <p:nvSpPr>
              <p:cNvPr id="60" name="Text Box 173">
                <a:extLst>
                  <a:ext uri="{FF2B5EF4-FFF2-40B4-BE49-F238E27FC236}">
                    <a16:creationId xmlns:a16="http://schemas.microsoft.com/office/drawing/2014/main" id="{146F31A0-6D10-4D69-A18F-442000BEABCE}"/>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1" name="Line 174">
                <a:extLst>
                  <a:ext uri="{FF2B5EF4-FFF2-40B4-BE49-F238E27FC236}">
                    <a16:creationId xmlns:a16="http://schemas.microsoft.com/office/drawing/2014/main" id="{50B5AEAA-ABBD-41FA-8B8A-5B9F2D038958}"/>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52" name="Group 175">
              <a:extLst>
                <a:ext uri="{FF2B5EF4-FFF2-40B4-BE49-F238E27FC236}">
                  <a16:creationId xmlns:a16="http://schemas.microsoft.com/office/drawing/2014/main" id="{04CA2345-AB6F-468F-89E1-79CFAE7A190A}"/>
                </a:ext>
              </a:extLst>
            </p:cNvPr>
            <p:cNvGrpSpPr>
              <a:grpSpLocks/>
            </p:cNvGrpSpPr>
            <p:nvPr/>
          </p:nvGrpSpPr>
          <p:grpSpPr bwMode="auto">
            <a:xfrm>
              <a:off x="345" y="3567"/>
              <a:ext cx="498" cy="288"/>
              <a:chOff x="2959" y="2982"/>
              <a:chExt cx="498" cy="288"/>
            </a:xfrm>
          </p:grpSpPr>
          <p:sp>
            <p:nvSpPr>
              <p:cNvPr id="58" name="Text Box 176">
                <a:extLst>
                  <a:ext uri="{FF2B5EF4-FFF2-40B4-BE49-F238E27FC236}">
                    <a16:creationId xmlns:a16="http://schemas.microsoft.com/office/drawing/2014/main" id="{8111765F-4348-4E47-8A1D-8FC28DFC8E72}"/>
                  </a:ext>
                </a:extLst>
              </p:cNvPr>
              <p:cNvSpPr txBox="1">
                <a:spLocks noChangeArrowheads="1"/>
              </p:cNvSpPr>
              <p:nvPr/>
            </p:nvSpPr>
            <p:spPr bwMode="auto">
              <a:xfrm>
                <a:off x="2959" y="2982"/>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4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59" name="Line 177">
                <a:extLst>
                  <a:ext uri="{FF2B5EF4-FFF2-40B4-BE49-F238E27FC236}">
                    <a16:creationId xmlns:a16="http://schemas.microsoft.com/office/drawing/2014/main" id="{A2ABDB22-42F2-4284-A8B0-D573CBCFE403}"/>
                  </a:ext>
                </a:extLst>
              </p:cNvPr>
              <p:cNvSpPr>
                <a:spLocks noChangeShapeType="1"/>
              </p:cNvSpPr>
              <p:nvPr/>
            </p:nvSpPr>
            <p:spPr bwMode="auto">
              <a:xfrm>
                <a:off x="2993" y="3027"/>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3" name="Text Box 178">
              <a:extLst>
                <a:ext uri="{FF2B5EF4-FFF2-40B4-BE49-F238E27FC236}">
                  <a16:creationId xmlns:a16="http://schemas.microsoft.com/office/drawing/2014/main" id="{13866088-5082-42C9-8E1A-491C53DDD9B9}"/>
                </a:ext>
              </a:extLst>
            </p:cNvPr>
            <p:cNvSpPr txBox="1">
              <a:spLocks noChangeArrowheads="1"/>
            </p:cNvSpPr>
            <p:nvPr/>
          </p:nvSpPr>
          <p:spPr bwMode="auto">
            <a:xfrm>
              <a:off x="774" y="3544"/>
              <a:ext cx="49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54" name="Text Box 179">
              <a:extLst>
                <a:ext uri="{FF2B5EF4-FFF2-40B4-BE49-F238E27FC236}">
                  <a16:creationId xmlns:a16="http://schemas.microsoft.com/office/drawing/2014/main" id="{5134CD2D-5F1B-4FC5-8C1E-9B5AAAD412E3}"/>
                </a:ext>
              </a:extLst>
            </p:cNvPr>
            <p:cNvSpPr txBox="1">
              <a:spLocks noChangeArrowheads="1"/>
            </p:cNvSpPr>
            <p:nvPr/>
          </p:nvSpPr>
          <p:spPr bwMode="auto">
            <a:xfrm>
              <a:off x="1870" y="3566"/>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55" name="Text Box 180">
              <a:extLst>
                <a:ext uri="{FF2B5EF4-FFF2-40B4-BE49-F238E27FC236}">
                  <a16:creationId xmlns:a16="http://schemas.microsoft.com/office/drawing/2014/main" id="{842CCF2A-A1C8-440B-BDBC-D7AFCC4D11B1}"/>
                </a:ext>
              </a:extLst>
            </p:cNvPr>
            <p:cNvSpPr txBox="1">
              <a:spLocks noChangeArrowheads="1"/>
            </p:cNvSpPr>
            <p:nvPr/>
          </p:nvSpPr>
          <p:spPr bwMode="auto">
            <a:xfrm>
              <a:off x="853" y="2493"/>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56" name="Text Box 181">
              <a:extLst>
                <a:ext uri="{FF2B5EF4-FFF2-40B4-BE49-F238E27FC236}">
                  <a16:creationId xmlns:a16="http://schemas.microsoft.com/office/drawing/2014/main" id="{82A0A05F-B02F-4FEF-9222-FB7E24BF717C}"/>
                </a:ext>
              </a:extLst>
            </p:cNvPr>
            <p:cNvSpPr txBox="1">
              <a:spLocks noChangeArrowheads="1"/>
            </p:cNvSpPr>
            <p:nvPr/>
          </p:nvSpPr>
          <p:spPr bwMode="auto">
            <a:xfrm>
              <a:off x="1824" y="2459"/>
              <a:ext cx="3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2</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44</a:t>
            </a:fld>
            <a:endParaRPr lang="en-US" altLang="zh-CN" dirty="0"/>
          </a:p>
        </p:txBody>
      </p:sp>
      <p:sp>
        <p:nvSpPr>
          <p:cNvPr id="5" name="TextBox 4"/>
          <p:cNvSpPr txBox="1"/>
          <p:nvPr/>
        </p:nvSpPr>
        <p:spPr bwMode="auto">
          <a:xfrm>
            <a:off x="838200" y="1036320"/>
            <a:ext cx="70408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zh-CN" altLang="en-US" dirty="0">
                <a:solidFill>
                  <a:schemeClr val="tx1"/>
                </a:solidFill>
                <a:latin typeface="黑体" pitchFamily="49" charset="-122"/>
                <a:ea typeface="黑体" pitchFamily="49" charset="-122"/>
              </a:rPr>
              <a:t>负边沿触发的</a:t>
            </a:r>
            <a:r>
              <a:rPr lang="en-US" altLang="zh-CN" dirty="0">
                <a:solidFill>
                  <a:schemeClr val="tx1"/>
                </a:solidFill>
                <a:latin typeface="黑体" pitchFamily="49" charset="-122"/>
                <a:ea typeface="黑体" pitchFamily="49" charset="-122"/>
              </a:rPr>
              <a:t>J—K</a:t>
            </a:r>
            <a:r>
              <a:rPr lang="zh-CN" altLang="en-US" dirty="0">
                <a:solidFill>
                  <a:schemeClr val="tx1"/>
                </a:solidFill>
                <a:latin typeface="黑体" pitchFamily="49" charset="-122"/>
                <a:ea typeface="黑体" pitchFamily="49" charset="-122"/>
              </a:rPr>
              <a:t>触发器逻辑符号</a:t>
            </a:r>
          </a:p>
        </p:txBody>
      </p:sp>
      <p:sp>
        <p:nvSpPr>
          <p:cNvPr id="6" name="标题 1"/>
          <p:cNvSpPr>
            <a:spLocks noGrp="1"/>
          </p:cNvSpPr>
          <p:nvPr>
            <p:ph type="title"/>
          </p:nvPr>
        </p:nvSpPr>
        <p:spPr/>
        <p:txBody>
          <a:bodyPr/>
          <a:lstStyle/>
          <a:p>
            <a:r>
              <a:rPr lang="en-US" altLang="zh-CN" dirty="0">
                <a:latin typeface="黑体" pitchFamily="49" charset="-122"/>
                <a:ea typeface="黑体" pitchFamily="49" charset="-122"/>
              </a:rPr>
              <a:t>§ 6.10</a:t>
            </a:r>
            <a:r>
              <a:rPr lang="zh-CN" altLang="en-US" dirty="0">
                <a:latin typeface="黑体" pitchFamily="49" charset="-122"/>
                <a:ea typeface="黑体" pitchFamily="49" charset="-122"/>
              </a:rPr>
              <a:t>边沿触发的</a:t>
            </a:r>
            <a:r>
              <a:rPr lang="en-US" altLang="zh-CN" dirty="0">
                <a:latin typeface="黑体" pitchFamily="49" charset="-122"/>
                <a:ea typeface="黑体" pitchFamily="49" charset="-122"/>
              </a:rPr>
              <a:t>J-K</a:t>
            </a:r>
            <a:r>
              <a:rPr lang="zh-CN" altLang="en-US" dirty="0">
                <a:latin typeface="黑体" pitchFamily="49" charset="-122"/>
                <a:ea typeface="黑体" pitchFamily="49" charset="-122"/>
              </a:rPr>
              <a:t>触发器</a:t>
            </a:r>
            <a:endParaRPr lang="zh-CN" altLang="en-US" dirty="0"/>
          </a:p>
        </p:txBody>
      </p:sp>
      <p:sp>
        <p:nvSpPr>
          <p:cNvPr id="7" name="Text Box 30">
            <a:extLst>
              <a:ext uri="{FF2B5EF4-FFF2-40B4-BE49-F238E27FC236}">
                <a16:creationId xmlns:a16="http://schemas.microsoft.com/office/drawing/2014/main" id="{6B8BCE29-7EBB-47DD-B98F-EC9819C82EDA}"/>
              </a:ext>
            </a:extLst>
          </p:cNvPr>
          <p:cNvSpPr txBox="1">
            <a:spLocks noChangeArrowheads="1"/>
          </p:cNvSpPr>
          <p:nvPr/>
        </p:nvSpPr>
        <p:spPr bwMode="auto">
          <a:xfrm>
            <a:off x="520700" y="5254308"/>
            <a:ext cx="4983163"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74LS73/</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双下降沿</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触发器</a:t>
            </a:r>
          </a:p>
        </p:txBody>
      </p:sp>
      <p:sp>
        <p:nvSpPr>
          <p:cNvPr id="8" name="Text Box 31">
            <a:extLst>
              <a:ext uri="{FF2B5EF4-FFF2-40B4-BE49-F238E27FC236}">
                <a16:creationId xmlns:a16="http://schemas.microsoft.com/office/drawing/2014/main" id="{9E2DA186-7340-4C15-AA49-0944A9715645}"/>
              </a:ext>
            </a:extLst>
          </p:cNvPr>
          <p:cNvSpPr txBox="1">
            <a:spLocks noChangeArrowheads="1"/>
          </p:cNvSpPr>
          <p:nvPr/>
        </p:nvSpPr>
        <p:spPr bwMode="auto">
          <a:xfrm>
            <a:off x="503238" y="5898198"/>
            <a:ext cx="4983162" cy="519112"/>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74LS109/</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双上升沿</a:t>
            </a:r>
            <a:r>
              <a:rPr kumimoji="1" lang="en-US" altLang="zh-CN" sz="2800" i="0" u="none" strike="noStrike" kern="1200" cap="none" spc="0" normalizeH="0" baseline="0" noProof="0" dirty="0">
                <a:ln>
                  <a:solidFill>
                    <a:schemeClr val="tx1"/>
                  </a:solidFill>
                </a:ln>
                <a:effectLst/>
                <a:uLnTx/>
                <a:uFillTx/>
                <a:ea typeface="黑体" pitchFamily="49" charset="-122"/>
                <a:cs typeface="Times New Roman" pitchFamily="18" charset="0"/>
              </a:rPr>
              <a:t>J—K</a:t>
            </a:r>
            <a:r>
              <a:rPr kumimoji="1" lang="zh-CN" altLang="en-US" sz="2800" i="0" u="none" strike="noStrike" kern="1200" cap="none" spc="0" normalizeH="0" baseline="0" noProof="0" dirty="0">
                <a:ln>
                  <a:solidFill>
                    <a:schemeClr val="tx1"/>
                  </a:solidFill>
                </a:ln>
                <a:effectLst/>
                <a:uLnTx/>
                <a:uFillTx/>
                <a:ea typeface="黑体" pitchFamily="49" charset="-122"/>
                <a:cs typeface="Times New Roman" pitchFamily="18" charset="0"/>
              </a:rPr>
              <a:t>触发器</a:t>
            </a:r>
          </a:p>
        </p:txBody>
      </p:sp>
      <p:grpSp>
        <p:nvGrpSpPr>
          <p:cNvPr id="9" name="Group 32">
            <a:extLst>
              <a:ext uri="{FF2B5EF4-FFF2-40B4-BE49-F238E27FC236}">
                <a16:creationId xmlns:a16="http://schemas.microsoft.com/office/drawing/2014/main" id="{E3D984CB-F33A-4A5D-B31A-0ECD5D04DE1F}"/>
              </a:ext>
            </a:extLst>
          </p:cNvPr>
          <p:cNvGrpSpPr>
            <a:grpSpLocks/>
          </p:cNvGrpSpPr>
          <p:nvPr/>
        </p:nvGrpSpPr>
        <p:grpSpPr bwMode="auto">
          <a:xfrm>
            <a:off x="3668713" y="1811655"/>
            <a:ext cx="5280024" cy="3113088"/>
            <a:chOff x="2300" y="684"/>
            <a:chExt cx="3326" cy="1961"/>
          </a:xfrm>
        </p:grpSpPr>
        <p:sp>
          <p:nvSpPr>
            <p:cNvPr id="10" name="Rectangle 33">
              <a:extLst>
                <a:ext uri="{FF2B5EF4-FFF2-40B4-BE49-F238E27FC236}">
                  <a16:creationId xmlns:a16="http://schemas.microsoft.com/office/drawing/2014/main" id="{EABC8DCB-2E0E-4E43-914A-FE50E4F2DBEA}"/>
                </a:ext>
              </a:extLst>
            </p:cNvPr>
            <p:cNvSpPr>
              <a:spLocks noChangeArrowheads="1"/>
            </p:cNvSpPr>
            <p:nvPr/>
          </p:nvSpPr>
          <p:spPr bwMode="auto">
            <a:xfrm>
              <a:off x="2431" y="2131"/>
              <a:ext cx="232" cy="174"/>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Rectangle 34">
              <a:extLst>
                <a:ext uri="{FF2B5EF4-FFF2-40B4-BE49-F238E27FC236}">
                  <a16:creationId xmlns:a16="http://schemas.microsoft.com/office/drawing/2014/main" id="{0B481137-B579-4FCC-8619-46B3CC5B571E}"/>
                </a:ext>
              </a:extLst>
            </p:cNvPr>
            <p:cNvSpPr>
              <a:spLocks noChangeArrowheads="1"/>
            </p:cNvSpPr>
            <p:nvPr/>
          </p:nvSpPr>
          <p:spPr bwMode="auto">
            <a:xfrm>
              <a:off x="2870" y="2126"/>
              <a:ext cx="231"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Rectangle 35">
              <a:extLst>
                <a:ext uri="{FF2B5EF4-FFF2-40B4-BE49-F238E27FC236}">
                  <a16:creationId xmlns:a16="http://schemas.microsoft.com/office/drawing/2014/main" id="{EF0F7F5A-C6A6-4954-B938-A78E5C76AB9D}"/>
                </a:ext>
              </a:extLst>
            </p:cNvPr>
            <p:cNvSpPr>
              <a:spLocks noChangeArrowheads="1"/>
            </p:cNvSpPr>
            <p:nvPr/>
          </p:nvSpPr>
          <p:spPr bwMode="auto">
            <a:xfrm>
              <a:off x="3302" y="2126"/>
              <a:ext cx="232"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Rectangle 36">
              <a:extLst>
                <a:ext uri="{FF2B5EF4-FFF2-40B4-BE49-F238E27FC236}">
                  <a16:creationId xmlns:a16="http://schemas.microsoft.com/office/drawing/2014/main" id="{0B4DFCC5-EFF1-44C4-99DD-088DFEDABE16}"/>
                </a:ext>
              </a:extLst>
            </p:cNvPr>
            <p:cNvSpPr>
              <a:spLocks noChangeArrowheads="1"/>
            </p:cNvSpPr>
            <p:nvPr/>
          </p:nvSpPr>
          <p:spPr bwMode="auto">
            <a:xfrm>
              <a:off x="3782" y="2126"/>
              <a:ext cx="232"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Rectangle 37">
              <a:extLst>
                <a:ext uri="{FF2B5EF4-FFF2-40B4-BE49-F238E27FC236}">
                  <a16:creationId xmlns:a16="http://schemas.microsoft.com/office/drawing/2014/main" id="{059A3E78-8ABB-4810-9917-EF90A86A596D}"/>
                </a:ext>
              </a:extLst>
            </p:cNvPr>
            <p:cNvSpPr>
              <a:spLocks noChangeArrowheads="1"/>
            </p:cNvSpPr>
            <p:nvPr/>
          </p:nvSpPr>
          <p:spPr bwMode="auto">
            <a:xfrm>
              <a:off x="4262" y="2126"/>
              <a:ext cx="231"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Rectangle 38">
              <a:extLst>
                <a:ext uri="{FF2B5EF4-FFF2-40B4-BE49-F238E27FC236}">
                  <a16:creationId xmlns:a16="http://schemas.microsoft.com/office/drawing/2014/main" id="{B52EF25D-ACA5-47DF-BD15-B34BB1D58B73}"/>
                </a:ext>
              </a:extLst>
            </p:cNvPr>
            <p:cNvSpPr>
              <a:spLocks noChangeArrowheads="1"/>
            </p:cNvSpPr>
            <p:nvPr/>
          </p:nvSpPr>
          <p:spPr bwMode="auto">
            <a:xfrm>
              <a:off x="4742" y="2126"/>
              <a:ext cx="232"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Rectangle 39">
              <a:extLst>
                <a:ext uri="{FF2B5EF4-FFF2-40B4-BE49-F238E27FC236}">
                  <a16:creationId xmlns:a16="http://schemas.microsoft.com/office/drawing/2014/main" id="{AAC0A057-57F2-4B84-BF13-4150EA24F5FD}"/>
                </a:ext>
              </a:extLst>
            </p:cNvPr>
            <p:cNvSpPr>
              <a:spLocks noChangeArrowheads="1"/>
            </p:cNvSpPr>
            <p:nvPr/>
          </p:nvSpPr>
          <p:spPr bwMode="auto">
            <a:xfrm>
              <a:off x="5174" y="2126"/>
              <a:ext cx="232" cy="179"/>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Rectangle 40">
              <a:extLst>
                <a:ext uri="{FF2B5EF4-FFF2-40B4-BE49-F238E27FC236}">
                  <a16:creationId xmlns:a16="http://schemas.microsoft.com/office/drawing/2014/main" id="{491A84ED-B9AD-4C01-AA57-74E9AE071E69}"/>
                </a:ext>
              </a:extLst>
            </p:cNvPr>
            <p:cNvSpPr>
              <a:spLocks noChangeArrowheads="1"/>
            </p:cNvSpPr>
            <p:nvPr/>
          </p:nvSpPr>
          <p:spPr bwMode="auto">
            <a:xfrm>
              <a:off x="2431" y="962"/>
              <a:ext cx="232" cy="196"/>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8" name="Rectangle 41">
              <a:extLst>
                <a:ext uri="{FF2B5EF4-FFF2-40B4-BE49-F238E27FC236}">
                  <a16:creationId xmlns:a16="http://schemas.microsoft.com/office/drawing/2014/main" id="{9B05F63D-4666-4A6B-81BC-142BC01E4A13}"/>
                </a:ext>
              </a:extLst>
            </p:cNvPr>
            <p:cNvSpPr>
              <a:spLocks noChangeArrowheads="1"/>
            </p:cNvSpPr>
            <p:nvPr/>
          </p:nvSpPr>
          <p:spPr bwMode="auto">
            <a:xfrm>
              <a:off x="2870" y="972"/>
              <a:ext cx="232"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Rectangle 42">
              <a:extLst>
                <a:ext uri="{FF2B5EF4-FFF2-40B4-BE49-F238E27FC236}">
                  <a16:creationId xmlns:a16="http://schemas.microsoft.com/office/drawing/2014/main" id="{3FD07A42-B19D-4243-BF89-F239A35B65AA}"/>
                </a:ext>
              </a:extLst>
            </p:cNvPr>
            <p:cNvSpPr>
              <a:spLocks noChangeArrowheads="1"/>
            </p:cNvSpPr>
            <p:nvPr/>
          </p:nvSpPr>
          <p:spPr bwMode="auto">
            <a:xfrm>
              <a:off x="3302" y="972"/>
              <a:ext cx="232"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 name="Rectangle 43">
              <a:extLst>
                <a:ext uri="{FF2B5EF4-FFF2-40B4-BE49-F238E27FC236}">
                  <a16:creationId xmlns:a16="http://schemas.microsoft.com/office/drawing/2014/main" id="{DE2E498A-4276-42D2-AA23-40002D1B3301}"/>
                </a:ext>
              </a:extLst>
            </p:cNvPr>
            <p:cNvSpPr>
              <a:spLocks noChangeArrowheads="1"/>
            </p:cNvSpPr>
            <p:nvPr/>
          </p:nvSpPr>
          <p:spPr bwMode="auto">
            <a:xfrm>
              <a:off x="3782" y="972"/>
              <a:ext cx="231"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1" name="Rectangle 44">
              <a:extLst>
                <a:ext uri="{FF2B5EF4-FFF2-40B4-BE49-F238E27FC236}">
                  <a16:creationId xmlns:a16="http://schemas.microsoft.com/office/drawing/2014/main" id="{62B49B37-9C2E-462D-9CBF-0C65498317F7}"/>
                </a:ext>
              </a:extLst>
            </p:cNvPr>
            <p:cNvSpPr>
              <a:spLocks noChangeArrowheads="1"/>
            </p:cNvSpPr>
            <p:nvPr/>
          </p:nvSpPr>
          <p:spPr bwMode="auto">
            <a:xfrm>
              <a:off x="4214" y="972"/>
              <a:ext cx="232"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Rectangle 45">
              <a:extLst>
                <a:ext uri="{FF2B5EF4-FFF2-40B4-BE49-F238E27FC236}">
                  <a16:creationId xmlns:a16="http://schemas.microsoft.com/office/drawing/2014/main" id="{6271B1FE-86AD-4FE5-B503-D92319AF9129}"/>
                </a:ext>
              </a:extLst>
            </p:cNvPr>
            <p:cNvSpPr>
              <a:spLocks noChangeArrowheads="1"/>
            </p:cNvSpPr>
            <p:nvPr/>
          </p:nvSpPr>
          <p:spPr bwMode="auto">
            <a:xfrm>
              <a:off x="4694" y="972"/>
              <a:ext cx="232"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Rectangle 46">
              <a:extLst>
                <a:ext uri="{FF2B5EF4-FFF2-40B4-BE49-F238E27FC236}">
                  <a16:creationId xmlns:a16="http://schemas.microsoft.com/office/drawing/2014/main" id="{73D91B21-7560-4A8C-935D-27227533A55D}"/>
                </a:ext>
              </a:extLst>
            </p:cNvPr>
            <p:cNvSpPr>
              <a:spLocks noChangeArrowheads="1"/>
            </p:cNvSpPr>
            <p:nvPr/>
          </p:nvSpPr>
          <p:spPr bwMode="auto">
            <a:xfrm>
              <a:off x="5174" y="972"/>
              <a:ext cx="231" cy="187"/>
            </a:xfrm>
            <a:prstGeom prst="rect">
              <a:avLst/>
            </a:prstGeom>
            <a:solidFill>
              <a:srgbClr val="008080"/>
            </a:solid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Text Box 47">
              <a:extLst>
                <a:ext uri="{FF2B5EF4-FFF2-40B4-BE49-F238E27FC236}">
                  <a16:creationId xmlns:a16="http://schemas.microsoft.com/office/drawing/2014/main" id="{3CE10BDD-4C8D-401A-9BC0-95BA59036C15}"/>
                </a:ext>
              </a:extLst>
            </p:cNvPr>
            <p:cNvSpPr txBox="1">
              <a:spLocks noChangeArrowheads="1"/>
            </p:cNvSpPr>
            <p:nvPr/>
          </p:nvSpPr>
          <p:spPr bwMode="auto">
            <a:xfrm>
              <a:off x="2420" y="1874"/>
              <a:ext cx="2916" cy="250"/>
            </a:xfrm>
            <a:prstGeom prst="rect">
              <a:avLst/>
            </a:prstGeom>
            <a:noFill/>
            <a:ln w="28575"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幼圆" panose="02010509060101010101" pitchFamily="49" charset="-122"/>
                  <a:cs typeface="+mn-cs"/>
                </a:rPr>
                <a:t>1        2        3        4        5        6       7       8</a:t>
              </a:r>
              <a:endParaRPr kumimoji="1" lang="en-US"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幼圆" panose="02010509060101010101" pitchFamily="49" charset="-122"/>
                <a:cs typeface="+mn-cs"/>
              </a:endParaRPr>
            </a:p>
          </p:txBody>
        </p:sp>
        <p:sp>
          <p:nvSpPr>
            <p:cNvPr id="25" name="Text Box 48">
              <a:extLst>
                <a:ext uri="{FF2B5EF4-FFF2-40B4-BE49-F238E27FC236}">
                  <a16:creationId xmlns:a16="http://schemas.microsoft.com/office/drawing/2014/main" id="{5288DD8E-9591-4A58-BA0D-BE95F61A4025}"/>
                </a:ext>
              </a:extLst>
            </p:cNvPr>
            <p:cNvSpPr txBox="1">
              <a:spLocks noChangeArrowheads="1"/>
            </p:cNvSpPr>
            <p:nvPr/>
          </p:nvSpPr>
          <p:spPr bwMode="auto">
            <a:xfrm>
              <a:off x="2448" y="2357"/>
              <a:ext cx="3178"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CP</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R</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D1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  K</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+V</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CC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CP</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R</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D2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 J</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2</a:t>
              </a:r>
              <a:r>
                <a:rPr kumimoji="1" lang="en-US" altLang="zh-CN" sz="20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en-US" altLang="zh-CN" sz="20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   </a:t>
              </a:r>
            </a:p>
          </p:txBody>
        </p:sp>
        <p:sp>
          <p:nvSpPr>
            <p:cNvPr id="26" name="Line 49">
              <a:extLst>
                <a:ext uri="{FF2B5EF4-FFF2-40B4-BE49-F238E27FC236}">
                  <a16:creationId xmlns:a16="http://schemas.microsoft.com/office/drawing/2014/main" id="{E24FFAFF-7792-4717-A5D0-F6CFEC189A52}"/>
                </a:ext>
              </a:extLst>
            </p:cNvPr>
            <p:cNvSpPr>
              <a:spLocks noChangeShapeType="1"/>
            </p:cNvSpPr>
            <p:nvPr/>
          </p:nvSpPr>
          <p:spPr bwMode="auto">
            <a:xfrm>
              <a:off x="4759" y="2370"/>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Text Box 50">
              <a:extLst>
                <a:ext uri="{FF2B5EF4-FFF2-40B4-BE49-F238E27FC236}">
                  <a16:creationId xmlns:a16="http://schemas.microsoft.com/office/drawing/2014/main" id="{282D242A-E06D-4A29-ACC8-8DF30DB5468E}"/>
                </a:ext>
              </a:extLst>
            </p:cNvPr>
            <p:cNvSpPr txBox="1">
              <a:spLocks noChangeArrowheads="1"/>
            </p:cNvSpPr>
            <p:nvPr/>
          </p:nvSpPr>
          <p:spPr bwMode="auto">
            <a:xfrm>
              <a:off x="2300" y="684"/>
              <a:ext cx="3194"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   J</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1       </a:t>
              </a:r>
              <a:r>
                <a:rPr kumimoji="1" lang="en-US" altLang="zh-CN" sz="2400" b="0" i="0" u="none" strike="noStrike" kern="1200" cap="none" spc="0" normalizeH="0" baseline="0" noProof="0" dirty="0" err="1">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dirty="0" err="1">
                  <a:ln>
                    <a:solidFill>
                      <a:schemeClr val="tx1"/>
                    </a:solidFill>
                  </a:ln>
                  <a:effectLst/>
                  <a:uLnTx/>
                  <a:uFillTx/>
                  <a:latin typeface="Times New Roman" panose="02020603050405020304" pitchFamily="18" charset="0"/>
                  <a:ea typeface="幼圆" panose="02010509060101010101" pitchFamily="49" charset="-122"/>
                  <a:cs typeface="+mn-cs"/>
                </a:rPr>
                <a:t>1</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zh-CN" altLang="en-US"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地</a:t>
              </a:r>
              <a:r>
                <a:rPr kumimoji="1" lang="zh-CN" altLang="en-US"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K</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dirty="0">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rPr>
                <a:t>2         </a:t>
              </a:r>
              <a:r>
                <a:rPr kumimoji="1" lang="en-US" altLang="zh-CN" sz="2400" b="0" i="0" u="none" strike="noStrike" kern="1200" cap="none" spc="0" normalizeH="0" baseline="0" noProof="0" dirty="0" err="1">
                  <a:ln>
                    <a:solidFill>
                      <a:schemeClr val="tx1"/>
                    </a:solidFill>
                  </a:ln>
                  <a:effectLst/>
                  <a:uLnTx/>
                  <a:uFillTx/>
                  <a:latin typeface="Times New Roman" panose="02020603050405020304" pitchFamily="18" charset="0"/>
                  <a:ea typeface="幼圆" panose="02010509060101010101" pitchFamily="49" charset="-122"/>
                  <a:cs typeface="+mn-cs"/>
                </a:rPr>
                <a:t>Q</a:t>
              </a:r>
              <a:r>
                <a:rPr kumimoji="1" lang="en-US" altLang="zh-CN" sz="2400" b="0" i="0" u="none" strike="noStrike" kern="1200" cap="none" spc="0" normalizeH="0" baseline="-25000" noProof="0" dirty="0" err="1">
                  <a:ln>
                    <a:solidFill>
                      <a:schemeClr val="tx1"/>
                    </a:solidFill>
                  </a:ln>
                  <a:effectLst/>
                  <a:uLnTx/>
                  <a:uFillTx/>
                  <a:latin typeface="Times New Roman" panose="02020603050405020304" pitchFamily="18" charset="0"/>
                  <a:ea typeface="幼圆" panose="02010509060101010101" pitchFamily="49" charset="-122"/>
                  <a:cs typeface="+mn-cs"/>
                </a:rPr>
                <a:t>2</a:t>
              </a:r>
              <a:endParaRPr kumimoji="1" lang="en-US" altLang="zh-CN" sz="2400" b="0" i="0" u="none" strike="noStrike" kern="1200" cap="none" spc="0" normalizeH="0" baseline="-25000" noProof="0" dirty="0">
                <a:ln>
                  <a:solidFill>
                    <a:schemeClr val="tx1"/>
                  </a:solidFill>
                </a:ln>
                <a:effectLst/>
                <a:uLnTx/>
                <a:uFillTx/>
                <a:latin typeface="Times New Roman" panose="02020603050405020304" pitchFamily="18" charset="0"/>
                <a:ea typeface="幼圆" panose="02010509060101010101" pitchFamily="49" charset="-122"/>
                <a:cs typeface="+mn-cs"/>
              </a:endParaRPr>
            </a:p>
          </p:txBody>
        </p:sp>
        <p:sp>
          <p:nvSpPr>
            <p:cNvPr id="28" name="Line 51">
              <a:extLst>
                <a:ext uri="{FF2B5EF4-FFF2-40B4-BE49-F238E27FC236}">
                  <a16:creationId xmlns:a16="http://schemas.microsoft.com/office/drawing/2014/main" id="{64AB4917-A9B8-487B-ABE9-780408E3FA01}"/>
                </a:ext>
              </a:extLst>
            </p:cNvPr>
            <p:cNvSpPr>
              <a:spLocks noChangeShapeType="1"/>
            </p:cNvSpPr>
            <p:nvPr/>
          </p:nvSpPr>
          <p:spPr bwMode="auto">
            <a:xfrm>
              <a:off x="2907" y="726"/>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Line 52">
              <a:extLst>
                <a:ext uri="{FF2B5EF4-FFF2-40B4-BE49-F238E27FC236}">
                  <a16:creationId xmlns:a16="http://schemas.microsoft.com/office/drawing/2014/main" id="{1C009B19-4701-46FE-9A5F-216F828CD8BE}"/>
                </a:ext>
              </a:extLst>
            </p:cNvPr>
            <p:cNvSpPr>
              <a:spLocks noChangeShapeType="1"/>
            </p:cNvSpPr>
            <p:nvPr/>
          </p:nvSpPr>
          <p:spPr bwMode="auto">
            <a:xfrm>
              <a:off x="5200" y="737"/>
              <a:ext cx="96"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Rectangle 53">
              <a:extLst>
                <a:ext uri="{FF2B5EF4-FFF2-40B4-BE49-F238E27FC236}">
                  <a16:creationId xmlns:a16="http://schemas.microsoft.com/office/drawing/2014/main" id="{BABEC0D6-9B5E-456C-B63F-769FC63F5556}"/>
                </a:ext>
              </a:extLst>
            </p:cNvPr>
            <p:cNvSpPr>
              <a:spLocks noChangeArrowheads="1"/>
            </p:cNvSpPr>
            <p:nvPr/>
          </p:nvSpPr>
          <p:spPr bwMode="auto">
            <a:xfrm>
              <a:off x="2354" y="1158"/>
              <a:ext cx="3168" cy="973"/>
            </a:xfrm>
            <a:prstGeom prst="rect">
              <a:avLst/>
            </a:prstGeom>
            <a:solidFill>
              <a:srgbClr val="FFFF99"/>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solidFill>
                      <a:schemeClr val="tx1"/>
                    </a:solidFill>
                  </a:ln>
                  <a:solidFill>
                    <a:srgbClr val="E88A00"/>
                  </a:solidFill>
                  <a:effectLst/>
                  <a:uLnTx/>
                  <a:uFillTx/>
                  <a:latin typeface="Times New Roman" panose="02020603050405020304" pitchFamily="18" charset="0"/>
                  <a:ea typeface="幼圆" panose="02010509060101010101" pitchFamily="49" charset="-122"/>
                  <a:cs typeface="+mn-cs"/>
                </a:rPr>
                <a:t>74</a:t>
              </a:r>
              <a:r>
                <a:rPr kumimoji="1" lang="en-US" altLang="zh-CN" sz="2400" b="0" i="0" u="none" strike="noStrike" kern="1200" cap="none" spc="0" normalizeH="0" baseline="0" noProof="0" dirty="0">
                  <a:ln>
                    <a:solidFill>
                      <a:schemeClr val="tx1"/>
                    </a:solidFill>
                  </a:ln>
                  <a:solidFill>
                    <a:srgbClr val="E88A00"/>
                  </a:solidFill>
                  <a:effectLst/>
                  <a:uLnTx/>
                  <a:uFillTx/>
                  <a:latin typeface="Times New Roman" panose="02020603050405020304" pitchFamily="18" charset="0"/>
                  <a:ea typeface="幼圆" panose="02010509060101010101" pitchFamily="49" charset="-122"/>
                  <a:cs typeface="+mn-cs"/>
                  <a:sym typeface="Symbol" panose="05050102010706020507" pitchFamily="18" charset="2"/>
                </a:rPr>
                <a:t></a:t>
              </a:r>
              <a:r>
                <a:rPr kumimoji="1" lang="en-US" altLang="zh-CN" sz="2400" b="0" i="0" u="none" strike="noStrike" kern="1200" cap="none" spc="0" normalizeH="0" baseline="0" noProof="0" dirty="0">
                  <a:ln>
                    <a:solidFill>
                      <a:schemeClr val="tx1"/>
                    </a:solidFill>
                  </a:ln>
                  <a:solidFill>
                    <a:srgbClr val="E88A00"/>
                  </a:solidFill>
                  <a:effectLst/>
                  <a:uLnTx/>
                  <a:uFillTx/>
                  <a:latin typeface="Times New Roman" panose="02020603050405020304" pitchFamily="18" charset="0"/>
                  <a:ea typeface="幼圆" panose="02010509060101010101" pitchFamily="49" charset="-122"/>
                  <a:cs typeface="+mn-cs"/>
                </a:rPr>
                <a:t>73</a:t>
              </a:r>
            </a:p>
          </p:txBody>
        </p:sp>
        <p:sp>
          <p:nvSpPr>
            <p:cNvPr id="31" name="Text Box 54">
              <a:extLst>
                <a:ext uri="{FF2B5EF4-FFF2-40B4-BE49-F238E27FC236}">
                  <a16:creationId xmlns:a16="http://schemas.microsoft.com/office/drawing/2014/main" id="{73300C70-8991-4A65-8EA7-DAA9745D0A21}"/>
                </a:ext>
              </a:extLst>
            </p:cNvPr>
            <p:cNvSpPr txBox="1">
              <a:spLocks noChangeArrowheads="1"/>
            </p:cNvSpPr>
            <p:nvPr/>
          </p:nvSpPr>
          <p:spPr bwMode="auto">
            <a:xfrm>
              <a:off x="2390" y="1152"/>
              <a:ext cx="2996" cy="250"/>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dirty="0">
                  <a:ln>
                    <a:solidFill>
                      <a:schemeClr val="tx1"/>
                    </a:solidFill>
                  </a:ln>
                  <a:solidFill>
                    <a:srgbClr val="FF0000"/>
                  </a:solidFill>
                  <a:effectLst/>
                  <a:uLnTx/>
                  <a:uFillTx/>
                  <a:latin typeface="Times New Roman" panose="02020603050405020304" pitchFamily="18" charset="0"/>
                  <a:ea typeface="幼圆" panose="02010509060101010101" pitchFamily="49" charset="-122"/>
                  <a:cs typeface="+mn-cs"/>
                </a:rPr>
                <a:t>14        13       12        11       10         9         8</a:t>
              </a:r>
              <a:endParaRPr kumimoji="1" lang="en-US" altLang="zh-CN" sz="2800" b="0"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幼圆" panose="02010509060101010101" pitchFamily="49" charset="-122"/>
                <a:cs typeface="+mn-cs"/>
              </a:endParaRPr>
            </a:p>
          </p:txBody>
        </p:sp>
        <p:sp>
          <p:nvSpPr>
            <p:cNvPr id="32" name="Text Box 55">
              <a:extLst>
                <a:ext uri="{FF2B5EF4-FFF2-40B4-BE49-F238E27FC236}">
                  <a16:creationId xmlns:a16="http://schemas.microsoft.com/office/drawing/2014/main" id="{D3FFE163-213D-446C-90AC-E9BA16242DF8}"/>
                </a:ext>
              </a:extLst>
            </p:cNvPr>
            <p:cNvSpPr txBox="1">
              <a:spLocks noChangeArrowheads="1"/>
            </p:cNvSpPr>
            <p:nvPr/>
          </p:nvSpPr>
          <p:spPr bwMode="auto">
            <a:xfrm>
              <a:off x="2438" y="1894"/>
              <a:ext cx="3072" cy="250"/>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000" b="0" i="0" u="none" strike="noStrike" kern="1200" cap="none" spc="0" normalizeH="0" baseline="0" noProof="0">
                  <a:ln>
                    <a:solidFill>
                      <a:schemeClr val="tx1"/>
                    </a:solidFill>
                  </a:ln>
                  <a:solidFill>
                    <a:srgbClr val="FF0000"/>
                  </a:solidFill>
                  <a:effectLst/>
                  <a:uLnTx/>
                  <a:uFillTx/>
                  <a:latin typeface="Times New Roman" panose="02020603050405020304" pitchFamily="18" charset="0"/>
                  <a:ea typeface="幼圆" panose="02010509060101010101" pitchFamily="49" charset="-122"/>
                  <a:cs typeface="+mn-cs"/>
                </a:rPr>
                <a:t>1         2         3          4          5          6         7       </a:t>
              </a:r>
              <a:endParaRPr kumimoji="1" lang="en-US" altLang="zh-CN" sz="2800" b="0"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幼圆" panose="02010509060101010101" pitchFamily="49" charset="-122"/>
                <a:cs typeface="+mn-cs"/>
              </a:endParaRPr>
            </a:p>
          </p:txBody>
        </p:sp>
        <p:sp>
          <p:nvSpPr>
            <p:cNvPr id="33" name="Arc 56">
              <a:extLst>
                <a:ext uri="{FF2B5EF4-FFF2-40B4-BE49-F238E27FC236}">
                  <a16:creationId xmlns:a16="http://schemas.microsoft.com/office/drawing/2014/main" id="{93122CEC-DF93-44C3-B3FA-399D9EAEF6B6}"/>
                </a:ext>
              </a:extLst>
            </p:cNvPr>
            <p:cNvSpPr>
              <a:spLocks/>
            </p:cNvSpPr>
            <p:nvPr/>
          </p:nvSpPr>
          <p:spPr bwMode="auto">
            <a:xfrm>
              <a:off x="2352" y="1529"/>
              <a:ext cx="192" cy="13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Arc 57">
              <a:extLst>
                <a:ext uri="{FF2B5EF4-FFF2-40B4-BE49-F238E27FC236}">
                  <a16:creationId xmlns:a16="http://schemas.microsoft.com/office/drawing/2014/main" id="{F0B0AC94-51DB-4C96-BE06-2019E6A2B4D4}"/>
                </a:ext>
              </a:extLst>
            </p:cNvPr>
            <p:cNvSpPr>
              <a:spLocks/>
            </p:cNvSpPr>
            <p:nvPr/>
          </p:nvSpPr>
          <p:spPr bwMode="auto">
            <a:xfrm flipV="1">
              <a:off x="2352" y="1668"/>
              <a:ext cx="192" cy="13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Line 58">
              <a:extLst>
                <a:ext uri="{FF2B5EF4-FFF2-40B4-BE49-F238E27FC236}">
                  <a16:creationId xmlns:a16="http://schemas.microsoft.com/office/drawing/2014/main" id="{93C9B98B-4A7B-496E-A626-899CAFB9C7BC}"/>
                </a:ext>
              </a:extLst>
            </p:cNvPr>
            <p:cNvSpPr>
              <a:spLocks noChangeShapeType="1"/>
            </p:cNvSpPr>
            <p:nvPr/>
          </p:nvSpPr>
          <p:spPr bwMode="auto">
            <a:xfrm>
              <a:off x="2893" y="2370"/>
              <a:ext cx="1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36" name="AutoShape 59">
            <a:hlinkClick r:id="rId2" action="ppaction://hlinksldjump" highlightClick="1"/>
            <a:extLst>
              <a:ext uri="{FF2B5EF4-FFF2-40B4-BE49-F238E27FC236}">
                <a16:creationId xmlns:a16="http://schemas.microsoft.com/office/drawing/2014/main" id="{0841383E-C4E8-4047-9E1E-4B594315E075}"/>
              </a:ext>
            </a:extLst>
          </p:cNvPr>
          <p:cNvSpPr>
            <a:spLocks noChangeArrowheads="1"/>
          </p:cNvSpPr>
          <p:nvPr/>
        </p:nvSpPr>
        <p:spPr bwMode="auto">
          <a:xfrm>
            <a:off x="8763000" y="6829615"/>
            <a:ext cx="181822" cy="525401"/>
          </a:xfrm>
          <a:prstGeom prst="actionButtonForwardNex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AutoShape 60">
            <a:hlinkClick r:id="" action="ppaction://hlinkshowjump?jump=previousslide" highlightClick="1"/>
            <a:extLst>
              <a:ext uri="{FF2B5EF4-FFF2-40B4-BE49-F238E27FC236}">
                <a16:creationId xmlns:a16="http://schemas.microsoft.com/office/drawing/2014/main" id="{B85F30D7-9308-4F61-BBAF-AAD1617004E3}"/>
              </a:ext>
            </a:extLst>
          </p:cNvPr>
          <p:cNvSpPr>
            <a:spLocks noChangeArrowheads="1"/>
          </p:cNvSpPr>
          <p:nvPr/>
        </p:nvSpPr>
        <p:spPr bwMode="auto">
          <a:xfrm flipH="1">
            <a:off x="8324850" y="6828028"/>
            <a:ext cx="181822" cy="525401"/>
          </a:xfrm>
          <a:prstGeom prst="actionButtonForwardNex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38" name="Group 31">
            <a:extLst>
              <a:ext uri="{FF2B5EF4-FFF2-40B4-BE49-F238E27FC236}">
                <a16:creationId xmlns:a16="http://schemas.microsoft.com/office/drawing/2014/main" id="{513F4C74-C51B-4F99-90B8-05DB591F2CB1}"/>
              </a:ext>
            </a:extLst>
          </p:cNvPr>
          <p:cNvGrpSpPr>
            <a:grpSpLocks/>
          </p:cNvGrpSpPr>
          <p:nvPr/>
        </p:nvGrpSpPr>
        <p:grpSpPr bwMode="auto">
          <a:xfrm>
            <a:off x="587375" y="2023428"/>
            <a:ext cx="2816225" cy="2774950"/>
            <a:chOff x="370" y="689"/>
            <a:chExt cx="1774" cy="1748"/>
          </a:xfrm>
        </p:grpSpPr>
        <p:sp>
          <p:nvSpPr>
            <p:cNvPr id="39" name="Text Box 5">
              <a:extLst>
                <a:ext uri="{FF2B5EF4-FFF2-40B4-BE49-F238E27FC236}">
                  <a16:creationId xmlns:a16="http://schemas.microsoft.com/office/drawing/2014/main" id="{59B73D7E-26DC-4A0D-9355-6CE4B6F462B4}"/>
                </a:ext>
              </a:extLst>
            </p:cNvPr>
            <p:cNvSpPr txBox="1">
              <a:spLocks noChangeArrowheads="1"/>
            </p:cNvSpPr>
            <p:nvPr/>
          </p:nvSpPr>
          <p:spPr bwMode="auto">
            <a:xfrm>
              <a:off x="1502" y="689"/>
              <a:ext cx="26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40" name="Group 6">
              <a:extLst>
                <a:ext uri="{FF2B5EF4-FFF2-40B4-BE49-F238E27FC236}">
                  <a16:creationId xmlns:a16="http://schemas.microsoft.com/office/drawing/2014/main" id="{B3B3B54F-7193-4A57-9AA4-FD73D2636DDF}"/>
                </a:ext>
              </a:extLst>
            </p:cNvPr>
            <p:cNvGrpSpPr>
              <a:grpSpLocks/>
            </p:cNvGrpSpPr>
            <p:nvPr/>
          </p:nvGrpSpPr>
          <p:grpSpPr bwMode="auto">
            <a:xfrm>
              <a:off x="522" y="697"/>
              <a:ext cx="261" cy="327"/>
              <a:chOff x="2792" y="3391"/>
              <a:chExt cx="338" cy="394"/>
            </a:xfrm>
          </p:grpSpPr>
          <p:sp>
            <p:nvSpPr>
              <p:cNvPr id="63" name="Text Box 7">
                <a:extLst>
                  <a:ext uri="{FF2B5EF4-FFF2-40B4-BE49-F238E27FC236}">
                    <a16:creationId xmlns:a16="http://schemas.microsoft.com/office/drawing/2014/main" id="{28420406-51A1-4345-85BE-A4F704F7D24B}"/>
                  </a:ext>
                </a:extLst>
              </p:cNvPr>
              <p:cNvSpPr txBox="1">
                <a:spLocks noChangeArrowheads="1"/>
              </p:cNvSpPr>
              <p:nvPr/>
            </p:nvSpPr>
            <p:spPr bwMode="auto">
              <a:xfrm>
                <a:off x="2792" y="3391"/>
                <a:ext cx="338" cy="39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64" name="Line 8">
                <a:extLst>
                  <a:ext uri="{FF2B5EF4-FFF2-40B4-BE49-F238E27FC236}">
                    <a16:creationId xmlns:a16="http://schemas.microsoft.com/office/drawing/2014/main" id="{F59C7919-F71F-4B67-BF2A-238FDF98CC34}"/>
                  </a:ext>
                </a:extLst>
              </p:cNvPr>
              <p:cNvSpPr>
                <a:spLocks noChangeShapeType="1"/>
              </p:cNvSpPr>
              <p:nvPr/>
            </p:nvSpPr>
            <p:spPr bwMode="auto">
              <a:xfrm>
                <a:off x="2847" y="3434"/>
                <a:ext cx="1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1" name="Text Box 9">
              <a:extLst>
                <a:ext uri="{FF2B5EF4-FFF2-40B4-BE49-F238E27FC236}">
                  <a16:creationId xmlns:a16="http://schemas.microsoft.com/office/drawing/2014/main" id="{DD2C07F0-699C-45DA-B32F-2C4990001F45}"/>
                </a:ext>
              </a:extLst>
            </p:cNvPr>
            <p:cNvSpPr txBox="1">
              <a:spLocks noChangeArrowheads="1"/>
            </p:cNvSpPr>
            <p:nvPr/>
          </p:nvSpPr>
          <p:spPr bwMode="auto">
            <a:xfrm>
              <a:off x="1471" y="2096"/>
              <a:ext cx="26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42" name="Text Box 10">
              <a:extLst>
                <a:ext uri="{FF2B5EF4-FFF2-40B4-BE49-F238E27FC236}">
                  <a16:creationId xmlns:a16="http://schemas.microsoft.com/office/drawing/2014/main" id="{F85FD235-3DD2-43F0-980D-79203100AF74}"/>
                </a:ext>
              </a:extLst>
            </p:cNvPr>
            <p:cNvSpPr txBox="1">
              <a:spLocks noChangeArrowheads="1"/>
            </p:cNvSpPr>
            <p:nvPr/>
          </p:nvSpPr>
          <p:spPr bwMode="auto">
            <a:xfrm>
              <a:off x="698" y="2106"/>
              <a:ext cx="26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43" name="Rectangle 11">
              <a:extLst>
                <a:ext uri="{FF2B5EF4-FFF2-40B4-BE49-F238E27FC236}">
                  <a16:creationId xmlns:a16="http://schemas.microsoft.com/office/drawing/2014/main" id="{3CB1A25C-A28C-4E6B-9A90-255215F3E8DB}"/>
                </a:ext>
              </a:extLst>
            </p:cNvPr>
            <p:cNvSpPr>
              <a:spLocks noChangeArrowheads="1"/>
            </p:cNvSpPr>
            <p:nvPr/>
          </p:nvSpPr>
          <p:spPr bwMode="auto">
            <a:xfrm>
              <a:off x="370" y="1056"/>
              <a:ext cx="1542" cy="61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4" name="Line 12">
              <a:extLst>
                <a:ext uri="{FF2B5EF4-FFF2-40B4-BE49-F238E27FC236}">
                  <a16:creationId xmlns:a16="http://schemas.microsoft.com/office/drawing/2014/main" id="{208D1986-0B16-4FD8-9985-1A0246ACE414}"/>
                </a:ext>
              </a:extLst>
            </p:cNvPr>
            <p:cNvSpPr>
              <a:spLocks noChangeShapeType="1"/>
            </p:cNvSpPr>
            <p:nvPr/>
          </p:nvSpPr>
          <p:spPr bwMode="auto">
            <a:xfrm flipH="1" flipV="1">
              <a:off x="852" y="698"/>
              <a:ext cx="0" cy="22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Oval 13">
              <a:extLst>
                <a:ext uri="{FF2B5EF4-FFF2-40B4-BE49-F238E27FC236}">
                  <a16:creationId xmlns:a16="http://schemas.microsoft.com/office/drawing/2014/main" id="{F98B5CD6-36CE-407F-99A3-8B3B943E52A9}"/>
                </a:ext>
              </a:extLst>
            </p:cNvPr>
            <p:cNvSpPr>
              <a:spLocks noChangeArrowheads="1"/>
            </p:cNvSpPr>
            <p:nvPr/>
          </p:nvSpPr>
          <p:spPr bwMode="auto">
            <a:xfrm>
              <a:off x="800" y="921"/>
              <a:ext cx="103" cy="102"/>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46" name="Line 14">
              <a:extLst>
                <a:ext uri="{FF2B5EF4-FFF2-40B4-BE49-F238E27FC236}">
                  <a16:creationId xmlns:a16="http://schemas.microsoft.com/office/drawing/2014/main" id="{DC1A3F61-696B-423C-84A0-8D35694E815B}"/>
                </a:ext>
              </a:extLst>
            </p:cNvPr>
            <p:cNvSpPr>
              <a:spLocks noChangeShapeType="1"/>
            </p:cNvSpPr>
            <p:nvPr/>
          </p:nvSpPr>
          <p:spPr bwMode="auto">
            <a:xfrm flipV="1">
              <a:off x="1471" y="732"/>
              <a:ext cx="1"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15">
              <a:extLst>
                <a:ext uri="{FF2B5EF4-FFF2-40B4-BE49-F238E27FC236}">
                  <a16:creationId xmlns:a16="http://schemas.microsoft.com/office/drawing/2014/main" id="{1ECB4487-FDA2-475C-8C3D-3C00D9693F3C}"/>
                </a:ext>
              </a:extLst>
            </p:cNvPr>
            <p:cNvSpPr>
              <a:spLocks noChangeShapeType="1"/>
            </p:cNvSpPr>
            <p:nvPr/>
          </p:nvSpPr>
          <p:spPr bwMode="auto">
            <a:xfrm>
              <a:off x="1557"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16">
              <a:extLst>
                <a:ext uri="{FF2B5EF4-FFF2-40B4-BE49-F238E27FC236}">
                  <a16:creationId xmlns:a16="http://schemas.microsoft.com/office/drawing/2014/main" id="{D5E4B434-E3C0-4595-B5F6-A9A139101BEC}"/>
                </a:ext>
              </a:extLst>
            </p:cNvPr>
            <p:cNvSpPr>
              <a:spLocks noChangeShapeType="1"/>
            </p:cNvSpPr>
            <p:nvPr/>
          </p:nvSpPr>
          <p:spPr bwMode="auto">
            <a:xfrm>
              <a:off x="800"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17">
              <a:extLst>
                <a:ext uri="{FF2B5EF4-FFF2-40B4-BE49-F238E27FC236}">
                  <a16:creationId xmlns:a16="http://schemas.microsoft.com/office/drawing/2014/main" id="{CD774C47-FA42-4C0C-AED2-D26AA447E109}"/>
                </a:ext>
              </a:extLst>
            </p:cNvPr>
            <p:cNvSpPr>
              <a:spLocks noChangeShapeType="1"/>
            </p:cNvSpPr>
            <p:nvPr/>
          </p:nvSpPr>
          <p:spPr bwMode="auto">
            <a:xfrm>
              <a:off x="1179"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Text Box 18">
              <a:extLst>
                <a:ext uri="{FF2B5EF4-FFF2-40B4-BE49-F238E27FC236}">
                  <a16:creationId xmlns:a16="http://schemas.microsoft.com/office/drawing/2014/main" id="{C6E05F13-7729-47D0-9362-D546C34382A3}"/>
                </a:ext>
              </a:extLst>
            </p:cNvPr>
            <p:cNvSpPr txBox="1">
              <a:spLocks noChangeArrowheads="1"/>
            </p:cNvSpPr>
            <p:nvPr/>
          </p:nvSpPr>
          <p:spPr bwMode="auto">
            <a:xfrm>
              <a:off x="1024" y="2110"/>
              <a:ext cx="43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51" name="AutoShape 19">
              <a:extLst>
                <a:ext uri="{FF2B5EF4-FFF2-40B4-BE49-F238E27FC236}">
                  <a16:creationId xmlns:a16="http://schemas.microsoft.com/office/drawing/2014/main" id="{F54DEDE3-BB2B-4EAD-B7A4-10550ACBF7DA}"/>
                </a:ext>
              </a:extLst>
            </p:cNvPr>
            <p:cNvSpPr>
              <a:spLocks noChangeArrowheads="1"/>
            </p:cNvSpPr>
            <p:nvPr/>
          </p:nvSpPr>
          <p:spPr bwMode="auto">
            <a:xfrm>
              <a:off x="1050" y="1523"/>
              <a:ext cx="218" cy="149"/>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2" name="Oval 20">
              <a:extLst>
                <a:ext uri="{FF2B5EF4-FFF2-40B4-BE49-F238E27FC236}">
                  <a16:creationId xmlns:a16="http://schemas.microsoft.com/office/drawing/2014/main" id="{E1617B15-2307-42F1-945E-24EE1D7299FD}"/>
                </a:ext>
              </a:extLst>
            </p:cNvPr>
            <p:cNvSpPr>
              <a:spLocks noChangeArrowheads="1"/>
            </p:cNvSpPr>
            <p:nvPr/>
          </p:nvSpPr>
          <p:spPr bwMode="auto">
            <a:xfrm>
              <a:off x="1122" y="1659"/>
              <a:ext cx="88"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3" name="Oval 21">
              <a:extLst>
                <a:ext uri="{FF2B5EF4-FFF2-40B4-BE49-F238E27FC236}">
                  <a16:creationId xmlns:a16="http://schemas.microsoft.com/office/drawing/2014/main" id="{B040CBCC-C3AA-43A6-B608-44F8D34B4D34}"/>
                </a:ext>
              </a:extLst>
            </p:cNvPr>
            <p:cNvSpPr>
              <a:spLocks noChangeArrowheads="1"/>
            </p:cNvSpPr>
            <p:nvPr/>
          </p:nvSpPr>
          <p:spPr bwMode="auto">
            <a:xfrm>
              <a:off x="1690" y="1659"/>
              <a:ext cx="87"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4" name="Oval 22">
              <a:extLst>
                <a:ext uri="{FF2B5EF4-FFF2-40B4-BE49-F238E27FC236}">
                  <a16:creationId xmlns:a16="http://schemas.microsoft.com/office/drawing/2014/main" id="{45073FCD-3FA1-43CA-8849-9B7895515B46}"/>
                </a:ext>
              </a:extLst>
            </p:cNvPr>
            <p:cNvSpPr>
              <a:spLocks noChangeArrowheads="1"/>
            </p:cNvSpPr>
            <p:nvPr/>
          </p:nvSpPr>
          <p:spPr bwMode="auto">
            <a:xfrm>
              <a:off x="493" y="1659"/>
              <a:ext cx="87"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5" name="Line 23">
              <a:extLst>
                <a:ext uri="{FF2B5EF4-FFF2-40B4-BE49-F238E27FC236}">
                  <a16:creationId xmlns:a16="http://schemas.microsoft.com/office/drawing/2014/main" id="{9E5FCE98-E6C7-4795-BAC2-3006DBA89B6A}"/>
                </a:ext>
              </a:extLst>
            </p:cNvPr>
            <p:cNvSpPr>
              <a:spLocks noChangeShapeType="1"/>
            </p:cNvSpPr>
            <p:nvPr/>
          </p:nvSpPr>
          <p:spPr bwMode="auto">
            <a:xfrm>
              <a:off x="1743" y="1763"/>
              <a:ext cx="0" cy="3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Line 24">
              <a:extLst>
                <a:ext uri="{FF2B5EF4-FFF2-40B4-BE49-F238E27FC236}">
                  <a16:creationId xmlns:a16="http://schemas.microsoft.com/office/drawing/2014/main" id="{E347EDA9-AD3A-4E30-8E84-35FFB751ECA3}"/>
                </a:ext>
              </a:extLst>
            </p:cNvPr>
            <p:cNvSpPr>
              <a:spLocks noChangeShapeType="1"/>
            </p:cNvSpPr>
            <p:nvPr/>
          </p:nvSpPr>
          <p:spPr bwMode="auto">
            <a:xfrm>
              <a:off x="529" y="1763"/>
              <a:ext cx="0" cy="3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57" name="Group 25">
              <a:extLst>
                <a:ext uri="{FF2B5EF4-FFF2-40B4-BE49-F238E27FC236}">
                  <a16:creationId xmlns:a16="http://schemas.microsoft.com/office/drawing/2014/main" id="{3D76210F-6F99-4B00-A633-5AFA63080E72}"/>
                </a:ext>
              </a:extLst>
            </p:cNvPr>
            <p:cNvGrpSpPr>
              <a:grpSpLocks/>
            </p:cNvGrpSpPr>
            <p:nvPr/>
          </p:nvGrpSpPr>
          <p:grpSpPr bwMode="auto">
            <a:xfrm>
              <a:off x="1664" y="2101"/>
              <a:ext cx="480" cy="327"/>
              <a:chOff x="655" y="3276"/>
              <a:chExt cx="621" cy="393"/>
            </a:xfrm>
          </p:grpSpPr>
          <p:sp>
            <p:nvSpPr>
              <p:cNvPr id="61" name="Text Box 26">
                <a:extLst>
                  <a:ext uri="{FF2B5EF4-FFF2-40B4-BE49-F238E27FC236}">
                    <a16:creationId xmlns:a16="http://schemas.microsoft.com/office/drawing/2014/main" id="{24FCBF11-CD0C-4F58-BF0E-385A799F1580}"/>
                  </a:ext>
                </a:extLst>
              </p:cNvPr>
              <p:cNvSpPr txBox="1">
                <a:spLocks noChangeArrowheads="1"/>
              </p:cNvSpPr>
              <p:nvPr/>
            </p:nvSpPr>
            <p:spPr bwMode="auto">
              <a:xfrm>
                <a:off x="655" y="3276"/>
                <a:ext cx="621" cy="39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2" name="Line 27">
                <a:extLst>
                  <a:ext uri="{FF2B5EF4-FFF2-40B4-BE49-F238E27FC236}">
                    <a16:creationId xmlns:a16="http://schemas.microsoft.com/office/drawing/2014/main" id="{F7383696-2FD5-4ED6-847D-67364C4F8079}"/>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 name="Group 28">
              <a:extLst>
                <a:ext uri="{FF2B5EF4-FFF2-40B4-BE49-F238E27FC236}">
                  <a16:creationId xmlns:a16="http://schemas.microsoft.com/office/drawing/2014/main" id="{38D5C672-0678-426B-85B6-6C1954A9C4C8}"/>
                </a:ext>
              </a:extLst>
            </p:cNvPr>
            <p:cNvGrpSpPr>
              <a:grpSpLocks/>
            </p:cNvGrpSpPr>
            <p:nvPr/>
          </p:nvGrpSpPr>
          <p:grpSpPr bwMode="auto">
            <a:xfrm>
              <a:off x="415" y="2098"/>
              <a:ext cx="480" cy="329"/>
              <a:chOff x="655" y="3275"/>
              <a:chExt cx="621" cy="397"/>
            </a:xfrm>
          </p:grpSpPr>
          <p:sp>
            <p:nvSpPr>
              <p:cNvPr id="59" name="Text Box 29">
                <a:extLst>
                  <a:ext uri="{FF2B5EF4-FFF2-40B4-BE49-F238E27FC236}">
                    <a16:creationId xmlns:a16="http://schemas.microsoft.com/office/drawing/2014/main" id="{E4FC2B7D-C066-414E-BBD8-D4700E5E924B}"/>
                  </a:ext>
                </a:extLst>
              </p:cNvPr>
              <p:cNvSpPr txBox="1">
                <a:spLocks noChangeArrowheads="1"/>
              </p:cNvSpPr>
              <p:nvPr/>
            </p:nvSpPr>
            <p:spPr bwMode="auto">
              <a:xfrm>
                <a:off x="655" y="3275"/>
                <a:ext cx="621" cy="39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60" name="Line 30">
                <a:extLst>
                  <a:ext uri="{FF2B5EF4-FFF2-40B4-BE49-F238E27FC236}">
                    <a16:creationId xmlns:a16="http://schemas.microsoft.com/office/drawing/2014/main" id="{EEEADC7E-A392-4394-B7A6-6DC0914A09CB}"/>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65" name="Group 40">
            <a:extLst>
              <a:ext uri="{FF2B5EF4-FFF2-40B4-BE49-F238E27FC236}">
                <a16:creationId xmlns:a16="http://schemas.microsoft.com/office/drawing/2014/main" id="{4C507266-2FB0-4DFF-B2ED-D476AB8620DF}"/>
              </a:ext>
            </a:extLst>
          </p:cNvPr>
          <p:cNvGrpSpPr>
            <a:grpSpLocks/>
          </p:cNvGrpSpPr>
          <p:nvPr/>
        </p:nvGrpSpPr>
        <p:grpSpPr bwMode="auto">
          <a:xfrm>
            <a:off x="879475" y="2525080"/>
            <a:ext cx="2095500" cy="538163"/>
            <a:chOff x="554" y="1389"/>
            <a:chExt cx="1320" cy="339"/>
          </a:xfrm>
        </p:grpSpPr>
        <p:sp>
          <p:nvSpPr>
            <p:cNvPr id="66" name="Text Box 32">
              <a:extLst>
                <a:ext uri="{FF2B5EF4-FFF2-40B4-BE49-F238E27FC236}">
                  <a16:creationId xmlns:a16="http://schemas.microsoft.com/office/drawing/2014/main" id="{8DEB5AB1-3EEB-4701-B642-A4F6D91993C2}"/>
                </a:ext>
              </a:extLst>
            </p:cNvPr>
            <p:cNvSpPr txBox="1">
              <a:spLocks noChangeArrowheads="1"/>
            </p:cNvSpPr>
            <p:nvPr/>
          </p:nvSpPr>
          <p:spPr bwMode="auto">
            <a:xfrm>
              <a:off x="1524" y="1389"/>
              <a:ext cx="35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67" name="Text Box 33">
              <a:extLst>
                <a:ext uri="{FF2B5EF4-FFF2-40B4-BE49-F238E27FC236}">
                  <a16:creationId xmlns:a16="http://schemas.microsoft.com/office/drawing/2014/main" id="{B11EFD3D-44F3-4C27-82B5-EA0B5CB8C34E}"/>
                </a:ext>
              </a:extLst>
            </p:cNvPr>
            <p:cNvSpPr txBox="1">
              <a:spLocks noChangeArrowheads="1"/>
            </p:cNvSpPr>
            <p:nvPr/>
          </p:nvSpPr>
          <p:spPr bwMode="auto">
            <a:xfrm>
              <a:off x="554" y="1401"/>
              <a:ext cx="35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68" name="Freeform 34">
              <a:extLst>
                <a:ext uri="{FF2B5EF4-FFF2-40B4-BE49-F238E27FC236}">
                  <a16:creationId xmlns:a16="http://schemas.microsoft.com/office/drawing/2014/main" id="{13A3F438-9E3F-42C8-8B71-46B23186EF5C}"/>
                </a:ext>
              </a:extLst>
            </p:cNvPr>
            <p:cNvSpPr>
              <a:spLocks/>
            </p:cNvSpPr>
            <p:nvPr/>
          </p:nvSpPr>
          <p:spPr bwMode="auto">
            <a:xfrm>
              <a:off x="791" y="1423"/>
              <a:ext cx="756" cy="249"/>
            </a:xfrm>
            <a:custGeom>
              <a:avLst/>
              <a:gdLst>
                <a:gd name="T0" fmla="*/ 0 w 756"/>
                <a:gd name="T1" fmla="*/ 237 h 249"/>
                <a:gd name="T2" fmla="*/ 0 w 756"/>
                <a:gd name="T3" fmla="*/ 0 h 249"/>
                <a:gd name="T4" fmla="*/ 756 w 756"/>
                <a:gd name="T5" fmla="*/ 0 h 249"/>
                <a:gd name="T6" fmla="*/ 756 w 756"/>
                <a:gd name="T7" fmla="*/ 249 h 2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6" h="249">
                  <a:moveTo>
                    <a:pt x="0" y="237"/>
                  </a:moveTo>
                  <a:lnTo>
                    <a:pt x="0" y="0"/>
                  </a:lnTo>
                  <a:lnTo>
                    <a:pt x="756" y="0"/>
                  </a:lnTo>
                  <a:lnTo>
                    <a:pt x="756" y="249"/>
                  </a:lnTo>
                </a:path>
              </a:pathLst>
            </a:custGeom>
            <a:noFill/>
            <a:ln w="38100" cap="flat" cmpd="sng">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ox(in)">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ou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0-#ppt_w/2"/>
                                          </p:val>
                                        </p:tav>
                                        <p:tav tm="100000">
                                          <p:val>
                                            <p:strVal val="#ppt_x"/>
                                          </p:val>
                                        </p:tav>
                                      </p:tavLst>
                                    </p:anim>
                                    <p:anim calcmode="lin" valueType="num">
                                      <p:cBhvr additive="base">
                                        <p:cTn id="3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autoUpdateAnimBg="0"/>
      <p:bldP spid="8"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mtClean="0"/>
              <a:pPr>
                <a:defRPr/>
              </a:pPr>
              <a:t>45</a:t>
            </a:fld>
            <a:endParaRPr lang="en-US" altLang="zh-CN" dirty="0"/>
          </a:p>
        </p:txBody>
      </p:sp>
      <p:sp>
        <p:nvSpPr>
          <p:cNvPr id="5"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45</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6" name="Group 31">
            <a:extLst>
              <a:ext uri="{FF2B5EF4-FFF2-40B4-BE49-F238E27FC236}">
                <a16:creationId xmlns:a16="http://schemas.microsoft.com/office/drawing/2014/main" id="{C0BE1EEE-C815-4D8A-978D-BC08C62BBD04}"/>
              </a:ext>
            </a:extLst>
          </p:cNvPr>
          <p:cNvGrpSpPr>
            <a:grpSpLocks/>
          </p:cNvGrpSpPr>
          <p:nvPr/>
        </p:nvGrpSpPr>
        <p:grpSpPr bwMode="auto">
          <a:xfrm>
            <a:off x="587375" y="1093788"/>
            <a:ext cx="2816225" cy="2774950"/>
            <a:chOff x="370" y="689"/>
            <a:chExt cx="1774" cy="1748"/>
          </a:xfrm>
        </p:grpSpPr>
        <p:sp>
          <p:nvSpPr>
            <p:cNvPr id="7" name="Text Box 5">
              <a:extLst>
                <a:ext uri="{FF2B5EF4-FFF2-40B4-BE49-F238E27FC236}">
                  <a16:creationId xmlns:a16="http://schemas.microsoft.com/office/drawing/2014/main" id="{86DFB650-C56A-46F9-B761-5BE965E0F3E0}"/>
                </a:ext>
              </a:extLst>
            </p:cNvPr>
            <p:cNvSpPr txBox="1">
              <a:spLocks noChangeArrowheads="1"/>
            </p:cNvSpPr>
            <p:nvPr/>
          </p:nvSpPr>
          <p:spPr bwMode="auto">
            <a:xfrm>
              <a:off x="1502" y="689"/>
              <a:ext cx="26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8" name="Group 6">
              <a:extLst>
                <a:ext uri="{FF2B5EF4-FFF2-40B4-BE49-F238E27FC236}">
                  <a16:creationId xmlns:a16="http://schemas.microsoft.com/office/drawing/2014/main" id="{C8EF1F55-4D4C-4808-BF61-37DE16C7EF02}"/>
                </a:ext>
              </a:extLst>
            </p:cNvPr>
            <p:cNvGrpSpPr>
              <a:grpSpLocks/>
            </p:cNvGrpSpPr>
            <p:nvPr/>
          </p:nvGrpSpPr>
          <p:grpSpPr bwMode="auto">
            <a:xfrm>
              <a:off x="522" y="697"/>
              <a:ext cx="261" cy="327"/>
              <a:chOff x="2792" y="3391"/>
              <a:chExt cx="338" cy="394"/>
            </a:xfrm>
          </p:grpSpPr>
          <p:sp>
            <p:nvSpPr>
              <p:cNvPr id="31" name="Text Box 7">
                <a:extLst>
                  <a:ext uri="{FF2B5EF4-FFF2-40B4-BE49-F238E27FC236}">
                    <a16:creationId xmlns:a16="http://schemas.microsoft.com/office/drawing/2014/main" id="{27AE1DEA-A2F0-4A2A-B13D-F42F4A46FE3D}"/>
                  </a:ext>
                </a:extLst>
              </p:cNvPr>
              <p:cNvSpPr txBox="1">
                <a:spLocks noChangeArrowheads="1"/>
              </p:cNvSpPr>
              <p:nvPr/>
            </p:nvSpPr>
            <p:spPr bwMode="auto">
              <a:xfrm>
                <a:off x="2792" y="3391"/>
                <a:ext cx="338" cy="394"/>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32" name="Line 8">
                <a:extLst>
                  <a:ext uri="{FF2B5EF4-FFF2-40B4-BE49-F238E27FC236}">
                    <a16:creationId xmlns:a16="http://schemas.microsoft.com/office/drawing/2014/main" id="{4701F7CF-A244-4021-9FEE-2ABB2E27716E}"/>
                  </a:ext>
                </a:extLst>
              </p:cNvPr>
              <p:cNvSpPr>
                <a:spLocks noChangeShapeType="1"/>
              </p:cNvSpPr>
              <p:nvPr/>
            </p:nvSpPr>
            <p:spPr bwMode="auto">
              <a:xfrm>
                <a:off x="2847" y="3434"/>
                <a:ext cx="15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 name="Text Box 9">
              <a:extLst>
                <a:ext uri="{FF2B5EF4-FFF2-40B4-BE49-F238E27FC236}">
                  <a16:creationId xmlns:a16="http://schemas.microsoft.com/office/drawing/2014/main" id="{79E9E6E9-CCFF-44DD-BBFA-D6AA4438D215}"/>
                </a:ext>
              </a:extLst>
            </p:cNvPr>
            <p:cNvSpPr txBox="1">
              <a:spLocks noChangeArrowheads="1"/>
            </p:cNvSpPr>
            <p:nvPr/>
          </p:nvSpPr>
          <p:spPr bwMode="auto">
            <a:xfrm>
              <a:off x="1471" y="2096"/>
              <a:ext cx="26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10" name="Text Box 10">
              <a:extLst>
                <a:ext uri="{FF2B5EF4-FFF2-40B4-BE49-F238E27FC236}">
                  <a16:creationId xmlns:a16="http://schemas.microsoft.com/office/drawing/2014/main" id="{404E9632-0A1C-47CF-B70F-D1789CA672A6}"/>
                </a:ext>
              </a:extLst>
            </p:cNvPr>
            <p:cNvSpPr txBox="1">
              <a:spLocks noChangeArrowheads="1"/>
            </p:cNvSpPr>
            <p:nvPr/>
          </p:nvSpPr>
          <p:spPr bwMode="auto">
            <a:xfrm>
              <a:off x="698" y="2106"/>
              <a:ext cx="26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11" name="Rectangle 11">
              <a:extLst>
                <a:ext uri="{FF2B5EF4-FFF2-40B4-BE49-F238E27FC236}">
                  <a16:creationId xmlns:a16="http://schemas.microsoft.com/office/drawing/2014/main" id="{073CEBA9-E1A3-40F3-930A-52D0B22F036A}"/>
                </a:ext>
              </a:extLst>
            </p:cNvPr>
            <p:cNvSpPr>
              <a:spLocks noChangeArrowheads="1"/>
            </p:cNvSpPr>
            <p:nvPr/>
          </p:nvSpPr>
          <p:spPr bwMode="auto">
            <a:xfrm>
              <a:off x="370" y="1056"/>
              <a:ext cx="1542" cy="61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2" name="Line 12">
              <a:extLst>
                <a:ext uri="{FF2B5EF4-FFF2-40B4-BE49-F238E27FC236}">
                  <a16:creationId xmlns:a16="http://schemas.microsoft.com/office/drawing/2014/main" id="{EF64C294-A910-4371-80F6-BDDA06B779CE}"/>
                </a:ext>
              </a:extLst>
            </p:cNvPr>
            <p:cNvSpPr>
              <a:spLocks noChangeShapeType="1"/>
            </p:cNvSpPr>
            <p:nvPr/>
          </p:nvSpPr>
          <p:spPr bwMode="auto">
            <a:xfrm flipH="1" flipV="1">
              <a:off x="852" y="698"/>
              <a:ext cx="0" cy="22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Oval 13">
              <a:extLst>
                <a:ext uri="{FF2B5EF4-FFF2-40B4-BE49-F238E27FC236}">
                  <a16:creationId xmlns:a16="http://schemas.microsoft.com/office/drawing/2014/main" id="{6A09BBDB-D69A-48E4-8BCA-41B940F4F9F9}"/>
                </a:ext>
              </a:extLst>
            </p:cNvPr>
            <p:cNvSpPr>
              <a:spLocks noChangeArrowheads="1"/>
            </p:cNvSpPr>
            <p:nvPr/>
          </p:nvSpPr>
          <p:spPr bwMode="auto">
            <a:xfrm>
              <a:off x="800" y="921"/>
              <a:ext cx="103" cy="102"/>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4289848C-2965-46E4-AC14-B339BA8B0DC7}"/>
                </a:ext>
              </a:extLst>
            </p:cNvPr>
            <p:cNvSpPr>
              <a:spLocks noChangeShapeType="1"/>
            </p:cNvSpPr>
            <p:nvPr/>
          </p:nvSpPr>
          <p:spPr bwMode="auto">
            <a:xfrm flipV="1">
              <a:off x="1471" y="732"/>
              <a:ext cx="1" cy="30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37A802AD-D18E-4071-85EC-081A44412F9E}"/>
                </a:ext>
              </a:extLst>
            </p:cNvPr>
            <p:cNvSpPr>
              <a:spLocks noChangeShapeType="1"/>
            </p:cNvSpPr>
            <p:nvPr/>
          </p:nvSpPr>
          <p:spPr bwMode="auto">
            <a:xfrm>
              <a:off x="1557"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16">
              <a:extLst>
                <a:ext uri="{FF2B5EF4-FFF2-40B4-BE49-F238E27FC236}">
                  <a16:creationId xmlns:a16="http://schemas.microsoft.com/office/drawing/2014/main" id="{01719C5D-5932-4441-8FDE-B69FBCF1EBF3}"/>
                </a:ext>
              </a:extLst>
            </p:cNvPr>
            <p:cNvSpPr>
              <a:spLocks noChangeShapeType="1"/>
            </p:cNvSpPr>
            <p:nvPr/>
          </p:nvSpPr>
          <p:spPr bwMode="auto">
            <a:xfrm>
              <a:off x="800"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17">
              <a:extLst>
                <a:ext uri="{FF2B5EF4-FFF2-40B4-BE49-F238E27FC236}">
                  <a16:creationId xmlns:a16="http://schemas.microsoft.com/office/drawing/2014/main" id="{68151EE8-7579-4EB1-9502-E0E9A286C6F9}"/>
                </a:ext>
              </a:extLst>
            </p:cNvPr>
            <p:cNvSpPr>
              <a:spLocks noChangeShapeType="1"/>
            </p:cNvSpPr>
            <p:nvPr/>
          </p:nvSpPr>
          <p:spPr bwMode="auto">
            <a:xfrm>
              <a:off x="1179" y="1668"/>
              <a:ext cx="0" cy="4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Text Box 18">
              <a:extLst>
                <a:ext uri="{FF2B5EF4-FFF2-40B4-BE49-F238E27FC236}">
                  <a16:creationId xmlns:a16="http://schemas.microsoft.com/office/drawing/2014/main" id="{B78C0BBC-618F-4645-A994-48FB0167E540}"/>
                </a:ext>
              </a:extLst>
            </p:cNvPr>
            <p:cNvSpPr txBox="1">
              <a:spLocks noChangeArrowheads="1"/>
            </p:cNvSpPr>
            <p:nvPr/>
          </p:nvSpPr>
          <p:spPr bwMode="auto">
            <a:xfrm>
              <a:off x="1024" y="2110"/>
              <a:ext cx="43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19" name="AutoShape 19">
              <a:extLst>
                <a:ext uri="{FF2B5EF4-FFF2-40B4-BE49-F238E27FC236}">
                  <a16:creationId xmlns:a16="http://schemas.microsoft.com/office/drawing/2014/main" id="{8E7298EC-586E-4053-BCDD-27ACC6AAAC66}"/>
                </a:ext>
              </a:extLst>
            </p:cNvPr>
            <p:cNvSpPr>
              <a:spLocks noChangeArrowheads="1"/>
            </p:cNvSpPr>
            <p:nvPr/>
          </p:nvSpPr>
          <p:spPr bwMode="auto">
            <a:xfrm>
              <a:off x="1050" y="1523"/>
              <a:ext cx="218" cy="149"/>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0" name="Oval 20">
              <a:extLst>
                <a:ext uri="{FF2B5EF4-FFF2-40B4-BE49-F238E27FC236}">
                  <a16:creationId xmlns:a16="http://schemas.microsoft.com/office/drawing/2014/main" id="{EB18D1CF-06B3-4AFE-91F7-539959CD7149}"/>
                </a:ext>
              </a:extLst>
            </p:cNvPr>
            <p:cNvSpPr>
              <a:spLocks noChangeArrowheads="1"/>
            </p:cNvSpPr>
            <p:nvPr/>
          </p:nvSpPr>
          <p:spPr bwMode="auto">
            <a:xfrm>
              <a:off x="1122" y="1659"/>
              <a:ext cx="88"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1" name="Oval 21">
              <a:extLst>
                <a:ext uri="{FF2B5EF4-FFF2-40B4-BE49-F238E27FC236}">
                  <a16:creationId xmlns:a16="http://schemas.microsoft.com/office/drawing/2014/main" id="{E774D79A-C0E9-4C4F-BE58-95EEE3E52746}"/>
                </a:ext>
              </a:extLst>
            </p:cNvPr>
            <p:cNvSpPr>
              <a:spLocks noChangeArrowheads="1"/>
            </p:cNvSpPr>
            <p:nvPr/>
          </p:nvSpPr>
          <p:spPr bwMode="auto">
            <a:xfrm>
              <a:off x="1690" y="1659"/>
              <a:ext cx="87"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2" name="Oval 22">
              <a:extLst>
                <a:ext uri="{FF2B5EF4-FFF2-40B4-BE49-F238E27FC236}">
                  <a16:creationId xmlns:a16="http://schemas.microsoft.com/office/drawing/2014/main" id="{3DD2E27A-EA50-47B4-AD1C-FD9D589F0F2F}"/>
                </a:ext>
              </a:extLst>
            </p:cNvPr>
            <p:cNvSpPr>
              <a:spLocks noChangeArrowheads="1"/>
            </p:cNvSpPr>
            <p:nvPr/>
          </p:nvSpPr>
          <p:spPr bwMode="auto">
            <a:xfrm>
              <a:off x="493" y="1659"/>
              <a:ext cx="87" cy="94"/>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3" name="Line 23">
              <a:extLst>
                <a:ext uri="{FF2B5EF4-FFF2-40B4-BE49-F238E27FC236}">
                  <a16:creationId xmlns:a16="http://schemas.microsoft.com/office/drawing/2014/main" id="{47CBB15A-64CC-417F-992B-C3BDD67DB4FC}"/>
                </a:ext>
              </a:extLst>
            </p:cNvPr>
            <p:cNvSpPr>
              <a:spLocks noChangeShapeType="1"/>
            </p:cNvSpPr>
            <p:nvPr/>
          </p:nvSpPr>
          <p:spPr bwMode="auto">
            <a:xfrm>
              <a:off x="1743" y="1763"/>
              <a:ext cx="0" cy="3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24">
              <a:extLst>
                <a:ext uri="{FF2B5EF4-FFF2-40B4-BE49-F238E27FC236}">
                  <a16:creationId xmlns:a16="http://schemas.microsoft.com/office/drawing/2014/main" id="{474D30E6-8F8B-4E38-B36A-DF565831F92D}"/>
                </a:ext>
              </a:extLst>
            </p:cNvPr>
            <p:cNvSpPr>
              <a:spLocks noChangeShapeType="1"/>
            </p:cNvSpPr>
            <p:nvPr/>
          </p:nvSpPr>
          <p:spPr bwMode="auto">
            <a:xfrm>
              <a:off x="529" y="1763"/>
              <a:ext cx="0" cy="30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5" name="Group 25">
              <a:extLst>
                <a:ext uri="{FF2B5EF4-FFF2-40B4-BE49-F238E27FC236}">
                  <a16:creationId xmlns:a16="http://schemas.microsoft.com/office/drawing/2014/main" id="{E29170B7-5988-4C6A-850E-7E3E2D311C2F}"/>
                </a:ext>
              </a:extLst>
            </p:cNvPr>
            <p:cNvGrpSpPr>
              <a:grpSpLocks/>
            </p:cNvGrpSpPr>
            <p:nvPr/>
          </p:nvGrpSpPr>
          <p:grpSpPr bwMode="auto">
            <a:xfrm>
              <a:off x="1664" y="2101"/>
              <a:ext cx="480" cy="327"/>
              <a:chOff x="655" y="3276"/>
              <a:chExt cx="621" cy="393"/>
            </a:xfrm>
          </p:grpSpPr>
          <p:sp>
            <p:nvSpPr>
              <p:cNvPr id="29" name="Text Box 26">
                <a:extLst>
                  <a:ext uri="{FF2B5EF4-FFF2-40B4-BE49-F238E27FC236}">
                    <a16:creationId xmlns:a16="http://schemas.microsoft.com/office/drawing/2014/main" id="{CE753059-54DB-4795-A527-09912E910FB7}"/>
                  </a:ext>
                </a:extLst>
              </p:cNvPr>
              <p:cNvSpPr txBox="1">
                <a:spLocks noChangeArrowheads="1"/>
              </p:cNvSpPr>
              <p:nvPr/>
            </p:nvSpPr>
            <p:spPr bwMode="auto">
              <a:xfrm>
                <a:off x="655" y="3276"/>
                <a:ext cx="621" cy="39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30" name="Line 27">
                <a:extLst>
                  <a:ext uri="{FF2B5EF4-FFF2-40B4-BE49-F238E27FC236}">
                    <a16:creationId xmlns:a16="http://schemas.microsoft.com/office/drawing/2014/main" id="{71868D16-42F2-4CF9-A642-39A4C0F74586}"/>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6" name="Group 28">
              <a:extLst>
                <a:ext uri="{FF2B5EF4-FFF2-40B4-BE49-F238E27FC236}">
                  <a16:creationId xmlns:a16="http://schemas.microsoft.com/office/drawing/2014/main" id="{915AA3A2-F796-497A-9669-C9503276A9D1}"/>
                </a:ext>
              </a:extLst>
            </p:cNvPr>
            <p:cNvGrpSpPr>
              <a:grpSpLocks/>
            </p:cNvGrpSpPr>
            <p:nvPr/>
          </p:nvGrpSpPr>
          <p:grpSpPr bwMode="auto">
            <a:xfrm>
              <a:off x="415" y="2098"/>
              <a:ext cx="480" cy="329"/>
              <a:chOff x="655" y="3275"/>
              <a:chExt cx="621" cy="397"/>
            </a:xfrm>
          </p:grpSpPr>
          <p:sp>
            <p:nvSpPr>
              <p:cNvPr id="27" name="Text Box 29">
                <a:extLst>
                  <a:ext uri="{FF2B5EF4-FFF2-40B4-BE49-F238E27FC236}">
                    <a16:creationId xmlns:a16="http://schemas.microsoft.com/office/drawing/2014/main" id="{244BE8DE-11A5-419A-BC21-CDACEC9483DB}"/>
                  </a:ext>
                </a:extLst>
              </p:cNvPr>
              <p:cNvSpPr txBox="1">
                <a:spLocks noChangeArrowheads="1"/>
              </p:cNvSpPr>
              <p:nvPr/>
            </p:nvSpPr>
            <p:spPr bwMode="auto">
              <a:xfrm>
                <a:off x="655" y="3275"/>
                <a:ext cx="621" cy="39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28" name="Line 30">
                <a:extLst>
                  <a:ext uri="{FF2B5EF4-FFF2-40B4-BE49-F238E27FC236}">
                    <a16:creationId xmlns:a16="http://schemas.microsoft.com/office/drawing/2014/main" id="{BCA24094-F762-4746-8AFB-33CEAE36B121}"/>
                  </a:ext>
                </a:extLst>
              </p:cNvPr>
              <p:cNvSpPr>
                <a:spLocks noChangeShapeType="1"/>
              </p:cNvSpPr>
              <p:nvPr/>
            </p:nvSpPr>
            <p:spPr bwMode="auto">
              <a:xfrm>
                <a:off x="712" y="3321"/>
                <a:ext cx="13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33" name="Group 40">
            <a:extLst>
              <a:ext uri="{FF2B5EF4-FFF2-40B4-BE49-F238E27FC236}">
                <a16:creationId xmlns:a16="http://schemas.microsoft.com/office/drawing/2014/main" id="{E9939AD1-10CA-460C-B1E2-B2AA399ADB38}"/>
              </a:ext>
            </a:extLst>
          </p:cNvPr>
          <p:cNvGrpSpPr>
            <a:grpSpLocks/>
          </p:cNvGrpSpPr>
          <p:nvPr/>
        </p:nvGrpSpPr>
        <p:grpSpPr bwMode="auto">
          <a:xfrm>
            <a:off x="879475" y="2205040"/>
            <a:ext cx="2095500" cy="538163"/>
            <a:chOff x="554" y="1389"/>
            <a:chExt cx="1320" cy="339"/>
          </a:xfrm>
        </p:grpSpPr>
        <p:sp>
          <p:nvSpPr>
            <p:cNvPr id="34" name="Text Box 32">
              <a:extLst>
                <a:ext uri="{FF2B5EF4-FFF2-40B4-BE49-F238E27FC236}">
                  <a16:creationId xmlns:a16="http://schemas.microsoft.com/office/drawing/2014/main" id="{E08283AB-6B82-4958-B361-D156534E1763}"/>
                </a:ext>
              </a:extLst>
            </p:cNvPr>
            <p:cNvSpPr txBox="1">
              <a:spLocks noChangeArrowheads="1"/>
            </p:cNvSpPr>
            <p:nvPr/>
          </p:nvSpPr>
          <p:spPr bwMode="auto">
            <a:xfrm>
              <a:off x="1524" y="1389"/>
              <a:ext cx="35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J</a:t>
              </a:r>
            </a:p>
          </p:txBody>
        </p:sp>
        <p:sp>
          <p:nvSpPr>
            <p:cNvPr id="35" name="Text Box 33">
              <a:extLst>
                <a:ext uri="{FF2B5EF4-FFF2-40B4-BE49-F238E27FC236}">
                  <a16:creationId xmlns:a16="http://schemas.microsoft.com/office/drawing/2014/main" id="{79628566-6B0F-43AC-BE30-3BDD20B0CC6F}"/>
                </a:ext>
              </a:extLst>
            </p:cNvPr>
            <p:cNvSpPr txBox="1">
              <a:spLocks noChangeArrowheads="1"/>
            </p:cNvSpPr>
            <p:nvPr/>
          </p:nvSpPr>
          <p:spPr bwMode="auto">
            <a:xfrm>
              <a:off x="554" y="1401"/>
              <a:ext cx="35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K</a:t>
              </a:r>
            </a:p>
          </p:txBody>
        </p:sp>
        <p:sp>
          <p:nvSpPr>
            <p:cNvPr id="36" name="Freeform 34">
              <a:extLst>
                <a:ext uri="{FF2B5EF4-FFF2-40B4-BE49-F238E27FC236}">
                  <a16:creationId xmlns:a16="http://schemas.microsoft.com/office/drawing/2014/main" id="{1DA2A6CA-0436-499A-9540-8CA9C73A351F}"/>
                </a:ext>
              </a:extLst>
            </p:cNvPr>
            <p:cNvSpPr>
              <a:spLocks/>
            </p:cNvSpPr>
            <p:nvPr/>
          </p:nvSpPr>
          <p:spPr bwMode="auto">
            <a:xfrm>
              <a:off x="791" y="1423"/>
              <a:ext cx="756" cy="249"/>
            </a:xfrm>
            <a:custGeom>
              <a:avLst/>
              <a:gdLst>
                <a:gd name="T0" fmla="*/ 0 w 756"/>
                <a:gd name="T1" fmla="*/ 237 h 249"/>
                <a:gd name="T2" fmla="*/ 0 w 756"/>
                <a:gd name="T3" fmla="*/ 0 h 249"/>
                <a:gd name="T4" fmla="*/ 756 w 756"/>
                <a:gd name="T5" fmla="*/ 0 h 249"/>
                <a:gd name="T6" fmla="*/ 756 w 756"/>
                <a:gd name="T7" fmla="*/ 249 h 2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6" h="249">
                  <a:moveTo>
                    <a:pt x="0" y="237"/>
                  </a:moveTo>
                  <a:lnTo>
                    <a:pt x="0" y="0"/>
                  </a:lnTo>
                  <a:lnTo>
                    <a:pt x="756" y="0"/>
                  </a:lnTo>
                  <a:lnTo>
                    <a:pt x="756" y="249"/>
                  </a:lnTo>
                </a:path>
              </a:pathLst>
            </a:custGeom>
            <a:noFill/>
            <a:ln w="38100" cap="flat" cmpd="sng">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7" name="Group 76">
            <a:extLst>
              <a:ext uri="{FF2B5EF4-FFF2-40B4-BE49-F238E27FC236}">
                <a16:creationId xmlns:a16="http://schemas.microsoft.com/office/drawing/2014/main" id="{1D75DCEB-894D-4E40-9D8B-6BBD0A5ABEC6}"/>
              </a:ext>
            </a:extLst>
          </p:cNvPr>
          <p:cNvGrpSpPr>
            <a:grpSpLocks/>
          </p:cNvGrpSpPr>
          <p:nvPr/>
        </p:nvGrpSpPr>
        <p:grpSpPr bwMode="auto">
          <a:xfrm>
            <a:off x="6761163" y="1665288"/>
            <a:ext cx="1793875" cy="1552575"/>
            <a:chOff x="576" y="2822"/>
            <a:chExt cx="1130" cy="978"/>
          </a:xfrm>
        </p:grpSpPr>
        <p:sp>
          <p:nvSpPr>
            <p:cNvPr id="38" name="Rectangle 48">
              <a:extLst>
                <a:ext uri="{FF2B5EF4-FFF2-40B4-BE49-F238E27FC236}">
                  <a16:creationId xmlns:a16="http://schemas.microsoft.com/office/drawing/2014/main" id="{D4512841-A06F-4AC1-961C-D87AFF1E1D24}"/>
                </a:ext>
              </a:extLst>
            </p:cNvPr>
            <p:cNvSpPr>
              <a:spLocks noChangeArrowheads="1"/>
            </p:cNvSpPr>
            <p:nvPr/>
          </p:nvSpPr>
          <p:spPr bwMode="auto">
            <a:xfrm>
              <a:off x="1051" y="3474"/>
              <a:ext cx="65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39" name="Rectangle 47">
              <a:extLst>
                <a:ext uri="{FF2B5EF4-FFF2-40B4-BE49-F238E27FC236}">
                  <a16:creationId xmlns:a16="http://schemas.microsoft.com/office/drawing/2014/main" id="{E17E4A38-7E63-4861-9505-53173399F456}"/>
                </a:ext>
              </a:extLst>
            </p:cNvPr>
            <p:cNvSpPr>
              <a:spLocks noChangeArrowheads="1"/>
            </p:cNvSpPr>
            <p:nvPr/>
          </p:nvSpPr>
          <p:spPr bwMode="auto">
            <a:xfrm>
              <a:off x="576" y="3474"/>
              <a:ext cx="47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40" name="Rectangle 46">
              <a:extLst>
                <a:ext uri="{FF2B5EF4-FFF2-40B4-BE49-F238E27FC236}">
                  <a16:creationId xmlns:a16="http://schemas.microsoft.com/office/drawing/2014/main" id="{2E124A69-1D35-44F1-B3A0-6EF4C1D5E41A}"/>
                </a:ext>
              </a:extLst>
            </p:cNvPr>
            <p:cNvSpPr>
              <a:spLocks noChangeArrowheads="1"/>
            </p:cNvSpPr>
            <p:nvPr/>
          </p:nvSpPr>
          <p:spPr bwMode="auto">
            <a:xfrm>
              <a:off x="1051" y="3148"/>
              <a:ext cx="65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a:t>
              </a:r>
            </a:p>
          </p:txBody>
        </p:sp>
        <p:sp>
          <p:nvSpPr>
            <p:cNvPr id="41" name="Rectangle 45">
              <a:extLst>
                <a:ext uri="{FF2B5EF4-FFF2-40B4-BE49-F238E27FC236}">
                  <a16:creationId xmlns:a16="http://schemas.microsoft.com/office/drawing/2014/main" id="{0B81BF9D-BD62-49F5-97FF-E4CF8634B887}"/>
                </a:ext>
              </a:extLst>
            </p:cNvPr>
            <p:cNvSpPr>
              <a:spLocks noChangeArrowheads="1"/>
            </p:cNvSpPr>
            <p:nvPr/>
          </p:nvSpPr>
          <p:spPr bwMode="auto">
            <a:xfrm>
              <a:off x="576" y="3148"/>
              <a:ext cx="47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42" name="Rectangle 44">
              <a:extLst>
                <a:ext uri="{FF2B5EF4-FFF2-40B4-BE49-F238E27FC236}">
                  <a16:creationId xmlns:a16="http://schemas.microsoft.com/office/drawing/2014/main" id="{C87EB5FC-A268-424E-81CC-2F2928AFF9F8}"/>
                </a:ext>
              </a:extLst>
            </p:cNvPr>
            <p:cNvSpPr>
              <a:spLocks noChangeArrowheads="1"/>
            </p:cNvSpPr>
            <p:nvPr/>
          </p:nvSpPr>
          <p:spPr bwMode="auto">
            <a:xfrm>
              <a:off x="1051" y="2822"/>
              <a:ext cx="65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p>
          </p:txBody>
        </p:sp>
        <p:sp>
          <p:nvSpPr>
            <p:cNvPr id="43" name="Rectangle 43">
              <a:extLst>
                <a:ext uri="{FF2B5EF4-FFF2-40B4-BE49-F238E27FC236}">
                  <a16:creationId xmlns:a16="http://schemas.microsoft.com/office/drawing/2014/main" id="{310642FA-0336-4700-AA49-4D77D8D6524D}"/>
                </a:ext>
              </a:extLst>
            </p:cNvPr>
            <p:cNvSpPr>
              <a:spLocks noChangeArrowheads="1"/>
            </p:cNvSpPr>
            <p:nvPr/>
          </p:nvSpPr>
          <p:spPr bwMode="auto">
            <a:xfrm>
              <a:off x="576" y="2822"/>
              <a:ext cx="475" cy="3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p>
          </p:txBody>
        </p:sp>
        <p:sp>
          <p:nvSpPr>
            <p:cNvPr id="44" name="Line 50">
              <a:extLst>
                <a:ext uri="{FF2B5EF4-FFF2-40B4-BE49-F238E27FC236}">
                  <a16:creationId xmlns:a16="http://schemas.microsoft.com/office/drawing/2014/main" id="{26BD7C3A-A3CD-43B7-AFFD-7A109CB78ECA}"/>
                </a:ext>
              </a:extLst>
            </p:cNvPr>
            <p:cNvSpPr>
              <a:spLocks noChangeShapeType="1"/>
            </p:cNvSpPr>
            <p:nvPr/>
          </p:nvSpPr>
          <p:spPr bwMode="auto">
            <a:xfrm>
              <a:off x="576" y="3148"/>
              <a:ext cx="113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51">
              <a:extLst>
                <a:ext uri="{FF2B5EF4-FFF2-40B4-BE49-F238E27FC236}">
                  <a16:creationId xmlns:a16="http://schemas.microsoft.com/office/drawing/2014/main" id="{BF027B7B-31AE-4487-8E01-20141AF57B27}"/>
                </a:ext>
              </a:extLst>
            </p:cNvPr>
            <p:cNvSpPr>
              <a:spLocks noChangeShapeType="1"/>
            </p:cNvSpPr>
            <p:nvPr/>
          </p:nvSpPr>
          <p:spPr bwMode="auto">
            <a:xfrm>
              <a:off x="576" y="3474"/>
              <a:ext cx="113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54">
              <a:extLst>
                <a:ext uri="{FF2B5EF4-FFF2-40B4-BE49-F238E27FC236}">
                  <a16:creationId xmlns:a16="http://schemas.microsoft.com/office/drawing/2014/main" id="{2D5776CC-C82F-498B-9C15-92F468BFA6FC}"/>
                </a:ext>
              </a:extLst>
            </p:cNvPr>
            <p:cNvSpPr>
              <a:spLocks noChangeShapeType="1"/>
            </p:cNvSpPr>
            <p:nvPr/>
          </p:nvSpPr>
          <p:spPr bwMode="auto">
            <a:xfrm>
              <a:off x="1051" y="2822"/>
              <a:ext cx="0" cy="9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49">
              <a:extLst>
                <a:ext uri="{FF2B5EF4-FFF2-40B4-BE49-F238E27FC236}">
                  <a16:creationId xmlns:a16="http://schemas.microsoft.com/office/drawing/2014/main" id="{4AE9C5FF-A158-4896-9CD2-22E5ECF90182}"/>
                </a:ext>
              </a:extLst>
            </p:cNvPr>
            <p:cNvSpPr>
              <a:spLocks noChangeShapeType="1"/>
            </p:cNvSpPr>
            <p:nvPr/>
          </p:nvSpPr>
          <p:spPr bwMode="auto">
            <a:xfrm>
              <a:off x="576" y="2822"/>
              <a:ext cx="1130"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53">
              <a:extLst>
                <a:ext uri="{FF2B5EF4-FFF2-40B4-BE49-F238E27FC236}">
                  <a16:creationId xmlns:a16="http://schemas.microsoft.com/office/drawing/2014/main" id="{0C7CA29C-F89D-4271-A3E9-FE5C516E3133}"/>
                </a:ext>
              </a:extLst>
            </p:cNvPr>
            <p:cNvSpPr>
              <a:spLocks noChangeShapeType="1"/>
            </p:cNvSpPr>
            <p:nvPr/>
          </p:nvSpPr>
          <p:spPr bwMode="auto">
            <a:xfrm>
              <a:off x="576" y="2822"/>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55">
              <a:extLst>
                <a:ext uri="{FF2B5EF4-FFF2-40B4-BE49-F238E27FC236}">
                  <a16:creationId xmlns:a16="http://schemas.microsoft.com/office/drawing/2014/main" id="{98BF21D3-2100-46D7-B324-E7FA4942B66F}"/>
                </a:ext>
              </a:extLst>
            </p:cNvPr>
            <p:cNvSpPr>
              <a:spLocks noChangeShapeType="1"/>
            </p:cNvSpPr>
            <p:nvPr/>
          </p:nvSpPr>
          <p:spPr bwMode="auto">
            <a:xfrm>
              <a:off x="1706" y="2822"/>
              <a:ext cx="0" cy="978"/>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52">
              <a:extLst>
                <a:ext uri="{FF2B5EF4-FFF2-40B4-BE49-F238E27FC236}">
                  <a16:creationId xmlns:a16="http://schemas.microsoft.com/office/drawing/2014/main" id="{87EAA9A5-16EA-4D97-8C09-363D47FF8F51}"/>
                </a:ext>
              </a:extLst>
            </p:cNvPr>
            <p:cNvSpPr>
              <a:spLocks noChangeShapeType="1"/>
            </p:cNvSpPr>
            <p:nvPr/>
          </p:nvSpPr>
          <p:spPr bwMode="auto">
            <a:xfrm>
              <a:off x="576" y="3800"/>
              <a:ext cx="1130" cy="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75">
              <a:extLst>
                <a:ext uri="{FF2B5EF4-FFF2-40B4-BE49-F238E27FC236}">
                  <a16:creationId xmlns:a16="http://schemas.microsoft.com/office/drawing/2014/main" id="{B5906399-A165-4A93-8DBF-39E93E80F60F}"/>
                </a:ext>
              </a:extLst>
            </p:cNvPr>
            <p:cNvSpPr>
              <a:spLocks noChangeShapeType="1"/>
            </p:cNvSpPr>
            <p:nvPr/>
          </p:nvSpPr>
          <p:spPr bwMode="auto">
            <a:xfrm>
              <a:off x="1231" y="3524"/>
              <a:ext cx="18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2" name="Group 108">
            <a:extLst>
              <a:ext uri="{FF2B5EF4-FFF2-40B4-BE49-F238E27FC236}">
                <a16:creationId xmlns:a16="http://schemas.microsoft.com/office/drawing/2014/main" id="{B189BFDF-8622-41C8-8025-686C173E7792}"/>
              </a:ext>
            </a:extLst>
          </p:cNvPr>
          <p:cNvGrpSpPr>
            <a:grpSpLocks/>
          </p:cNvGrpSpPr>
          <p:nvPr/>
        </p:nvGrpSpPr>
        <p:grpSpPr bwMode="auto">
          <a:xfrm>
            <a:off x="3954463" y="1314450"/>
            <a:ext cx="2244725" cy="2543175"/>
            <a:chOff x="3091" y="853"/>
            <a:chExt cx="1414" cy="1602"/>
          </a:xfrm>
        </p:grpSpPr>
        <p:sp>
          <p:nvSpPr>
            <p:cNvPr id="53" name="Text Box 78">
              <a:extLst>
                <a:ext uri="{FF2B5EF4-FFF2-40B4-BE49-F238E27FC236}">
                  <a16:creationId xmlns:a16="http://schemas.microsoft.com/office/drawing/2014/main" id="{98BB856B-657E-4053-8948-F94941AA4A91}"/>
                </a:ext>
              </a:extLst>
            </p:cNvPr>
            <p:cNvSpPr txBox="1">
              <a:spLocks noChangeArrowheads="1"/>
            </p:cNvSpPr>
            <p:nvPr/>
          </p:nvSpPr>
          <p:spPr bwMode="auto">
            <a:xfrm>
              <a:off x="3912" y="858"/>
              <a:ext cx="18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grpSp>
          <p:nvGrpSpPr>
            <p:cNvPr id="54" name="Group 105">
              <a:extLst>
                <a:ext uri="{FF2B5EF4-FFF2-40B4-BE49-F238E27FC236}">
                  <a16:creationId xmlns:a16="http://schemas.microsoft.com/office/drawing/2014/main" id="{A640D81F-4A1B-4CB3-AC70-B32E34F0B2AC}"/>
                </a:ext>
              </a:extLst>
            </p:cNvPr>
            <p:cNvGrpSpPr>
              <a:grpSpLocks/>
            </p:cNvGrpSpPr>
            <p:nvPr/>
          </p:nvGrpSpPr>
          <p:grpSpPr bwMode="auto">
            <a:xfrm>
              <a:off x="3166" y="853"/>
              <a:ext cx="187" cy="327"/>
              <a:chOff x="3166" y="853"/>
              <a:chExt cx="187" cy="327"/>
            </a:xfrm>
          </p:grpSpPr>
          <p:sp>
            <p:nvSpPr>
              <p:cNvPr id="75" name="Text Box 80">
                <a:extLst>
                  <a:ext uri="{FF2B5EF4-FFF2-40B4-BE49-F238E27FC236}">
                    <a16:creationId xmlns:a16="http://schemas.microsoft.com/office/drawing/2014/main" id="{AA09C866-963B-458F-B37D-0D95A24175E5}"/>
                  </a:ext>
                </a:extLst>
              </p:cNvPr>
              <p:cNvSpPr txBox="1">
                <a:spLocks noChangeArrowheads="1"/>
              </p:cNvSpPr>
              <p:nvPr/>
            </p:nvSpPr>
            <p:spPr bwMode="auto">
              <a:xfrm>
                <a:off x="3166" y="853"/>
                <a:ext cx="18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p>
            </p:txBody>
          </p:sp>
          <p:sp>
            <p:nvSpPr>
              <p:cNvPr id="76" name="Line 81">
                <a:extLst>
                  <a:ext uri="{FF2B5EF4-FFF2-40B4-BE49-F238E27FC236}">
                    <a16:creationId xmlns:a16="http://schemas.microsoft.com/office/drawing/2014/main" id="{D3AB476D-63EB-4D7C-8C33-ACC1D0525A80}"/>
                  </a:ext>
                </a:extLst>
              </p:cNvPr>
              <p:cNvSpPr>
                <a:spLocks noChangeShapeType="1"/>
              </p:cNvSpPr>
              <p:nvPr/>
            </p:nvSpPr>
            <p:spPr bwMode="auto">
              <a:xfrm>
                <a:off x="3243" y="897"/>
                <a:ext cx="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55" name="Text Box 82">
              <a:extLst>
                <a:ext uri="{FF2B5EF4-FFF2-40B4-BE49-F238E27FC236}">
                  <a16:creationId xmlns:a16="http://schemas.microsoft.com/office/drawing/2014/main" id="{2DCF1DFC-9CCC-4DF2-B847-EC72ADC6C712}"/>
                </a:ext>
              </a:extLst>
            </p:cNvPr>
            <p:cNvSpPr txBox="1">
              <a:spLocks noChangeArrowheads="1"/>
            </p:cNvSpPr>
            <p:nvPr/>
          </p:nvSpPr>
          <p:spPr bwMode="auto">
            <a:xfrm>
              <a:off x="3811" y="2101"/>
              <a:ext cx="187"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p>
          </p:txBody>
        </p:sp>
        <p:sp>
          <p:nvSpPr>
            <p:cNvPr id="56" name="Rectangle 84">
              <a:extLst>
                <a:ext uri="{FF2B5EF4-FFF2-40B4-BE49-F238E27FC236}">
                  <a16:creationId xmlns:a16="http://schemas.microsoft.com/office/drawing/2014/main" id="{03602D95-B2D7-4759-A2BD-5F5E6C6E4E6D}"/>
                </a:ext>
              </a:extLst>
            </p:cNvPr>
            <p:cNvSpPr>
              <a:spLocks noChangeArrowheads="1"/>
            </p:cNvSpPr>
            <p:nvPr/>
          </p:nvSpPr>
          <p:spPr bwMode="auto">
            <a:xfrm>
              <a:off x="3104" y="1188"/>
              <a:ext cx="1100" cy="55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7" name="Line 85">
              <a:extLst>
                <a:ext uri="{FF2B5EF4-FFF2-40B4-BE49-F238E27FC236}">
                  <a16:creationId xmlns:a16="http://schemas.microsoft.com/office/drawing/2014/main" id="{3160653B-D64C-454E-9BDC-F9B46EB872E5}"/>
                </a:ext>
              </a:extLst>
            </p:cNvPr>
            <p:cNvSpPr>
              <a:spLocks noChangeShapeType="1"/>
            </p:cNvSpPr>
            <p:nvPr/>
          </p:nvSpPr>
          <p:spPr bwMode="auto">
            <a:xfrm flipH="1" flipV="1">
              <a:off x="3448" y="866"/>
              <a:ext cx="0" cy="2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Oval 86">
              <a:extLst>
                <a:ext uri="{FF2B5EF4-FFF2-40B4-BE49-F238E27FC236}">
                  <a16:creationId xmlns:a16="http://schemas.microsoft.com/office/drawing/2014/main" id="{ECC54984-384C-48A0-8383-DFC1109C5E92}"/>
                </a:ext>
              </a:extLst>
            </p:cNvPr>
            <p:cNvSpPr>
              <a:spLocks noChangeArrowheads="1"/>
            </p:cNvSpPr>
            <p:nvPr/>
          </p:nvSpPr>
          <p:spPr bwMode="auto">
            <a:xfrm>
              <a:off x="3411" y="1067"/>
              <a:ext cx="73" cy="91"/>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59" name="Line 87">
              <a:extLst>
                <a:ext uri="{FF2B5EF4-FFF2-40B4-BE49-F238E27FC236}">
                  <a16:creationId xmlns:a16="http://schemas.microsoft.com/office/drawing/2014/main" id="{5CD9C933-57E4-4DCD-ADD2-C9B2FE121ABD}"/>
                </a:ext>
              </a:extLst>
            </p:cNvPr>
            <p:cNvSpPr>
              <a:spLocks noChangeShapeType="1"/>
            </p:cNvSpPr>
            <p:nvPr/>
          </p:nvSpPr>
          <p:spPr bwMode="auto">
            <a:xfrm flipV="1">
              <a:off x="3890" y="897"/>
              <a:ext cx="0" cy="27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88">
              <a:extLst>
                <a:ext uri="{FF2B5EF4-FFF2-40B4-BE49-F238E27FC236}">
                  <a16:creationId xmlns:a16="http://schemas.microsoft.com/office/drawing/2014/main" id="{9F9836B1-2B73-4B63-B542-7BA97B7FFC62}"/>
                </a:ext>
              </a:extLst>
            </p:cNvPr>
            <p:cNvSpPr>
              <a:spLocks noChangeShapeType="1"/>
            </p:cNvSpPr>
            <p:nvPr/>
          </p:nvSpPr>
          <p:spPr bwMode="auto">
            <a:xfrm>
              <a:off x="3951" y="1738"/>
              <a:ext cx="0" cy="3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90">
              <a:extLst>
                <a:ext uri="{FF2B5EF4-FFF2-40B4-BE49-F238E27FC236}">
                  <a16:creationId xmlns:a16="http://schemas.microsoft.com/office/drawing/2014/main" id="{CF53E572-FFF7-40EB-A5C7-A322E655F00A}"/>
                </a:ext>
              </a:extLst>
            </p:cNvPr>
            <p:cNvSpPr>
              <a:spLocks noChangeShapeType="1"/>
            </p:cNvSpPr>
            <p:nvPr/>
          </p:nvSpPr>
          <p:spPr bwMode="auto">
            <a:xfrm>
              <a:off x="3681" y="1738"/>
              <a:ext cx="0" cy="3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Text Box 91">
              <a:extLst>
                <a:ext uri="{FF2B5EF4-FFF2-40B4-BE49-F238E27FC236}">
                  <a16:creationId xmlns:a16="http://schemas.microsoft.com/office/drawing/2014/main" id="{560AA399-CBB2-48B9-9BB9-B1484E746724}"/>
                </a:ext>
              </a:extLst>
            </p:cNvPr>
            <p:cNvSpPr txBox="1">
              <a:spLocks noChangeArrowheads="1"/>
            </p:cNvSpPr>
            <p:nvPr/>
          </p:nvSpPr>
          <p:spPr bwMode="auto">
            <a:xfrm>
              <a:off x="3447" y="2091"/>
              <a:ext cx="48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sp>
          <p:nvSpPr>
            <p:cNvPr id="63" name="AutoShape 92">
              <a:extLst>
                <a:ext uri="{FF2B5EF4-FFF2-40B4-BE49-F238E27FC236}">
                  <a16:creationId xmlns:a16="http://schemas.microsoft.com/office/drawing/2014/main" id="{A5901F93-E7D2-413B-9C94-B4202D9EB317}"/>
                </a:ext>
              </a:extLst>
            </p:cNvPr>
            <p:cNvSpPr>
              <a:spLocks noChangeArrowheads="1"/>
            </p:cNvSpPr>
            <p:nvPr/>
          </p:nvSpPr>
          <p:spPr bwMode="auto">
            <a:xfrm>
              <a:off x="3589" y="1608"/>
              <a:ext cx="156" cy="134"/>
            </a:xfrm>
            <a:prstGeom prst="triangle">
              <a:avLst>
                <a:gd name="adj" fmla="val 5000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4" name="Oval 93">
              <a:extLst>
                <a:ext uri="{FF2B5EF4-FFF2-40B4-BE49-F238E27FC236}">
                  <a16:creationId xmlns:a16="http://schemas.microsoft.com/office/drawing/2014/main" id="{6B939BA5-C8F9-4C57-A587-DDDCE1D863DB}"/>
                </a:ext>
              </a:extLst>
            </p:cNvPr>
            <p:cNvSpPr>
              <a:spLocks noChangeArrowheads="1"/>
            </p:cNvSpPr>
            <p:nvPr/>
          </p:nvSpPr>
          <p:spPr bwMode="auto">
            <a:xfrm>
              <a:off x="3641" y="1730"/>
              <a:ext cx="62"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5" name="Oval 94">
              <a:extLst>
                <a:ext uri="{FF2B5EF4-FFF2-40B4-BE49-F238E27FC236}">
                  <a16:creationId xmlns:a16="http://schemas.microsoft.com/office/drawing/2014/main" id="{A2EDF040-55B8-4F02-8FBC-12A06CD89F79}"/>
                </a:ext>
              </a:extLst>
            </p:cNvPr>
            <p:cNvSpPr>
              <a:spLocks noChangeArrowheads="1"/>
            </p:cNvSpPr>
            <p:nvPr/>
          </p:nvSpPr>
          <p:spPr bwMode="auto">
            <a:xfrm>
              <a:off x="4046" y="1730"/>
              <a:ext cx="62"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6" name="Oval 95">
              <a:extLst>
                <a:ext uri="{FF2B5EF4-FFF2-40B4-BE49-F238E27FC236}">
                  <a16:creationId xmlns:a16="http://schemas.microsoft.com/office/drawing/2014/main" id="{C16A5E9A-403C-443B-BCE8-DDFE441F6DAB}"/>
                </a:ext>
              </a:extLst>
            </p:cNvPr>
            <p:cNvSpPr>
              <a:spLocks noChangeArrowheads="1"/>
            </p:cNvSpPr>
            <p:nvPr/>
          </p:nvSpPr>
          <p:spPr bwMode="auto">
            <a:xfrm>
              <a:off x="3192" y="1730"/>
              <a:ext cx="62" cy="8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67" name="Line 96">
              <a:extLst>
                <a:ext uri="{FF2B5EF4-FFF2-40B4-BE49-F238E27FC236}">
                  <a16:creationId xmlns:a16="http://schemas.microsoft.com/office/drawing/2014/main" id="{70D94B44-16C2-4B34-83F6-688F66621FA1}"/>
                </a:ext>
              </a:extLst>
            </p:cNvPr>
            <p:cNvSpPr>
              <a:spLocks noChangeShapeType="1"/>
            </p:cNvSpPr>
            <p:nvPr/>
          </p:nvSpPr>
          <p:spPr bwMode="auto">
            <a:xfrm>
              <a:off x="4084" y="1824"/>
              <a:ext cx="0" cy="2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Line 97">
              <a:extLst>
                <a:ext uri="{FF2B5EF4-FFF2-40B4-BE49-F238E27FC236}">
                  <a16:creationId xmlns:a16="http://schemas.microsoft.com/office/drawing/2014/main" id="{F7B1A9A0-6440-4E3E-90DB-0466A516A19A}"/>
                </a:ext>
              </a:extLst>
            </p:cNvPr>
            <p:cNvSpPr>
              <a:spLocks noChangeShapeType="1"/>
            </p:cNvSpPr>
            <p:nvPr/>
          </p:nvSpPr>
          <p:spPr bwMode="auto">
            <a:xfrm>
              <a:off x="3217" y="1824"/>
              <a:ext cx="0" cy="2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69" name="Group 106">
              <a:extLst>
                <a:ext uri="{FF2B5EF4-FFF2-40B4-BE49-F238E27FC236}">
                  <a16:creationId xmlns:a16="http://schemas.microsoft.com/office/drawing/2014/main" id="{261D0E72-095F-46AF-AF90-5102FC7EA600}"/>
                </a:ext>
              </a:extLst>
            </p:cNvPr>
            <p:cNvGrpSpPr>
              <a:grpSpLocks/>
            </p:cNvGrpSpPr>
            <p:nvPr/>
          </p:nvGrpSpPr>
          <p:grpSpPr bwMode="auto">
            <a:xfrm>
              <a:off x="4027" y="2128"/>
              <a:ext cx="478" cy="327"/>
              <a:chOff x="4027" y="2128"/>
              <a:chExt cx="478" cy="327"/>
            </a:xfrm>
          </p:grpSpPr>
          <p:sp>
            <p:nvSpPr>
              <p:cNvPr id="73" name="Text Box 99">
                <a:extLst>
                  <a:ext uri="{FF2B5EF4-FFF2-40B4-BE49-F238E27FC236}">
                    <a16:creationId xmlns:a16="http://schemas.microsoft.com/office/drawing/2014/main" id="{7BA783DA-F720-4EC5-AFA4-E116173EE208}"/>
                  </a:ext>
                </a:extLst>
              </p:cNvPr>
              <p:cNvSpPr txBox="1">
                <a:spLocks noChangeArrowheads="1"/>
              </p:cNvSpPr>
              <p:nvPr/>
            </p:nvSpPr>
            <p:spPr bwMode="auto">
              <a:xfrm>
                <a:off x="4027" y="2128"/>
                <a:ext cx="4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R</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74" name="Line 100">
                <a:extLst>
                  <a:ext uri="{FF2B5EF4-FFF2-40B4-BE49-F238E27FC236}">
                    <a16:creationId xmlns:a16="http://schemas.microsoft.com/office/drawing/2014/main" id="{FD19DC70-1017-40BE-BFF7-11F41FCE33E3}"/>
                  </a:ext>
                </a:extLst>
              </p:cNvPr>
              <p:cNvSpPr>
                <a:spLocks noChangeShapeType="1"/>
              </p:cNvSpPr>
              <p:nvPr/>
            </p:nvSpPr>
            <p:spPr bwMode="auto">
              <a:xfrm>
                <a:off x="4092" y="2195"/>
                <a:ext cx="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0" name="Group 107">
              <a:extLst>
                <a:ext uri="{FF2B5EF4-FFF2-40B4-BE49-F238E27FC236}">
                  <a16:creationId xmlns:a16="http://schemas.microsoft.com/office/drawing/2014/main" id="{B858B7E6-06EA-4E1C-BE86-347A3FDD1A6C}"/>
                </a:ext>
              </a:extLst>
            </p:cNvPr>
            <p:cNvGrpSpPr>
              <a:grpSpLocks/>
            </p:cNvGrpSpPr>
            <p:nvPr/>
          </p:nvGrpSpPr>
          <p:grpSpPr bwMode="auto">
            <a:xfrm>
              <a:off x="3091" y="2095"/>
              <a:ext cx="411" cy="327"/>
              <a:chOff x="3091" y="2095"/>
              <a:chExt cx="411" cy="327"/>
            </a:xfrm>
          </p:grpSpPr>
          <p:sp>
            <p:nvSpPr>
              <p:cNvPr id="71" name="Text Box 102">
                <a:extLst>
                  <a:ext uri="{FF2B5EF4-FFF2-40B4-BE49-F238E27FC236}">
                    <a16:creationId xmlns:a16="http://schemas.microsoft.com/office/drawing/2014/main" id="{3983F951-1A3C-451A-A2E2-969C306290B7}"/>
                  </a:ext>
                </a:extLst>
              </p:cNvPr>
              <p:cNvSpPr txBox="1">
                <a:spLocks noChangeArrowheads="1"/>
              </p:cNvSpPr>
              <p:nvPr/>
            </p:nvSpPr>
            <p:spPr bwMode="auto">
              <a:xfrm>
                <a:off x="3091" y="2095"/>
                <a:ext cx="41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S</a:t>
                </a:r>
                <a:r>
                  <a:rPr kumimoji="1" lang="en-US" altLang="zh-CN" sz="2800" b="0"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D</a:t>
                </a:r>
              </a:p>
            </p:txBody>
          </p:sp>
          <p:sp>
            <p:nvSpPr>
              <p:cNvPr id="72" name="Line 103">
                <a:extLst>
                  <a:ext uri="{FF2B5EF4-FFF2-40B4-BE49-F238E27FC236}">
                    <a16:creationId xmlns:a16="http://schemas.microsoft.com/office/drawing/2014/main" id="{14ED0CF3-1D0B-4146-8DA4-DA0B4A3CE13A}"/>
                  </a:ext>
                </a:extLst>
              </p:cNvPr>
              <p:cNvSpPr>
                <a:spLocks noChangeShapeType="1"/>
              </p:cNvSpPr>
              <p:nvPr/>
            </p:nvSpPr>
            <p:spPr bwMode="auto">
              <a:xfrm>
                <a:off x="3167" y="2162"/>
                <a:ext cx="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grpSp>
        <p:nvGrpSpPr>
          <p:cNvPr id="77" name="Group 111">
            <a:extLst>
              <a:ext uri="{FF2B5EF4-FFF2-40B4-BE49-F238E27FC236}">
                <a16:creationId xmlns:a16="http://schemas.microsoft.com/office/drawing/2014/main" id="{7489C314-653E-4990-A4D8-3C104EA970F4}"/>
              </a:ext>
            </a:extLst>
          </p:cNvPr>
          <p:cNvGrpSpPr>
            <a:grpSpLocks/>
          </p:cNvGrpSpPr>
          <p:nvPr/>
        </p:nvGrpSpPr>
        <p:grpSpPr bwMode="auto">
          <a:xfrm>
            <a:off x="3233414" y="447156"/>
            <a:ext cx="3925887" cy="519113"/>
            <a:chOff x="1931" y="170"/>
            <a:chExt cx="2473" cy="327"/>
          </a:xfrm>
        </p:grpSpPr>
        <p:sp>
          <p:nvSpPr>
            <p:cNvPr id="78" name="Line 109">
              <a:extLst>
                <a:ext uri="{FF2B5EF4-FFF2-40B4-BE49-F238E27FC236}">
                  <a16:creationId xmlns:a16="http://schemas.microsoft.com/office/drawing/2014/main" id="{6D0F618F-37D6-45EB-AB30-85217E4FBE85}"/>
                </a:ext>
              </a:extLst>
            </p:cNvPr>
            <p:cNvSpPr>
              <a:spLocks noChangeShapeType="1"/>
            </p:cNvSpPr>
            <p:nvPr/>
          </p:nvSpPr>
          <p:spPr bwMode="auto">
            <a:xfrm>
              <a:off x="1931" y="328"/>
              <a:ext cx="475" cy="0"/>
            </a:xfrm>
            <a:prstGeom prst="line">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scene3d>
                <a:camera prst="orthographicFront"/>
                <a:lightRig rig="soft" dir="t">
                  <a:rot lat="0" lon="0" rev="15600000"/>
                </a:lightRig>
              </a:scene3d>
              <a:sp3d extrusionH="57150" prstMaterial="softEdge">
                <a:bevelT w="25400" h="38100"/>
              </a:sp3d>
            </a:bodyPr>
            <a:lstStyle/>
            <a:p>
              <a:pPr eaLnBrk="1" hangingPunct="1">
                <a:spcBef>
                  <a:spcPct val="50000"/>
                </a:spcBef>
              </a:pPr>
              <a:endParaRPr lang="zh-CN" altLang="en-US">
                <a:solidFill>
                  <a:srgbClr val="9090F4"/>
                </a:solidFill>
                <a:latin typeface="Times New Roman" panose="02020603050405020304" pitchFamily="18" charset="0"/>
              </a:endParaRPr>
            </a:p>
          </p:txBody>
        </p:sp>
        <p:sp>
          <p:nvSpPr>
            <p:cNvPr id="79" name="Text Box 110">
              <a:extLst>
                <a:ext uri="{FF2B5EF4-FFF2-40B4-BE49-F238E27FC236}">
                  <a16:creationId xmlns:a16="http://schemas.microsoft.com/office/drawing/2014/main" id="{BA20DB03-D8C0-4536-9EA1-DEFEE85DF92F}"/>
                </a:ext>
              </a:extLst>
            </p:cNvPr>
            <p:cNvSpPr txBox="1">
              <a:spLocks noChangeArrowheads="1"/>
            </p:cNvSpPr>
            <p:nvPr/>
          </p:nvSpPr>
          <p:spPr bwMode="auto">
            <a:xfrm>
              <a:off x="2304" y="170"/>
              <a:ext cx="2100" cy="327"/>
            </a:xfrm>
            <a:prstGeom prst="rect">
              <a:avLst/>
            </a:prstGeom>
            <a:noFill/>
            <a:ln w="381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scene3d>
                <a:camera prst="orthographicFront"/>
                <a:lightRig rig="soft" dir="t">
                  <a:rot lat="0" lon="0" rev="15600000"/>
                </a:lightRig>
              </a:scene3d>
              <a:sp3d extrusionH="57150" prstMaterial="softEdge">
                <a:bevelT w="25400" h="38100"/>
              </a:sp3d>
            </a:bodyPr>
            <a:lstStyle>
              <a:lvl1pPr eaLnBrk="1" hangingPunct="1">
                <a:spcBef>
                  <a:spcPct val="50000"/>
                </a:spcBef>
                <a:defRPr>
                  <a:solidFill>
                    <a:srgbClr val="9090F4"/>
                  </a:solidFill>
                  <a:latin typeface="Times New Roman" panose="02020603050405020304" pitchFamily="18" charset="0"/>
                </a:defRPr>
              </a:lvl1pPr>
              <a:lvl2pPr algn="ctr">
                <a:defRPr sz="4400">
                  <a:solidFill>
                    <a:schemeClr val="tx2"/>
                  </a:solidFill>
                  <a:latin typeface="Times New Roman" pitchFamily="18" charset="0"/>
                </a:defRPr>
              </a:lvl2pPr>
              <a:lvl3pPr algn="ctr">
                <a:defRPr sz="4400">
                  <a:solidFill>
                    <a:schemeClr val="tx2"/>
                  </a:solidFill>
                  <a:latin typeface="Times New Roman" pitchFamily="18" charset="0"/>
                </a:defRPr>
              </a:lvl3pPr>
              <a:lvl4pPr algn="ctr">
                <a:defRPr sz="4400">
                  <a:solidFill>
                    <a:schemeClr val="tx2"/>
                  </a:solidFill>
                  <a:latin typeface="Times New Roman" pitchFamily="18" charset="0"/>
                </a:defRPr>
              </a:lvl4pPr>
              <a:lvl5pPr algn="ctr">
                <a:defRPr sz="4400">
                  <a:solidFill>
                    <a:schemeClr val="tx2"/>
                  </a:solidFill>
                  <a:latin typeface="Times New Roman" pitchFamily="18" charset="0"/>
                </a:defRPr>
              </a:lvl5pPr>
              <a:lvl6pPr marL="457200" algn="ctr" fontAlgn="base">
                <a:spcBef>
                  <a:spcPct val="0"/>
                </a:spcBef>
                <a:spcAft>
                  <a:spcPct val="0"/>
                </a:spcAft>
                <a:defRPr sz="4400">
                  <a:solidFill>
                    <a:schemeClr val="tx2"/>
                  </a:solidFill>
                  <a:latin typeface="Times New Roman" pitchFamily="18" charset="0"/>
                </a:defRPr>
              </a:lvl6pPr>
              <a:lvl7pPr marL="914400" algn="ctr" fontAlgn="base">
                <a:spcBef>
                  <a:spcPct val="0"/>
                </a:spcBef>
                <a:spcAft>
                  <a:spcPct val="0"/>
                </a:spcAft>
                <a:defRPr sz="4400">
                  <a:solidFill>
                    <a:schemeClr val="tx2"/>
                  </a:solidFill>
                  <a:latin typeface="Times New Roman" pitchFamily="18" charset="0"/>
                </a:defRPr>
              </a:lvl7pPr>
              <a:lvl8pPr marL="1371600" algn="ctr" fontAlgn="base">
                <a:spcBef>
                  <a:spcPct val="0"/>
                </a:spcBef>
                <a:spcAft>
                  <a:spcPct val="0"/>
                </a:spcAft>
                <a:defRPr sz="4400">
                  <a:solidFill>
                    <a:schemeClr val="tx2"/>
                  </a:solidFill>
                  <a:latin typeface="Times New Roman" pitchFamily="18" charset="0"/>
                </a:defRPr>
              </a:lvl8pPr>
              <a:lvl9pPr marL="1828800" algn="ctr" fontAlgn="base">
                <a:spcBef>
                  <a:spcPct val="0"/>
                </a:spcBef>
                <a:spcAft>
                  <a:spcPct val="0"/>
                </a:spcAft>
                <a:defRPr sz="4400">
                  <a:solidFill>
                    <a:schemeClr val="tx2"/>
                  </a:solidFill>
                  <a:latin typeface="Times New Roman" pitchFamily="18" charset="0"/>
                </a:defRPr>
              </a:lvl9pPr>
            </a:lstStyle>
            <a:p>
              <a:r>
                <a:rPr lang="en-US" altLang="zh-CN" dirty="0"/>
                <a:t> </a:t>
              </a:r>
              <a:r>
                <a:rPr lang="zh-CN" altLang="en-US" dirty="0">
                  <a:solidFill>
                    <a:schemeClr val="tx1"/>
                  </a:solidFill>
                  <a:ea typeface="黑体" pitchFamily="49" charset="-122"/>
                  <a:cs typeface="Times New Roman" pitchFamily="18" charset="0"/>
                </a:rPr>
                <a:t>保持</a:t>
              </a:r>
              <a:r>
                <a:rPr lang="en-US" altLang="zh-CN" dirty="0">
                  <a:solidFill>
                    <a:schemeClr val="tx1"/>
                  </a:solidFill>
                  <a:ea typeface="黑体" pitchFamily="49" charset="-122"/>
                  <a:cs typeface="Times New Roman" pitchFamily="18" charset="0"/>
                </a:rPr>
                <a:t>—</a:t>
              </a:r>
              <a:r>
                <a:rPr lang="zh-CN" altLang="en-US" dirty="0">
                  <a:solidFill>
                    <a:schemeClr val="tx1"/>
                  </a:solidFill>
                  <a:ea typeface="黑体" pitchFamily="49" charset="-122"/>
                  <a:cs typeface="Times New Roman" pitchFamily="18" charset="0"/>
                </a:rPr>
                <a:t>翻转触发器</a:t>
              </a:r>
            </a:p>
          </p:txBody>
        </p:sp>
      </p:grpSp>
      <p:sp>
        <p:nvSpPr>
          <p:cNvPr id="80" name="Text Box 112">
            <a:extLst>
              <a:ext uri="{FF2B5EF4-FFF2-40B4-BE49-F238E27FC236}">
                <a16:creationId xmlns:a16="http://schemas.microsoft.com/office/drawing/2014/main" id="{715D2319-2818-470D-939A-FF88E9413460}"/>
              </a:ext>
            </a:extLst>
          </p:cNvPr>
          <p:cNvSpPr txBox="1">
            <a:spLocks noChangeArrowheads="1"/>
          </p:cNvSpPr>
          <p:nvPr/>
        </p:nvSpPr>
        <p:spPr bwMode="auto">
          <a:xfrm>
            <a:off x="555625" y="5092700"/>
            <a:ext cx="2116138"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r>
              <a:rPr kumimoji="1" lang="en-US" altLang="zh-CN" sz="2800" b="0"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800" b="0" i="0" u="none" strike="noStrike" kern="1200" cap="none" spc="0" normalizeH="0" baseline="0" noProof="0" dirty="0" err="1">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Q</a:t>
            </a:r>
            <a:r>
              <a:rPr kumimoji="1" lang="en-US" altLang="zh-CN" sz="2800" b="0" i="0" u="none" strike="noStrike" kern="1200" cap="none" spc="0" normalizeH="0" baseline="30000" noProof="0" dirty="0" err="1">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n</a:t>
            </a:r>
            <a:endParaRPr kumimoji="1" lang="en-US" altLang="zh-CN" sz="2800" b="0"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nvGrpSpPr>
          <p:cNvPr id="81" name="Group 113">
            <a:extLst>
              <a:ext uri="{FF2B5EF4-FFF2-40B4-BE49-F238E27FC236}">
                <a16:creationId xmlns:a16="http://schemas.microsoft.com/office/drawing/2014/main" id="{A456906E-CE9F-4510-97F0-A429C453C5E7}"/>
              </a:ext>
            </a:extLst>
          </p:cNvPr>
          <p:cNvGrpSpPr>
            <a:grpSpLocks/>
          </p:cNvGrpSpPr>
          <p:nvPr/>
        </p:nvGrpSpPr>
        <p:grpSpPr bwMode="auto">
          <a:xfrm>
            <a:off x="2989263" y="4151313"/>
            <a:ext cx="5132387" cy="2266950"/>
            <a:chOff x="2323" y="2627"/>
            <a:chExt cx="3233" cy="1428"/>
          </a:xfrm>
        </p:grpSpPr>
        <p:grpSp>
          <p:nvGrpSpPr>
            <p:cNvPr id="82" name="Group 114">
              <a:extLst>
                <a:ext uri="{FF2B5EF4-FFF2-40B4-BE49-F238E27FC236}">
                  <a16:creationId xmlns:a16="http://schemas.microsoft.com/office/drawing/2014/main" id="{D106A813-9331-40F0-9D56-F7FE26E64C37}"/>
                </a:ext>
              </a:extLst>
            </p:cNvPr>
            <p:cNvGrpSpPr>
              <a:grpSpLocks/>
            </p:cNvGrpSpPr>
            <p:nvPr/>
          </p:nvGrpSpPr>
          <p:grpSpPr bwMode="auto">
            <a:xfrm>
              <a:off x="3067" y="3170"/>
              <a:ext cx="339" cy="337"/>
              <a:chOff x="1554" y="3402"/>
              <a:chExt cx="339" cy="337"/>
            </a:xfrm>
          </p:grpSpPr>
          <p:sp>
            <p:nvSpPr>
              <p:cNvPr id="94" name="Oval 115">
                <a:extLst>
                  <a:ext uri="{FF2B5EF4-FFF2-40B4-BE49-F238E27FC236}">
                    <a16:creationId xmlns:a16="http://schemas.microsoft.com/office/drawing/2014/main" id="{95EBEB8D-1659-4359-AC30-79F085A58259}"/>
                  </a:ext>
                </a:extLst>
              </p:cNvPr>
              <p:cNvSpPr>
                <a:spLocks noChangeArrowheads="1"/>
              </p:cNvSpPr>
              <p:nvPr/>
            </p:nvSpPr>
            <p:spPr bwMode="auto">
              <a:xfrm>
                <a:off x="1554" y="3402"/>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5" name="Text Box 116">
                <a:extLst>
                  <a:ext uri="{FF2B5EF4-FFF2-40B4-BE49-F238E27FC236}">
                    <a16:creationId xmlns:a16="http://schemas.microsoft.com/office/drawing/2014/main" id="{D055994F-FDAB-40C8-84AC-36116E3C666B}"/>
                  </a:ext>
                </a:extLst>
              </p:cNvPr>
              <p:cNvSpPr txBox="1">
                <a:spLocks noChangeArrowheads="1"/>
              </p:cNvSpPr>
              <p:nvPr/>
            </p:nvSpPr>
            <p:spPr bwMode="auto">
              <a:xfrm>
                <a:off x="1631" y="342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grpSp>
        <p:grpSp>
          <p:nvGrpSpPr>
            <p:cNvPr id="83" name="Group 117">
              <a:extLst>
                <a:ext uri="{FF2B5EF4-FFF2-40B4-BE49-F238E27FC236}">
                  <a16:creationId xmlns:a16="http://schemas.microsoft.com/office/drawing/2014/main" id="{0DFD5BC9-E9BD-4517-B6F9-FD47BFBCAFE2}"/>
                </a:ext>
              </a:extLst>
            </p:cNvPr>
            <p:cNvGrpSpPr>
              <a:grpSpLocks/>
            </p:cNvGrpSpPr>
            <p:nvPr/>
          </p:nvGrpSpPr>
          <p:grpSpPr bwMode="auto">
            <a:xfrm>
              <a:off x="4447" y="3193"/>
              <a:ext cx="339" cy="337"/>
              <a:chOff x="2934" y="3425"/>
              <a:chExt cx="339" cy="337"/>
            </a:xfrm>
          </p:grpSpPr>
          <p:sp>
            <p:nvSpPr>
              <p:cNvPr id="92" name="Oval 118">
                <a:extLst>
                  <a:ext uri="{FF2B5EF4-FFF2-40B4-BE49-F238E27FC236}">
                    <a16:creationId xmlns:a16="http://schemas.microsoft.com/office/drawing/2014/main" id="{7732A126-345A-4906-9E7F-64AF9DBFDC2E}"/>
                  </a:ext>
                </a:extLst>
              </p:cNvPr>
              <p:cNvSpPr>
                <a:spLocks noChangeArrowheads="1"/>
              </p:cNvSpPr>
              <p:nvPr/>
            </p:nvSpPr>
            <p:spPr bwMode="auto">
              <a:xfrm>
                <a:off x="2934" y="3425"/>
                <a:ext cx="337" cy="33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93" name="Text Box 119">
                <a:extLst>
                  <a:ext uri="{FF2B5EF4-FFF2-40B4-BE49-F238E27FC236}">
                    <a16:creationId xmlns:a16="http://schemas.microsoft.com/office/drawing/2014/main" id="{53FE69DC-A511-4DC0-9284-AAF0CCBF6293}"/>
                  </a:ext>
                </a:extLst>
              </p:cNvPr>
              <p:cNvSpPr txBox="1">
                <a:spLocks noChangeArrowheads="1"/>
              </p:cNvSpPr>
              <p:nvPr/>
            </p:nvSpPr>
            <p:spPr bwMode="auto">
              <a:xfrm>
                <a:off x="3011" y="3435"/>
                <a:ext cx="26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grpSp>
        <p:sp>
          <p:nvSpPr>
            <p:cNvPr id="84" name="Arc 120">
              <a:extLst>
                <a:ext uri="{FF2B5EF4-FFF2-40B4-BE49-F238E27FC236}">
                  <a16:creationId xmlns:a16="http://schemas.microsoft.com/office/drawing/2014/main" id="{D348AD99-A9E3-4139-A32F-044E5D55E05C}"/>
                </a:ext>
              </a:extLst>
            </p:cNvPr>
            <p:cNvSpPr>
              <a:spLocks/>
            </p:cNvSpPr>
            <p:nvPr/>
          </p:nvSpPr>
          <p:spPr bwMode="auto">
            <a:xfrm rot="14154867" flipV="1">
              <a:off x="2753" y="3084"/>
              <a:ext cx="487" cy="474"/>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5" name="Arc 121">
              <a:extLst>
                <a:ext uri="{FF2B5EF4-FFF2-40B4-BE49-F238E27FC236}">
                  <a16:creationId xmlns:a16="http://schemas.microsoft.com/office/drawing/2014/main" id="{3093A39B-3BA7-4E25-AAE7-21E958243B30}"/>
                </a:ext>
              </a:extLst>
            </p:cNvPr>
            <p:cNvSpPr>
              <a:spLocks/>
            </p:cNvSpPr>
            <p:nvPr/>
          </p:nvSpPr>
          <p:spPr bwMode="auto">
            <a:xfrm rot="8094814" flipH="1" flipV="1">
              <a:off x="4600" y="3128"/>
              <a:ext cx="487" cy="474"/>
            </a:xfrm>
            <a:custGeom>
              <a:avLst/>
              <a:gdLst>
                <a:gd name="T0" fmla="*/ 0 w 43200"/>
                <a:gd name="T1" fmla="*/ 0 h 43040"/>
                <a:gd name="T2" fmla="*/ 0 w 43200"/>
                <a:gd name="T3" fmla="*/ 0 h 43040"/>
                <a:gd name="T4" fmla="*/ 0 w 43200"/>
                <a:gd name="T5" fmla="*/ 0 h 43040"/>
                <a:gd name="T6" fmla="*/ 0 60000 65536"/>
                <a:gd name="T7" fmla="*/ 0 60000 65536"/>
                <a:gd name="T8" fmla="*/ 0 60000 65536"/>
              </a:gdLst>
              <a:ahLst/>
              <a:cxnLst>
                <a:cxn ang="T6">
                  <a:pos x="T0" y="T1"/>
                </a:cxn>
                <a:cxn ang="T7">
                  <a:pos x="T2" y="T3"/>
                </a:cxn>
                <a:cxn ang="T8">
                  <a:pos x="T4" y="T5"/>
                </a:cxn>
              </a:cxnLst>
              <a:rect l="0" t="0" r="r" b="b"/>
              <a:pathLst>
                <a:path w="43200" h="43040" fill="none"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path>
                <a:path w="43200" h="43040" stroke="0" extrusionOk="0">
                  <a:moveTo>
                    <a:pt x="24224" y="-1"/>
                  </a:moveTo>
                  <a:cubicBezTo>
                    <a:pt x="35057" y="1325"/>
                    <a:pt x="43200" y="10525"/>
                    <a:pt x="43200" y="21440"/>
                  </a:cubicBezTo>
                  <a:cubicBezTo>
                    <a:pt x="43200" y="33369"/>
                    <a:pt x="33529" y="43040"/>
                    <a:pt x="21600" y="43040"/>
                  </a:cubicBezTo>
                  <a:cubicBezTo>
                    <a:pt x="9670" y="43040"/>
                    <a:pt x="0" y="33369"/>
                    <a:pt x="0" y="21440"/>
                  </a:cubicBezTo>
                  <a:cubicBezTo>
                    <a:pt x="-1" y="20484"/>
                    <a:pt x="63" y="19530"/>
                    <a:pt x="189" y="18583"/>
                  </a:cubicBezTo>
                  <a:lnTo>
                    <a:pt x="21600" y="21440"/>
                  </a:lnTo>
                  <a:lnTo>
                    <a:pt x="24224" y="-1"/>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Text Box 122">
              <a:extLst>
                <a:ext uri="{FF2B5EF4-FFF2-40B4-BE49-F238E27FC236}">
                  <a16:creationId xmlns:a16="http://schemas.microsoft.com/office/drawing/2014/main" id="{E1107831-2C18-4002-8F01-3189C24A4E27}"/>
                </a:ext>
              </a:extLst>
            </p:cNvPr>
            <p:cNvSpPr txBox="1">
              <a:spLocks noChangeArrowheads="1"/>
            </p:cNvSpPr>
            <p:nvPr/>
          </p:nvSpPr>
          <p:spPr bwMode="auto">
            <a:xfrm>
              <a:off x="5078" y="3083"/>
              <a:ext cx="478"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T=0</a:t>
              </a:r>
            </a:p>
          </p:txBody>
        </p:sp>
        <p:sp>
          <p:nvSpPr>
            <p:cNvPr id="87" name="Text Box 123">
              <a:extLst>
                <a:ext uri="{FF2B5EF4-FFF2-40B4-BE49-F238E27FC236}">
                  <a16:creationId xmlns:a16="http://schemas.microsoft.com/office/drawing/2014/main" id="{7E55715C-6933-4D84-AB9B-4489DA06D1A5}"/>
                </a:ext>
              </a:extLst>
            </p:cNvPr>
            <p:cNvSpPr txBox="1">
              <a:spLocks noChangeArrowheads="1"/>
            </p:cNvSpPr>
            <p:nvPr/>
          </p:nvSpPr>
          <p:spPr bwMode="auto">
            <a:xfrm>
              <a:off x="2323" y="3052"/>
              <a:ext cx="512"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T=0</a:t>
              </a:r>
            </a:p>
          </p:txBody>
        </p:sp>
        <p:sp>
          <p:nvSpPr>
            <p:cNvPr id="88" name="Arc 124">
              <a:extLst>
                <a:ext uri="{FF2B5EF4-FFF2-40B4-BE49-F238E27FC236}">
                  <a16:creationId xmlns:a16="http://schemas.microsoft.com/office/drawing/2014/main" id="{0A8F16B4-5C30-44CC-B9A9-1132DAFA09A8}"/>
                </a:ext>
              </a:extLst>
            </p:cNvPr>
            <p:cNvSpPr>
              <a:spLocks/>
            </p:cNvSpPr>
            <p:nvPr/>
          </p:nvSpPr>
          <p:spPr bwMode="auto">
            <a:xfrm rot="-2056892">
              <a:off x="3346" y="2739"/>
              <a:ext cx="1152" cy="8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9" name="Text Box 125">
              <a:extLst>
                <a:ext uri="{FF2B5EF4-FFF2-40B4-BE49-F238E27FC236}">
                  <a16:creationId xmlns:a16="http://schemas.microsoft.com/office/drawing/2014/main" id="{B4EAC532-572B-4597-914D-AE7E08555D60}"/>
                </a:ext>
              </a:extLst>
            </p:cNvPr>
            <p:cNvSpPr txBox="1">
              <a:spLocks noChangeArrowheads="1"/>
            </p:cNvSpPr>
            <p:nvPr/>
          </p:nvSpPr>
          <p:spPr bwMode="auto">
            <a:xfrm>
              <a:off x="3546" y="2627"/>
              <a:ext cx="9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T=1</a:t>
              </a:r>
              <a:endPar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sym typeface="Symbol" panose="05050102010706020507" pitchFamily="18" charset="2"/>
              </a:endParaRPr>
            </a:p>
          </p:txBody>
        </p:sp>
        <p:sp>
          <p:nvSpPr>
            <p:cNvPr id="90" name="Arc 126">
              <a:extLst>
                <a:ext uri="{FF2B5EF4-FFF2-40B4-BE49-F238E27FC236}">
                  <a16:creationId xmlns:a16="http://schemas.microsoft.com/office/drawing/2014/main" id="{02BD82C8-5F41-4D17-A58D-DBBE09D7EF97}"/>
                </a:ext>
              </a:extLst>
            </p:cNvPr>
            <p:cNvSpPr>
              <a:spLocks/>
            </p:cNvSpPr>
            <p:nvPr/>
          </p:nvSpPr>
          <p:spPr bwMode="auto">
            <a:xfrm rot="-2113283" flipH="1" flipV="1">
              <a:off x="3345" y="3074"/>
              <a:ext cx="1152" cy="8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1" name="Text Box 127">
              <a:extLst>
                <a:ext uri="{FF2B5EF4-FFF2-40B4-BE49-F238E27FC236}">
                  <a16:creationId xmlns:a16="http://schemas.microsoft.com/office/drawing/2014/main" id="{83C354F4-B1D2-499C-98F0-B24800200797}"/>
                </a:ext>
              </a:extLst>
            </p:cNvPr>
            <p:cNvSpPr txBox="1">
              <a:spLocks noChangeArrowheads="1"/>
            </p:cNvSpPr>
            <p:nvPr/>
          </p:nvSpPr>
          <p:spPr bwMode="auto">
            <a:xfrm>
              <a:off x="3481" y="3767"/>
              <a:ext cx="967"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     T=1</a:t>
              </a:r>
            </a:p>
          </p:txBody>
        </p:sp>
      </p:grpSp>
      <p:sp>
        <p:nvSpPr>
          <p:cNvPr id="96" name="TextBox 95"/>
          <p:cNvSpPr txBox="1"/>
          <p:nvPr/>
        </p:nvSpPr>
        <p:spPr bwMode="auto">
          <a:xfrm>
            <a:off x="652521" y="370736"/>
            <a:ext cx="21926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dirty="0">
                <a:solidFill>
                  <a:schemeClr val="tx1"/>
                </a:solidFill>
                <a:latin typeface="Times New Roman" pitchFamily="18" charset="0"/>
                <a:ea typeface="黑体" pitchFamily="49" charset="-122"/>
                <a:cs typeface="Times New Roman" pitchFamily="18" charset="0"/>
              </a:rPr>
              <a:t>T</a:t>
            </a:r>
            <a:r>
              <a:rPr lang="zh-CN" altLang="en-US" dirty="0">
                <a:solidFill>
                  <a:schemeClr val="tx1"/>
                </a:solidFill>
                <a:latin typeface="Times New Roman" pitchFamily="18" charset="0"/>
                <a:ea typeface="黑体" pitchFamily="49" charset="-122"/>
                <a:cs typeface="Times New Roman" pitchFamily="18" charset="0"/>
              </a:rPr>
              <a:t>触发器</a:t>
            </a:r>
            <a:endParaRPr lang="zh-CN" altLang="en-US" sz="2800" dirty="0">
              <a:latin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blinds(horizontal)">
                                      <p:cBhvr>
                                        <p:cTn id="7" dur="500"/>
                                        <p:tgtEl>
                                          <p:spTgt spid="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 calcmode="lin" valueType="num">
                                      <p:cBhvr additive="base">
                                        <p:cTn id="12" dur="500" fill="hold"/>
                                        <p:tgtEl>
                                          <p:spTgt spid="77"/>
                                        </p:tgtEl>
                                        <p:attrNameLst>
                                          <p:attrName>ppt_x</p:attrName>
                                        </p:attrNameLst>
                                      </p:cBhvr>
                                      <p:tavLst>
                                        <p:tav tm="0">
                                          <p:val>
                                            <p:strVal val="1+#ppt_w/2"/>
                                          </p:val>
                                        </p:tav>
                                        <p:tav tm="100000">
                                          <p:val>
                                            <p:strVal val="#ppt_x"/>
                                          </p:val>
                                        </p:tav>
                                      </p:tavLst>
                                    </p:anim>
                                    <p:anim calcmode="lin" valueType="num">
                                      <p:cBhvr additive="base">
                                        <p:cTn id="13"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dissolve">
                                      <p:cBhvr>
                                        <p:cTn id="23" dur="50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box(out)">
                                      <p:cBhvr>
                                        <p:cTn id="28" dur="5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wipe(up)">
                                      <p:cBhvr>
                                        <p:cTn id="33" dur="500"/>
                                        <p:tgtEl>
                                          <p:spTgt spid="3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80"/>
                                        </p:tgtEl>
                                        <p:attrNameLst>
                                          <p:attrName>style.visibility</p:attrName>
                                        </p:attrNameLst>
                                      </p:cBhvr>
                                      <p:to>
                                        <p:strVal val="visible"/>
                                      </p:to>
                                    </p:set>
                                    <p:animEffect transition="in" filter="wipe(left)">
                                      <p:cBhvr>
                                        <p:cTn id="38" dur="300"/>
                                        <p:tgtEl>
                                          <p:spTgt spid="80"/>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81"/>
                                        </p:tgtEl>
                                        <p:attrNameLst>
                                          <p:attrName>style.visibility</p:attrName>
                                        </p:attrNameLst>
                                      </p:cBhvr>
                                      <p:to>
                                        <p:strVal val="visible"/>
                                      </p:to>
                                    </p:set>
                                    <p:anim calcmode="lin" valueType="num">
                                      <p:cBhvr>
                                        <p:cTn id="43" dur="500" fill="hold"/>
                                        <p:tgtEl>
                                          <p:spTgt spid="81"/>
                                        </p:tgtEl>
                                        <p:attrNameLst>
                                          <p:attrName>ppt_w</p:attrName>
                                        </p:attrNameLst>
                                      </p:cBhvr>
                                      <p:tavLst>
                                        <p:tav tm="0">
                                          <p:val>
                                            <p:fltVal val="0"/>
                                          </p:val>
                                        </p:tav>
                                        <p:tav tm="100000">
                                          <p:val>
                                            <p:strVal val="#ppt_w"/>
                                          </p:val>
                                        </p:tav>
                                      </p:tavLst>
                                    </p:anim>
                                    <p:anim calcmode="lin" valueType="num">
                                      <p:cBhvr>
                                        <p:cTn id="44" dur="500" fill="hold"/>
                                        <p:tgtEl>
                                          <p:spTgt spid="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autoUpdateAnimBg="0"/>
      <p:bldP spid="9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46</a:t>
            </a:fld>
            <a:endParaRPr lang="en-US" altLang="zh-CN" dirty="0"/>
          </a:p>
        </p:txBody>
      </p:sp>
      <p:sp>
        <p:nvSpPr>
          <p:cNvPr id="5" name="TextBox 4"/>
          <p:cNvSpPr txBox="1"/>
          <p:nvPr/>
        </p:nvSpPr>
        <p:spPr bwMode="auto">
          <a:xfrm>
            <a:off x="1463040" y="213360"/>
            <a:ext cx="52250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algn="l" eaLnBrk="1" hangingPunct="1">
              <a:spcBef>
                <a:spcPct val="50000"/>
              </a:spcBef>
              <a:buClrTx/>
              <a:buSzTx/>
              <a:buFontTx/>
              <a:buNone/>
            </a:pPr>
            <a:r>
              <a:rPr lang="en-US" altLang="zh-CN" sz="2800" dirty="0">
                <a:solidFill>
                  <a:schemeClr val="tx1"/>
                </a:solidFill>
                <a:latin typeface="Times New Roman" panose="02020603050405020304" pitchFamily="18" charset="0"/>
              </a:rPr>
              <a:t>T</a:t>
            </a:r>
            <a:r>
              <a:rPr lang="zh-CN" altLang="en-US" sz="2800" dirty="0">
                <a:solidFill>
                  <a:schemeClr val="tx1"/>
                </a:solidFill>
                <a:latin typeface="黑体" pitchFamily="49" charset="-122"/>
                <a:ea typeface="黑体" pitchFamily="49" charset="-122"/>
              </a:rPr>
              <a:t>触发器的应用（</a:t>
            </a:r>
            <a:r>
              <a:rPr lang="en-US" altLang="zh-CN" sz="2800" dirty="0">
                <a:solidFill>
                  <a:schemeClr val="tx1"/>
                </a:solidFill>
                <a:latin typeface="黑体" pitchFamily="49" charset="-122"/>
                <a:ea typeface="黑体" pitchFamily="49" charset="-122"/>
              </a:rPr>
              <a:t>T’</a:t>
            </a:r>
            <a:r>
              <a:rPr lang="zh-CN" altLang="en-US" dirty="0">
                <a:solidFill>
                  <a:schemeClr val="tx1"/>
                </a:solidFill>
                <a:latin typeface="黑体" pitchFamily="49" charset="-122"/>
                <a:ea typeface="黑体" pitchFamily="49" charset="-122"/>
              </a:rPr>
              <a:t>触发器</a:t>
            </a:r>
            <a:r>
              <a:rPr lang="zh-CN" altLang="en-US" sz="2800" dirty="0">
                <a:solidFill>
                  <a:schemeClr val="tx1"/>
                </a:solidFill>
                <a:latin typeface="黑体" pitchFamily="49" charset="-122"/>
                <a:ea typeface="黑体" pitchFamily="49" charset="-122"/>
              </a:rPr>
              <a:t>）</a:t>
            </a:r>
          </a:p>
        </p:txBody>
      </p:sp>
      <p:grpSp>
        <p:nvGrpSpPr>
          <p:cNvPr id="6" name="Group 43">
            <a:extLst>
              <a:ext uri="{FF2B5EF4-FFF2-40B4-BE49-F238E27FC236}">
                <a16:creationId xmlns:a16="http://schemas.microsoft.com/office/drawing/2014/main" id="{A7670B5B-021F-4A1C-BD54-A3447CD3E341}"/>
              </a:ext>
            </a:extLst>
          </p:cNvPr>
          <p:cNvGrpSpPr>
            <a:grpSpLocks/>
          </p:cNvGrpSpPr>
          <p:nvPr/>
        </p:nvGrpSpPr>
        <p:grpSpPr bwMode="auto">
          <a:xfrm>
            <a:off x="1076325" y="3135313"/>
            <a:ext cx="7566025" cy="682625"/>
            <a:chOff x="215" y="2156"/>
            <a:chExt cx="4766" cy="430"/>
          </a:xfrm>
        </p:grpSpPr>
        <p:sp>
          <p:nvSpPr>
            <p:cNvPr id="7" name="Freeform 32">
              <a:extLst>
                <a:ext uri="{FF2B5EF4-FFF2-40B4-BE49-F238E27FC236}">
                  <a16:creationId xmlns:a16="http://schemas.microsoft.com/office/drawing/2014/main" id="{0178DC7E-A92A-45FF-A3B0-8B538B26FCC7}"/>
                </a:ext>
              </a:extLst>
            </p:cNvPr>
            <p:cNvSpPr>
              <a:spLocks/>
            </p:cNvSpPr>
            <p:nvPr/>
          </p:nvSpPr>
          <p:spPr bwMode="auto">
            <a:xfrm>
              <a:off x="761" y="2157"/>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33">
              <a:extLst>
                <a:ext uri="{FF2B5EF4-FFF2-40B4-BE49-F238E27FC236}">
                  <a16:creationId xmlns:a16="http://schemas.microsoft.com/office/drawing/2014/main" id="{8BF59634-7DBD-4145-95D9-2DD512DDB6BC}"/>
                </a:ext>
              </a:extLst>
            </p:cNvPr>
            <p:cNvSpPr>
              <a:spLocks noChangeShapeType="1"/>
            </p:cNvSpPr>
            <p:nvPr/>
          </p:nvSpPr>
          <p:spPr bwMode="auto">
            <a:xfrm flipH="1">
              <a:off x="596" y="2462"/>
              <a:ext cx="2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Freeform 34">
              <a:extLst>
                <a:ext uri="{FF2B5EF4-FFF2-40B4-BE49-F238E27FC236}">
                  <a16:creationId xmlns:a16="http://schemas.microsoft.com/office/drawing/2014/main" id="{DDCF1619-AA23-4D58-8F9D-0B2B664A7F23}"/>
                </a:ext>
              </a:extLst>
            </p:cNvPr>
            <p:cNvSpPr>
              <a:spLocks/>
            </p:cNvSpPr>
            <p:nvPr/>
          </p:nvSpPr>
          <p:spPr bwMode="auto">
            <a:xfrm>
              <a:off x="1258" y="2157"/>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Freeform 35">
              <a:extLst>
                <a:ext uri="{FF2B5EF4-FFF2-40B4-BE49-F238E27FC236}">
                  <a16:creationId xmlns:a16="http://schemas.microsoft.com/office/drawing/2014/main" id="{D56FE5BA-DFE7-43DA-8138-ACA7E4B49FC8}"/>
                </a:ext>
              </a:extLst>
            </p:cNvPr>
            <p:cNvSpPr>
              <a:spLocks/>
            </p:cNvSpPr>
            <p:nvPr/>
          </p:nvSpPr>
          <p:spPr bwMode="auto">
            <a:xfrm>
              <a:off x="1755" y="2157"/>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Freeform 36">
              <a:extLst>
                <a:ext uri="{FF2B5EF4-FFF2-40B4-BE49-F238E27FC236}">
                  <a16:creationId xmlns:a16="http://schemas.microsoft.com/office/drawing/2014/main" id="{5DBF6605-D1E5-402B-9390-390E5B93F650}"/>
                </a:ext>
              </a:extLst>
            </p:cNvPr>
            <p:cNvSpPr>
              <a:spLocks/>
            </p:cNvSpPr>
            <p:nvPr/>
          </p:nvSpPr>
          <p:spPr bwMode="auto">
            <a:xfrm>
              <a:off x="2252" y="2157"/>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Freeform 37">
              <a:extLst>
                <a:ext uri="{FF2B5EF4-FFF2-40B4-BE49-F238E27FC236}">
                  <a16:creationId xmlns:a16="http://schemas.microsoft.com/office/drawing/2014/main" id="{A56CB47C-717E-489F-8137-D2D3380BB0D6}"/>
                </a:ext>
              </a:extLst>
            </p:cNvPr>
            <p:cNvSpPr>
              <a:spLocks/>
            </p:cNvSpPr>
            <p:nvPr/>
          </p:nvSpPr>
          <p:spPr bwMode="auto">
            <a:xfrm>
              <a:off x="2749" y="2156"/>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Freeform 38">
              <a:extLst>
                <a:ext uri="{FF2B5EF4-FFF2-40B4-BE49-F238E27FC236}">
                  <a16:creationId xmlns:a16="http://schemas.microsoft.com/office/drawing/2014/main" id="{E2612D75-80F5-4018-827A-81151CA752B0}"/>
                </a:ext>
              </a:extLst>
            </p:cNvPr>
            <p:cNvSpPr>
              <a:spLocks/>
            </p:cNvSpPr>
            <p:nvPr/>
          </p:nvSpPr>
          <p:spPr bwMode="auto">
            <a:xfrm>
              <a:off x="3257" y="2156"/>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Freeform 39">
              <a:extLst>
                <a:ext uri="{FF2B5EF4-FFF2-40B4-BE49-F238E27FC236}">
                  <a16:creationId xmlns:a16="http://schemas.microsoft.com/office/drawing/2014/main" id="{944EDFC4-2B01-47C2-A83C-86E37AF5ADD2}"/>
                </a:ext>
              </a:extLst>
            </p:cNvPr>
            <p:cNvSpPr>
              <a:spLocks/>
            </p:cNvSpPr>
            <p:nvPr/>
          </p:nvSpPr>
          <p:spPr bwMode="auto">
            <a:xfrm>
              <a:off x="3754" y="2156"/>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Freeform 40">
              <a:extLst>
                <a:ext uri="{FF2B5EF4-FFF2-40B4-BE49-F238E27FC236}">
                  <a16:creationId xmlns:a16="http://schemas.microsoft.com/office/drawing/2014/main" id="{D7377021-99AA-4963-87F9-872EEC8AD3B6}"/>
                </a:ext>
              </a:extLst>
            </p:cNvPr>
            <p:cNvSpPr>
              <a:spLocks/>
            </p:cNvSpPr>
            <p:nvPr/>
          </p:nvSpPr>
          <p:spPr bwMode="auto">
            <a:xfrm>
              <a:off x="4251" y="2157"/>
              <a:ext cx="497" cy="305"/>
            </a:xfrm>
            <a:custGeom>
              <a:avLst/>
              <a:gdLst>
                <a:gd name="T0" fmla="*/ 0 w 497"/>
                <a:gd name="T1" fmla="*/ 305 h 305"/>
                <a:gd name="T2" fmla="*/ 238 w 497"/>
                <a:gd name="T3" fmla="*/ 305 h 305"/>
                <a:gd name="T4" fmla="*/ 238 w 497"/>
                <a:gd name="T5" fmla="*/ 0 h 305"/>
                <a:gd name="T6" fmla="*/ 497 w 497"/>
                <a:gd name="T7" fmla="*/ 0 h 305"/>
                <a:gd name="T8" fmla="*/ 497 w 497"/>
                <a:gd name="T9" fmla="*/ 305 h 3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7" h="305">
                  <a:moveTo>
                    <a:pt x="0" y="305"/>
                  </a:moveTo>
                  <a:lnTo>
                    <a:pt x="238" y="305"/>
                  </a:lnTo>
                  <a:lnTo>
                    <a:pt x="238" y="0"/>
                  </a:lnTo>
                  <a:lnTo>
                    <a:pt x="497" y="0"/>
                  </a:lnTo>
                  <a:lnTo>
                    <a:pt x="497"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Freeform 41">
              <a:extLst>
                <a:ext uri="{FF2B5EF4-FFF2-40B4-BE49-F238E27FC236}">
                  <a16:creationId xmlns:a16="http://schemas.microsoft.com/office/drawing/2014/main" id="{F306D68E-DDB2-486F-AA3C-B0B688A4B0E3}"/>
                </a:ext>
              </a:extLst>
            </p:cNvPr>
            <p:cNvSpPr>
              <a:spLocks/>
            </p:cNvSpPr>
            <p:nvPr/>
          </p:nvSpPr>
          <p:spPr bwMode="auto">
            <a:xfrm>
              <a:off x="4733" y="2462"/>
              <a:ext cx="248" cy="1"/>
            </a:xfrm>
            <a:custGeom>
              <a:avLst/>
              <a:gdLst>
                <a:gd name="T0" fmla="*/ 0 w 248"/>
                <a:gd name="T1" fmla="*/ 0 h 1"/>
                <a:gd name="T2" fmla="*/ 248 w 248"/>
                <a:gd name="T3" fmla="*/ 0 h 1"/>
                <a:gd name="T4" fmla="*/ 0 60000 65536"/>
                <a:gd name="T5" fmla="*/ 0 60000 65536"/>
              </a:gdLst>
              <a:ahLst/>
              <a:cxnLst>
                <a:cxn ang="T4">
                  <a:pos x="T0" y="T1"/>
                </a:cxn>
                <a:cxn ang="T5">
                  <a:pos x="T2" y="T3"/>
                </a:cxn>
              </a:cxnLst>
              <a:rect l="0" t="0" r="r" b="b"/>
              <a:pathLst>
                <a:path w="248" h="1">
                  <a:moveTo>
                    <a:pt x="0" y="0"/>
                  </a:moveTo>
                  <a:cubicBezTo>
                    <a:pt x="83" y="0"/>
                    <a:pt x="165" y="0"/>
                    <a:pt x="248"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Text Box 42">
              <a:extLst>
                <a:ext uri="{FF2B5EF4-FFF2-40B4-BE49-F238E27FC236}">
                  <a16:creationId xmlns:a16="http://schemas.microsoft.com/office/drawing/2014/main" id="{CA096F15-2B80-4D39-B8EB-55E66CE6E3C2}"/>
                </a:ext>
              </a:extLst>
            </p:cNvPr>
            <p:cNvSpPr txBox="1">
              <a:spLocks noChangeArrowheads="1"/>
            </p:cNvSpPr>
            <p:nvPr/>
          </p:nvSpPr>
          <p:spPr bwMode="auto">
            <a:xfrm>
              <a:off x="215" y="2259"/>
              <a:ext cx="47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grpSp>
      <p:grpSp>
        <p:nvGrpSpPr>
          <p:cNvPr id="18" name="Group 47">
            <a:extLst>
              <a:ext uri="{FF2B5EF4-FFF2-40B4-BE49-F238E27FC236}">
                <a16:creationId xmlns:a16="http://schemas.microsoft.com/office/drawing/2014/main" id="{13292EB1-63E3-4816-878A-0833A75AB206}"/>
              </a:ext>
            </a:extLst>
          </p:cNvPr>
          <p:cNvGrpSpPr>
            <a:grpSpLocks/>
          </p:cNvGrpSpPr>
          <p:nvPr/>
        </p:nvGrpSpPr>
        <p:grpSpPr bwMode="auto">
          <a:xfrm>
            <a:off x="1758950" y="896938"/>
            <a:ext cx="5626100" cy="1574800"/>
            <a:chOff x="1198" y="576"/>
            <a:chExt cx="3544" cy="992"/>
          </a:xfrm>
        </p:grpSpPr>
        <p:grpSp>
          <p:nvGrpSpPr>
            <p:cNvPr id="19" name="Group 25">
              <a:extLst>
                <a:ext uri="{FF2B5EF4-FFF2-40B4-BE49-F238E27FC236}">
                  <a16:creationId xmlns:a16="http://schemas.microsoft.com/office/drawing/2014/main" id="{A9587DF6-7EDE-47EC-BD2F-0FE4D24B8C9C}"/>
                </a:ext>
              </a:extLst>
            </p:cNvPr>
            <p:cNvGrpSpPr>
              <a:grpSpLocks/>
            </p:cNvGrpSpPr>
            <p:nvPr/>
          </p:nvGrpSpPr>
          <p:grpSpPr bwMode="auto">
            <a:xfrm>
              <a:off x="1198" y="576"/>
              <a:ext cx="3544" cy="992"/>
              <a:chOff x="486" y="610"/>
              <a:chExt cx="3544" cy="992"/>
            </a:xfrm>
          </p:grpSpPr>
          <p:sp>
            <p:nvSpPr>
              <p:cNvPr id="22" name="Rectangle 4">
                <a:extLst>
                  <a:ext uri="{FF2B5EF4-FFF2-40B4-BE49-F238E27FC236}">
                    <a16:creationId xmlns:a16="http://schemas.microsoft.com/office/drawing/2014/main" id="{81C550B3-3D45-45CE-8DBE-09CD5096EC2E}"/>
                  </a:ext>
                </a:extLst>
              </p:cNvPr>
              <p:cNvSpPr>
                <a:spLocks noChangeArrowheads="1"/>
              </p:cNvSpPr>
              <p:nvPr/>
            </p:nvSpPr>
            <p:spPr bwMode="auto">
              <a:xfrm>
                <a:off x="1548" y="913"/>
                <a:ext cx="486" cy="6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3" name="AutoShape 5">
                <a:extLst>
                  <a:ext uri="{FF2B5EF4-FFF2-40B4-BE49-F238E27FC236}">
                    <a16:creationId xmlns:a16="http://schemas.microsoft.com/office/drawing/2014/main" id="{88319142-AE04-4A7A-AABF-AE2497FDC30E}"/>
                  </a:ext>
                </a:extLst>
              </p:cNvPr>
              <p:cNvSpPr>
                <a:spLocks noChangeArrowheads="1"/>
              </p:cNvSpPr>
              <p:nvPr/>
            </p:nvSpPr>
            <p:spPr bwMode="auto">
              <a:xfrm rot="18900000" flipH="1">
                <a:off x="1483" y="1155"/>
                <a:ext cx="127" cy="127"/>
              </a:xfrm>
              <a:prstGeom prst="rtTriangl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4" name="Text Box 6">
                <a:extLst>
                  <a:ext uri="{FF2B5EF4-FFF2-40B4-BE49-F238E27FC236}">
                    <a16:creationId xmlns:a16="http://schemas.microsoft.com/office/drawing/2014/main" id="{26DB2358-E9F1-432A-A176-E7A67DC830F0}"/>
                  </a:ext>
                </a:extLst>
              </p:cNvPr>
              <p:cNvSpPr txBox="1">
                <a:spLocks noChangeArrowheads="1"/>
              </p:cNvSpPr>
              <p:nvPr/>
            </p:nvSpPr>
            <p:spPr bwMode="auto">
              <a:xfrm>
                <a:off x="1526" y="880"/>
                <a:ext cx="4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25" name="Text Box 7">
                <a:extLst>
                  <a:ext uri="{FF2B5EF4-FFF2-40B4-BE49-F238E27FC236}">
                    <a16:creationId xmlns:a16="http://schemas.microsoft.com/office/drawing/2014/main" id="{68040A44-DD49-49A5-A5C0-9001ED2C65AC}"/>
                  </a:ext>
                </a:extLst>
              </p:cNvPr>
              <p:cNvSpPr txBox="1">
                <a:spLocks noChangeArrowheads="1"/>
              </p:cNvSpPr>
              <p:nvPr/>
            </p:nvSpPr>
            <p:spPr bwMode="auto">
              <a:xfrm>
                <a:off x="2033" y="665"/>
                <a:ext cx="39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0</a:t>
                </a:r>
              </a:p>
            </p:txBody>
          </p:sp>
          <p:sp>
            <p:nvSpPr>
              <p:cNvPr id="26" name="Rectangle 10">
                <a:extLst>
                  <a:ext uri="{FF2B5EF4-FFF2-40B4-BE49-F238E27FC236}">
                    <a16:creationId xmlns:a16="http://schemas.microsoft.com/office/drawing/2014/main" id="{4D3F71A1-C856-402C-8342-CABC64BA9B2F}"/>
                  </a:ext>
                </a:extLst>
              </p:cNvPr>
              <p:cNvSpPr>
                <a:spLocks noChangeArrowheads="1"/>
              </p:cNvSpPr>
              <p:nvPr/>
            </p:nvSpPr>
            <p:spPr bwMode="auto">
              <a:xfrm>
                <a:off x="3173" y="903"/>
                <a:ext cx="486" cy="68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7" name="AutoShape 11">
                <a:extLst>
                  <a:ext uri="{FF2B5EF4-FFF2-40B4-BE49-F238E27FC236}">
                    <a16:creationId xmlns:a16="http://schemas.microsoft.com/office/drawing/2014/main" id="{81E3CBA1-2ED5-4254-94E4-818A832BA146}"/>
                  </a:ext>
                </a:extLst>
              </p:cNvPr>
              <p:cNvSpPr>
                <a:spLocks noChangeArrowheads="1"/>
              </p:cNvSpPr>
              <p:nvPr/>
            </p:nvSpPr>
            <p:spPr bwMode="auto">
              <a:xfrm rot="18900000" flipH="1">
                <a:off x="3108" y="1145"/>
                <a:ext cx="127" cy="127"/>
              </a:xfrm>
              <a:prstGeom prst="rtTriangl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8" name="Text Box 12">
                <a:extLst>
                  <a:ext uri="{FF2B5EF4-FFF2-40B4-BE49-F238E27FC236}">
                    <a16:creationId xmlns:a16="http://schemas.microsoft.com/office/drawing/2014/main" id="{E69DC6C4-8302-46EF-BAED-0F04BB57C1A5}"/>
                  </a:ext>
                </a:extLst>
              </p:cNvPr>
              <p:cNvSpPr txBox="1">
                <a:spLocks noChangeArrowheads="1"/>
              </p:cNvSpPr>
              <p:nvPr/>
            </p:nvSpPr>
            <p:spPr bwMode="auto">
              <a:xfrm>
                <a:off x="3151" y="870"/>
                <a:ext cx="40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T</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29" name="Text Box 13">
                <a:extLst>
                  <a:ext uri="{FF2B5EF4-FFF2-40B4-BE49-F238E27FC236}">
                    <a16:creationId xmlns:a16="http://schemas.microsoft.com/office/drawing/2014/main" id="{82CE0364-3DB3-46DA-B561-3A1BA9811581}"/>
                  </a:ext>
                </a:extLst>
              </p:cNvPr>
              <p:cNvSpPr txBox="1">
                <a:spLocks noChangeArrowheads="1"/>
              </p:cNvSpPr>
              <p:nvPr/>
            </p:nvSpPr>
            <p:spPr bwMode="auto">
              <a:xfrm>
                <a:off x="3636" y="610"/>
                <a:ext cx="394"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4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30" name="Line 14">
                <a:extLst>
                  <a:ext uri="{FF2B5EF4-FFF2-40B4-BE49-F238E27FC236}">
                    <a16:creationId xmlns:a16="http://schemas.microsoft.com/office/drawing/2014/main" id="{70D59A96-F959-4283-A9BF-94FB1DF498BF}"/>
                  </a:ext>
                </a:extLst>
              </p:cNvPr>
              <p:cNvSpPr>
                <a:spLocks noChangeShapeType="1"/>
              </p:cNvSpPr>
              <p:nvPr/>
            </p:nvSpPr>
            <p:spPr bwMode="auto">
              <a:xfrm flipH="1">
                <a:off x="1073" y="1005"/>
                <a:ext cx="4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Line 15">
                <a:extLst>
                  <a:ext uri="{FF2B5EF4-FFF2-40B4-BE49-F238E27FC236}">
                    <a16:creationId xmlns:a16="http://schemas.microsoft.com/office/drawing/2014/main" id="{F3E3CE26-035C-4FE0-8A30-8F96A0A9EDE8}"/>
                  </a:ext>
                </a:extLst>
              </p:cNvPr>
              <p:cNvSpPr>
                <a:spLocks noChangeShapeType="1"/>
              </p:cNvSpPr>
              <p:nvPr/>
            </p:nvSpPr>
            <p:spPr bwMode="auto">
              <a:xfrm flipH="1">
                <a:off x="2710" y="1027"/>
                <a:ext cx="4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16">
                <a:extLst>
                  <a:ext uri="{FF2B5EF4-FFF2-40B4-BE49-F238E27FC236}">
                    <a16:creationId xmlns:a16="http://schemas.microsoft.com/office/drawing/2014/main" id="{D3B9436D-892B-4D28-A8E5-44A4150AEA2E}"/>
                  </a:ext>
                </a:extLst>
              </p:cNvPr>
              <p:cNvSpPr>
                <a:spLocks noChangeShapeType="1"/>
              </p:cNvSpPr>
              <p:nvPr/>
            </p:nvSpPr>
            <p:spPr bwMode="auto">
              <a:xfrm flipH="1">
                <a:off x="881" y="1231"/>
                <a:ext cx="65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Freeform 19">
                <a:extLst>
                  <a:ext uri="{FF2B5EF4-FFF2-40B4-BE49-F238E27FC236}">
                    <a16:creationId xmlns:a16="http://schemas.microsoft.com/office/drawing/2014/main" id="{719B55FC-60C3-4760-81B2-E9C05B8380F1}"/>
                  </a:ext>
                </a:extLst>
              </p:cNvPr>
              <p:cNvSpPr>
                <a:spLocks/>
              </p:cNvSpPr>
              <p:nvPr/>
            </p:nvSpPr>
            <p:spPr bwMode="auto">
              <a:xfrm>
                <a:off x="2033" y="1050"/>
                <a:ext cx="1141" cy="158"/>
              </a:xfrm>
              <a:custGeom>
                <a:avLst/>
                <a:gdLst>
                  <a:gd name="T0" fmla="*/ 0 w 1141"/>
                  <a:gd name="T1" fmla="*/ 0 h 158"/>
                  <a:gd name="T2" fmla="*/ 294 w 1141"/>
                  <a:gd name="T3" fmla="*/ 0 h 158"/>
                  <a:gd name="T4" fmla="*/ 294 w 1141"/>
                  <a:gd name="T5" fmla="*/ 158 h 158"/>
                  <a:gd name="T6" fmla="*/ 1141 w 1141"/>
                  <a:gd name="T7" fmla="*/ 158 h 15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41" h="158">
                    <a:moveTo>
                      <a:pt x="0" y="0"/>
                    </a:moveTo>
                    <a:lnTo>
                      <a:pt x="294" y="0"/>
                    </a:lnTo>
                    <a:lnTo>
                      <a:pt x="294" y="158"/>
                    </a:lnTo>
                    <a:lnTo>
                      <a:pt x="1141" y="158"/>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20">
                <a:extLst>
                  <a:ext uri="{FF2B5EF4-FFF2-40B4-BE49-F238E27FC236}">
                    <a16:creationId xmlns:a16="http://schemas.microsoft.com/office/drawing/2014/main" id="{01AB0B6F-8F0C-40F6-B819-60F02EB6B816}"/>
                  </a:ext>
                </a:extLst>
              </p:cNvPr>
              <p:cNvSpPr>
                <a:spLocks noChangeShapeType="1"/>
              </p:cNvSpPr>
              <p:nvPr/>
            </p:nvSpPr>
            <p:spPr bwMode="auto">
              <a:xfrm flipV="1">
                <a:off x="2327" y="768"/>
                <a:ext cx="0" cy="2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Freeform 21">
                <a:extLst>
                  <a:ext uri="{FF2B5EF4-FFF2-40B4-BE49-F238E27FC236}">
                    <a16:creationId xmlns:a16="http://schemas.microsoft.com/office/drawing/2014/main" id="{AA51E3CE-E0E7-4506-A34B-861C1FEDC9AE}"/>
                  </a:ext>
                </a:extLst>
              </p:cNvPr>
              <p:cNvSpPr>
                <a:spLocks/>
              </p:cNvSpPr>
              <p:nvPr/>
            </p:nvSpPr>
            <p:spPr bwMode="auto">
              <a:xfrm>
                <a:off x="3659" y="757"/>
                <a:ext cx="294" cy="282"/>
              </a:xfrm>
              <a:custGeom>
                <a:avLst/>
                <a:gdLst>
                  <a:gd name="T0" fmla="*/ 0 w 294"/>
                  <a:gd name="T1" fmla="*/ 282 h 282"/>
                  <a:gd name="T2" fmla="*/ 294 w 294"/>
                  <a:gd name="T3" fmla="*/ 282 h 282"/>
                  <a:gd name="T4" fmla="*/ 294 w 294"/>
                  <a:gd name="T5" fmla="*/ 0 h 282"/>
                  <a:gd name="T6" fmla="*/ 0 60000 65536"/>
                  <a:gd name="T7" fmla="*/ 0 60000 65536"/>
                  <a:gd name="T8" fmla="*/ 0 60000 65536"/>
                </a:gdLst>
                <a:ahLst/>
                <a:cxnLst>
                  <a:cxn ang="T6">
                    <a:pos x="T0" y="T1"/>
                  </a:cxn>
                  <a:cxn ang="T7">
                    <a:pos x="T2" y="T3"/>
                  </a:cxn>
                  <a:cxn ang="T8">
                    <a:pos x="T4" y="T5"/>
                  </a:cxn>
                </a:cxnLst>
                <a:rect l="0" t="0" r="r" b="b"/>
                <a:pathLst>
                  <a:path w="294" h="282">
                    <a:moveTo>
                      <a:pt x="0" y="282"/>
                    </a:moveTo>
                    <a:lnTo>
                      <a:pt x="294" y="282"/>
                    </a:lnTo>
                    <a:lnTo>
                      <a:pt x="294"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Text Box 22">
                <a:extLst>
                  <a:ext uri="{FF2B5EF4-FFF2-40B4-BE49-F238E27FC236}">
                    <a16:creationId xmlns:a16="http://schemas.microsoft.com/office/drawing/2014/main" id="{81ADC5A6-3A44-4324-9AEB-06369BE928B4}"/>
                  </a:ext>
                </a:extLst>
              </p:cNvPr>
              <p:cNvSpPr txBox="1">
                <a:spLocks noChangeArrowheads="1"/>
              </p:cNvSpPr>
              <p:nvPr/>
            </p:nvSpPr>
            <p:spPr bwMode="auto">
              <a:xfrm>
                <a:off x="768" y="790"/>
                <a:ext cx="351"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37" name="Text Box 23">
                <a:extLst>
                  <a:ext uri="{FF2B5EF4-FFF2-40B4-BE49-F238E27FC236}">
                    <a16:creationId xmlns:a16="http://schemas.microsoft.com/office/drawing/2014/main" id="{1E53D477-23BF-40B3-9D57-EEABA6F55E66}"/>
                  </a:ext>
                </a:extLst>
              </p:cNvPr>
              <p:cNvSpPr txBox="1">
                <a:spLocks noChangeArrowheads="1"/>
              </p:cNvSpPr>
              <p:nvPr/>
            </p:nvSpPr>
            <p:spPr bwMode="auto">
              <a:xfrm>
                <a:off x="2405" y="847"/>
                <a:ext cx="351"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“1”</a:t>
                </a:r>
              </a:p>
            </p:txBody>
          </p:sp>
          <p:sp>
            <p:nvSpPr>
              <p:cNvPr id="38" name="Text Box 24">
                <a:extLst>
                  <a:ext uri="{FF2B5EF4-FFF2-40B4-BE49-F238E27FC236}">
                    <a16:creationId xmlns:a16="http://schemas.microsoft.com/office/drawing/2014/main" id="{B4697D8D-8E52-4E8D-954E-7CD5F78704F3}"/>
                  </a:ext>
                </a:extLst>
              </p:cNvPr>
              <p:cNvSpPr txBox="1">
                <a:spLocks noChangeArrowheads="1"/>
              </p:cNvSpPr>
              <p:nvPr/>
            </p:nvSpPr>
            <p:spPr bwMode="auto">
              <a:xfrm>
                <a:off x="486" y="1073"/>
                <a:ext cx="666"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CP</a:t>
                </a:r>
              </a:p>
            </p:txBody>
          </p:sp>
        </p:grpSp>
        <p:sp>
          <p:nvSpPr>
            <p:cNvPr id="20" name="Oval 45">
              <a:extLst>
                <a:ext uri="{FF2B5EF4-FFF2-40B4-BE49-F238E27FC236}">
                  <a16:creationId xmlns:a16="http://schemas.microsoft.com/office/drawing/2014/main" id="{0229C7FB-5313-473E-AB15-22F38E1331D9}"/>
                </a:ext>
              </a:extLst>
            </p:cNvPr>
            <p:cNvSpPr>
              <a:spLocks noChangeArrowheads="1"/>
            </p:cNvSpPr>
            <p:nvPr/>
          </p:nvSpPr>
          <p:spPr bwMode="auto">
            <a:xfrm>
              <a:off x="2191" y="1152"/>
              <a:ext cx="68" cy="68"/>
            </a:xfrm>
            <a:prstGeom prst="ellipse">
              <a:avLst/>
            </a:prstGeom>
            <a:solidFill>
              <a:srgbClr val="0000AA"/>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sp>
          <p:nvSpPr>
            <p:cNvPr id="21" name="Oval 46">
              <a:extLst>
                <a:ext uri="{FF2B5EF4-FFF2-40B4-BE49-F238E27FC236}">
                  <a16:creationId xmlns:a16="http://schemas.microsoft.com/office/drawing/2014/main" id="{70B3153A-98AD-447F-AC7C-BCC6C80A3A4A}"/>
                </a:ext>
              </a:extLst>
            </p:cNvPr>
            <p:cNvSpPr>
              <a:spLocks noChangeArrowheads="1"/>
            </p:cNvSpPr>
            <p:nvPr/>
          </p:nvSpPr>
          <p:spPr bwMode="auto">
            <a:xfrm>
              <a:off x="3817" y="1140"/>
              <a:ext cx="68" cy="68"/>
            </a:xfrm>
            <a:prstGeom prst="ellipse">
              <a:avLst/>
            </a:prstGeom>
            <a:solidFill>
              <a:srgbClr val="0000AA"/>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endParaRPr>
            </a:p>
          </p:txBody>
        </p:sp>
      </p:grpSp>
      <p:grpSp>
        <p:nvGrpSpPr>
          <p:cNvPr id="39" name="Group 63">
            <a:extLst>
              <a:ext uri="{FF2B5EF4-FFF2-40B4-BE49-F238E27FC236}">
                <a16:creationId xmlns:a16="http://schemas.microsoft.com/office/drawing/2014/main" id="{27ADD425-2EA1-4215-9303-27A816D1C183}"/>
              </a:ext>
            </a:extLst>
          </p:cNvPr>
          <p:cNvGrpSpPr>
            <a:grpSpLocks/>
          </p:cNvGrpSpPr>
          <p:nvPr/>
        </p:nvGrpSpPr>
        <p:grpSpPr bwMode="auto">
          <a:xfrm>
            <a:off x="2706688" y="3497263"/>
            <a:ext cx="5559425" cy="1647825"/>
            <a:chOff x="1242" y="2384"/>
            <a:chExt cx="3502" cy="1038"/>
          </a:xfrm>
        </p:grpSpPr>
        <p:sp>
          <p:nvSpPr>
            <p:cNvPr id="40" name="Line 51">
              <a:extLst>
                <a:ext uri="{FF2B5EF4-FFF2-40B4-BE49-F238E27FC236}">
                  <a16:creationId xmlns:a16="http://schemas.microsoft.com/office/drawing/2014/main" id="{40E2A2AA-DE51-4E4A-82A7-26B60F6534C2}"/>
                </a:ext>
              </a:extLst>
            </p:cNvPr>
            <p:cNvSpPr>
              <a:spLocks noChangeShapeType="1"/>
            </p:cNvSpPr>
            <p:nvPr/>
          </p:nvSpPr>
          <p:spPr bwMode="auto">
            <a:xfrm>
              <a:off x="1242" y="2440"/>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Line 52">
              <a:extLst>
                <a:ext uri="{FF2B5EF4-FFF2-40B4-BE49-F238E27FC236}">
                  <a16:creationId xmlns:a16="http://schemas.microsoft.com/office/drawing/2014/main" id="{7045706F-AA60-4DC0-9DE8-7ADCC0E85EFC}"/>
                </a:ext>
              </a:extLst>
            </p:cNvPr>
            <p:cNvSpPr>
              <a:spLocks noChangeShapeType="1"/>
            </p:cNvSpPr>
            <p:nvPr/>
          </p:nvSpPr>
          <p:spPr bwMode="auto">
            <a:xfrm>
              <a:off x="1751" y="2440"/>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53">
              <a:extLst>
                <a:ext uri="{FF2B5EF4-FFF2-40B4-BE49-F238E27FC236}">
                  <a16:creationId xmlns:a16="http://schemas.microsoft.com/office/drawing/2014/main" id="{A15746FA-76FE-45B6-9EED-23518D84A06C}"/>
                </a:ext>
              </a:extLst>
            </p:cNvPr>
            <p:cNvSpPr>
              <a:spLocks noChangeShapeType="1"/>
            </p:cNvSpPr>
            <p:nvPr/>
          </p:nvSpPr>
          <p:spPr bwMode="auto">
            <a:xfrm>
              <a:off x="2248" y="2429"/>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Line 54">
              <a:extLst>
                <a:ext uri="{FF2B5EF4-FFF2-40B4-BE49-F238E27FC236}">
                  <a16:creationId xmlns:a16="http://schemas.microsoft.com/office/drawing/2014/main" id="{01A87F4C-8EE0-4B43-984F-DD625C5BA2A4}"/>
                </a:ext>
              </a:extLst>
            </p:cNvPr>
            <p:cNvSpPr>
              <a:spLocks noChangeShapeType="1"/>
            </p:cNvSpPr>
            <p:nvPr/>
          </p:nvSpPr>
          <p:spPr bwMode="auto">
            <a:xfrm>
              <a:off x="2744" y="2418"/>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55">
              <a:extLst>
                <a:ext uri="{FF2B5EF4-FFF2-40B4-BE49-F238E27FC236}">
                  <a16:creationId xmlns:a16="http://schemas.microsoft.com/office/drawing/2014/main" id="{20523BD5-2999-4670-B3DD-3AD5D2410B06}"/>
                </a:ext>
              </a:extLst>
            </p:cNvPr>
            <p:cNvSpPr>
              <a:spLocks noChangeShapeType="1"/>
            </p:cNvSpPr>
            <p:nvPr/>
          </p:nvSpPr>
          <p:spPr bwMode="auto">
            <a:xfrm>
              <a:off x="3230" y="2418"/>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56">
              <a:extLst>
                <a:ext uri="{FF2B5EF4-FFF2-40B4-BE49-F238E27FC236}">
                  <a16:creationId xmlns:a16="http://schemas.microsoft.com/office/drawing/2014/main" id="{252D77EB-4EB3-4F69-9774-505A81BF4531}"/>
                </a:ext>
              </a:extLst>
            </p:cNvPr>
            <p:cNvSpPr>
              <a:spLocks noChangeShapeType="1"/>
            </p:cNvSpPr>
            <p:nvPr/>
          </p:nvSpPr>
          <p:spPr bwMode="auto">
            <a:xfrm>
              <a:off x="3750" y="2395"/>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Line 57">
              <a:extLst>
                <a:ext uri="{FF2B5EF4-FFF2-40B4-BE49-F238E27FC236}">
                  <a16:creationId xmlns:a16="http://schemas.microsoft.com/office/drawing/2014/main" id="{ED0DFDAB-EF27-4B82-B56F-46C818E5E5F2}"/>
                </a:ext>
              </a:extLst>
            </p:cNvPr>
            <p:cNvSpPr>
              <a:spLocks noChangeShapeType="1"/>
            </p:cNvSpPr>
            <p:nvPr/>
          </p:nvSpPr>
          <p:spPr bwMode="auto">
            <a:xfrm>
              <a:off x="4247" y="2384"/>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Line 58">
              <a:extLst>
                <a:ext uri="{FF2B5EF4-FFF2-40B4-BE49-F238E27FC236}">
                  <a16:creationId xmlns:a16="http://schemas.microsoft.com/office/drawing/2014/main" id="{9EDCD70C-8D13-43D6-B37C-7D992A3A245E}"/>
                </a:ext>
              </a:extLst>
            </p:cNvPr>
            <p:cNvSpPr>
              <a:spLocks noChangeShapeType="1"/>
            </p:cNvSpPr>
            <p:nvPr/>
          </p:nvSpPr>
          <p:spPr bwMode="auto">
            <a:xfrm>
              <a:off x="4744" y="2384"/>
              <a:ext cx="0" cy="98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8" name="Group 64">
            <a:extLst>
              <a:ext uri="{FF2B5EF4-FFF2-40B4-BE49-F238E27FC236}">
                <a16:creationId xmlns:a16="http://schemas.microsoft.com/office/drawing/2014/main" id="{BEE0C63A-FBBD-4E4D-B04B-392A054D322C}"/>
              </a:ext>
            </a:extLst>
          </p:cNvPr>
          <p:cNvGrpSpPr>
            <a:grpSpLocks/>
          </p:cNvGrpSpPr>
          <p:nvPr/>
        </p:nvGrpSpPr>
        <p:grpSpPr bwMode="auto">
          <a:xfrm>
            <a:off x="788988" y="3836988"/>
            <a:ext cx="7853362" cy="590550"/>
            <a:chOff x="34" y="2598"/>
            <a:chExt cx="4947" cy="372"/>
          </a:xfrm>
        </p:grpSpPr>
        <p:sp>
          <p:nvSpPr>
            <p:cNvPr id="49" name="Text Box 44">
              <a:extLst>
                <a:ext uri="{FF2B5EF4-FFF2-40B4-BE49-F238E27FC236}">
                  <a16:creationId xmlns:a16="http://schemas.microsoft.com/office/drawing/2014/main" id="{1FCDB49E-AEE9-45D2-BB75-703A0C6FAA5E}"/>
                </a:ext>
              </a:extLst>
            </p:cNvPr>
            <p:cNvSpPr txBox="1">
              <a:spLocks noChangeArrowheads="1"/>
            </p:cNvSpPr>
            <p:nvPr/>
          </p:nvSpPr>
          <p:spPr bwMode="auto">
            <a:xfrm>
              <a:off x="34" y="2643"/>
              <a:ext cx="7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25000" noProof="0" dirty="0">
                  <a:ln>
                    <a:solidFill>
                      <a:schemeClr val="tx1"/>
                    </a:solidFill>
                  </a:ln>
                  <a:effectLst/>
                  <a:uLnTx/>
                  <a:uFillTx/>
                  <a:latin typeface="Times New Roman" panose="02020603050405020304" pitchFamily="18" charset="0"/>
                  <a:ea typeface="宋体" panose="02010600030101010101" pitchFamily="2" charset="-122"/>
                  <a:cs typeface="+mn-cs"/>
                </a:rPr>
                <a:t>0</a:t>
              </a:r>
              <a:r>
                <a:rPr kumimoji="1" lang="en-US" altLang="zh-CN" sz="2800" b="1" i="0" u="none" strike="noStrike" kern="1200" cap="none" spc="0" normalizeH="0" baseline="30000" noProof="0" dirty="0">
                  <a:ln>
                    <a:solidFill>
                      <a:schemeClr val="tx1"/>
                    </a:solidFill>
                  </a:ln>
                  <a:effectLst/>
                  <a:uLnTx/>
                  <a:uFillTx/>
                  <a:latin typeface="Times New Roman" panose="02020603050405020304" pitchFamily="18" charset="0"/>
                  <a:ea typeface="宋体" panose="02010600030101010101" pitchFamily="2" charset="-122"/>
                  <a:cs typeface="+mn-cs"/>
                </a:rPr>
                <a:t>n+1</a:t>
              </a:r>
            </a:p>
          </p:txBody>
        </p:sp>
        <p:sp>
          <p:nvSpPr>
            <p:cNvPr id="50" name="Freeform 60">
              <a:extLst>
                <a:ext uri="{FF2B5EF4-FFF2-40B4-BE49-F238E27FC236}">
                  <a16:creationId xmlns:a16="http://schemas.microsoft.com/office/drawing/2014/main" id="{4F828995-8CB9-4B47-9554-4629A0DD5243}"/>
                </a:ext>
              </a:extLst>
            </p:cNvPr>
            <p:cNvSpPr>
              <a:spLocks/>
            </p:cNvSpPr>
            <p:nvPr/>
          </p:nvSpPr>
          <p:spPr bwMode="auto">
            <a:xfrm>
              <a:off x="587" y="2598"/>
              <a:ext cx="4394" cy="316"/>
            </a:xfrm>
            <a:custGeom>
              <a:avLst/>
              <a:gdLst>
                <a:gd name="T0" fmla="*/ 0 w 4394"/>
                <a:gd name="T1" fmla="*/ 305 h 316"/>
                <a:gd name="T2" fmla="*/ 655 w 4394"/>
                <a:gd name="T3" fmla="*/ 305 h 316"/>
                <a:gd name="T4" fmla="*/ 655 w 4394"/>
                <a:gd name="T5" fmla="*/ 0 h 316"/>
                <a:gd name="T6" fmla="*/ 1164 w 4394"/>
                <a:gd name="T7" fmla="*/ 0 h 316"/>
                <a:gd name="T8" fmla="*/ 1164 w 4394"/>
                <a:gd name="T9" fmla="*/ 305 h 316"/>
                <a:gd name="T10" fmla="*/ 1661 w 4394"/>
                <a:gd name="T11" fmla="*/ 305 h 316"/>
                <a:gd name="T12" fmla="*/ 1661 w 4394"/>
                <a:gd name="T13" fmla="*/ 0 h 316"/>
                <a:gd name="T14" fmla="*/ 2157 w 4394"/>
                <a:gd name="T15" fmla="*/ 0 h 316"/>
                <a:gd name="T16" fmla="*/ 2157 w 4394"/>
                <a:gd name="T17" fmla="*/ 305 h 316"/>
                <a:gd name="T18" fmla="*/ 2643 w 4394"/>
                <a:gd name="T19" fmla="*/ 305 h 316"/>
                <a:gd name="T20" fmla="*/ 2643 w 4394"/>
                <a:gd name="T21" fmla="*/ 0 h 316"/>
                <a:gd name="T22" fmla="*/ 3163 w 4394"/>
                <a:gd name="T23" fmla="*/ 0 h 316"/>
                <a:gd name="T24" fmla="*/ 3163 w 4394"/>
                <a:gd name="T25" fmla="*/ 305 h 316"/>
                <a:gd name="T26" fmla="*/ 3660 w 4394"/>
                <a:gd name="T27" fmla="*/ 305 h 316"/>
                <a:gd name="T28" fmla="*/ 3660 w 4394"/>
                <a:gd name="T29" fmla="*/ 0 h 316"/>
                <a:gd name="T30" fmla="*/ 4157 w 4394"/>
                <a:gd name="T31" fmla="*/ 0 h 316"/>
                <a:gd name="T32" fmla="*/ 4157 w 4394"/>
                <a:gd name="T33" fmla="*/ 305 h 316"/>
                <a:gd name="T34" fmla="*/ 4394 w 4394"/>
                <a:gd name="T35" fmla="*/ 316 h 3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394" h="316">
                  <a:moveTo>
                    <a:pt x="0" y="305"/>
                  </a:moveTo>
                  <a:lnTo>
                    <a:pt x="655" y="305"/>
                  </a:lnTo>
                  <a:lnTo>
                    <a:pt x="655" y="0"/>
                  </a:lnTo>
                  <a:lnTo>
                    <a:pt x="1164" y="0"/>
                  </a:lnTo>
                  <a:lnTo>
                    <a:pt x="1164" y="305"/>
                  </a:lnTo>
                  <a:lnTo>
                    <a:pt x="1661" y="305"/>
                  </a:lnTo>
                  <a:lnTo>
                    <a:pt x="1661" y="0"/>
                  </a:lnTo>
                  <a:lnTo>
                    <a:pt x="2157" y="0"/>
                  </a:lnTo>
                  <a:lnTo>
                    <a:pt x="2157" y="305"/>
                  </a:lnTo>
                  <a:lnTo>
                    <a:pt x="2643" y="305"/>
                  </a:lnTo>
                  <a:lnTo>
                    <a:pt x="2643" y="0"/>
                  </a:lnTo>
                  <a:lnTo>
                    <a:pt x="3163" y="0"/>
                  </a:lnTo>
                  <a:lnTo>
                    <a:pt x="3163" y="305"/>
                  </a:lnTo>
                  <a:lnTo>
                    <a:pt x="3660" y="305"/>
                  </a:lnTo>
                  <a:lnTo>
                    <a:pt x="3660" y="0"/>
                  </a:lnTo>
                  <a:lnTo>
                    <a:pt x="4157" y="0"/>
                  </a:lnTo>
                  <a:lnTo>
                    <a:pt x="4157" y="305"/>
                  </a:lnTo>
                  <a:lnTo>
                    <a:pt x="4394" y="316"/>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1" name="Group 65">
            <a:extLst>
              <a:ext uri="{FF2B5EF4-FFF2-40B4-BE49-F238E27FC236}">
                <a16:creationId xmlns:a16="http://schemas.microsoft.com/office/drawing/2014/main" id="{85CCF23C-1713-4DBE-88DC-8760E5DF1213}"/>
              </a:ext>
            </a:extLst>
          </p:cNvPr>
          <p:cNvGrpSpPr>
            <a:grpSpLocks/>
          </p:cNvGrpSpPr>
          <p:nvPr/>
        </p:nvGrpSpPr>
        <p:grpSpPr bwMode="auto">
          <a:xfrm>
            <a:off x="825500" y="4572000"/>
            <a:ext cx="7816850" cy="681038"/>
            <a:chOff x="57" y="3061"/>
            <a:chExt cx="4924" cy="429"/>
          </a:xfrm>
        </p:grpSpPr>
        <p:sp>
          <p:nvSpPr>
            <p:cNvPr id="52" name="Text Box 61">
              <a:extLst>
                <a:ext uri="{FF2B5EF4-FFF2-40B4-BE49-F238E27FC236}">
                  <a16:creationId xmlns:a16="http://schemas.microsoft.com/office/drawing/2014/main" id="{4607DEB1-B058-4D18-9E5E-2799E8ACFCC8}"/>
                </a:ext>
              </a:extLst>
            </p:cNvPr>
            <p:cNvSpPr txBox="1">
              <a:spLocks noChangeArrowheads="1"/>
            </p:cNvSpPr>
            <p:nvPr/>
          </p:nvSpPr>
          <p:spPr bwMode="auto">
            <a:xfrm>
              <a:off x="57" y="3163"/>
              <a:ext cx="72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solidFill>
                      <a:schemeClr val="tx1"/>
                    </a:solidFill>
                  </a:ln>
                  <a:effectLst/>
                  <a:uLnTx/>
                  <a:uFillTx/>
                  <a:latin typeface="Times New Roman" panose="02020603050405020304" pitchFamily="18" charset="0"/>
                  <a:ea typeface="宋体" panose="02010600030101010101" pitchFamily="2" charset="-122"/>
                  <a:cs typeface="+mn-cs"/>
                </a:rPr>
                <a:t>Q</a:t>
              </a:r>
              <a:r>
                <a:rPr kumimoji="1" lang="en-US" altLang="zh-CN" sz="2800" b="1" i="0" u="none" strike="noStrike" kern="1200" cap="none" spc="0" normalizeH="0" baseline="-25000" noProof="0">
                  <a:ln>
                    <a:solidFill>
                      <a:schemeClr val="tx1"/>
                    </a:solidFill>
                  </a:ln>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30000" noProof="0">
                  <a:ln>
                    <a:solidFill>
                      <a:schemeClr val="tx1"/>
                    </a:solidFill>
                  </a:ln>
                  <a:effectLst/>
                  <a:uLnTx/>
                  <a:uFillTx/>
                  <a:latin typeface="Times New Roman" panose="02020603050405020304" pitchFamily="18" charset="0"/>
                  <a:ea typeface="宋体" panose="02010600030101010101" pitchFamily="2" charset="-122"/>
                  <a:cs typeface="+mn-cs"/>
                </a:rPr>
                <a:t>n+1</a:t>
              </a:r>
            </a:p>
          </p:txBody>
        </p:sp>
        <p:sp>
          <p:nvSpPr>
            <p:cNvPr id="53" name="Freeform 62">
              <a:extLst>
                <a:ext uri="{FF2B5EF4-FFF2-40B4-BE49-F238E27FC236}">
                  <a16:creationId xmlns:a16="http://schemas.microsoft.com/office/drawing/2014/main" id="{54713BBC-25A9-4C5E-B0E2-71872F02DF5E}"/>
                </a:ext>
              </a:extLst>
            </p:cNvPr>
            <p:cNvSpPr>
              <a:spLocks/>
            </p:cNvSpPr>
            <p:nvPr/>
          </p:nvSpPr>
          <p:spPr bwMode="auto">
            <a:xfrm>
              <a:off x="587" y="3061"/>
              <a:ext cx="4394" cy="305"/>
            </a:xfrm>
            <a:custGeom>
              <a:avLst/>
              <a:gdLst>
                <a:gd name="T0" fmla="*/ 0 w 4394"/>
                <a:gd name="T1" fmla="*/ 305 h 305"/>
                <a:gd name="T2" fmla="*/ 1164 w 4394"/>
                <a:gd name="T3" fmla="*/ 305 h 305"/>
                <a:gd name="T4" fmla="*/ 1164 w 4394"/>
                <a:gd name="T5" fmla="*/ 0 h 305"/>
                <a:gd name="T6" fmla="*/ 2157 w 4394"/>
                <a:gd name="T7" fmla="*/ 0 h 305"/>
                <a:gd name="T8" fmla="*/ 2157 w 4394"/>
                <a:gd name="T9" fmla="*/ 305 h 305"/>
                <a:gd name="T10" fmla="*/ 3163 w 4394"/>
                <a:gd name="T11" fmla="*/ 305 h 305"/>
                <a:gd name="T12" fmla="*/ 3163 w 4394"/>
                <a:gd name="T13" fmla="*/ 0 h 305"/>
                <a:gd name="T14" fmla="*/ 4157 w 4394"/>
                <a:gd name="T15" fmla="*/ 0 h 305"/>
                <a:gd name="T16" fmla="*/ 4157 w 4394"/>
                <a:gd name="T17" fmla="*/ 305 h 305"/>
                <a:gd name="T18" fmla="*/ 4394 w 4394"/>
                <a:gd name="T19" fmla="*/ 305 h 3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94" h="305">
                  <a:moveTo>
                    <a:pt x="0" y="305"/>
                  </a:moveTo>
                  <a:lnTo>
                    <a:pt x="1164" y="305"/>
                  </a:lnTo>
                  <a:lnTo>
                    <a:pt x="1164" y="0"/>
                  </a:lnTo>
                  <a:lnTo>
                    <a:pt x="2157" y="0"/>
                  </a:lnTo>
                  <a:lnTo>
                    <a:pt x="2157" y="305"/>
                  </a:lnTo>
                  <a:lnTo>
                    <a:pt x="3163" y="305"/>
                  </a:lnTo>
                  <a:lnTo>
                    <a:pt x="3163" y="0"/>
                  </a:lnTo>
                  <a:lnTo>
                    <a:pt x="4157" y="0"/>
                  </a:lnTo>
                  <a:lnTo>
                    <a:pt x="4157" y="305"/>
                  </a:lnTo>
                  <a:lnTo>
                    <a:pt x="4394" y="30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54" name="Text Box 66">
            <a:extLst>
              <a:ext uri="{FF2B5EF4-FFF2-40B4-BE49-F238E27FC236}">
                <a16:creationId xmlns:a16="http://schemas.microsoft.com/office/drawing/2014/main" id="{14CF19ED-9DF6-430F-8906-24283DE40702}"/>
              </a:ext>
            </a:extLst>
          </p:cNvPr>
          <p:cNvSpPr txBox="1">
            <a:spLocks noChangeArrowheads="1"/>
          </p:cNvSpPr>
          <p:nvPr/>
        </p:nvSpPr>
        <p:spPr bwMode="auto">
          <a:xfrm>
            <a:off x="4465638" y="5594350"/>
            <a:ext cx="1522412" cy="519113"/>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solidFill>
                    <a:schemeClr val="tx1"/>
                  </a:solidFill>
                </a:ln>
                <a:effectLst/>
                <a:uLnTx/>
                <a:uFillTx/>
                <a:latin typeface="黑体" pitchFamily="49" charset="-122"/>
                <a:ea typeface="黑体" pitchFamily="49" charset="-122"/>
              </a:rPr>
              <a:t>分频器</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up)">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slide(fromBottom)">
                                      <p:cBhvr>
                                        <p:cTn id="3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47</a:t>
            </a:fld>
            <a:endParaRPr lang="en-US" altLang="zh-CN" dirty="0"/>
          </a:p>
        </p:txBody>
      </p:sp>
      <p:sp>
        <p:nvSpPr>
          <p:cNvPr id="5" name="TextBox 4"/>
          <p:cNvSpPr txBox="1"/>
          <p:nvPr/>
        </p:nvSpPr>
        <p:spPr bwMode="auto">
          <a:xfrm>
            <a:off x="765110" y="157377"/>
            <a:ext cx="82109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en-US" altLang="zh-CN" sz="4000" dirty="0">
                <a:solidFill>
                  <a:schemeClr val="tx2"/>
                </a:solidFill>
                <a:latin typeface="黑体" pitchFamily="49" charset="-122"/>
                <a:ea typeface="黑体" pitchFamily="49" charset="-122"/>
                <a:cs typeface="+mj-cs"/>
              </a:rPr>
              <a:t>§ 6.10</a:t>
            </a:r>
            <a:r>
              <a:rPr lang="zh-CN" altLang="en-US" sz="4000" dirty="0">
                <a:solidFill>
                  <a:schemeClr val="tx2"/>
                </a:solidFill>
                <a:latin typeface="黑体" pitchFamily="49" charset="-122"/>
                <a:ea typeface="黑体" pitchFamily="49" charset="-122"/>
                <a:cs typeface="+mj-cs"/>
              </a:rPr>
              <a:t>不同触发器之间的相互转换</a:t>
            </a:r>
          </a:p>
        </p:txBody>
      </p:sp>
      <p:sp>
        <p:nvSpPr>
          <p:cNvPr id="6" name="Line 18">
            <a:extLst>
              <a:ext uri="{FF2B5EF4-FFF2-40B4-BE49-F238E27FC236}">
                <a16:creationId xmlns:a16="http://schemas.microsoft.com/office/drawing/2014/main" id="{58F64BF4-521D-4B4F-A51E-07D686480EE3}"/>
              </a:ext>
            </a:extLst>
          </p:cNvPr>
          <p:cNvSpPr>
            <a:spLocks noChangeShapeType="1"/>
          </p:cNvSpPr>
          <p:nvPr/>
        </p:nvSpPr>
        <p:spPr bwMode="auto">
          <a:xfrm>
            <a:off x="4509314" y="3595692"/>
            <a:ext cx="218341" cy="0"/>
          </a:xfrm>
          <a:prstGeom prst="line">
            <a:avLst/>
          </a:prstGeom>
          <a:noFill/>
          <a:ln w="19050">
            <a:no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ln>
                <a:solidFill>
                  <a:schemeClr val="tx1"/>
                </a:solidFill>
              </a:ln>
            </a:endParaRPr>
          </a:p>
        </p:txBody>
      </p:sp>
      <p:grpSp>
        <p:nvGrpSpPr>
          <p:cNvPr id="7" name="Group 91">
            <a:extLst>
              <a:ext uri="{FF2B5EF4-FFF2-40B4-BE49-F238E27FC236}">
                <a16:creationId xmlns:a16="http://schemas.microsoft.com/office/drawing/2014/main" id="{442BAB9F-FCE9-4E56-AA77-58A3CB986400}"/>
              </a:ext>
            </a:extLst>
          </p:cNvPr>
          <p:cNvGrpSpPr>
            <a:grpSpLocks/>
          </p:cNvGrpSpPr>
          <p:nvPr/>
        </p:nvGrpSpPr>
        <p:grpSpPr bwMode="auto">
          <a:xfrm>
            <a:off x="647701" y="1150938"/>
            <a:ext cx="7154863" cy="1901824"/>
            <a:chOff x="408" y="725"/>
            <a:chExt cx="4507" cy="1198"/>
          </a:xfrm>
        </p:grpSpPr>
        <p:sp>
          <p:nvSpPr>
            <p:cNvPr id="8" name="Rectangle 4" descr="水滴">
              <a:extLst>
                <a:ext uri="{FF2B5EF4-FFF2-40B4-BE49-F238E27FC236}">
                  <a16:creationId xmlns:a16="http://schemas.microsoft.com/office/drawing/2014/main" id="{DE6187EE-D8B0-434B-84B4-3D3EC70F4CA6}"/>
                </a:ext>
              </a:extLst>
            </p:cNvPr>
            <p:cNvSpPr>
              <a:spLocks noChangeArrowheads="1"/>
            </p:cNvSpPr>
            <p:nvPr/>
          </p:nvSpPr>
          <p:spPr bwMode="auto">
            <a:xfrm>
              <a:off x="408" y="725"/>
              <a:ext cx="311" cy="1198"/>
            </a:xfrm>
            <a:prstGeom prst="rect">
              <a:avLst/>
            </a:prstGeom>
            <a:blipFill dpi="0" rotWithShape="0">
              <a:blip r:embed="rId4" cstate="print"/>
              <a:srcRect/>
              <a:tile tx="0" ty="0" sx="100000" sy="100000" flip="none" algn="tl"/>
            </a:blipFill>
            <a:ln w="9525">
              <a:noFill/>
              <a:miter lim="800000"/>
              <a:headEnd/>
              <a:tailEnd/>
            </a:ln>
            <a:effectLst>
              <a:outerShdw dist="107763" dir="13500000" algn="ctr" rotWithShape="0">
                <a:schemeClr val="folHlink"/>
              </a:outerShdw>
            </a:effectLst>
          </p:spPr>
          <p:txBody>
            <a:bodyPr wrap="none">
              <a:spAutoFit/>
            </a:bodyPr>
            <a:lstStyle/>
            <a:p>
              <a:pPr algn="ctr" fontAlgn="base">
                <a:spcBef>
                  <a:spcPct val="30000"/>
                </a:spcBef>
              </a:pPr>
              <a:r>
                <a:rPr lang="zh-CN" altLang="en-US" sz="2400" dirty="0">
                  <a:ln>
                    <a:solidFill>
                      <a:schemeClr val="tx1"/>
                    </a:solidFill>
                  </a:ln>
                  <a:solidFill>
                    <a:schemeClr val="tx1"/>
                  </a:solidFill>
                  <a:latin typeface="黑体" pitchFamily="49" charset="-122"/>
                  <a:ea typeface="黑体" pitchFamily="49" charset="-122"/>
                </a:rPr>
                <a:t>转</a:t>
              </a:r>
            </a:p>
            <a:p>
              <a:pPr algn="ctr" fontAlgn="base">
                <a:spcBef>
                  <a:spcPct val="30000"/>
                </a:spcBef>
              </a:pPr>
              <a:r>
                <a:rPr lang="zh-CN" altLang="en-US" sz="2400" dirty="0">
                  <a:ln>
                    <a:solidFill>
                      <a:schemeClr val="tx1"/>
                    </a:solidFill>
                  </a:ln>
                  <a:solidFill>
                    <a:schemeClr val="tx1"/>
                  </a:solidFill>
                  <a:latin typeface="黑体" pitchFamily="49" charset="-122"/>
                  <a:ea typeface="黑体" pitchFamily="49" charset="-122"/>
                </a:rPr>
                <a:t>换</a:t>
              </a:r>
            </a:p>
            <a:p>
              <a:pPr algn="ctr" fontAlgn="base">
                <a:spcBef>
                  <a:spcPct val="30000"/>
                </a:spcBef>
              </a:pPr>
              <a:r>
                <a:rPr lang="zh-CN" altLang="en-US" sz="2400" dirty="0">
                  <a:ln>
                    <a:solidFill>
                      <a:schemeClr val="tx1"/>
                    </a:solidFill>
                  </a:ln>
                  <a:solidFill>
                    <a:schemeClr val="tx1"/>
                  </a:solidFill>
                  <a:latin typeface="黑体" pitchFamily="49" charset="-122"/>
                  <a:ea typeface="黑体" pitchFamily="49" charset="-122"/>
                </a:rPr>
                <a:t>方</a:t>
              </a:r>
            </a:p>
            <a:p>
              <a:pPr algn="ctr" fontAlgn="base">
                <a:spcBef>
                  <a:spcPct val="30000"/>
                </a:spcBef>
              </a:pPr>
              <a:r>
                <a:rPr lang="zh-CN" altLang="en-US" sz="2400" dirty="0">
                  <a:ln>
                    <a:solidFill>
                      <a:schemeClr val="tx1"/>
                    </a:solidFill>
                  </a:ln>
                  <a:solidFill>
                    <a:schemeClr val="tx1"/>
                  </a:solidFill>
                  <a:latin typeface="黑体" pitchFamily="49" charset="-122"/>
                  <a:ea typeface="黑体" pitchFamily="49" charset="-122"/>
                </a:rPr>
                <a:t>法</a:t>
              </a:r>
            </a:p>
          </p:txBody>
        </p:sp>
        <p:sp>
          <p:nvSpPr>
            <p:cNvPr id="9" name="Rectangle 5">
              <a:extLst>
                <a:ext uri="{FF2B5EF4-FFF2-40B4-BE49-F238E27FC236}">
                  <a16:creationId xmlns:a16="http://schemas.microsoft.com/office/drawing/2014/main" id="{6615806C-776E-4194-9B8A-BAB4D952B73A}"/>
                </a:ext>
              </a:extLst>
            </p:cNvPr>
            <p:cNvSpPr>
              <a:spLocks noChangeArrowheads="1"/>
            </p:cNvSpPr>
            <p:nvPr/>
          </p:nvSpPr>
          <p:spPr bwMode="auto">
            <a:xfrm>
              <a:off x="885" y="754"/>
              <a:ext cx="4030" cy="465"/>
            </a:xfrm>
            <a:prstGeom prst="rect">
              <a:avLst/>
            </a:prstGeom>
            <a:solidFill>
              <a:srgbClr val="CCEC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fontAlgn="base"/>
              <a:r>
                <a:rPr lang="en-US" altLang="zh-CN" sz="2400" dirty="0">
                  <a:ln>
                    <a:solidFill>
                      <a:schemeClr val="tx1"/>
                    </a:solidFill>
                  </a:ln>
                  <a:solidFill>
                    <a:schemeClr val="tx1"/>
                  </a:solidFill>
                  <a:latin typeface="黑体" pitchFamily="49" charset="-122"/>
                  <a:ea typeface="黑体" pitchFamily="49" charset="-122"/>
                </a:rPr>
                <a:t>(1) </a:t>
              </a:r>
              <a:r>
                <a:rPr lang="zh-CN" altLang="en-US" sz="2400" dirty="0">
                  <a:ln>
                    <a:solidFill>
                      <a:schemeClr val="tx1"/>
                    </a:solidFill>
                  </a:ln>
                  <a:solidFill>
                    <a:schemeClr val="tx1"/>
                  </a:solidFill>
                  <a:latin typeface="黑体" pitchFamily="49" charset="-122"/>
                  <a:ea typeface="黑体" pitchFamily="49" charset="-122"/>
                </a:rPr>
                <a:t>写出待求触发器和给定触发器的特性方程。</a:t>
              </a:r>
            </a:p>
          </p:txBody>
        </p:sp>
        <p:sp>
          <p:nvSpPr>
            <p:cNvPr id="10" name="Rectangle 7">
              <a:extLst>
                <a:ext uri="{FF2B5EF4-FFF2-40B4-BE49-F238E27FC236}">
                  <a16:creationId xmlns:a16="http://schemas.microsoft.com/office/drawing/2014/main" id="{390D1E2B-4309-462B-973E-40BF95F223D1}"/>
                </a:ext>
              </a:extLst>
            </p:cNvPr>
            <p:cNvSpPr>
              <a:spLocks noChangeArrowheads="1"/>
            </p:cNvSpPr>
            <p:nvPr/>
          </p:nvSpPr>
          <p:spPr bwMode="auto">
            <a:xfrm>
              <a:off x="885" y="1666"/>
              <a:ext cx="4030" cy="233"/>
            </a:xfrm>
            <a:prstGeom prst="rect">
              <a:avLst/>
            </a:prstGeom>
            <a:solidFill>
              <a:srgbClr val="CCEC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fontAlgn="base"/>
              <a:r>
                <a:rPr lang="en-US" altLang="zh-CN" sz="2400" dirty="0">
                  <a:ln>
                    <a:solidFill>
                      <a:schemeClr val="tx1"/>
                    </a:solidFill>
                  </a:ln>
                  <a:solidFill>
                    <a:schemeClr val="tx1"/>
                  </a:solidFill>
                  <a:latin typeface="黑体" pitchFamily="49" charset="-122"/>
                  <a:ea typeface="黑体" pitchFamily="49" charset="-122"/>
                </a:rPr>
                <a:t>(3)</a:t>
              </a:r>
              <a:r>
                <a:rPr lang="zh-CN" altLang="en-US" sz="2400" dirty="0">
                  <a:ln>
                    <a:solidFill>
                      <a:schemeClr val="tx1"/>
                    </a:solidFill>
                  </a:ln>
                  <a:solidFill>
                    <a:schemeClr val="tx1"/>
                  </a:solidFill>
                  <a:latin typeface="黑体" pitchFamily="49" charset="-122"/>
                  <a:ea typeface="黑体" pitchFamily="49" charset="-122"/>
                </a:rPr>
                <a:t>画出用给定触发器实现待求触发器的电路。</a:t>
              </a:r>
            </a:p>
          </p:txBody>
        </p:sp>
        <p:sp>
          <p:nvSpPr>
            <p:cNvPr id="11" name="Rectangle 90">
              <a:extLst>
                <a:ext uri="{FF2B5EF4-FFF2-40B4-BE49-F238E27FC236}">
                  <a16:creationId xmlns:a16="http://schemas.microsoft.com/office/drawing/2014/main" id="{64AF4B35-C216-4E82-96F0-C8BB06F08E02}"/>
                </a:ext>
              </a:extLst>
            </p:cNvPr>
            <p:cNvSpPr>
              <a:spLocks noChangeArrowheads="1"/>
            </p:cNvSpPr>
            <p:nvPr/>
          </p:nvSpPr>
          <p:spPr bwMode="auto">
            <a:xfrm>
              <a:off x="877" y="1124"/>
              <a:ext cx="4030" cy="465"/>
            </a:xfrm>
            <a:prstGeom prst="rect">
              <a:avLst/>
            </a:prstGeom>
            <a:solidFill>
              <a:srgbClr val="CCEC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0"/>
                </a:spcBef>
              </a:pPr>
              <a:r>
                <a:rPr lang="en-US" altLang="zh-CN" sz="2400" dirty="0">
                  <a:ln>
                    <a:solidFill>
                      <a:schemeClr val="tx1"/>
                    </a:solidFill>
                  </a:ln>
                  <a:solidFill>
                    <a:schemeClr val="tx1"/>
                  </a:solidFill>
                  <a:latin typeface="黑体" pitchFamily="49" charset="-122"/>
                  <a:ea typeface="黑体" pitchFamily="49" charset="-122"/>
                </a:rPr>
                <a:t>(2)</a:t>
              </a:r>
              <a:r>
                <a:rPr lang="zh-CN" altLang="en-US" sz="2400" dirty="0">
                  <a:ln>
                    <a:solidFill>
                      <a:schemeClr val="tx1"/>
                    </a:solidFill>
                  </a:ln>
                  <a:solidFill>
                    <a:schemeClr val="tx1"/>
                  </a:solidFill>
                  <a:latin typeface="黑体" pitchFamily="49" charset="-122"/>
                  <a:ea typeface="黑体" pitchFamily="49" charset="-122"/>
                </a:rPr>
                <a:t>比较上述特性方程，得出给定触发器中输入</a:t>
              </a:r>
            </a:p>
            <a:p>
              <a:pPr>
                <a:spcBef>
                  <a:spcPct val="0"/>
                </a:spcBef>
              </a:pPr>
              <a:r>
                <a:rPr lang="zh-CN" altLang="en-US" sz="2400" dirty="0">
                  <a:ln>
                    <a:solidFill>
                      <a:schemeClr val="tx1"/>
                    </a:solidFill>
                  </a:ln>
                  <a:solidFill>
                    <a:schemeClr val="tx1"/>
                  </a:solidFill>
                  <a:latin typeface="黑体" pitchFamily="49" charset="-122"/>
                  <a:ea typeface="黑体" pitchFamily="49" charset="-122"/>
                </a:rPr>
                <a:t>      信号的接法。</a:t>
              </a:r>
            </a:p>
          </p:txBody>
        </p:sp>
      </p:grpSp>
      <p:grpSp>
        <p:nvGrpSpPr>
          <p:cNvPr id="12" name="Group 11">
            <a:extLst>
              <a:ext uri="{FF2B5EF4-FFF2-40B4-BE49-F238E27FC236}">
                <a16:creationId xmlns:a16="http://schemas.microsoft.com/office/drawing/2014/main" id="{B161D85F-3548-4096-B7F3-C872E931CE44}"/>
              </a:ext>
            </a:extLst>
          </p:cNvPr>
          <p:cNvGrpSpPr>
            <a:grpSpLocks/>
          </p:cNvGrpSpPr>
          <p:nvPr/>
        </p:nvGrpSpPr>
        <p:grpSpPr bwMode="auto">
          <a:xfrm>
            <a:off x="548174" y="3098994"/>
            <a:ext cx="2173288" cy="457200"/>
            <a:chOff x="504" y="2062"/>
            <a:chExt cx="1159" cy="288"/>
          </a:xfrm>
        </p:grpSpPr>
        <p:sp>
          <p:nvSpPr>
            <p:cNvPr id="13" name="Rectangle 9">
              <a:extLst>
                <a:ext uri="{FF2B5EF4-FFF2-40B4-BE49-F238E27FC236}">
                  <a16:creationId xmlns:a16="http://schemas.microsoft.com/office/drawing/2014/main" id="{C8F755E7-64A1-419B-A4F2-32D71AABD275}"/>
                </a:ext>
              </a:extLst>
            </p:cNvPr>
            <p:cNvSpPr>
              <a:spLocks noChangeArrowheads="1"/>
            </p:cNvSpPr>
            <p:nvPr/>
          </p:nvSpPr>
          <p:spPr bwMode="auto">
            <a:xfrm>
              <a:off x="504" y="2062"/>
              <a:ext cx="11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r>
                <a:rPr lang="en-US" altLang="zh-CN" sz="2400" dirty="0">
                  <a:solidFill>
                    <a:schemeClr val="tx1"/>
                  </a:solidFill>
                </a:rPr>
                <a:t>1</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JK</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D</a:t>
              </a:r>
            </a:p>
          </p:txBody>
        </p:sp>
        <p:sp>
          <p:nvSpPr>
            <p:cNvPr id="14" name="AutoShape 10">
              <a:extLst>
                <a:ext uri="{FF2B5EF4-FFF2-40B4-BE49-F238E27FC236}">
                  <a16:creationId xmlns:a16="http://schemas.microsoft.com/office/drawing/2014/main" id="{59659D3B-3C17-4F37-992F-43D5A0A8E076}"/>
                </a:ext>
              </a:extLst>
            </p:cNvPr>
            <p:cNvSpPr>
              <a:spLocks noChangeArrowheads="1"/>
            </p:cNvSpPr>
            <p:nvPr/>
          </p:nvSpPr>
          <p:spPr bwMode="auto">
            <a:xfrm>
              <a:off x="1100" y="2140"/>
              <a:ext cx="213" cy="150"/>
            </a:xfrm>
            <a:prstGeom prst="rightArrow">
              <a:avLst>
                <a:gd name="adj1" fmla="val 50000"/>
                <a:gd name="adj2" fmla="val 35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73" name="组合 72"/>
          <p:cNvGrpSpPr/>
          <p:nvPr/>
        </p:nvGrpSpPr>
        <p:grpSpPr>
          <a:xfrm>
            <a:off x="3025619" y="3612358"/>
            <a:ext cx="2661680" cy="696118"/>
            <a:chOff x="3025619" y="3459958"/>
            <a:chExt cx="2661680" cy="696118"/>
          </a:xfrm>
        </p:grpSpPr>
        <p:sp>
          <p:nvSpPr>
            <p:cNvPr id="18" name="AutoShape 16">
              <a:extLst>
                <a:ext uri="{FF2B5EF4-FFF2-40B4-BE49-F238E27FC236}">
                  <a16:creationId xmlns:a16="http://schemas.microsoft.com/office/drawing/2014/main" id="{4F6B2A38-45C2-4054-8ECF-F374F7BD5ACC}"/>
                </a:ext>
              </a:extLst>
            </p:cNvPr>
            <p:cNvSpPr>
              <a:spLocks noChangeArrowheads="1"/>
            </p:cNvSpPr>
            <p:nvPr/>
          </p:nvSpPr>
          <p:spPr bwMode="auto">
            <a:xfrm>
              <a:off x="3425783" y="3960814"/>
              <a:ext cx="1781293" cy="195262"/>
            </a:xfrm>
            <a:custGeom>
              <a:avLst/>
              <a:gdLst>
                <a:gd name="G0" fmla="+- 18639 0 0"/>
                <a:gd name="G1" fmla="+- 6118 0 0"/>
                <a:gd name="G2" fmla="+- 21600 0 6118"/>
                <a:gd name="G3" fmla="+- 10800 0 6118"/>
                <a:gd name="G4" fmla="+- 21600 0 18639"/>
                <a:gd name="G5" fmla="*/ G4 G3 10800"/>
                <a:gd name="G6" fmla="+- 21600 0 G5"/>
                <a:gd name="T0" fmla="*/ 18639 w 21600"/>
                <a:gd name="T1" fmla="*/ 0 h 21600"/>
                <a:gd name="T2" fmla="*/ 0 w 21600"/>
                <a:gd name="T3" fmla="*/ 10800 h 21600"/>
                <a:gd name="T4" fmla="*/ 1863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8639" y="0"/>
                  </a:moveTo>
                  <a:lnTo>
                    <a:pt x="18639" y="6118"/>
                  </a:lnTo>
                  <a:lnTo>
                    <a:pt x="3375" y="6118"/>
                  </a:lnTo>
                  <a:lnTo>
                    <a:pt x="3375" y="15482"/>
                  </a:lnTo>
                  <a:lnTo>
                    <a:pt x="18639" y="15482"/>
                  </a:lnTo>
                  <a:lnTo>
                    <a:pt x="18639" y="21600"/>
                  </a:lnTo>
                  <a:lnTo>
                    <a:pt x="21600" y="10800"/>
                  </a:lnTo>
                  <a:close/>
                </a:path>
                <a:path w="21600" h="21600">
                  <a:moveTo>
                    <a:pt x="1350" y="6118"/>
                  </a:moveTo>
                  <a:lnTo>
                    <a:pt x="1350" y="15482"/>
                  </a:lnTo>
                  <a:lnTo>
                    <a:pt x="2700" y="15482"/>
                  </a:lnTo>
                  <a:lnTo>
                    <a:pt x="2700" y="6118"/>
                  </a:lnTo>
                  <a:close/>
                </a:path>
                <a:path w="21600" h="21600">
                  <a:moveTo>
                    <a:pt x="0" y="6118"/>
                  </a:moveTo>
                  <a:lnTo>
                    <a:pt x="0" y="15482"/>
                  </a:lnTo>
                  <a:lnTo>
                    <a:pt x="675" y="15482"/>
                  </a:lnTo>
                  <a:lnTo>
                    <a:pt x="675" y="6118"/>
                  </a:lnTo>
                  <a:close/>
                </a:path>
              </a:pathLst>
            </a:custGeom>
            <a:solidFill>
              <a:srgbClr val="00CC0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19" name="Group 19">
              <a:extLst>
                <a:ext uri="{FF2B5EF4-FFF2-40B4-BE49-F238E27FC236}">
                  <a16:creationId xmlns:a16="http://schemas.microsoft.com/office/drawing/2014/main" id="{6B492B86-55A4-4428-A622-46E3BE435D87}"/>
                </a:ext>
              </a:extLst>
            </p:cNvPr>
            <p:cNvGrpSpPr>
              <a:grpSpLocks/>
            </p:cNvGrpSpPr>
            <p:nvPr/>
          </p:nvGrpSpPr>
          <p:grpSpPr bwMode="auto">
            <a:xfrm>
              <a:off x="3025619" y="3459958"/>
              <a:ext cx="2661680" cy="461963"/>
              <a:chOff x="2339" y="2165"/>
              <a:chExt cx="1536" cy="291"/>
            </a:xfrm>
          </p:grpSpPr>
          <p:sp>
            <p:nvSpPr>
              <p:cNvPr id="20" name="Rectangle 17">
                <a:extLst>
                  <a:ext uri="{FF2B5EF4-FFF2-40B4-BE49-F238E27FC236}">
                    <a16:creationId xmlns:a16="http://schemas.microsoft.com/office/drawing/2014/main" id="{742E3062-9379-4A41-8ABD-04E9F62C1F29}"/>
                  </a:ext>
                </a:extLst>
              </p:cNvPr>
              <p:cNvSpPr>
                <a:spLocks noChangeArrowheads="1"/>
              </p:cNvSpPr>
              <p:nvPr/>
            </p:nvSpPr>
            <p:spPr bwMode="auto">
              <a:xfrm>
                <a:off x="2339" y="2165"/>
                <a:ext cx="15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r>
                  <a:rPr lang="zh-CN" altLang="en-US" sz="2400" dirty="0">
                    <a:solidFill>
                      <a:schemeClr val="tx1"/>
                    </a:solidFill>
                    <a:latin typeface="黑体" pitchFamily="49" charset="-122"/>
                    <a:ea typeface="黑体" pitchFamily="49" charset="-122"/>
                  </a:rPr>
                  <a:t>因此</a:t>
                </a:r>
                <a:r>
                  <a:rPr lang="zh-CN" altLang="en-US" sz="2400" dirty="0">
                    <a:solidFill>
                      <a:schemeClr val="tx1"/>
                    </a:solidFill>
                  </a:rPr>
                  <a:t>，</a:t>
                </a:r>
                <a:r>
                  <a:rPr lang="zh-CN" altLang="en-US" sz="2400" dirty="0">
                    <a:solidFill>
                      <a:schemeClr val="tx1"/>
                    </a:solidFill>
                    <a:latin typeface="黑体" pitchFamily="49" charset="-122"/>
                    <a:ea typeface="黑体" pitchFamily="49" charset="-122"/>
                  </a:rPr>
                  <a:t>令</a:t>
                </a:r>
                <a:r>
                  <a:rPr lang="en-US" altLang="zh-CN" sz="2400" i="1" dirty="0">
                    <a:solidFill>
                      <a:schemeClr val="tx1"/>
                    </a:solidFill>
                    <a:latin typeface="Times New Roman" pitchFamily="18" charset="0"/>
                    <a:cs typeface="Times New Roman" pitchFamily="18" charset="0"/>
                  </a:rPr>
                  <a:t>J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K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D</a:t>
                </a:r>
              </a:p>
            </p:txBody>
          </p:sp>
          <p:sp>
            <p:nvSpPr>
              <p:cNvPr id="21" name="Line 18">
                <a:extLst>
                  <a:ext uri="{FF2B5EF4-FFF2-40B4-BE49-F238E27FC236}">
                    <a16:creationId xmlns:a16="http://schemas.microsoft.com/office/drawing/2014/main" id="{BC327AE6-65EE-490A-BCEC-EAF8C715762F}"/>
                  </a:ext>
                </a:extLst>
              </p:cNvPr>
              <p:cNvSpPr>
                <a:spLocks noChangeShapeType="1"/>
              </p:cNvSpPr>
              <p:nvPr/>
            </p:nvSpPr>
            <p:spPr bwMode="auto">
              <a:xfrm>
                <a:off x="3393" y="2217"/>
                <a:ext cx="1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grpSp>
        <p:nvGrpSpPr>
          <p:cNvPr id="26" name="Group 57">
            <a:extLst>
              <a:ext uri="{FF2B5EF4-FFF2-40B4-BE49-F238E27FC236}">
                <a16:creationId xmlns:a16="http://schemas.microsoft.com/office/drawing/2014/main" id="{8F441053-7A25-4833-AD86-545077EC3CD2}"/>
              </a:ext>
            </a:extLst>
          </p:cNvPr>
          <p:cNvGrpSpPr>
            <a:grpSpLocks/>
          </p:cNvGrpSpPr>
          <p:nvPr/>
        </p:nvGrpSpPr>
        <p:grpSpPr bwMode="auto">
          <a:xfrm>
            <a:off x="5615782" y="3303588"/>
            <a:ext cx="3394075" cy="1511300"/>
            <a:chOff x="3398" y="2088"/>
            <a:chExt cx="2138" cy="952"/>
          </a:xfrm>
        </p:grpSpPr>
        <p:sp>
          <p:nvSpPr>
            <p:cNvPr id="27" name="AutoShape 38">
              <a:extLst>
                <a:ext uri="{FF2B5EF4-FFF2-40B4-BE49-F238E27FC236}">
                  <a16:creationId xmlns:a16="http://schemas.microsoft.com/office/drawing/2014/main" id="{F74ED996-CCF5-4003-8708-6F5F8B5D66AE}"/>
                </a:ext>
              </a:extLst>
            </p:cNvPr>
            <p:cNvSpPr>
              <a:spLocks noChangeArrowheads="1"/>
            </p:cNvSpPr>
            <p:nvPr/>
          </p:nvSpPr>
          <p:spPr bwMode="auto">
            <a:xfrm>
              <a:off x="3398" y="2088"/>
              <a:ext cx="2138" cy="952"/>
            </a:xfrm>
            <a:prstGeom prst="flowChartProcess">
              <a:avLst/>
            </a:prstGeom>
            <a:solidFill>
              <a:schemeClr val="bg1"/>
            </a:solidFill>
            <a:ln w="57150">
              <a:pattFill prst="sphere">
                <a:fgClr>
                  <a:srgbClr val="CC99FF"/>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28" name="Object 56">
              <a:extLst>
                <a:ext uri="{FF2B5EF4-FFF2-40B4-BE49-F238E27FC236}">
                  <a16:creationId xmlns:a16="http://schemas.microsoft.com/office/drawing/2014/main" id="{008A8E7C-9AEF-4661-BDEE-ABF24EBBE0D9}"/>
                </a:ext>
              </a:extLst>
            </p:cNvPr>
            <p:cNvGraphicFramePr>
              <a:graphicFrameLocks noChangeAspect="1"/>
            </p:cNvGraphicFramePr>
            <p:nvPr/>
          </p:nvGraphicFramePr>
          <p:xfrm>
            <a:off x="3690" y="2136"/>
            <a:ext cx="1662" cy="870"/>
          </p:xfrm>
          <a:graphic>
            <a:graphicData uri="http://schemas.openxmlformats.org/presentationml/2006/ole">
              <mc:AlternateContent xmlns:mc="http://schemas.openxmlformats.org/markup-compatibility/2006">
                <mc:Choice xmlns:v="urn:schemas-microsoft-com:vml" Requires="v">
                  <p:oleObj spid="_x0000_s285764" name="BMP 图象" r:id="rId5" imgW="2638095" imgH="1380952" progId="PBrush">
                    <p:embed/>
                  </p:oleObj>
                </mc:Choice>
                <mc:Fallback>
                  <p:oleObj name="BMP 图象" r:id="rId5" imgW="2638095" imgH="1380952" progId="PBrush">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0" y="2136"/>
                          <a:ext cx="1662" cy="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25">
              <a:extLst>
                <a:ext uri="{FF2B5EF4-FFF2-40B4-BE49-F238E27FC236}">
                  <a16:creationId xmlns:a16="http://schemas.microsoft.com/office/drawing/2014/main" id="{D2FE8BB1-0B69-4059-9584-7B9A9304D85E}"/>
                </a:ext>
              </a:extLst>
            </p:cNvPr>
            <p:cNvSpPr>
              <a:spLocks noChangeArrowheads="1"/>
            </p:cNvSpPr>
            <p:nvPr/>
          </p:nvSpPr>
          <p:spPr bwMode="auto">
            <a:xfrm>
              <a:off x="5281" y="265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30" name="Line 26">
              <a:extLst>
                <a:ext uri="{FF2B5EF4-FFF2-40B4-BE49-F238E27FC236}">
                  <a16:creationId xmlns:a16="http://schemas.microsoft.com/office/drawing/2014/main" id="{F10F99FC-4CAF-4F22-A001-E4A3804632BB}"/>
                </a:ext>
              </a:extLst>
            </p:cNvPr>
            <p:cNvSpPr>
              <a:spLocks noChangeShapeType="1"/>
            </p:cNvSpPr>
            <p:nvPr/>
          </p:nvSpPr>
          <p:spPr bwMode="auto">
            <a:xfrm>
              <a:off x="5361" y="2716"/>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1" name="Rectangle 27">
              <a:extLst>
                <a:ext uri="{FF2B5EF4-FFF2-40B4-BE49-F238E27FC236}">
                  <a16:creationId xmlns:a16="http://schemas.microsoft.com/office/drawing/2014/main" id="{43EA5787-0BFD-4008-8ACF-2CC29F251BFC}"/>
                </a:ext>
              </a:extLst>
            </p:cNvPr>
            <p:cNvSpPr>
              <a:spLocks noChangeArrowheads="1"/>
            </p:cNvSpPr>
            <p:nvPr/>
          </p:nvSpPr>
          <p:spPr bwMode="auto">
            <a:xfrm>
              <a:off x="5274" y="2145"/>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32" name="Rectangle 28">
              <a:extLst>
                <a:ext uri="{FF2B5EF4-FFF2-40B4-BE49-F238E27FC236}">
                  <a16:creationId xmlns:a16="http://schemas.microsoft.com/office/drawing/2014/main" id="{EE74BACF-705D-42B4-838E-8C7A9D9594A5}"/>
                </a:ext>
              </a:extLst>
            </p:cNvPr>
            <p:cNvSpPr>
              <a:spLocks noChangeArrowheads="1"/>
            </p:cNvSpPr>
            <p:nvPr/>
          </p:nvSpPr>
          <p:spPr bwMode="auto">
            <a:xfrm>
              <a:off x="3407" y="2401"/>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sp>
          <p:nvSpPr>
            <p:cNvPr id="33" name="Rectangle 29">
              <a:extLst>
                <a:ext uri="{FF2B5EF4-FFF2-40B4-BE49-F238E27FC236}">
                  <a16:creationId xmlns:a16="http://schemas.microsoft.com/office/drawing/2014/main" id="{465CFD93-7038-41EC-B844-3E989F221D28}"/>
                </a:ext>
              </a:extLst>
            </p:cNvPr>
            <p:cNvSpPr>
              <a:spLocks noChangeArrowheads="1"/>
            </p:cNvSpPr>
            <p:nvPr/>
          </p:nvSpPr>
          <p:spPr bwMode="auto">
            <a:xfrm>
              <a:off x="3474" y="216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D</a:t>
              </a:r>
              <a:endParaRPr lang="en-US" altLang="zh-CN" sz="2400" baseline="-25000">
                <a:solidFill>
                  <a:schemeClr val="tx1"/>
                </a:solidFill>
              </a:endParaRPr>
            </a:p>
          </p:txBody>
        </p:sp>
        <p:sp>
          <p:nvSpPr>
            <p:cNvPr id="34" name="Rectangle 30">
              <a:extLst>
                <a:ext uri="{FF2B5EF4-FFF2-40B4-BE49-F238E27FC236}">
                  <a16:creationId xmlns:a16="http://schemas.microsoft.com/office/drawing/2014/main" id="{662AD0C4-41C4-4234-AD69-71471FE6F34B}"/>
                </a:ext>
              </a:extLst>
            </p:cNvPr>
            <p:cNvSpPr>
              <a:spLocks noChangeArrowheads="1"/>
            </p:cNvSpPr>
            <p:nvPr/>
          </p:nvSpPr>
          <p:spPr bwMode="auto">
            <a:xfrm>
              <a:off x="4581" y="2409"/>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35" name="Rectangle 31">
              <a:extLst>
                <a:ext uri="{FF2B5EF4-FFF2-40B4-BE49-F238E27FC236}">
                  <a16:creationId xmlns:a16="http://schemas.microsoft.com/office/drawing/2014/main" id="{123C7E0E-DCC7-4395-97BA-2F8D533D0204}"/>
                </a:ext>
              </a:extLst>
            </p:cNvPr>
            <p:cNvSpPr>
              <a:spLocks noChangeArrowheads="1"/>
            </p:cNvSpPr>
            <p:nvPr/>
          </p:nvSpPr>
          <p:spPr bwMode="auto">
            <a:xfrm>
              <a:off x="4498" y="214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1J</a:t>
              </a:r>
            </a:p>
          </p:txBody>
        </p:sp>
        <p:grpSp>
          <p:nvGrpSpPr>
            <p:cNvPr id="36" name="Group 32">
              <a:extLst>
                <a:ext uri="{FF2B5EF4-FFF2-40B4-BE49-F238E27FC236}">
                  <a16:creationId xmlns:a16="http://schemas.microsoft.com/office/drawing/2014/main" id="{CCD6FCCC-1954-4EBA-9674-1F3F93B7A60C}"/>
                </a:ext>
              </a:extLst>
            </p:cNvPr>
            <p:cNvGrpSpPr>
              <a:grpSpLocks/>
            </p:cNvGrpSpPr>
            <p:nvPr/>
          </p:nvGrpSpPr>
          <p:grpSpPr bwMode="auto">
            <a:xfrm rot="5400000">
              <a:off x="4484" y="2513"/>
              <a:ext cx="168" cy="96"/>
              <a:chOff x="2412" y="3725"/>
              <a:chExt cx="168" cy="96"/>
            </a:xfrm>
          </p:grpSpPr>
          <p:sp>
            <p:nvSpPr>
              <p:cNvPr id="38" name="Line 33">
                <a:extLst>
                  <a:ext uri="{FF2B5EF4-FFF2-40B4-BE49-F238E27FC236}">
                    <a16:creationId xmlns:a16="http://schemas.microsoft.com/office/drawing/2014/main" id="{C86EF1E8-4BEF-4092-ABCA-236A09D93B3A}"/>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 name="Line 34">
                <a:extLst>
                  <a:ext uri="{FF2B5EF4-FFF2-40B4-BE49-F238E27FC236}">
                    <a16:creationId xmlns:a16="http://schemas.microsoft.com/office/drawing/2014/main" id="{1E02B563-D1AD-4521-9C94-A6EC24698D59}"/>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37" name="Rectangle 35">
              <a:extLst>
                <a:ext uri="{FF2B5EF4-FFF2-40B4-BE49-F238E27FC236}">
                  <a16:creationId xmlns:a16="http://schemas.microsoft.com/office/drawing/2014/main" id="{D178DC65-4E17-4706-9223-0DBF087870FA}"/>
                </a:ext>
              </a:extLst>
            </p:cNvPr>
            <p:cNvSpPr>
              <a:spLocks noChangeArrowheads="1"/>
            </p:cNvSpPr>
            <p:nvPr/>
          </p:nvSpPr>
          <p:spPr bwMode="auto">
            <a:xfrm>
              <a:off x="4483" y="2658"/>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1K</a:t>
              </a:r>
            </a:p>
          </p:txBody>
        </p:sp>
      </p:grpSp>
      <p:grpSp>
        <p:nvGrpSpPr>
          <p:cNvPr id="40" name="Group 85">
            <a:extLst>
              <a:ext uri="{FF2B5EF4-FFF2-40B4-BE49-F238E27FC236}">
                <a16:creationId xmlns:a16="http://schemas.microsoft.com/office/drawing/2014/main" id="{8A385F98-6218-47A1-A3B8-EF6BFB7FA410}"/>
              </a:ext>
            </a:extLst>
          </p:cNvPr>
          <p:cNvGrpSpPr>
            <a:grpSpLocks/>
          </p:cNvGrpSpPr>
          <p:nvPr/>
        </p:nvGrpSpPr>
        <p:grpSpPr bwMode="auto">
          <a:xfrm>
            <a:off x="1019629" y="5346700"/>
            <a:ext cx="6375400" cy="1511300"/>
            <a:chOff x="560" y="3304"/>
            <a:chExt cx="4016" cy="952"/>
          </a:xfrm>
        </p:grpSpPr>
        <p:sp>
          <p:nvSpPr>
            <p:cNvPr id="41" name="AutoShape 59">
              <a:extLst>
                <a:ext uri="{FF2B5EF4-FFF2-40B4-BE49-F238E27FC236}">
                  <a16:creationId xmlns:a16="http://schemas.microsoft.com/office/drawing/2014/main" id="{77C55A11-3894-45FC-9539-70F9C134FD4B}"/>
                </a:ext>
              </a:extLst>
            </p:cNvPr>
            <p:cNvSpPr>
              <a:spLocks noChangeArrowheads="1"/>
            </p:cNvSpPr>
            <p:nvPr/>
          </p:nvSpPr>
          <p:spPr bwMode="auto">
            <a:xfrm>
              <a:off x="560" y="3304"/>
              <a:ext cx="4016" cy="952"/>
            </a:xfrm>
            <a:prstGeom prst="flowChartProcess">
              <a:avLst/>
            </a:prstGeom>
            <a:solidFill>
              <a:schemeClr val="bg1"/>
            </a:solidFill>
            <a:ln w="57150">
              <a:pattFill prst="sphere">
                <a:fgClr>
                  <a:srgbClr val="CC99FF"/>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42" name="Object 72">
              <a:extLst>
                <a:ext uri="{FF2B5EF4-FFF2-40B4-BE49-F238E27FC236}">
                  <a16:creationId xmlns:a16="http://schemas.microsoft.com/office/drawing/2014/main" id="{2A517A42-D7CF-431B-95E6-25D0205CB619}"/>
                </a:ext>
              </a:extLst>
            </p:cNvPr>
            <p:cNvGraphicFramePr>
              <a:graphicFrameLocks noChangeAspect="1"/>
            </p:cNvGraphicFramePr>
            <p:nvPr/>
          </p:nvGraphicFramePr>
          <p:xfrm>
            <a:off x="939" y="3364"/>
            <a:ext cx="1254" cy="876"/>
          </p:xfrm>
          <a:graphic>
            <a:graphicData uri="http://schemas.openxmlformats.org/presentationml/2006/ole">
              <mc:AlternateContent xmlns:mc="http://schemas.openxmlformats.org/markup-compatibility/2006">
                <mc:Choice xmlns:v="urn:schemas-microsoft-com:vml" Requires="v">
                  <p:oleObj spid="_x0000_s285765" name="BMP 图象" r:id="rId7" imgW="1991003" imgH="1390844" progId="PBrush">
                    <p:embed/>
                  </p:oleObj>
                </mc:Choice>
                <mc:Fallback>
                  <p:oleObj name="BMP 图象" r:id="rId7" imgW="1991003" imgH="1390844" progId="PBrush">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9" y="3364"/>
                          <a:ext cx="1254" cy="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 name="Rectangle 61">
              <a:extLst>
                <a:ext uri="{FF2B5EF4-FFF2-40B4-BE49-F238E27FC236}">
                  <a16:creationId xmlns:a16="http://schemas.microsoft.com/office/drawing/2014/main" id="{A31F5F52-4B1F-4DC2-81DE-96DF3F793089}"/>
                </a:ext>
              </a:extLst>
            </p:cNvPr>
            <p:cNvSpPr>
              <a:spLocks noChangeArrowheads="1"/>
            </p:cNvSpPr>
            <p:nvPr/>
          </p:nvSpPr>
          <p:spPr bwMode="auto">
            <a:xfrm>
              <a:off x="2155" y="387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44" name="Line 62">
              <a:extLst>
                <a:ext uri="{FF2B5EF4-FFF2-40B4-BE49-F238E27FC236}">
                  <a16:creationId xmlns:a16="http://schemas.microsoft.com/office/drawing/2014/main" id="{8D54677C-6524-4E4C-8251-8501B28F280F}"/>
                </a:ext>
              </a:extLst>
            </p:cNvPr>
            <p:cNvSpPr>
              <a:spLocks noChangeShapeType="1"/>
            </p:cNvSpPr>
            <p:nvPr/>
          </p:nvSpPr>
          <p:spPr bwMode="auto">
            <a:xfrm>
              <a:off x="2235" y="3932"/>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5" name="Rectangle 63">
              <a:extLst>
                <a:ext uri="{FF2B5EF4-FFF2-40B4-BE49-F238E27FC236}">
                  <a16:creationId xmlns:a16="http://schemas.microsoft.com/office/drawing/2014/main" id="{EBAE9634-E600-4621-942E-4D8E77B91623}"/>
                </a:ext>
              </a:extLst>
            </p:cNvPr>
            <p:cNvSpPr>
              <a:spLocks noChangeArrowheads="1"/>
            </p:cNvSpPr>
            <p:nvPr/>
          </p:nvSpPr>
          <p:spPr bwMode="auto">
            <a:xfrm>
              <a:off x="2148" y="3361"/>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46" name="Rectangle 66">
              <a:extLst>
                <a:ext uri="{FF2B5EF4-FFF2-40B4-BE49-F238E27FC236}">
                  <a16:creationId xmlns:a16="http://schemas.microsoft.com/office/drawing/2014/main" id="{61A9CEA1-6292-46F8-8956-651F436B3EC1}"/>
                </a:ext>
              </a:extLst>
            </p:cNvPr>
            <p:cNvSpPr>
              <a:spLocks noChangeArrowheads="1"/>
            </p:cNvSpPr>
            <p:nvPr/>
          </p:nvSpPr>
          <p:spPr bwMode="auto">
            <a:xfrm>
              <a:off x="1455" y="3625"/>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47" name="Rectangle 67">
              <a:extLst>
                <a:ext uri="{FF2B5EF4-FFF2-40B4-BE49-F238E27FC236}">
                  <a16:creationId xmlns:a16="http://schemas.microsoft.com/office/drawing/2014/main" id="{21E4D563-BE5C-45A7-BDCE-AD5F90847F30}"/>
                </a:ext>
              </a:extLst>
            </p:cNvPr>
            <p:cNvSpPr>
              <a:spLocks noChangeArrowheads="1"/>
            </p:cNvSpPr>
            <p:nvPr/>
          </p:nvSpPr>
          <p:spPr bwMode="auto">
            <a:xfrm>
              <a:off x="1372" y="3361"/>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1J</a:t>
              </a:r>
            </a:p>
          </p:txBody>
        </p:sp>
        <p:grpSp>
          <p:nvGrpSpPr>
            <p:cNvPr id="48" name="Group 68">
              <a:extLst>
                <a:ext uri="{FF2B5EF4-FFF2-40B4-BE49-F238E27FC236}">
                  <a16:creationId xmlns:a16="http://schemas.microsoft.com/office/drawing/2014/main" id="{069DEC55-64EC-41C0-92B4-A82EF6D00745}"/>
                </a:ext>
              </a:extLst>
            </p:cNvPr>
            <p:cNvGrpSpPr>
              <a:grpSpLocks/>
            </p:cNvGrpSpPr>
            <p:nvPr/>
          </p:nvGrpSpPr>
          <p:grpSpPr bwMode="auto">
            <a:xfrm rot="5400000">
              <a:off x="1358" y="3729"/>
              <a:ext cx="168" cy="96"/>
              <a:chOff x="2412" y="3725"/>
              <a:chExt cx="168" cy="96"/>
            </a:xfrm>
          </p:grpSpPr>
          <p:sp>
            <p:nvSpPr>
              <p:cNvPr id="64" name="Line 69">
                <a:extLst>
                  <a:ext uri="{FF2B5EF4-FFF2-40B4-BE49-F238E27FC236}">
                    <a16:creationId xmlns:a16="http://schemas.microsoft.com/office/drawing/2014/main" id="{B09F1773-0946-4EA3-B091-46F2B1ACFB7C}"/>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5" name="Line 70">
                <a:extLst>
                  <a:ext uri="{FF2B5EF4-FFF2-40B4-BE49-F238E27FC236}">
                    <a16:creationId xmlns:a16="http://schemas.microsoft.com/office/drawing/2014/main" id="{8E36E3C3-9A4B-4611-BCCA-8E5681856C75}"/>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49" name="Rectangle 71">
              <a:extLst>
                <a:ext uri="{FF2B5EF4-FFF2-40B4-BE49-F238E27FC236}">
                  <a16:creationId xmlns:a16="http://schemas.microsoft.com/office/drawing/2014/main" id="{F6C36995-A268-4E1D-BA45-51FB612606B8}"/>
                </a:ext>
              </a:extLst>
            </p:cNvPr>
            <p:cNvSpPr>
              <a:spLocks noChangeArrowheads="1"/>
            </p:cNvSpPr>
            <p:nvPr/>
          </p:nvSpPr>
          <p:spPr bwMode="auto">
            <a:xfrm>
              <a:off x="1357" y="3874"/>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1K</a:t>
              </a:r>
            </a:p>
          </p:txBody>
        </p:sp>
        <p:graphicFrame>
          <p:nvGraphicFramePr>
            <p:cNvPr id="50" name="Object 73">
              <a:extLst>
                <a:ext uri="{FF2B5EF4-FFF2-40B4-BE49-F238E27FC236}">
                  <a16:creationId xmlns:a16="http://schemas.microsoft.com/office/drawing/2014/main" id="{6A5CF603-B0D7-4354-9410-C0F38C55F6F7}"/>
                </a:ext>
              </a:extLst>
            </p:cNvPr>
            <p:cNvGraphicFramePr>
              <a:graphicFrameLocks noChangeAspect="1"/>
            </p:cNvGraphicFramePr>
            <p:nvPr/>
          </p:nvGraphicFramePr>
          <p:xfrm>
            <a:off x="2939" y="3360"/>
            <a:ext cx="1254" cy="876"/>
          </p:xfrm>
          <a:graphic>
            <a:graphicData uri="http://schemas.openxmlformats.org/presentationml/2006/ole">
              <mc:AlternateContent xmlns:mc="http://schemas.openxmlformats.org/markup-compatibility/2006">
                <mc:Choice xmlns:v="urn:schemas-microsoft-com:vml" Requires="v">
                  <p:oleObj spid="_x0000_s285766" name="BMP 图象" r:id="rId9" imgW="1991003" imgH="1390844" progId="PBrush">
                    <p:embed/>
                  </p:oleObj>
                </mc:Choice>
                <mc:Fallback>
                  <p:oleObj name="BMP 图象" r:id="rId9" imgW="1991003" imgH="1390844" progId="PBrush">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9" y="3360"/>
                          <a:ext cx="1254" cy="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 name="Rectangle 74">
              <a:extLst>
                <a:ext uri="{FF2B5EF4-FFF2-40B4-BE49-F238E27FC236}">
                  <a16:creationId xmlns:a16="http://schemas.microsoft.com/office/drawing/2014/main" id="{AEB9E11B-8A6B-4477-B3B8-67FF548EB3E7}"/>
                </a:ext>
              </a:extLst>
            </p:cNvPr>
            <p:cNvSpPr>
              <a:spLocks noChangeArrowheads="1"/>
            </p:cNvSpPr>
            <p:nvPr/>
          </p:nvSpPr>
          <p:spPr bwMode="auto">
            <a:xfrm>
              <a:off x="4155" y="386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52" name="Line 75">
              <a:extLst>
                <a:ext uri="{FF2B5EF4-FFF2-40B4-BE49-F238E27FC236}">
                  <a16:creationId xmlns:a16="http://schemas.microsoft.com/office/drawing/2014/main" id="{8B1EF627-C9E1-424A-9DAE-86E37A106ABE}"/>
                </a:ext>
              </a:extLst>
            </p:cNvPr>
            <p:cNvSpPr>
              <a:spLocks noChangeShapeType="1"/>
            </p:cNvSpPr>
            <p:nvPr/>
          </p:nvSpPr>
          <p:spPr bwMode="auto">
            <a:xfrm>
              <a:off x="4235" y="3928"/>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3" name="Rectangle 76">
              <a:extLst>
                <a:ext uri="{FF2B5EF4-FFF2-40B4-BE49-F238E27FC236}">
                  <a16:creationId xmlns:a16="http://schemas.microsoft.com/office/drawing/2014/main" id="{00D1C57D-1912-409C-9FBF-3DD115EC21AF}"/>
                </a:ext>
              </a:extLst>
            </p:cNvPr>
            <p:cNvSpPr>
              <a:spLocks noChangeArrowheads="1"/>
            </p:cNvSpPr>
            <p:nvPr/>
          </p:nvSpPr>
          <p:spPr bwMode="auto">
            <a:xfrm>
              <a:off x="4148" y="335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54" name="Rectangle 77">
              <a:extLst>
                <a:ext uri="{FF2B5EF4-FFF2-40B4-BE49-F238E27FC236}">
                  <a16:creationId xmlns:a16="http://schemas.microsoft.com/office/drawing/2014/main" id="{58906C71-F185-43DB-BC1E-1649A5520DC1}"/>
                </a:ext>
              </a:extLst>
            </p:cNvPr>
            <p:cNvSpPr>
              <a:spLocks noChangeArrowheads="1"/>
            </p:cNvSpPr>
            <p:nvPr/>
          </p:nvSpPr>
          <p:spPr bwMode="auto">
            <a:xfrm>
              <a:off x="2673" y="3613"/>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sp>
          <p:nvSpPr>
            <p:cNvPr id="55" name="Rectangle 78">
              <a:extLst>
                <a:ext uri="{FF2B5EF4-FFF2-40B4-BE49-F238E27FC236}">
                  <a16:creationId xmlns:a16="http://schemas.microsoft.com/office/drawing/2014/main" id="{AB313902-6BAB-4808-8373-6E577F1982A2}"/>
                </a:ext>
              </a:extLst>
            </p:cNvPr>
            <p:cNvSpPr>
              <a:spLocks noChangeArrowheads="1"/>
            </p:cNvSpPr>
            <p:nvPr/>
          </p:nvSpPr>
          <p:spPr bwMode="auto">
            <a:xfrm>
              <a:off x="2740" y="33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a:t>
              </a:r>
              <a:endParaRPr lang="en-US" altLang="zh-CN" sz="2400" baseline="-25000">
                <a:solidFill>
                  <a:schemeClr val="tx1"/>
                </a:solidFill>
              </a:endParaRPr>
            </a:p>
          </p:txBody>
        </p:sp>
        <p:sp>
          <p:nvSpPr>
            <p:cNvPr id="56" name="Rectangle 79">
              <a:extLst>
                <a:ext uri="{FF2B5EF4-FFF2-40B4-BE49-F238E27FC236}">
                  <a16:creationId xmlns:a16="http://schemas.microsoft.com/office/drawing/2014/main" id="{09737F93-7B75-463A-902D-C22EAD4DCD26}"/>
                </a:ext>
              </a:extLst>
            </p:cNvPr>
            <p:cNvSpPr>
              <a:spLocks noChangeArrowheads="1"/>
            </p:cNvSpPr>
            <p:nvPr/>
          </p:nvSpPr>
          <p:spPr bwMode="auto">
            <a:xfrm>
              <a:off x="3455" y="3621"/>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57" name="Rectangle 80">
              <a:extLst>
                <a:ext uri="{FF2B5EF4-FFF2-40B4-BE49-F238E27FC236}">
                  <a16:creationId xmlns:a16="http://schemas.microsoft.com/office/drawing/2014/main" id="{B7C8B192-2349-46AD-83E8-921F58E53C9C}"/>
                </a:ext>
              </a:extLst>
            </p:cNvPr>
            <p:cNvSpPr>
              <a:spLocks noChangeArrowheads="1"/>
            </p:cNvSpPr>
            <p:nvPr/>
          </p:nvSpPr>
          <p:spPr bwMode="auto">
            <a:xfrm>
              <a:off x="3372" y="3357"/>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1J</a:t>
              </a:r>
            </a:p>
          </p:txBody>
        </p:sp>
        <p:grpSp>
          <p:nvGrpSpPr>
            <p:cNvPr id="58" name="Group 81">
              <a:extLst>
                <a:ext uri="{FF2B5EF4-FFF2-40B4-BE49-F238E27FC236}">
                  <a16:creationId xmlns:a16="http://schemas.microsoft.com/office/drawing/2014/main" id="{98108B25-4DFF-455B-9AFB-EF7D16172CEF}"/>
                </a:ext>
              </a:extLst>
            </p:cNvPr>
            <p:cNvGrpSpPr>
              <a:grpSpLocks/>
            </p:cNvGrpSpPr>
            <p:nvPr/>
          </p:nvGrpSpPr>
          <p:grpSpPr bwMode="auto">
            <a:xfrm rot="5400000">
              <a:off x="3358" y="3725"/>
              <a:ext cx="168" cy="96"/>
              <a:chOff x="2412" y="3725"/>
              <a:chExt cx="168" cy="96"/>
            </a:xfrm>
          </p:grpSpPr>
          <p:sp>
            <p:nvSpPr>
              <p:cNvPr id="62" name="Line 82">
                <a:extLst>
                  <a:ext uri="{FF2B5EF4-FFF2-40B4-BE49-F238E27FC236}">
                    <a16:creationId xmlns:a16="http://schemas.microsoft.com/office/drawing/2014/main" id="{7170C4C3-77AB-4A23-8536-4BA2BA66D155}"/>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 name="Line 83">
                <a:extLst>
                  <a:ext uri="{FF2B5EF4-FFF2-40B4-BE49-F238E27FC236}">
                    <a16:creationId xmlns:a16="http://schemas.microsoft.com/office/drawing/2014/main" id="{ABBA9264-219C-4255-A608-47FB5429B1CE}"/>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59" name="Rectangle 84">
              <a:extLst>
                <a:ext uri="{FF2B5EF4-FFF2-40B4-BE49-F238E27FC236}">
                  <a16:creationId xmlns:a16="http://schemas.microsoft.com/office/drawing/2014/main" id="{373EB9D5-CF70-4A2A-8489-6394814031B7}"/>
                </a:ext>
              </a:extLst>
            </p:cNvPr>
            <p:cNvSpPr>
              <a:spLocks noChangeArrowheads="1"/>
            </p:cNvSpPr>
            <p:nvPr/>
          </p:nvSpPr>
          <p:spPr bwMode="auto">
            <a:xfrm>
              <a:off x="3357" y="3870"/>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1K</a:t>
              </a:r>
            </a:p>
          </p:txBody>
        </p:sp>
        <p:sp>
          <p:nvSpPr>
            <p:cNvPr id="60" name="Rectangle 65">
              <a:extLst>
                <a:ext uri="{FF2B5EF4-FFF2-40B4-BE49-F238E27FC236}">
                  <a16:creationId xmlns:a16="http://schemas.microsoft.com/office/drawing/2014/main" id="{D5C471C8-4C96-4167-A022-9B44CDEA55EC}"/>
                </a:ext>
              </a:extLst>
            </p:cNvPr>
            <p:cNvSpPr>
              <a:spLocks noChangeArrowheads="1"/>
            </p:cNvSpPr>
            <p:nvPr/>
          </p:nvSpPr>
          <p:spPr bwMode="auto">
            <a:xfrm>
              <a:off x="740" y="337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T</a:t>
              </a:r>
              <a:endParaRPr lang="en-US" altLang="zh-CN" sz="2400" baseline="-25000">
                <a:solidFill>
                  <a:schemeClr val="tx1"/>
                </a:solidFill>
              </a:endParaRPr>
            </a:p>
          </p:txBody>
        </p:sp>
        <p:sp>
          <p:nvSpPr>
            <p:cNvPr id="61" name="Rectangle 64">
              <a:extLst>
                <a:ext uri="{FF2B5EF4-FFF2-40B4-BE49-F238E27FC236}">
                  <a16:creationId xmlns:a16="http://schemas.microsoft.com/office/drawing/2014/main" id="{76060811-8BD9-4276-979E-C7DB3796602C}"/>
                </a:ext>
              </a:extLst>
            </p:cNvPr>
            <p:cNvSpPr>
              <a:spLocks noChangeArrowheads="1"/>
            </p:cNvSpPr>
            <p:nvPr/>
          </p:nvSpPr>
          <p:spPr bwMode="auto">
            <a:xfrm>
              <a:off x="673" y="3617"/>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grpSp>
      <p:sp>
        <p:nvSpPr>
          <p:cNvPr id="68" name="TextBox 67"/>
          <p:cNvSpPr txBox="1"/>
          <p:nvPr/>
        </p:nvSpPr>
        <p:spPr bwMode="auto">
          <a:xfrm>
            <a:off x="429208" y="4180114"/>
            <a:ext cx="29484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zh-CN" altLang="en-US" dirty="0">
                <a:solidFill>
                  <a:schemeClr val="tx1"/>
                </a:solidFill>
                <a:latin typeface="黑体" pitchFamily="49" charset="-122"/>
                <a:ea typeface="黑体" pitchFamily="49" charset="-122"/>
              </a:rPr>
              <a:t>欲得 </a:t>
            </a:r>
            <a:r>
              <a:rPr lang="en-US" altLang="zh-CN" i="1" dirty="0">
                <a:solidFill>
                  <a:schemeClr val="tx1"/>
                </a:solidFill>
                <a:latin typeface="Times New Roman" pitchFamily="18" charset="0"/>
                <a:cs typeface="Times New Roman" pitchFamily="18" charset="0"/>
              </a:rPr>
              <a:t>Q</a:t>
            </a:r>
            <a:r>
              <a:rPr lang="en-US" altLang="zh-CN" i="1" baseline="30000" dirty="0">
                <a:solidFill>
                  <a:schemeClr val="tx1"/>
                </a:solidFill>
                <a:latin typeface="Times New Roman" pitchFamily="18" charset="0"/>
                <a:cs typeface="Times New Roman" pitchFamily="18" charset="0"/>
              </a:rPr>
              <a:t>n</a:t>
            </a:r>
            <a:r>
              <a:rPr lang="en-US" altLang="zh-CN" baseline="30000" dirty="0">
                <a:solidFill>
                  <a:schemeClr val="tx1"/>
                </a:solidFill>
                <a:latin typeface="Times New Roman" pitchFamily="18" charset="0"/>
                <a:cs typeface="Times New Roman" pitchFamily="18" charset="0"/>
              </a:rPr>
              <a:t>+1 </a:t>
            </a:r>
            <a:r>
              <a:rPr lang="en-US" altLang="zh-CN" dirty="0">
                <a:solidFill>
                  <a:schemeClr val="tx1"/>
                </a:solidFill>
                <a:latin typeface="Times New Roman" pitchFamily="18" charset="0"/>
                <a:cs typeface="Times New Roman" pitchFamily="18" charset="0"/>
              </a:rPr>
              <a:t>= </a:t>
            </a:r>
            <a:r>
              <a:rPr lang="en-US" altLang="zh-CN" i="1" dirty="0">
                <a:solidFill>
                  <a:schemeClr val="tx1"/>
                </a:solidFill>
                <a:latin typeface="Times New Roman" pitchFamily="18" charset="0"/>
                <a:cs typeface="Times New Roman" pitchFamily="18" charset="0"/>
              </a:rPr>
              <a:t>D</a:t>
            </a:r>
          </a:p>
        </p:txBody>
      </p:sp>
      <p:grpSp>
        <p:nvGrpSpPr>
          <p:cNvPr id="72" name="组合 71"/>
          <p:cNvGrpSpPr/>
          <p:nvPr/>
        </p:nvGrpSpPr>
        <p:grpSpPr>
          <a:xfrm>
            <a:off x="195943" y="3592285"/>
            <a:ext cx="2939144" cy="461665"/>
            <a:chOff x="195943" y="3592285"/>
            <a:chExt cx="2939144" cy="461665"/>
          </a:xfrm>
        </p:grpSpPr>
        <p:sp>
          <p:nvSpPr>
            <p:cNvPr id="67" name="TextBox 66"/>
            <p:cNvSpPr txBox="1"/>
            <p:nvPr/>
          </p:nvSpPr>
          <p:spPr bwMode="auto">
            <a:xfrm>
              <a:off x="195943" y="3592285"/>
              <a:ext cx="29391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zh-CN" altLang="en-US" sz="2400" dirty="0">
                  <a:solidFill>
                    <a:schemeClr val="tx1"/>
                  </a:solidFill>
                  <a:latin typeface="黑体" pitchFamily="49" charset="-122"/>
                  <a:ea typeface="黑体" pitchFamily="49" charset="-122"/>
                </a:rPr>
                <a:t>已有</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err="1">
                  <a:solidFill>
                    <a:schemeClr val="tx1"/>
                  </a:solidFill>
                  <a:latin typeface="Times New Roman" pitchFamily="18" charset="0"/>
                  <a:cs typeface="Times New Roman" pitchFamily="18" charset="0"/>
                </a:rPr>
                <a:t>JQ</a:t>
              </a:r>
              <a:r>
                <a:rPr lang="en-US" altLang="zh-CN" sz="2400" i="1" baseline="30000" dirty="0" err="1">
                  <a:solidFill>
                    <a:schemeClr val="tx1"/>
                  </a:solidFill>
                  <a:latin typeface="Times New Roman" pitchFamily="18" charset="0"/>
                  <a:cs typeface="Times New Roman" pitchFamily="18" charset="0"/>
                </a:rPr>
                <a:t>n</a:t>
              </a:r>
              <a:r>
                <a:rPr lang="en-US" altLang="zh-CN" sz="2400" dirty="0">
                  <a:solidFill>
                    <a:schemeClr val="tx1"/>
                  </a:solidFill>
                  <a:latin typeface="Times New Roman" pitchFamily="18" charset="0"/>
                  <a:cs typeface="Times New Roman" pitchFamily="18" charset="0"/>
                </a:rPr>
                <a:t>+ </a:t>
              </a:r>
              <a:r>
                <a:rPr lang="en-US" altLang="zh-CN" sz="2400" i="1" dirty="0" err="1">
                  <a:solidFill>
                    <a:schemeClr val="tx1"/>
                  </a:solidFill>
                  <a:latin typeface="Times New Roman" pitchFamily="18" charset="0"/>
                  <a:cs typeface="Times New Roman" pitchFamily="18" charset="0"/>
                </a:rPr>
                <a:t>KQ</a:t>
              </a:r>
              <a:r>
                <a:rPr lang="en-US" altLang="zh-CN" sz="2400" i="1" baseline="30000" dirty="0" err="1">
                  <a:solidFill>
                    <a:schemeClr val="tx1"/>
                  </a:solidFill>
                  <a:latin typeface="Times New Roman" pitchFamily="18" charset="0"/>
                  <a:cs typeface="Times New Roman" pitchFamily="18" charset="0"/>
                </a:rPr>
                <a:t>n</a:t>
              </a:r>
              <a:endParaRPr lang="zh-CN" altLang="en-US" sz="2400" dirty="0">
                <a:solidFill>
                  <a:schemeClr val="tx1"/>
                </a:solidFill>
                <a:latin typeface="Times New Roman" pitchFamily="18" charset="0"/>
                <a:ea typeface="黑体" pitchFamily="49" charset="-122"/>
                <a:cs typeface="Times New Roman" pitchFamily="18" charset="0"/>
              </a:endParaRPr>
            </a:p>
          </p:txBody>
        </p:sp>
        <p:sp>
          <p:nvSpPr>
            <p:cNvPr id="69" name="Line 18">
              <a:extLst>
                <a:ext uri="{FF2B5EF4-FFF2-40B4-BE49-F238E27FC236}">
                  <a16:creationId xmlns:a16="http://schemas.microsoft.com/office/drawing/2014/main" id="{BC327AE6-65EE-490A-BCEC-EAF8C715762F}"/>
                </a:ext>
              </a:extLst>
            </p:cNvPr>
            <p:cNvSpPr>
              <a:spLocks noChangeShapeType="1"/>
            </p:cNvSpPr>
            <p:nvPr/>
          </p:nvSpPr>
          <p:spPr bwMode="auto">
            <a:xfrm>
              <a:off x="1946505" y="3682779"/>
              <a:ext cx="21834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0" name="Line 18">
              <a:extLst>
                <a:ext uri="{FF2B5EF4-FFF2-40B4-BE49-F238E27FC236}">
                  <a16:creationId xmlns:a16="http://schemas.microsoft.com/office/drawing/2014/main" id="{BC327AE6-65EE-490A-BCEC-EAF8C715762F}"/>
                </a:ext>
              </a:extLst>
            </p:cNvPr>
            <p:cNvSpPr>
              <a:spLocks noChangeShapeType="1"/>
            </p:cNvSpPr>
            <p:nvPr/>
          </p:nvSpPr>
          <p:spPr bwMode="auto">
            <a:xfrm>
              <a:off x="2490791" y="3657897"/>
              <a:ext cx="21834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5" name="Group 15">
            <a:extLst>
              <a:ext uri="{FF2B5EF4-FFF2-40B4-BE49-F238E27FC236}">
                <a16:creationId xmlns:a16="http://schemas.microsoft.com/office/drawing/2014/main" id="{76CB8C26-B356-45A9-98AB-86B6AD37FD26}"/>
              </a:ext>
            </a:extLst>
          </p:cNvPr>
          <p:cNvGrpSpPr>
            <a:grpSpLocks/>
          </p:cNvGrpSpPr>
          <p:nvPr/>
        </p:nvGrpSpPr>
        <p:grpSpPr bwMode="auto">
          <a:xfrm>
            <a:off x="492189" y="4719638"/>
            <a:ext cx="3394075" cy="457200"/>
            <a:chOff x="504" y="3237"/>
            <a:chExt cx="2138" cy="288"/>
          </a:xfrm>
        </p:grpSpPr>
        <p:sp>
          <p:nvSpPr>
            <p:cNvPr id="16" name="Rectangle 13">
              <a:extLst>
                <a:ext uri="{FF2B5EF4-FFF2-40B4-BE49-F238E27FC236}">
                  <a16:creationId xmlns:a16="http://schemas.microsoft.com/office/drawing/2014/main" id="{F1E3DDAF-FB96-4F21-A5DD-CECB218B2252}"/>
                </a:ext>
              </a:extLst>
            </p:cNvPr>
            <p:cNvSpPr>
              <a:spLocks noChangeArrowheads="1"/>
            </p:cNvSpPr>
            <p:nvPr/>
          </p:nvSpPr>
          <p:spPr bwMode="auto">
            <a:xfrm>
              <a:off x="504" y="3237"/>
              <a:ext cx="21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r>
                <a:rPr lang="en-US" altLang="zh-CN" sz="2400" dirty="0">
                  <a:solidFill>
                    <a:schemeClr val="tx1"/>
                  </a:solidFill>
                  <a:latin typeface="Times New Roman" pitchFamily="18" charset="0"/>
                  <a:cs typeface="Times New Roman" pitchFamily="18" charset="0"/>
                </a:rPr>
                <a:t>2.    </a:t>
              </a:r>
              <a:r>
                <a:rPr lang="en-US" altLang="zh-CN" sz="2400" i="1" dirty="0">
                  <a:solidFill>
                    <a:schemeClr val="tx1"/>
                  </a:solidFill>
                  <a:latin typeface="Times New Roman" pitchFamily="18" charset="0"/>
                  <a:cs typeface="Times New Roman" pitchFamily="18" charset="0"/>
                </a:rPr>
                <a:t>JK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T</a:t>
              </a:r>
              <a:r>
                <a:rPr lang="zh-CN" altLang="en-US" sz="2400" dirty="0">
                  <a:solidFill>
                    <a:schemeClr val="tx1"/>
                  </a:solidFill>
                  <a:latin typeface="Times New Roman" pitchFamily="18" charset="0"/>
                  <a:cs typeface="Times New Roman" pitchFamily="18" charset="0"/>
                </a:rPr>
                <a:t>、</a:t>
              </a:r>
              <a:r>
                <a:rPr lang="en-US" altLang="zh-CN" sz="2400" i="1" dirty="0">
                  <a:solidFill>
                    <a:schemeClr val="tx1"/>
                  </a:solidFill>
                  <a:latin typeface="Times New Roman" pitchFamily="18" charset="0"/>
                  <a:cs typeface="Times New Roman" pitchFamily="18" charset="0"/>
                </a:rPr>
                <a:t>T’</a:t>
              </a:r>
              <a:endParaRPr lang="en-US" altLang="zh-CN" sz="2400" dirty="0">
                <a:solidFill>
                  <a:schemeClr val="tx1"/>
                </a:solidFill>
                <a:latin typeface="Times New Roman" pitchFamily="18" charset="0"/>
                <a:cs typeface="Times New Roman" pitchFamily="18" charset="0"/>
              </a:endParaRPr>
            </a:p>
          </p:txBody>
        </p:sp>
        <p:sp>
          <p:nvSpPr>
            <p:cNvPr id="17" name="AutoShape 14">
              <a:extLst>
                <a:ext uri="{FF2B5EF4-FFF2-40B4-BE49-F238E27FC236}">
                  <a16:creationId xmlns:a16="http://schemas.microsoft.com/office/drawing/2014/main" id="{6871559A-4403-4F4A-98AA-BA0ADAA7F4A5}"/>
                </a:ext>
              </a:extLst>
            </p:cNvPr>
            <p:cNvSpPr>
              <a:spLocks noChangeArrowheads="1"/>
            </p:cNvSpPr>
            <p:nvPr/>
          </p:nvSpPr>
          <p:spPr bwMode="auto">
            <a:xfrm>
              <a:off x="1236" y="3303"/>
              <a:ext cx="213" cy="150"/>
            </a:xfrm>
            <a:prstGeom prst="rightArrow">
              <a:avLst>
                <a:gd name="adj1" fmla="val 50000"/>
                <a:gd name="adj2" fmla="val 35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blinds(horizontal)">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blinds(horizontal)">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blinds(horizontal)">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linds(horizontal)">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blinds(horizontal)">
                                      <p:cBhvr>
                                        <p:cTn id="4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mtClean="0"/>
              <a:pPr>
                <a:defRPr/>
              </a:pPr>
              <a:t>48</a:t>
            </a:fld>
            <a:endParaRPr lang="en-US" altLang="zh-CN" dirty="0"/>
          </a:p>
        </p:txBody>
      </p:sp>
      <p:sp>
        <p:nvSpPr>
          <p:cNvPr id="5"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48</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6" name="Group 68">
            <a:extLst>
              <a:ext uri="{FF2B5EF4-FFF2-40B4-BE49-F238E27FC236}">
                <a16:creationId xmlns:a16="http://schemas.microsoft.com/office/drawing/2014/main" id="{9CB7F54B-FC57-42FB-898D-1E3C638FF347}"/>
              </a:ext>
            </a:extLst>
          </p:cNvPr>
          <p:cNvGrpSpPr>
            <a:grpSpLocks/>
          </p:cNvGrpSpPr>
          <p:nvPr/>
        </p:nvGrpSpPr>
        <p:grpSpPr bwMode="auto">
          <a:xfrm>
            <a:off x="445537" y="569524"/>
            <a:ext cx="2191578" cy="457200"/>
            <a:chOff x="504" y="347"/>
            <a:chExt cx="1159" cy="288"/>
          </a:xfrm>
        </p:grpSpPr>
        <p:sp>
          <p:nvSpPr>
            <p:cNvPr id="7" name="Rectangle 38">
              <a:extLst>
                <a:ext uri="{FF2B5EF4-FFF2-40B4-BE49-F238E27FC236}">
                  <a16:creationId xmlns:a16="http://schemas.microsoft.com/office/drawing/2014/main" id="{D884173B-C424-445F-A634-FE3DCEB2DC9A}"/>
                </a:ext>
              </a:extLst>
            </p:cNvPr>
            <p:cNvSpPr>
              <a:spLocks noChangeArrowheads="1"/>
            </p:cNvSpPr>
            <p:nvPr/>
          </p:nvSpPr>
          <p:spPr bwMode="auto">
            <a:xfrm>
              <a:off x="504" y="347"/>
              <a:ext cx="11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r>
                <a:rPr lang="en-US" altLang="zh-CN" sz="2400" dirty="0">
                  <a:solidFill>
                    <a:schemeClr val="tx1"/>
                  </a:solidFill>
                  <a:latin typeface="Times New Roman" pitchFamily="18" charset="0"/>
                  <a:cs typeface="Times New Roman" pitchFamily="18" charset="0"/>
                </a:rPr>
                <a:t>3.    </a:t>
              </a:r>
              <a:r>
                <a:rPr lang="en-US" altLang="zh-CN" sz="2400" i="1" dirty="0">
                  <a:solidFill>
                    <a:schemeClr val="tx1"/>
                  </a:solidFill>
                  <a:latin typeface="Times New Roman" pitchFamily="18" charset="0"/>
                  <a:cs typeface="Times New Roman" pitchFamily="18" charset="0"/>
                </a:rPr>
                <a:t>D</a:t>
              </a:r>
              <a:r>
                <a:rPr lang="en-US" altLang="zh-CN" sz="2400" dirty="0">
                  <a:solidFill>
                    <a:schemeClr val="tx1"/>
                  </a:solidFill>
                </a:rPr>
                <a:t>       </a:t>
              </a:r>
              <a:r>
                <a:rPr lang="en-US" altLang="zh-CN" sz="2400" i="1" dirty="0">
                  <a:solidFill>
                    <a:schemeClr val="tx1"/>
                  </a:solidFill>
                  <a:latin typeface="Times New Roman" pitchFamily="18" charset="0"/>
                  <a:cs typeface="Times New Roman" pitchFamily="18" charset="0"/>
                </a:rPr>
                <a:t>JK</a:t>
              </a:r>
            </a:p>
          </p:txBody>
        </p:sp>
        <p:sp>
          <p:nvSpPr>
            <p:cNvPr id="8" name="AutoShape 39">
              <a:extLst>
                <a:ext uri="{FF2B5EF4-FFF2-40B4-BE49-F238E27FC236}">
                  <a16:creationId xmlns:a16="http://schemas.microsoft.com/office/drawing/2014/main" id="{C0593B2A-E11B-441D-B70E-C5D7A7E2FBF1}"/>
                </a:ext>
              </a:extLst>
            </p:cNvPr>
            <p:cNvSpPr>
              <a:spLocks noChangeArrowheads="1"/>
            </p:cNvSpPr>
            <p:nvPr/>
          </p:nvSpPr>
          <p:spPr bwMode="auto">
            <a:xfrm>
              <a:off x="1048" y="413"/>
              <a:ext cx="213" cy="150"/>
            </a:xfrm>
            <a:prstGeom prst="rightArrow">
              <a:avLst>
                <a:gd name="adj1" fmla="val 50000"/>
                <a:gd name="adj2" fmla="val 35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9" name="AutoShape 40">
            <a:extLst>
              <a:ext uri="{FF2B5EF4-FFF2-40B4-BE49-F238E27FC236}">
                <a16:creationId xmlns:a16="http://schemas.microsoft.com/office/drawing/2014/main" id="{DB359EAE-F891-4364-87B5-472664D3506B}"/>
              </a:ext>
            </a:extLst>
          </p:cNvPr>
          <p:cNvSpPr>
            <a:spLocks noChangeArrowheads="1"/>
          </p:cNvSpPr>
          <p:nvPr/>
        </p:nvSpPr>
        <p:spPr bwMode="auto">
          <a:xfrm>
            <a:off x="3420886" y="2119638"/>
            <a:ext cx="1726372" cy="182563"/>
          </a:xfrm>
          <a:custGeom>
            <a:avLst/>
            <a:gdLst>
              <a:gd name="G0" fmla="+- 18639 0 0"/>
              <a:gd name="G1" fmla="+- 6118 0 0"/>
              <a:gd name="G2" fmla="+- 21600 0 6118"/>
              <a:gd name="G3" fmla="+- 10800 0 6118"/>
              <a:gd name="G4" fmla="+- 21600 0 18639"/>
              <a:gd name="G5" fmla="*/ G4 G3 10800"/>
              <a:gd name="G6" fmla="+- 21600 0 G5"/>
              <a:gd name="T0" fmla="*/ 18639 w 21600"/>
              <a:gd name="T1" fmla="*/ 0 h 21600"/>
              <a:gd name="T2" fmla="*/ 0 w 21600"/>
              <a:gd name="T3" fmla="*/ 10800 h 21600"/>
              <a:gd name="T4" fmla="*/ 1863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8639" y="0"/>
                </a:moveTo>
                <a:lnTo>
                  <a:pt x="18639" y="6118"/>
                </a:lnTo>
                <a:lnTo>
                  <a:pt x="3375" y="6118"/>
                </a:lnTo>
                <a:lnTo>
                  <a:pt x="3375" y="15482"/>
                </a:lnTo>
                <a:lnTo>
                  <a:pt x="18639" y="15482"/>
                </a:lnTo>
                <a:lnTo>
                  <a:pt x="18639" y="21600"/>
                </a:lnTo>
                <a:lnTo>
                  <a:pt x="21600" y="10800"/>
                </a:lnTo>
                <a:close/>
              </a:path>
              <a:path w="21600" h="21600">
                <a:moveTo>
                  <a:pt x="1350" y="6118"/>
                </a:moveTo>
                <a:lnTo>
                  <a:pt x="1350" y="15482"/>
                </a:lnTo>
                <a:lnTo>
                  <a:pt x="2700" y="15482"/>
                </a:lnTo>
                <a:lnTo>
                  <a:pt x="2700" y="6118"/>
                </a:lnTo>
                <a:close/>
              </a:path>
              <a:path w="21600" h="21600">
                <a:moveTo>
                  <a:pt x="0" y="6118"/>
                </a:moveTo>
                <a:lnTo>
                  <a:pt x="0" y="15482"/>
                </a:lnTo>
                <a:lnTo>
                  <a:pt x="675" y="15482"/>
                </a:lnTo>
                <a:lnTo>
                  <a:pt x="675" y="6118"/>
                </a:lnTo>
                <a:close/>
              </a:path>
            </a:pathLst>
          </a:custGeom>
          <a:solidFill>
            <a:srgbClr val="00CC0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10" name="Group 62">
            <a:extLst>
              <a:ext uri="{FF2B5EF4-FFF2-40B4-BE49-F238E27FC236}">
                <a16:creationId xmlns:a16="http://schemas.microsoft.com/office/drawing/2014/main" id="{40CC27AA-686E-4CC0-A855-E53D27B4BB21}"/>
              </a:ext>
            </a:extLst>
          </p:cNvPr>
          <p:cNvGrpSpPr>
            <a:grpSpLocks/>
          </p:cNvGrpSpPr>
          <p:nvPr/>
        </p:nvGrpSpPr>
        <p:grpSpPr bwMode="auto">
          <a:xfrm>
            <a:off x="360071" y="1204913"/>
            <a:ext cx="3175000" cy="1200150"/>
            <a:chOff x="488" y="599"/>
            <a:chExt cx="1392" cy="756"/>
          </a:xfrm>
        </p:grpSpPr>
        <p:sp>
          <p:nvSpPr>
            <p:cNvPr id="11" name="Rectangle 45">
              <a:extLst>
                <a:ext uri="{FF2B5EF4-FFF2-40B4-BE49-F238E27FC236}">
                  <a16:creationId xmlns:a16="http://schemas.microsoft.com/office/drawing/2014/main" id="{EBD7730F-A52B-4F96-9FD8-2C90CFD049AE}"/>
                </a:ext>
              </a:extLst>
            </p:cNvPr>
            <p:cNvSpPr>
              <a:spLocks noChangeArrowheads="1"/>
            </p:cNvSpPr>
            <p:nvPr/>
          </p:nvSpPr>
          <p:spPr bwMode="auto">
            <a:xfrm>
              <a:off x="488" y="599"/>
              <a:ext cx="1392"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pPr>
              <a:r>
                <a:rPr lang="zh-CN" altLang="en-US" sz="2400" dirty="0">
                  <a:solidFill>
                    <a:schemeClr val="tx1"/>
                  </a:solidFill>
                  <a:latin typeface="黑体" pitchFamily="49" charset="-122"/>
                  <a:ea typeface="黑体" pitchFamily="49" charset="-122"/>
                </a:rPr>
                <a:t>已有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D</a:t>
              </a:r>
              <a:endParaRPr lang="en-US" altLang="zh-CN" sz="2400" dirty="0">
                <a:solidFill>
                  <a:schemeClr val="tx1"/>
                </a:solidFill>
                <a:latin typeface="Times New Roman" pitchFamily="18" charset="0"/>
                <a:cs typeface="Times New Roman" pitchFamily="18" charset="0"/>
              </a:endParaRPr>
            </a:p>
            <a:p>
              <a:pPr fontAlgn="base">
                <a:spcBef>
                  <a:spcPct val="0"/>
                </a:spcBef>
              </a:pPr>
              <a:r>
                <a:rPr lang="zh-CN" altLang="en-US" sz="2400" dirty="0">
                  <a:solidFill>
                    <a:schemeClr val="tx1"/>
                  </a:solidFill>
                </a:rPr>
                <a:t>欲得</a:t>
              </a:r>
              <a:endParaRPr lang="zh-CN" altLang="en-US" sz="2400" i="1" dirty="0">
                <a:solidFill>
                  <a:schemeClr val="tx1"/>
                </a:solidFill>
              </a:endParaRPr>
            </a:p>
            <a:p>
              <a:pPr fontAlgn="base">
                <a:spcBef>
                  <a:spcPct val="0"/>
                </a:spcBef>
              </a:pP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err="1">
                  <a:solidFill>
                    <a:schemeClr val="tx1"/>
                  </a:solidFill>
                  <a:latin typeface="Times New Roman" pitchFamily="18" charset="0"/>
                  <a:cs typeface="Times New Roman" pitchFamily="18" charset="0"/>
                </a:rPr>
                <a:t>JQ</a:t>
              </a:r>
              <a:r>
                <a:rPr lang="en-US" altLang="zh-CN" sz="2400" i="1" baseline="30000" dirty="0" err="1">
                  <a:solidFill>
                    <a:schemeClr val="tx1"/>
                  </a:solidFill>
                  <a:latin typeface="Times New Roman" pitchFamily="18" charset="0"/>
                  <a:cs typeface="Times New Roman" pitchFamily="18" charset="0"/>
                </a:rPr>
                <a:t>n</a:t>
              </a:r>
              <a:r>
                <a:rPr lang="en-US" altLang="zh-CN" sz="2400" i="1" baseline="30000" dirty="0">
                  <a:solidFill>
                    <a:schemeClr val="tx1"/>
                  </a:solidFill>
                  <a:latin typeface="Times New Roman" pitchFamily="18" charset="0"/>
                  <a:cs typeface="Times New Roman" pitchFamily="18" charset="0"/>
                </a:rPr>
                <a:t> </a:t>
              </a:r>
              <a:r>
                <a:rPr lang="en-US" altLang="zh-CN" sz="2400" dirty="0">
                  <a:solidFill>
                    <a:schemeClr val="tx1"/>
                  </a:solidFill>
                  <a:latin typeface="Times New Roman" pitchFamily="18" charset="0"/>
                  <a:cs typeface="Times New Roman" pitchFamily="18" charset="0"/>
                </a:rPr>
                <a:t>+ </a:t>
              </a:r>
              <a:r>
                <a:rPr lang="en-US" altLang="zh-CN" sz="2400" i="1" dirty="0" err="1">
                  <a:solidFill>
                    <a:schemeClr val="tx1"/>
                  </a:solidFill>
                  <a:latin typeface="Times New Roman" pitchFamily="18" charset="0"/>
                  <a:cs typeface="Times New Roman" pitchFamily="18" charset="0"/>
                </a:rPr>
                <a:t>KQ</a:t>
              </a:r>
              <a:r>
                <a:rPr lang="en-US" altLang="zh-CN" sz="2400" i="1" baseline="30000" dirty="0" err="1">
                  <a:solidFill>
                    <a:schemeClr val="tx1"/>
                  </a:solidFill>
                  <a:latin typeface="Times New Roman" pitchFamily="18" charset="0"/>
                  <a:cs typeface="Times New Roman" pitchFamily="18" charset="0"/>
                </a:rPr>
                <a:t>n</a:t>
              </a:r>
              <a:endParaRPr lang="en-US" altLang="zh-CN" sz="2400" i="1" baseline="30000" dirty="0">
                <a:solidFill>
                  <a:schemeClr val="tx1"/>
                </a:solidFill>
                <a:latin typeface="Times New Roman" pitchFamily="18" charset="0"/>
                <a:cs typeface="Times New Roman" pitchFamily="18" charset="0"/>
              </a:endParaRPr>
            </a:p>
          </p:txBody>
        </p:sp>
        <p:sp>
          <p:nvSpPr>
            <p:cNvPr id="12" name="Line 46">
              <a:extLst>
                <a:ext uri="{FF2B5EF4-FFF2-40B4-BE49-F238E27FC236}">
                  <a16:creationId xmlns:a16="http://schemas.microsoft.com/office/drawing/2014/main" id="{3BFE4936-244F-4DB5-9B99-B605C3878092}"/>
                </a:ext>
              </a:extLst>
            </p:cNvPr>
            <p:cNvSpPr>
              <a:spLocks noChangeShapeType="1"/>
            </p:cNvSpPr>
            <p:nvPr/>
          </p:nvSpPr>
          <p:spPr bwMode="auto">
            <a:xfrm>
              <a:off x="977" y="1115"/>
              <a:ext cx="15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 name="Line 47">
              <a:extLst>
                <a:ext uri="{FF2B5EF4-FFF2-40B4-BE49-F238E27FC236}">
                  <a16:creationId xmlns:a16="http://schemas.microsoft.com/office/drawing/2014/main" id="{097CAE05-D06F-4BEC-86DE-7869070A914B}"/>
                </a:ext>
              </a:extLst>
            </p:cNvPr>
            <p:cNvSpPr>
              <a:spLocks noChangeShapeType="1"/>
            </p:cNvSpPr>
            <p:nvPr/>
          </p:nvSpPr>
          <p:spPr bwMode="auto">
            <a:xfrm>
              <a:off x="1223" y="1113"/>
              <a:ext cx="12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4" name="Group 129">
            <a:extLst>
              <a:ext uri="{FF2B5EF4-FFF2-40B4-BE49-F238E27FC236}">
                <a16:creationId xmlns:a16="http://schemas.microsoft.com/office/drawing/2014/main" id="{73DA485C-635A-4F6E-B372-621F3C6D4EAE}"/>
              </a:ext>
            </a:extLst>
          </p:cNvPr>
          <p:cNvGrpSpPr>
            <a:grpSpLocks/>
          </p:cNvGrpSpPr>
          <p:nvPr/>
        </p:nvGrpSpPr>
        <p:grpSpPr bwMode="auto">
          <a:xfrm>
            <a:off x="2902713" y="1142484"/>
            <a:ext cx="2339975" cy="841375"/>
            <a:chOff x="1808" y="889"/>
            <a:chExt cx="1474" cy="530"/>
          </a:xfrm>
        </p:grpSpPr>
        <p:graphicFrame>
          <p:nvGraphicFramePr>
            <p:cNvPr id="15" name="Object 63">
              <a:extLst>
                <a:ext uri="{FF2B5EF4-FFF2-40B4-BE49-F238E27FC236}">
                  <a16:creationId xmlns:a16="http://schemas.microsoft.com/office/drawing/2014/main" id="{4C87D26B-55C2-4337-B95F-95AAA844F9F0}"/>
                </a:ext>
              </a:extLst>
            </p:cNvPr>
            <p:cNvGraphicFramePr>
              <a:graphicFrameLocks noChangeAspect="1"/>
            </p:cNvGraphicFramePr>
            <p:nvPr/>
          </p:nvGraphicFramePr>
          <p:xfrm>
            <a:off x="1962" y="1123"/>
            <a:ext cx="1320" cy="296"/>
          </p:xfrm>
          <a:graphic>
            <a:graphicData uri="http://schemas.openxmlformats.org/presentationml/2006/ole">
              <mc:AlternateContent xmlns:mc="http://schemas.openxmlformats.org/markup-compatibility/2006">
                <mc:Choice xmlns:v="urn:schemas-microsoft-com:vml" Requires="v">
                  <p:oleObj spid="_x0000_s327815" name="Equation" r:id="rId3" imgW="2095500" imgH="469900" progId="Equation.3">
                    <p:embed/>
                  </p:oleObj>
                </mc:Choice>
                <mc:Fallback>
                  <p:oleObj name="Equation" r:id="rId3" imgW="2095500" imgH="4699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 y="1123"/>
                          <a:ext cx="1320"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65">
              <a:extLst>
                <a:ext uri="{FF2B5EF4-FFF2-40B4-BE49-F238E27FC236}">
                  <a16:creationId xmlns:a16="http://schemas.microsoft.com/office/drawing/2014/main" id="{33F5F59B-71A9-44FC-8441-B55ECBB85485}"/>
                </a:ext>
              </a:extLst>
            </p:cNvPr>
            <p:cNvGraphicFramePr>
              <a:graphicFrameLocks noChangeAspect="1"/>
            </p:cNvGraphicFramePr>
            <p:nvPr/>
          </p:nvGraphicFramePr>
          <p:xfrm>
            <a:off x="1808" y="889"/>
            <a:ext cx="1264" cy="272"/>
          </p:xfrm>
          <a:graphic>
            <a:graphicData uri="http://schemas.openxmlformats.org/presentationml/2006/ole">
              <mc:AlternateContent xmlns:mc="http://schemas.openxmlformats.org/markup-compatibility/2006">
                <mc:Choice xmlns:v="urn:schemas-microsoft-com:vml" Requires="v">
                  <p:oleObj spid="_x0000_s327816" name="Equation" r:id="rId5" imgW="2006600" imgH="431800" progId="Equation.3">
                    <p:embed/>
                  </p:oleObj>
                </mc:Choice>
                <mc:Fallback>
                  <p:oleObj name="Equation" r:id="rId5" imgW="2006600" imgH="4318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8" y="889"/>
                          <a:ext cx="1264"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 name="Group 69">
            <a:extLst>
              <a:ext uri="{FF2B5EF4-FFF2-40B4-BE49-F238E27FC236}">
                <a16:creationId xmlns:a16="http://schemas.microsoft.com/office/drawing/2014/main" id="{2A4D90A6-BEFE-4397-956B-A60DC446C604}"/>
              </a:ext>
            </a:extLst>
          </p:cNvPr>
          <p:cNvGrpSpPr>
            <a:grpSpLocks/>
          </p:cNvGrpSpPr>
          <p:nvPr/>
        </p:nvGrpSpPr>
        <p:grpSpPr bwMode="auto">
          <a:xfrm>
            <a:off x="443950" y="2733869"/>
            <a:ext cx="2498724" cy="457200"/>
            <a:chOff x="504" y="347"/>
            <a:chExt cx="1574" cy="288"/>
          </a:xfrm>
        </p:grpSpPr>
        <p:sp>
          <p:nvSpPr>
            <p:cNvPr id="18" name="Rectangle 70">
              <a:extLst>
                <a:ext uri="{FF2B5EF4-FFF2-40B4-BE49-F238E27FC236}">
                  <a16:creationId xmlns:a16="http://schemas.microsoft.com/office/drawing/2014/main" id="{EC4D0399-0B4F-4AA5-9589-41F9D26ED031}"/>
                </a:ext>
              </a:extLst>
            </p:cNvPr>
            <p:cNvSpPr>
              <a:spLocks noChangeArrowheads="1"/>
            </p:cNvSpPr>
            <p:nvPr/>
          </p:nvSpPr>
          <p:spPr bwMode="auto">
            <a:xfrm>
              <a:off x="504" y="347"/>
              <a:ext cx="15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r>
                <a:rPr lang="en-US" altLang="zh-CN" sz="2400" dirty="0">
                  <a:solidFill>
                    <a:schemeClr val="tx1"/>
                  </a:solidFill>
                  <a:latin typeface="Times New Roman" pitchFamily="18" charset="0"/>
                  <a:cs typeface="Times New Roman" pitchFamily="18" charset="0"/>
                </a:rPr>
                <a:t>4.    </a:t>
              </a:r>
              <a:r>
                <a:rPr lang="en-US" altLang="zh-CN" sz="2400" i="1" dirty="0">
                  <a:solidFill>
                    <a:schemeClr val="tx1"/>
                  </a:solidFill>
                  <a:latin typeface="Times New Roman" pitchFamily="18" charset="0"/>
                  <a:cs typeface="Times New Roman" pitchFamily="18" charset="0"/>
                </a:rPr>
                <a:t>D</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T</a:t>
              </a:r>
            </a:p>
          </p:txBody>
        </p:sp>
        <p:sp>
          <p:nvSpPr>
            <p:cNvPr id="19" name="AutoShape 71">
              <a:extLst>
                <a:ext uri="{FF2B5EF4-FFF2-40B4-BE49-F238E27FC236}">
                  <a16:creationId xmlns:a16="http://schemas.microsoft.com/office/drawing/2014/main" id="{FA0C8CAC-62C5-4BD2-A00F-6BF90B079557}"/>
                </a:ext>
              </a:extLst>
            </p:cNvPr>
            <p:cNvSpPr>
              <a:spLocks noChangeArrowheads="1"/>
            </p:cNvSpPr>
            <p:nvPr/>
          </p:nvSpPr>
          <p:spPr bwMode="auto">
            <a:xfrm>
              <a:off x="1126" y="412"/>
              <a:ext cx="213" cy="150"/>
            </a:xfrm>
            <a:prstGeom prst="rightArrow">
              <a:avLst>
                <a:gd name="adj1" fmla="val 50000"/>
                <a:gd name="adj2" fmla="val 35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20" name="Group 131">
            <a:extLst>
              <a:ext uri="{FF2B5EF4-FFF2-40B4-BE49-F238E27FC236}">
                <a16:creationId xmlns:a16="http://schemas.microsoft.com/office/drawing/2014/main" id="{C1B8504B-BD17-4E33-B1A6-58E307E21FFF}"/>
              </a:ext>
            </a:extLst>
          </p:cNvPr>
          <p:cNvGrpSpPr>
            <a:grpSpLocks/>
          </p:cNvGrpSpPr>
          <p:nvPr/>
        </p:nvGrpSpPr>
        <p:grpSpPr bwMode="auto">
          <a:xfrm>
            <a:off x="774700" y="3178175"/>
            <a:ext cx="2360613" cy="1200150"/>
            <a:chOff x="488" y="2002"/>
            <a:chExt cx="1487" cy="756"/>
          </a:xfrm>
        </p:grpSpPr>
        <p:sp>
          <p:nvSpPr>
            <p:cNvPr id="21" name="Rectangle 77">
              <a:extLst>
                <a:ext uri="{FF2B5EF4-FFF2-40B4-BE49-F238E27FC236}">
                  <a16:creationId xmlns:a16="http://schemas.microsoft.com/office/drawing/2014/main" id="{FAE0E805-3148-49AB-B59E-647CE4A5E93E}"/>
                </a:ext>
              </a:extLst>
            </p:cNvPr>
            <p:cNvSpPr>
              <a:spLocks noChangeArrowheads="1"/>
            </p:cNvSpPr>
            <p:nvPr/>
          </p:nvSpPr>
          <p:spPr bwMode="auto">
            <a:xfrm>
              <a:off x="488" y="2002"/>
              <a:ext cx="1487"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pPr>
              <a:r>
                <a:rPr lang="zh-CN" altLang="en-US" sz="2400" dirty="0">
                  <a:solidFill>
                    <a:schemeClr val="tx1"/>
                  </a:solidFill>
                  <a:latin typeface="黑体" pitchFamily="49" charset="-122"/>
                  <a:ea typeface="黑体" pitchFamily="49" charset="-122"/>
                </a:rPr>
                <a:t>已有</a:t>
              </a:r>
              <a:r>
                <a:rPr lang="zh-CN" altLang="en-US" sz="2400" dirty="0">
                  <a:solidFill>
                    <a:schemeClr val="tx1"/>
                  </a:solidFill>
                </a:rPr>
                <a:t>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D </a:t>
              </a:r>
              <a:endParaRPr lang="en-US" altLang="zh-CN" sz="2400" dirty="0">
                <a:solidFill>
                  <a:schemeClr val="tx1"/>
                </a:solidFill>
                <a:latin typeface="Times New Roman" pitchFamily="18" charset="0"/>
                <a:cs typeface="Times New Roman" pitchFamily="18" charset="0"/>
              </a:endParaRPr>
            </a:p>
            <a:p>
              <a:pPr fontAlgn="base">
                <a:spcBef>
                  <a:spcPct val="0"/>
                </a:spcBef>
              </a:pPr>
              <a:r>
                <a:rPr lang="zh-CN" altLang="en-US" sz="2400" dirty="0">
                  <a:solidFill>
                    <a:schemeClr val="tx1"/>
                  </a:solidFill>
                  <a:latin typeface="黑体" pitchFamily="49" charset="-122"/>
                  <a:ea typeface="黑体" pitchFamily="49" charset="-122"/>
                </a:rPr>
                <a:t>欲得</a:t>
              </a:r>
              <a:endParaRPr lang="zh-CN" altLang="en-US" sz="2000" i="1" dirty="0">
                <a:solidFill>
                  <a:schemeClr val="tx1"/>
                </a:solidFill>
                <a:latin typeface="黑体" pitchFamily="49" charset="-122"/>
                <a:ea typeface="黑体" pitchFamily="49" charset="-122"/>
              </a:endParaRPr>
            </a:p>
            <a:p>
              <a:pPr fontAlgn="base">
                <a:spcBef>
                  <a:spcPct val="0"/>
                </a:spcBef>
              </a:pP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a:t>
              </a:r>
            </a:p>
          </p:txBody>
        </p:sp>
        <p:graphicFrame>
          <p:nvGraphicFramePr>
            <p:cNvPr id="22" name="Object 64">
              <a:extLst>
                <a:ext uri="{FF2B5EF4-FFF2-40B4-BE49-F238E27FC236}">
                  <a16:creationId xmlns:a16="http://schemas.microsoft.com/office/drawing/2014/main" id="{2F739D31-CE0E-4F4E-985F-68930D1920AC}"/>
                </a:ext>
              </a:extLst>
            </p:cNvPr>
            <p:cNvGraphicFramePr>
              <a:graphicFrameLocks noChangeAspect="1"/>
            </p:cNvGraphicFramePr>
            <p:nvPr>
              <p:extLst>
                <p:ext uri="{D42A27DB-BD31-4B8C-83A1-F6EECF244321}">
                  <p14:modId xmlns:p14="http://schemas.microsoft.com/office/powerpoint/2010/main" val="2233684680"/>
                </p:ext>
              </p:extLst>
            </p:nvPr>
          </p:nvGraphicFramePr>
          <p:xfrm>
            <a:off x="1207" y="2484"/>
            <a:ext cx="612" cy="256"/>
          </p:xfrm>
          <a:graphic>
            <a:graphicData uri="http://schemas.openxmlformats.org/presentationml/2006/ole">
              <mc:AlternateContent xmlns:mc="http://schemas.openxmlformats.org/markup-compatibility/2006">
                <mc:Choice xmlns:v="urn:schemas-microsoft-com:vml" Requires="v">
                  <p:oleObj spid="_x0000_s327817" name="Equation" r:id="rId7" imgW="914003" imgH="406224" progId="Equation.3">
                    <p:embed/>
                  </p:oleObj>
                </mc:Choice>
                <mc:Fallback>
                  <p:oleObj name="Equation" r:id="rId7" imgW="914003" imgH="406224"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7" y="2484"/>
                          <a:ext cx="612"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3" name="Group 85">
            <a:extLst>
              <a:ext uri="{FF2B5EF4-FFF2-40B4-BE49-F238E27FC236}">
                <a16:creationId xmlns:a16="http://schemas.microsoft.com/office/drawing/2014/main" id="{B1711DD0-6D1F-4214-97B5-B5BE577DB8D7}"/>
              </a:ext>
            </a:extLst>
          </p:cNvPr>
          <p:cNvGrpSpPr>
            <a:grpSpLocks/>
          </p:cNvGrpSpPr>
          <p:nvPr/>
        </p:nvGrpSpPr>
        <p:grpSpPr bwMode="auto">
          <a:xfrm>
            <a:off x="575299" y="5268916"/>
            <a:ext cx="2560014" cy="830263"/>
            <a:chOff x="360" y="3239"/>
            <a:chExt cx="1511" cy="523"/>
          </a:xfrm>
        </p:grpSpPr>
        <p:sp>
          <p:nvSpPr>
            <p:cNvPr id="24" name="Rectangle 83">
              <a:extLst>
                <a:ext uri="{FF2B5EF4-FFF2-40B4-BE49-F238E27FC236}">
                  <a16:creationId xmlns:a16="http://schemas.microsoft.com/office/drawing/2014/main" id="{63330788-BFF1-4F19-859E-822124878AC8}"/>
                </a:ext>
              </a:extLst>
            </p:cNvPr>
            <p:cNvSpPr>
              <a:spLocks noChangeArrowheads="1"/>
            </p:cNvSpPr>
            <p:nvPr/>
          </p:nvSpPr>
          <p:spPr bwMode="auto">
            <a:xfrm>
              <a:off x="360" y="3239"/>
              <a:ext cx="151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pPr>
              <a:r>
                <a:rPr lang="zh-CN" altLang="en-US" sz="2400" dirty="0">
                  <a:solidFill>
                    <a:schemeClr val="tx1"/>
                  </a:solidFill>
                  <a:latin typeface="黑体" pitchFamily="49" charset="-122"/>
                  <a:ea typeface="黑体" pitchFamily="49" charset="-122"/>
                </a:rPr>
                <a:t>已有</a:t>
              </a:r>
              <a:r>
                <a:rPr lang="zh-CN" altLang="en-US" sz="2400" dirty="0">
                  <a:solidFill>
                    <a:schemeClr val="tx1"/>
                  </a:solidFill>
                </a:rPr>
                <a:t>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D</a:t>
              </a:r>
              <a:endParaRPr lang="en-US" altLang="zh-CN" sz="2400" dirty="0">
                <a:solidFill>
                  <a:schemeClr val="tx1"/>
                </a:solidFill>
                <a:latin typeface="Times New Roman" pitchFamily="18" charset="0"/>
                <a:cs typeface="Times New Roman" pitchFamily="18" charset="0"/>
              </a:endParaRPr>
            </a:p>
            <a:p>
              <a:pPr fontAlgn="base">
                <a:spcBef>
                  <a:spcPct val="0"/>
                </a:spcBef>
              </a:pPr>
              <a:r>
                <a:rPr lang="zh-CN" altLang="en-US" sz="2400" dirty="0">
                  <a:solidFill>
                    <a:schemeClr val="tx1"/>
                  </a:solidFill>
                  <a:latin typeface="黑体" pitchFamily="49" charset="-122"/>
                  <a:ea typeface="黑体" pitchFamily="49" charset="-122"/>
                </a:rPr>
                <a:t>欲得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r>
                <a:rPr lang="en-US" altLang="zh-CN" sz="2400" baseline="30000" dirty="0">
                  <a:solidFill>
                    <a:schemeClr val="tx1"/>
                  </a:solidFill>
                  <a:latin typeface="Times New Roman" pitchFamily="18" charset="0"/>
                  <a:cs typeface="Times New Roman" pitchFamily="18" charset="0"/>
                </a:rPr>
                <a:t>+1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p>
          </p:txBody>
        </p:sp>
        <p:sp>
          <p:nvSpPr>
            <p:cNvPr id="25" name="Line 84">
              <a:extLst>
                <a:ext uri="{FF2B5EF4-FFF2-40B4-BE49-F238E27FC236}">
                  <a16:creationId xmlns:a16="http://schemas.microsoft.com/office/drawing/2014/main" id="{4D4F713E-3742-4D2D-A21D-01DCEA31E10F}"/>
                </a:ext>
              </a:extLst>
            </p:cNvPr>
            <p:cNvSpPr>
              <a:spLocks noChangeShapeType="1"/>
            </p:cNvSpPr>
            <p:nvPr/>
          </p:nvSpPr>
          <p:spPr bwMode="auto">
            <a:xfrm>
              <a:off x="1389" y="3519"/>
              <a:ext cx="2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26" name="Group 91">
            <a:extLst>
              <a:ext uri="{FF2B5EF4-FFF2-40B4-BE49-F238E27FC236}">
                <a16:creationId xmlns:a16="http://schemas.microsoft.com/office/drawing/2014/main" id="{F89BEF2D-2CA0-4539-8591-9238409C0294}"/>
              </a:ext>
            </a:extLst>
          </p:cNvPr>
          <p:cNvGrpSpPr>
            <a:grpSpLocks/>
          </p:cNvGrpSpPr>
          <p:nvPr/>
        </p:nvGrpSpPr>
        <p:grpSpPr bwMode="auto">
          <a:xfrm>
            <a:off x="2697681" y="5131616"/>
            <a:ext cx="2465866" cy="461963"/>
            <a:chOff x="1747" y="3209"/>
            <a:chExt cx="1428" cy="291"/>
          </a:xfrm>
        </p:grpSpPr>
        <p:sp>
          <p:nvSpPr>
            <p:cNvPr id="27" name="Rectangle 87">
              <a:extLst>
                <a:ext uri="{FF2B5EF4-FFF2-40B4-BE49-F238E27FC236}">
                  <a16:creationId xmlns:a16="http://schemas.microsoft.com/office/drawing/2014/main" id="{AF09C985-0D6F-454B-8982-0687FDDB313F}"/>
                </a:ext>
              </a:extLst>
            </p:cNvPr>
            <p:cNvSpPr>
              <a:spLocks noChangeArrowheads="1"/>
            </p:cNvSpPr>
            <p:nvPr/>
          </p:nvSpPr>
          <p:spPr bwMode="auto">
            <a:xfrm>
              <a:off x="1747" y="3209"/>
              <a:ext cx="14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r>
                <a:rPr lang="zh-CN" altLang="en-US" sz="2400" dirty="0">
                  <a:solidFill>
                    <a:schemeClr val="tx1"/>
                  </a:solidFill>
                  <a:latin typeface="黑体" pitchFamily="49" charset="-122"/>
                  <a:ea typeface="黑体" pitchFamily="49" charset="-122"/>
                </a:rPr>
                <a:t> 因此，令</a:t>
              </a:r>
              <a:r>
                <a:rPr lang="en-US" altLang="zh-CN" sz="2400" i="1" dirty="0">
                  <a:solidFill>
                    <a:schemeClr val="tx1"/>
                  </a:solidFill>
                  <a:latin typeface="Times New Roman" pitchFamily="18" charset="0"/>
                  <a:cs typeface="Times New Roman" pitchFamily="18" charset="0"/>
                </a:rPr>
                <a:t>D </a:t>
              </a:r>
              <a:r>
                <a:rPr lang="en-US" altLang="zh-CN" sz="2400" dirty="0">
                  <a:solidFill>
                    <a:schemeClr val="tx1"/>
                  </a:solidFill>
                  <a:latin typeface="Times New Roman" pitchFamily="18" charset="0"/>
                  <a:cs typeface="Times New Roman" pitchFamily="18" charset="0"/>
                </a:rPr>
                <a:t>= </a:t>
              </a:r>
              <a:r>
                <a:rPr lang="en-US" altLang="zh-CN" sz="2400" i="1" dirty="0">
                  <a:solidFill>
                    <a:schemeClr val="tx1"/>
                  </a:solidFill>
                  <a:latin typeface="Times New Roman" pitchFamily="18" charset="0"/>
                  <a:cs typeface="Times New Roman" pitchFamily="18" charset="0"/>
                </a:rPr>
                <a:t>Q</a:t>
              </a:r>
              <a:r>
                <a:rPr lang="en-US" altLang="zh-CN" sz="2400" i="1" baseline="30000" dirty="0">
                  <a:solidFill>
                    <a:schemeClr val="tx1"/>
                  </a:solidFill>
                  <a:latin typeface="Times New Roman" pitchFamily="18" charset="0"/>
                  <a:cs typeface="Times New Roman" pitchFamily="18" charset="0"/>
                </a:rPr>
                <a:t>n</a:t>
              </a:r>
            </a:p>
          </p:txBody>
        </p:sp>
        <p:sp>
          <p:nvSpPr>
            <p:cNvPr id="28" name="Line 88">
              <a:extLst>
                <a:ext uri="{FF2B5EF4-FFF2-40B4-BE49-F238E27FC236}">
                  <a16:creationId xmlns:a16="http://schemas.microsoft.com/office/drawing/2014/main" id="{948BE759-2120-433C-9089-D4F53ED312CA}"/>
                </a:ext>
              </a:extLst>
            </p:cNvPr>
            <p:cNvSpPr>
              <a:spLocks noChangeShapeType="1"/>
            </p:cNvSpPr>
            <p:nvPr/>
          </p:nvSpPr>
          <p:spPr bwMode="auto">
            <a:xfrm>
              <a:off x="2908" y="3261"/>
              <a:ext cx="17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29" name="AutoShape 89">
            <a:extLst>
              <a:ext uri="{FF2B5EF4-FFF2-40B4-BE49-F238E27FC236}">
                <a16:creationId xmlns:a16="http://schemas.microsoft.com/office/drawing/2014/main" id="{8C22FD76-4F53-4892-9F38-86CE1F1881A6}"/>
              </a:ext>
            </a:extLst>
          </p:cNvPr>
          <p:cNvSpPr>
            <a:spLocks noChangeArrowheads="1"/>
          </p:cNvSpPr>
          <p:nvPr/>
        </p:nvSpPr>
        <p:spPr bwMode="auto">
          <a:xfrm>
            <a:off x="3448878" y="5562600"/>
            <a:ext cx="1739072" cy="188913"/>
          </a:xfrm>
          <a:custGeom>
            <a:avLst/>
            <a:gdLst>
              <a:gd name="G0" fmla="+- 18639 0 0"/>
              <a:gd name="G1" fmla="+- 6118 0 0"/>
              <a:gd name="G2" fmla="+- 21600 0 6118"/>
              <a:gd name="G3" fmla="+- 10800 0 6118"/>
              <a:gd name="G4" fmla="+- 21600 0 18639"/>
              <a:gd name="G5" fmla="*/ G4 G3 10800"/>
              <a:gd name="G6" fmla="+- 21600 0 G5"/>
              <a:gd name="T0" fmla="*/ 18639 w 21600"/>
              <a:gd name="T1" fmla="*/ 0 h 21600"/>
              <a:gd name="T2" fmla="*/ 0 w 21600"/>
              <a:gd name="T3" fmla="*/ 10800 h 21600"/>
              <a:gd name="T4" fmla="*/ 1863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8639" y="0"/>
                </a:moveTo>
                <a:lnTo>
                  <a:pt x="18639" y="6118"/>
                </a:lnTo>
                <a:lnTo>
                  <a:pt x="3375" y="6118"/>
                </a:lnTo>
                <a:lnTo>
                  <a:pt x="3375" y="15482"/>
                </a:lnTo>
                <a:lnTo>
                  <a:pt x="18639" y="15482"/>
                </a:lnTo>
                <a:lnTo>
                  <a:pt x="18639" y="21600"/>
                </a:lnTo>
                <a:lnTo>
                  <a:pt x="21600" y="10800"/>
                </a:lnTo>
                <a:close/>
              </a:path>
              <a:path w="21600" h="21600">
                <a:moveTo>
                  <a:pt x="1350" y="6118"/>
                </a:moveTo>
                <a:lnTo>
                  <a:pt x="1350" y="15482"/>
                </a:lnTo>
                <a:lnTo>
                  <a:pt x="2700" y="15482"/>
                </a:lnTo>
                <a:lnTo>
                  <a:pt x="2700" y="6118"/>
                </a:lnTo>
                <a:close/>
              </a:path>
              <a:path w="21600" h="21600">
                <a:moveTo>
                  <a:pt x="0" y="6118"/>
                </a:moveTo>
                <a:lnTo>
                  <a:pt x="0" y="15482"/>
                </a:lnTo>
                <a:lnTo>
                  <a:pt x="675" y="15482"/>
                </a:lnTo>
                <a:lnTo>
                  <a:pt x="675" y="6118"/>
                </a:lnTo>
                <a:close/>
              </a:path>
            </a:pathLst>
          </a:custGeom>
          <a:solidFill>
            <a:srgbClr val="00CC0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30" name="Group 130">
            <a:extLst>
              <a:ext uri="{FF2B5EF4-FFF2-40B4-BE49-F238E27FC236}">
                <a16:creationId xmlns:a16="http://schemas.microsoft.com/office/drawing/2014/main" id="{DE83D83C-035D-4A94-8F2C-3AEFFDFC18C4}"/>
              </a:ext>
            </a:extLst>
          </p:cNvPr>
          <p:cNvGrpSpPr>
            <a:grpSpLocks/>
          </p:cNvGrpSpPr>
          <p:nvPr/>
        </p:nvGrpSpPr>
        <p:grpSpPr bwMode="auto">
          <a:xfrm>
            <a:off x="3686180" y="3201992"/>
            <a:ext cx="1544639" cy="461963"/>
            <a:chOff x="2217" y="2017"/>
            <a:chExt cx="973" cy="291"/>
          </a:xfrm>
        </p:grpSpPr>
        <p:graphicFrame>
          <p:nvGraphicFramePr>
            <p:cNvPr id="31" name="Object 82">
              <a:extLst>
                <a:ext uri="{FF2B5EF4-FFF2-40B4-BE49-F238E27FC236}">
                  <a16:creationId xmlns:a16="http://schemas.microsoft.com/office/drawing/2014/main" id="{95FBC6E4-DB33-47E2-B29E-8B758E33720F}"/>
                </a:ext>
              </a:extLst>
            </p:cNvPr>
            <p:cNvGraphicFramePr>
              <a:graphicFrameLocks noChangeAspect="1"/>
            </p:cNvGraphicFramePr>
            <p:nvPr>
              <p:extLst>
                <p:ext uri="{D42A27DB-BD31-4B8C-83A1-F6EECF244321}">
                  <p14:modId xmlns:p14="http://schemas.microsoft.com/office/powerpoint/2010/main" val="1044078023"/>
                </p:ext>
              </p:extLst>
            </p:nvPr>
          </p:nvGraphicFramePr>
          <p:xfrm>
            <a:off x="2614" y="2031"/>
            <a:ext cx="576" cy="256"/>
          </p:xfrm>
          <a:graphic>
            <a:graphicData uri="http://schemas.openxmlformats.org/presentationml/2006/ole">
              <mc:AlternateContent xmlns:mc="http://schemas.openxmlformats.org/markup-compatibility/2006">
                <mc:Choice xmlns:v="urn:schemas-microsoft-com:vml" Requires="v">
                  <p:oleObj spid="_x0000_s327818" name="Equation" r:id="rId9" imgW="914003" imgH="406224" progId="Equation.3">
                    <p:embed/>
                  </p:oleObj>
                </mc:Choice>
                <mc:Fallback>
                  <p:oleObj name="Equation" r:id="rId9" imgW="914003" imgH="406224"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4" y="2031"/>
                          <a:ext cx="57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Rectangle 90">
              <a:extLst>
                <a:ext uri="{FF2B5EF4-FFF2-40B4-BE49-F238E27FC236}">
                  <a16:creationId xmlns:a16="http://schemas.microsoft.com/office/drawing/2014/main" id="{100F05FC-5158-4C61-8362-BBB908134E0D}"/>
                </a:ext>
              </a:extLst>
            </p:cNvPr>
            <p:cNvSpPr>
              <a:spLocks noChangeArrowheads="1"/>
            </p:cNvSpPr>
            <p:nvPr/>
          </p:nvSpPr>
          <p:spPr bwMode="auto">
            <a:xfrm>
              <a:off x="2217" y="2017"/>
              <a:ext cx="41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r>
                <a:rPr lang="en-US" altLang="zh-CN" sz="2400" i="1" dirty="0">
                  <a:solidFill>
                    <a:schemeClr val="tx1"/>
                  </a:solidFill>
                  <a:latin typeface="Times New Roman" pitchFamily="18" charset="0"/>
                  <a:cs typeface="Times New Roman" pitchFamily="18" charset="0"/>
                </a:rPr>
                <a:t>D </a:t>
              </a:r>
              <a:r>
                <a:rPr lang="en-US" altLang="zh-CN" sz="2400" dirty="0">
                  <a:solidFill>
                    <a:schemeClr val="tx1"/>
                  </a:solidFill>
                  <a:latin typeface="Times New Roman" pitchFamily="18" charset="0"/>
                  <a:cs typeface="Times New Roman" pitchFamily="18" charset="0"/>
                </a:rPr>
                <a:t>=</a:t>
              </a:r>
              <a:endParaRPr lang="en-US" altLang="zh-CN" sz="2400" baseline="30000" dirty="0">
                <a:solidFill>
                  <a:schemeClr val="tx1"/>
                </a:solidFill>
                <a:latin typeface="Times New Roman" pitchFamily="18" charset="0"/>
                <a:cs typeface="Times New Roman" pitchFamily="18" charset="0"/>
              </a:endParaRPr>
            </a:p>
          </p:txBody>
        </p:sp>
      </p:grpSp>
      <p:sp>
        <p:nvSpPr>
          <p:cNvPr id="33" name="AutoShape 93">
            <a:extLst>
              <a:ext uri="{FF2B5EF4-FFF2-40B4-BE49-F238E27FC236}">
                <a16:creationId xmlns:a16="http://schemas.microsoft.com/office/drawing/2014/main" id="{A88298E3-F6EB-4261-A8DB-986E4EE045BC}"/>
              </a:ext>
            </a:extLst>
          </p:cNvPr>
          <p:cNvSpPr>
            <a:spLocks noChangeArrowheads="1"/>
          </p:cNvSpPr>
          <p:nvPr/>
        </p:nvSpPr>
        <p:spPr bwMode="auto">
          <a:xfrm>
            <a:off x="3492498" y="3714750"/>
            <a:ext cx="1670051" cy="188913"/>
          </a:xfrm>
          <a:custGeom>
            <a:avLst/>
            <a:gdLst>
              <a:gd name="G0" fmla="+- 18639 0 0"/>
              <a:gd name="G1" fmla="+- 6118 0 0"/>
              <a:gd name="G2" fmla="+- 21600 0 6118"/>
              <a:gd name="G3" fmla="+- 10800 0 6118"/>
              <a:gd name="G4" fmla="+- 21600 0 18639"/>
              <a:gd name="G5" fmla="*/ G4 G3 10800"/>
              <a:gd name="G6" fmla="+- 21600 0 G5"/>
              <a:gd name="T0" fmla="*/ 18639 w 21600"/>
              <a:gd name="T1" fmla="*/ 0 h 21600"/>
              <a:gd name="T2" fmla="*/ 0 w 21600"/>
              <a:gd name="T3" fmla="*/ 10800 h 21600"/>
              <a:gd name="T4" fmla="*/ 1863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8639" y="0"/>
                </a:moveTo>
                <a:lnTo>
                  <a:pt x="18639" y="6118"/>
                </a:lnTo>
                <a:lnTo>
                  <a:pt x="3375" y="6118"/>
                </a:lnTo>
                <a:lnTo>
                  <a:pt x="3375" y="15482"/>
                </a:lnTo>
                <a:lnTo>
                  <a:pt x="18639" y="15482"/>
                </a:lnTo>
                <a:lnTo>
                  <a:pt x="18639" y="21600"/>
                </a:lnTo>
                <a:lnTo>
                  <a:pt x="21600" y="10800"/>
                </a:lnTo>
                <a:close/>
              </a:path>
              <a:path w="21600" h="21600">
                <a:moveTo>
                  <a:pt x="1350" y="6118"/>
                </a:moveTo>
                <a:lnTo>
                  <a:pt x="1350" y="15482"/>
                </a:lnTo>
                <a:lnTo>
                  <a:pt x="2700" y="15482"/>
                </a:lnTo>
                <a:lnTo>
                  <a:pt x="2700" y="6118"/>
                </a:lnTo>
                <a:close/>
              </a:path>
              <a:path w="21600" h="21600">
                <a:moveTo>
                  <a:pt x="0" y="6118"/>
                </a:moveTo>
                <a:lnTo>
                  <a:pt x="0" y="15482"/>
                </a:lnTo>
                <a:lnTo>
                  <a:pt x="675" y="15482"/>
                </a:lnTo>
                <a:lnTo>
                  <a:pt x="675" y="6118"/>
                </a:lnTo>
                <a:close/>
              </a:path>
            </a:pathLst>
          </a:custGeom>
          <a:solidFill>
            <a:srgbClr val="00CC00">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34" name="Group 108">
            <a:extLst>
              <a:ext uri="{FF2B5EF4-FFF2-40B4-BE49-F238E27FC236}">
                <a16:creationId xmlns:a16="http://schemas.microsoft.com/office/drawing/2014/main" id="{547B40B9-C1D2-422D-8A8D-7E6F5C3EE382}"/>
              </a:ext>
            </a:extLst>
          </p:cNvPr>
          <p:cNvGrpSpPr>
            <a:grpSpLocks/>
          </p:cNvGrpSpPr>
          <p:nvPr/>
        </p:nvGrpSpPr>
        <p:grpSpPr bwMode="auto">
          <a:xfrm>
            <a:off x="5408613" y="4806950"/>
            <a:ext cx="2781300" cy="1562100"/>
            <a:chOff x="3391" y="3028"/>
            <a:chExt cx="1752" cy="984"/>
          </a:xfrm>
        </p:grpSpPr>
        <p:sp>
          <p:nvSpPr>
            <p:cNvPr id="35" name="AutoShape 94">
              <a:extLst>
                <a:ext uri="{FF2B5EF4-FFF2-40B4-BE49-F238E27FC236}">
                  <a16:creationId xmlns:a16="http://schemas.microsoft.com/office/drawing/2014/main" id="{905C927D-3CFD-4033-8902-EBE981B8B5FC}"/>
                </a:ext>
              </a:extLst>
            </p:cNvPr>
            <p:cNvSpPr>
              <a:spLocks noChangeArrowheads="1"/>
            </p:cNvSpPr>
            <p:nvPr/>
          </p:nvSpPr>
          <p:spPr bwMode="auto">
            <a:xfrm>
              <a:off x="3391" y="3028"/>
              <a:ext cx="1752" cy="984"/>
            </a:xfrm>
            <a:prstGeom prst="flowChartProcess">
              <a:avLst/>
            </a:prstGeom>
            <a:solidFill>
              <a:schemeClr val="bg1"/>
            </a:solidFill>
            <a:ln w="57150">
              <a:pattFill prst="sphere">
                <a:fgClr>
                  <a:srgbClr val="CC99FF"/>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36" name="Object 107">
              <a:extLst>
                <a:ext uri="{FF2B5EF4-FFF2-40B4-BE49-F238E27FC236}">
                  <a16:creationId xmlns:a16="http://schemas.microsoft.com/office/drawing/2014/main" id="{5DC42084-C079-4E6F-A61D-18F64F8866B8}"/>
                </a:ext>
              </a:extLst>
            </p:cNvPr>
            <p:cNvGraphicFramePr>
              <a:graphicFrameLocks noChangeAspect="1"/>
            </p:cNvGraphicFramePr>
            <p:nvPr/>
          </p:nvGraphicFramePr>
          <p:xfrm>
            <a:off x="3705" y="3054"/>
            <a:ext cx="1200" cy="912"/>
          </p:xfrm>
          <a:graphic>
            <a:graphicData uri="http://schemas.openxmlformats.org/presentationml/2006/ole">
              <mc:AlternateContent xmlns:mc="http://schemas.openxmlformats.org/markup-compatibility/2006">
                <mc:Choice xmlns:v="urn:schemas-microsoft-com:vml" Requires="v">
                  <p:oleObj spid="_x0000_s327819" name="BMP 图象" r:id="rId10" imgW="1905266" imgH="1448002" progId="PBrush">
                    <p:embed/>
                  </p:oleObj>
                </mc:Choice>
                <mc:Fallback>
                  <p:oleObj name="BMP 图象" r:id="rId10" imgW="1905266" imgH="1448002" progId="PBrush">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5" y="3054"/>
                          <a:ext cx="1200" cy="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 name="Rectangle 95">
              <a:extLst>
                <a:ext uri="{FF2B5EF4-FFF2-40B4-BE49-F238E27FC236}">
                  <a16:creationId xmlns:a16="http://schemas.microsoft.com/office/drawing/2014/main" id="{84DD1B12-BE79-4342-9183-D5ECC9B8FD5B}"/>
                </a:ext>
              </a:extLst>
            </p:cNvPr>
            <p:cNvSpPr>
              <a:spLocks noChangeArrowheads="1"/>
            </p:cNvSpPr>
            <p:nvPr/>
          </p:nvSpPr>
          <p:spPr bwMode="auto">
            <a:xfrm>
              <a:off x="4858" y="361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38" name="Line 96">
              <a:extLst>
                <a:ext uri="{FF2B5EF4-FFF2-40B4-BE49-F238E27FC236}">
                  <a16:creationId xmlns:a16="http://schemas.microsoft.com/office/drawing/2014/main" id="{BA5C7BC4-5B65-420E-BB73-D64C49802168}"/>
                </a:ext>
              </a:extLst>
            </p:cNvPr>
            <p:cNvSpPr>
              <a:spLocks noChangeShapeType="1"/>
            </p:cNvSpPr>
            <p:nvPr/>
          </p:nvSpPr>
          <p:spPr bwMode="auto">
            <a:xfrm>
              <a:off x="4938" y="3672"/>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9" name="Rectangle 97">
              <a:extLst>
                <a:ext uri="{FF2B5EF4-FFF2-40B4-BE49-F238E27FC236}">
                  <a16:creationId xmlns:a16="http://schemas.microsoft.com/office/drawing/2014/main" id="{C6C21FC1-D004-4CC2-8477-7D62548E63F8}"/>
                </a:ext>
              </a:extLst>
            </p:cNvPr>
            <p:cNvSpPr>
              <a:spLocks noChangeArrowheads="1"/>
            </p:cNvSpPr>
            <p:nvPr/>
          </p:nvSpPr>
          <p:spPr bwMode="auto">
            <a:xfrm>
              <a:off x="4859" y="321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40" name="Rectangle 98">
              <a:extLst>
                <a:ext uri="{FF2B5EF4-FFF2-40B4-BE49-F238E27FC236}">
                  <a16:creationId xmlns:a16="http://schemas.microsoft.com/office/drawing/2014/main" id="{3AAEBD8F-F90A-4397-9AD4-9E11D999FDA5}"/>
                </a:ext>
              </a:extLst>
            </p:cNvPr>
            <p:cNvSpPr>
              <a:spLocks noChangeArrowheads="1"/>
            </p:cNvSpPr>
            <p:nvPr/>
          </p:nvSpPr>
          <p:spPr bwMode="auto">
            <a:xfrm>
              <a:off x="3408" y="3613"/>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sp>
          <p:nvSpPr>
            <p:cNvPr id="41" name="Rectangle 100">
              <a:extLst>
                <a:ext uri="{FF2B5EF4-FFF2-40B4-BE49-F238E27FC236}">
                  <a16:creationId xmlns:a16="http://schemas.microsoft.com/office/drawing/2014/main" id="{7BB1C987-FE56-40E6-94E0-E5B744A659B1}"/>
                </a:ext>
              </a:extLst>
            </p:cNvPr>
            <p:cNvSpPr>
              <a:spLocks noChangeArrowheads="1"/>
            </p:cNvSpPr>
            <p:nvPr/>
          </p:nvSpPr>
          <p:spPr bwMode="auto">
            <a:xfrm>
              <a:off x="4132" y="3633"/>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42" name="Rectangle 101">
              <a:extLst>
                <a:ext uri="{FF2B5EF4-FFF2-40B4-BE49-F238E27FC236}">
                  <a16:creationId xmlns:a16="http://schemas.microsoft.com/office/drawing/2014/main" id="{E2EA68FA-37EB-486F-B866-95A86F48960B}"/>
                </a:ext>
              </a:extLst>
            </p:cNvPr>
            <p:cNvSpPr>
              <a:spLocks noChangeArrowheads="1"/>
            </p:cNvSpPr>
            <p:nvPr/>
          </p:nvSpPr>
          <p:spPr bwMode="auto">
            <a:xfrm>
              <a:off x="4041" y="3220"/>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1D</a:t>
              </a:r>
            </a:p>
          </p:txBody>
        </p:sp>
        <p:grpSp>
          <p:nvGrpSpPr>
            <p:cNvPr id="43" name="Group 102">
              <a:extLst>
                <a:ext uri="{FF2B5EF4-FFF2-40B4-BE49-F238E27FC236}">
                  <a16:creationId xmlns:a16="http://schemas.microsoft.com/office/drawing/2014/main" id="{EDFF12F2-3A3A-4912-B593-5E6313ADFA6B}"/>
                </a:ext>
              </a:extLst>
            </p:cNvPr>
            <p:cNvGrpSpPr>
              <a:grpSpLocks/>
            </p:cNvGrpSpPr>
            <p:nvPr/>
          </p:nvGrpSpPr>
          <p:grpSpPr bwMode="auto">
            <a:xfrm rot="5400000">
              <a:off x="4019" y="3729"/>
              <a:ext cx="168" cy="96"/>
              <a:chOff x="2412" y="3725"/>
              <a:chExt cx="168" cy="96"/>
            </a:xfrm>
          </p:grpSpPr>
          <p:sp>
            <p:nvSpPr>
              <p:cNvPr id="44" name="Line 103">
                <a:extLst>
                  <a:ext uri="{FF2B5EF4-FFF2-40B4-BE49-F238E27FC236}">
                    <a16:creationId xmlns:a16="http://schemas.microsoft.com/office/drawing/2014/main" id="{8D560A6F-4263-4D0E-9E22-A97E14FA1B9D}"/>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5" name="Line 104">
                <a:extLst>
                  <a:ext uri="{FF2B5EF4-FFF2-40B4-BE49-F238E27FC236}">
                    <a16:creationId xmlns:a16="http://schemas.microsoft.com/office/drawing/2014/main" id="{7EB99730-00D9-4581-A162-DD98A39CEA93}"/>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grpSp>
        <p:nvGrpSpPr>
          <p:cNvPr id="46" name="Group 123">
            <a:extLst>
              <a:ext uri="{FF2B5EF4-FFF2-40B4-BE49-F238E27FC236}">
                <a16:creationId xmlns:a16="http://schemas.microsoft.com/office/drawing/2014/main" id="{1D770BE9-F5B1-4A86-AB52-2B91E48FEADD}"/>
              </a:ext>
            </a:extLst>
          </p:cNvPr>
          <p:cNvGrpSpPr>
            <a:grpSpLocks/>
          </p:cNvGrpSpPr>
          <p:nvPr/>
        </p:nvGrpSpPr>
        <p:grpSpPr bwMode="auto">
          <a:xfrm>
            <a:off x="5588000" y="2974975"/>
            <a:ext cx="3319463" cy="1562100"/>
            <a:chOff x="3399" y="1794"/>
            <a:chExt cx="2091" cy="984"/>
          </a:xfrm>
        </p:grpSpPr>
        <p:sp>
          <p:nvSpPr>
            <p:cNvPr id="47" name="AutoShape 110">
              <a:extLst>
                <a:ext uri="{FF2B5EF4-FFF2-40B4-BE49-F238E27FC236}">
                  <a16:creationId xmlns:a16="http://schemas.microsoft.com/office/drawing/2014/main" id="{6FDF8FAC-0AF2-4F32-BFEB-C369F1CBE9C3}"/>
                </a:ext>
              </a:extLst>
            </p:cNvPr>
            <p:cNvSpPr>
              <a:spLocks noChangeArrowheads="1"/>
            </p:cNvSpPr>
            <p:nvPr/>
          </p:nvSpPr>
          <p:spPr bwMode="auto">
            <a:xfrm>
              <a:off x="3399" y="1794"/>
              <a:ext cx="2091" cy="984"/>
            </a:xfrm>
            <a:prstGeom prst="flowChartProcess">
              <a:avLst/>
            </a:prstGeom>
            <a:solidFill>
              <a:schemeClr val="bg1"/>
            </a:solidFill>
            <a:ln w="57150">
              <a:pattFill prst="sphere">
                <a:fgClr>
                  <a:srgbClr val="CC99FF"/>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48" name="Object 121">
              <a:extLst>
                <a:ext uri="{FF2B5EF4-FFF2-40B4-BE49-F238E27FC236}">
                  <a16:creationId xmlns:a16="http://schemas.microsoft.com/office/drawing/2014/main" id="{A691B931-B212-4F0F-B213-E91D735099E4}"/>
                </a:ext>
              </a:extLst>
            </p:cNvPr>
            <p:cNvGraphicFramePr>
              <a:graphicFrameLocks noChangeAspect="1"/>
            </p:cNvGraphicFramePr>
            <p:nvPr/>
          </p:nvGraphicFramePr>
          <p:xfrm>
            <a:off x="3710" y="1855"/>
            <a:ext cx="1542" cy="876"/>
          </p:xfrm>
          <a:graphic>
            <a:graphicData uri="http://schemas.openxmlformats.org/presentationml/2006/ole">
              <mc:AlternateContent xmlns:mc="http://schemas.openxmlformats.org/markup-compatibility/2006">
                <mc:Choice xmlns:v="urn:schemas-microsoft-com:vml" Requires="v">
                  <p:oleObj spid="_x0000_s327820" name="BMP 图象" r:id="rId12" imgW="2448267" imgH="1390844" progId="PBrush">
                    <p:embed/>
                  </p:oleObj>
                </mc:Choice>
                <mc:Fallback>
                  <p:oleObj name="BMP 图象" r:id="rId12" imgW="2448267" imgH="1390844" progId="PBrush">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10" y="1855"/>
                          <a:ext cx="1542" cy="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Rectangle 112">
              <a:extLst>
                <a:ext uri="{FF2B5EF4-FFF2-40B4-BE49-F238E27FC236}">
                  <a16:creationId xmlns:a16="http://schemas.microsoft.com/office/drawing/2014/main" id="{55C3489A-9C2F-448C-97E9-9302C4FE17D7}"/>
                </a:ext>
              </a:extLst>
            </p:cNvPr>
            <p:cNvSpPr>
              <a:spLocks noChangeArrowheads="1"/>
            </p:cNvSpPr>
            <p:nvPr/>
          </p:nvSpPr>
          <p:spPr bwMode="auto">
            <a:xfrm>
              <a:off x="5202" y="237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50" name="Line 113">
              <a:extLst>
                <a:ext uri="{FF2B5EF4-FFF2-40B4-BE49-F238E27FC236}">
                  <a16:creationId xmlns:a16="http://schemas.microsoft.com/office/drawing/2014/main" id="{8DFDD3D9-AA61-4BE4-A08A-5F06D745AC1A}"/>
                </a:ext>
              </a:extLst>
            </p:cNvPr>
            <p:cNvSpPr>
              <a:spLocks noChangeShapeType="1"/>
            </p:cNvSpPr>
            <p:nvPr/>
          </p:nvSpPr>
          <p:spPr bwMode="auto">
            <a:xfrm>
              <a:off x="5282" y="2438"/>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 name="Rectangle 114">
              <a:extLst>
                <a:ext uri="{FF2B5EF4-FFF2-40B4-BE49-F238E27FC236}">
                  <a16:creationId xmlns:a16="http://schemas.microsoft.com/office/drawing/2014/main" id="{14CEA811-42D6-4487-932E-C9C02B1E9FC2}"/>
                </a:ext>
              </a:extLst>
            </p:cNvPr>
            <p:cNvSpPr>
              <a:spLocks noChangeArrowheads="1"/>
            </p:cNvSpPr>
            <p:nvPr/>
          </p:nvSpPr>
          <p:spPr bwMode="auto">
            <a:xfrm>
              <a:off x="5203" y="197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52" name="Rectangle 115">
              <a:extLst>
                <a:ext uri="{FF2B5EF4-FFF2-40B4-BE49-F238E27FC236}">
                  <a16:creationId xmlns:a16="http://schemas.microsoft.com/office/drawing/2014/main" id="{BAC64537-E338-4DC0-9FD2-0BC4609D4B21}"/>
                </a:ext>
              </a:extLst>
            </p:cNvPr>
            <p:cNvSpPr>
              <a:spLocks noChangeArrowheads="1"/>
            </p:cNvSpPr>
            <p:nvPr/>
          </p:nvSpPr>
          <p:spPr bwMode="auto">
            <a:xfrm>
              <a:off x="3416" y="237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sp>
          <p:nvSpPr>
            <p:cNvPr id="53" name="Rectangle 116">
              <a:extLst>
                <a:ext uri="{FF2B5EF4-FFF2-40B4-BE49-F238E27FC236}">
                  <a16:creationId xmlns:a16="http://schemas.microsoft.com/office/drawing/2014/main" id="{DD19F85F-781F-4107-9064-EE283459C5CD}"/>
                </a:ext>
              </a:extLst>
            </p:cNvPr>
            <p:cNvSpPr>
              <a:spLocks noChangeArrowheads="1"/>
            </p:cNvSpPr>
            <p:nvPr/>
          </p:nvSpPr>
          <p:spPr bwMode="auto">
            <a:xfrm>
              <a:off x="4492" y="2399"/>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54" name="Rectangle 117">
              <a:extLst>
                <a:ext uri="{FF2B5EF4-FFF2-40B4-BE49-F238E27FC236}">
                  <a16:creationId xmlns:a16="http://schemas.microsoft.com/office/drawing/2014/main" id="{C2A33B93-E8A8-4D10-8755-399696E2AAA4}"/>
                </a:ext>
              </a:extLst>
            </p:cNvPr>
            <p:cNvSpPr>
              <a:spLocks noChangeArrowheads="1"/>
            </p:cNvSpPr>
            <p:nvPr/>
          </p:nvSpPr>
          <p:spPr bwMode="auto">
            <a:xfrm>
              <a:off x="4401" y="1986"/>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1D</a:t>
              </a:r>
            </a:p>
          </p:txBody>
        </p:sp>
        <p:grpSp>
          <p:nvGrpSpPr>
            <p:cNvPr id="55" name="Group 118">
              <a:extLst>
                <a:ext uri="{FF2B5EF4-FFF2-40B4-BE49-F238E27FC236}">
                  <a16:creationId xmlns:a16="http://schemas.microsoft.com/office/drawing/2014/main" id="{EBF11DFB-84D6-4732-AFCE-D96D861E5A02}"/>
                </a:ext>
              </a:extLst>
            </p:cNvPr>
            <p:cNvGrpSpPr>
              <a:grpSpLocks/>
            </p:cNvGrpSpPr>
            <p:nvPr/>
          </p:nvGrpSpPr>
          <p:grpSpPr bwMode="auto">
            <a:xfrm rot="5400000">
              <a:off x="4379" y="2495"/>
              <a:ext cx="168" cy="96"/>
              <a:chOff x="2412" y="3725"/>
              <a:chExt cx="168" cy="96"/>
            </a:xfrm>
          </p:grpSpPr>
          <p:sp>
            <p:nvSpPr>
              <p:cNvPr id="57" name="Line 119">
                <a:extLst>
                  <a:ext uri="{FF2B5EF4-FFF2-40B4-BE49-F238E27FC236}">
                    <a16:creationId xmlns:a16="http://schemas.microsoft.com/office/drawing/2014/main" id="{EFCA7B25-0893-47D5-ADB6-F8AD981D017B}"/>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8" name="Line 120">
                <a:extLst>
                  <a:ext uri="{FF2B5EF4-FFF2-40B4-BE49-F238E27FC236}">
                    <a16:creationId xmlns:a16="http://schemas.microsoft.com/office/drawing/2014/main" id="{4B233623-6851-4135-B9BA-0A7A24422A63}"/>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56" name="Rectangle 122">
              <a:extLst>
                <a:ext uri="{FF2B5EF4-FFF2-40B4-BE49-F238E27FC236}">
                  <a16:creationId xmlns:a16="http://schemas.microsoft.com/office/drawing/2014/main" id="{F5A5A93F-55AC-499F-BC7B-2187813540AF}"/>
                </a:ext>
              </a:extLst>
            </p:cNvPr>
            <p:cNvSpPr>
              <a:spLocks noChangeArrowheads="1"/>
            </p:cNvSpPr>
            <p:nvPr/>
          </p:nvSpPr>
          <p:spPr bwMode="auto">
            <a:xfrm>
              <a:off x="3504" y="2071"/>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T</a:t>
              </a:r>
              <a:endParaRPr lang="en-US" altLang="zh-CN" sz="2400" baseline="-25000">
                <a:solidFill>
                  <a:schemeClr val="tx1"/>
                </a:solidFill>
              </a:endParaRPr>
            </a:p>
          </p:txBody>
        </p:sp>
      </p:grpSp>
      <p:grpSp>
        <p:nvGrpSpPr>
          <p:cNvPr id="59" name="Group 127">
            <a:extLst>
              <a:ext uri="{FF2B5EF4-FFF2-40B4-BE49-F238E27FC236}">
                <a16:creationId xmlns:a16="http://schemas.microsoft.com/office/drawing/2014/main" id="{DD643013-ED8F-4F1C-83D6-12CE94D2D9A5}"/>
              </a:ext>
            </a:extLst>
          </p:cNvPr>
          <p:cNvGrpSpPr>
            <a:grpSpLocks/>
          </p:cNvGrpSpPr>
          <p:nvPr/>
        </p:nvGrpSpPr>
        <p:grpSpPr bwMode="auto">
          <a:xfrm>
            <a:off x="5394325" y="849313"/>
            <a:ext cx="3594100" cy="1838325"/>
            <a:chOff x="3398" y="319"/>
            <a:chExt cx="2264" cy="1158"/>
          </a:xfrm>
        </p:grpSpPr>
        <p:sp>
          <p:nvSpPr>
            <p:cNvPr id="60" name="AutoShape 49">
              <a:extLst>
                <a:ext uri="{FF2B5EF4-FFF2-40B4-BE49-F238E27FC236}">
                  <a16:creationId xmlns:a16="http://schemas.microsoft.com/office/drawing/2014/main" id="{7165BC6E-376A-4BCD-BBD4-8F4F05CA876F}"/>
                </a:ext>
              </a:extLst>
            </p:cNvPr>
            <p:cNvSpPr>
              <a:spLocks noChangeArrowheads="1"/>
            </p:cNvSpPr>
            <p:nvPr/>
          </p:nvSpPr>
          <p:spPr bwMode="auto">
            <a:xfrm>
              <a:off x="3398" y="319"/>
              <a:ext cx="2264" cy="1158"/>
            </a:xfrm>
            <a:prstGeom prst="flowChartProcess">
              <a:avLst/>
            </a:prstGeom>
            <a:solidFill>
              <a:schemeClr val="bg1"/>
            </a:solidFill>
            <a:ln w="57150">
              <a:pattFill prst="sphere">
                <a:fgClr>
                  <a:srgbClr val="CC99FF"/>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61" name="Object 125">
              <a:extLst>
                <a:ext uri="{FF2B5EF4-FFF2-40B4-BE49-F238E27FC236}">
                  <a16:creationId xmlns:a16="http://schemas.microsoft.com/office/drawing/2014/main" id="{9D60DEDC-44A3-4388-9DD4-1AB4CA94E0F1}"/>
                </a:ext>
              </a:extLst>
            </p:cNvPr>
            <p:cNvGraphicFramePr>
              <a:graphicFrameLocks noChangeAspect="1"/>
            </p:cNvGraphicFramePr>
            <p:nvPr/>
          </p:nvGraphicFramePr>
          <p:xfrm>
            <a:off x="3622" y="371"/>
            <a:ext cx="1830" cy="1068"/>
          </p:xfrm>
          <a:graphic>
            <a:graphicData uri="http://schemas.openxmlformats.org/presentationml/2006/ole">
              <mc:AlternateContent xmlns:mc="http://schemas.openxmlformats.org/markup-compatibility/2006">
                <mc:Choice xmlns:v="urn:schemas-microsoft-com:vml" Requires="v">
                  <p:oleObj spid="_x0000_s327821" name="BMP 图象" r:id="rId14" imgW="2905531" imgH="1695687" progId="PBrush">
                    <p:embed/>
                  </p:oleObj>
                </mc:Choice>
                <mc:Fallback>
                  <p:oleObj name="BMP 图象" r:id="rId14" imgW="2905531" imgH="1695687" progId="PBrush">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22" y="371"/>
                          <a:ext cx="1830" cy="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 name="Rectangle 51">
              <a:extLst>
                <a:ext uri="{FF2B5EF4-FFF2-40B4-BE49-F238E27FC236}">
                  <a16:creationId xmlns:a16="http://schemas.microsoft.com/office/drawing/2014/main" id="{5624EAD3-E618-4380-AE4D-27B6173CF4D7}"/>
                </a:ext>
              </a:extLst>
            </p:cNvPr>
            <p:cNvSpPr>
              <a:spLocks noChangeArrowheads="1"/>
            </p:cNvSpPr>
            <p:nvPr/>
          </p:nvSpPr>
          <p:spPr bwMode="auto">
            <a:xfrm>
              <a:off x="5393" y="99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63" name="Line 52">
              <a:extLst>
                <a:ext uri="{FF2B5EF4-FFF2-40B4-BE49-F238E27FC236}">
                  <a16:creationId xmlns:a16="http://schemas.microsoft.com/office/drawing/2014/main" id="{8D0307AB-B3D0-4063-A42D-3E7912970943}"/>
                </a:ext>
              </a:extLst>
            </p:cNvPr>
            <p:cNvSpPr>
              <a:spLocks noChangeShapeType="1"/>
            </p:cNvSpPr>
            <p:nvPr/>
          </p:nvSpPr>
          <p:spPr bwMode="auto">
            <a:xfrm>
              <a:off x="5473" y="1057"/>
              <a:ext cx="1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4" name="Rectangle 53">
              <a:extLst>
                <a:ext uri="{FF2B5EF4-FFF2-40B4-BE49-F238E27FC236}">
                  <a16:creationId xmlns:a16="http://schemas.microsoft.com/office/drawing/2014/main" id="{41B0991B-9F1B-4683-9F82-7A5C550C640C}"/>
                </a:ext>
              </a:extLst>
            </p:cNvPr>
            <p:cNvSpPr>
              <a:spLocks noChangeArrowheads="1"/>
            </p:cNvSpPr>
            <p:nvPr/>
          </p:nvSpPr>
          <p:spPr bwMode="auto">
            <a:xfrm>
              <a:off x="5394" y="59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Q</a:t>
              </a:r>
              <a:endParaRPr lang="en-US" altLang="zh-CN" sz="2400" baseline="-25000">
                <a:solidFill>
                  <a:schemeClr val="tx1"/>
                </a:solidFill>
              </a:endParaRPr>
            </a:p>
          </p:txBody>
        </p:sp>
        <p:sp>
          <p:nvSpPr>
            <p:cNvPr id="65" name="Rectangle 54">
              <a:extLst>
                <a:ext uri="{FF2B5EF4-FFF2-40B4-BE49-F238E27FC236}">
                  <a16:creationId xmlns:a16="http://schemas.microsoft.com/office/drawing/2014/main" id="{1788D465-946C-42C7-93E5-67BF6124DA64}"/>
                </a:ext>
              </a:extLst>
            </p:cNvPr>
            <p:cNvSpPr>
              <a:spLocks noChangeArrowheads="1"/>
            </p:cNvSpPr>
            <p:nvPr/>
          </p:nvSpPr>
          <p:spPr bwMode="auto">
            <a:xfrm>
              <a:off x="4109" y="979"/>
              <a:ext cx="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CP</a:t>
              </a:r>
              <a:endParaRPr lang="en-US" altLang="zh-CN" sz="2400" baseline="-25000">
                <a:solidFill>
                  <a:schemeClr val="tx1"/>
                </a:solidFill>
              </a:endParaRPr>
            </a:p>
          </p:txBody>
        </p:sp>
        <p:sp>
          <p:nvSpPr>
            <p:cNvPr id="66" name="Rectangle 55">
              <a:extLst>
                <a:ext uri="{FF2B5EF4-FFF2-40B4-BE49-F238E27FC236}">
                  <a16:creationId xmlns:a16="http://schemas.microsoft.com/office/drawing/2014/main" id="{68E4E50C-3BD4-4974-B306-4C82BC7CC486}"/>
                </a:ext>
              </a:extLst>
            </p:cNvPr>
            <p:cNvSpPr>
              <a:spLocks noChangeArrowheads="1"/>
            </p:cNvSpPr>
            <p:nvPr/>
          </p:nvSpPr>
          <p:spPr bwMode="auto">
            <a:xfrm>
              <a:off x="3426" y="33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J</a:t>
              </a:r>
              <a:endParaRPr lang="en-US" altLang="zh-CN" sz="2400" baseline="-25000">
                <a:solidFill>
                  <a:schemeClr val="tx1"/>
                </a:solidFill>
              </a:endParaRPr>
            </a:p>
          </p:txBody>
        </p:sp>
        <p:sp>
          <p:nvSpPr>
            <p:cNvPr id="67" name="Rectangle 56">
              <a:extLst>
                <a:ext uri="{FF2B5EF4-FFF2-40B4-BE49-F238E27FC236}">
                  <a16:creationId xmlns:a16="http://schemas.microsoft.com/office/drawing/2014/main" id="{BA6B3673-565D-4C46-96F2-9992BE3E9963}"/>
                </a:ext>
              </a:extLst>
            </p:cNvPr>
            <p:cNvSpPr>
              <a:spLocks noChangeArrowheads="1"/>
            </p:cNvSpPr>
            <p:nvPr/>
          </p:nvSpPr>
          <p:spPr bwMode="auto">
            <a:xfrm>
              <a:off x="4754" y="987"/>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C1</a:t>
              </a:r>
              <a:endParaRPr lang="en-US" altLang="zh-CN" sz="2400" baseline="-25000">
                <a:solidFill>
                  <a:schemeClr val="tx1"/>
                </a:solidFill>
              </a:endParaRPr>
            </a:p>
          </p:txBody>
        </p:sp>
        <p:sp>
          <p:nvSpPr>
            <p:cNvPr id="68" name="Rectangle 57">
              <a:extLst>
                <a:ext uri="{FF2B5EF4-FFF2-40B4-BE49-F238E27FC236}">
                  <a16:creationId xmlns:a16="http://schemas.microsoft.com/office/drawing/2014/main" id="{EEE6C29E-26E6-49BE-99AA-C67670A998F0}"/>
                </a:ext>
              </a:extLst>
            </p:cNvPr>
            <p:cNvSpPr>
              <a:spLocks noChangeArrowheads="1"/>
            </p:cNvSpPr>
            <p:nvPr/>
          </p:nvSpPr>
          <p:spPr bwMode="auto">
            <a:xfrm>
              <a:off x="4674" y="606"/>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a:solidFill>
                    <a:schemeClr val="tx1"/>
                  </a:solidFill>
                </a:rPr>
                <a:t>1D</a:t>
              </a:r>
            </a:p>
          </p:txBody>
        </p:sp>
        <p:grpSp>
          <p:nvGrpSpPr>
            <p:cNvPr id="69" name="Group 58">
              <a:extLst>
                <a:ext uri="{FF2B5EF4-FFF2-40B4-BE49-F238E27FC236}">
                  <a16:creationId xmlns:a16="http://schemas.microsoft.com/office/drawing/2014/main" id="{4A398981-52EA-49C9-850B-BA9EE9374BA8}"/>
                </a:ext>
              </a:extLst>
            </p:cNvPr>
            <p:cNvGrpSpPr>
              <a:grpSpLocks/>
            </p:cNvGrpSpPr>
            <p:nvPr/>
          </p:nvGrpSpPr>
          <p:grpSpPr bwMode="auto">
            <a:xfrm rot="5400000">
              <a:off x="4649" y="1083"/>
              <a:ext cx="168" cy="96"/>
              <a:chOff x="2412" y="3725"/>
              <a:chExt cx="168" cy="96"/>
            </a:xfrm>
          </p:grpSpPr>
          <p:sp>
            <p:nvSpPr>
              <p:cNvPr id="71" name="Line 59">
                <a:extLst>
                  <a:ext uri="{FF2B5EF4-FFF2-40B4-BE49-F238E27FC236}">
                    <a16:creationId xmlns:a16="http://schemas.microsoft.com/office/drawing/2014/main" id="{0ED9EBA9-D25E-4E77-BA92-8757611D522E}"/>
                  </a:ext>
                </a:extLst>
              </p:cNvPr>
              <p:cNvSpPr>
                <a:spLocks noChangeShapeType="1"/>
              </p:cNvSpPr>
              <p:nvPr/>
            </p:nvSpPr>
            <p:spPr bwMode="auto">
              <a:xfrm flipV="1">
                <a:off x="2412" y="3733"/>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 name="Line 60">
                <a:extLst>
                  <a:ext uri="{FF2B5EF4-FFF2-40B4-BE49-F238E27FC236}">
                    <a16:creationId xmlns:a16="http://schemas.microsoft.com/office/drawing/2014/main" id="{E69E024F-FD7F-4262-9EDF-0A31F0C2CD56}"/>
                  </a:ext>
                </a:extLst>
              </p:cNvPr>
              <p:cNvSpPr>
                <a:spLocks noChangeShapeType="1"/>
              </p:cNvSpPr>
              <p:nvPr/>
            </p:nvSpPr>
            <p:spPr bwMode="auto">
              <a:xfrm flipH="1" flipV="1">
                <a:off x="2492" y="3725"/>
                <a:ext cx="88" cy="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70" name="Rectangle 126">
              <a:extLst>
                <a:ext uri="{FF2B5EF4-FFF2-40B4-BE49-F238E27FC236}">
                  <a16:creationId xmlns:a16="http://schemas.microsoft.com/office/drawing/2014/main" id="{E80E6FEE-E187-43D9-8F95-B8931AC823C7}"/>
                </a:ext>
              </a:extLst>
            </p:cNvPr>
            <p:cNvSpPr>
              <a:spLocks noChangeArrowheads="1"/>
            </p:cNvSpPr>
            <p:nvPr/>
          </p:nvSpPr>
          <p:spPr bwMode="auto">
            <a:xfrm>
              <a:off x="3418" y="768"/>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just" fontAlgn="base"/>
              <a:r>
                <a:rPr lang="en-US" altLang="zh-CN" sz="2400" i="1">
                  <a:solidFill>
                    <a:schemeClr val="tx1"/>
                  </a:solidFill>
                </a:rPr>
                <a:t>K</a:t>
              </a:r>
              <a:endParaRPr lang="en-US" altLang="zh-CN" sz="2400" baseline="-25000">
                <a:solidFill>
                  <a:schemeClr val="tx1"/>
                </a:solidFill>
              </a:endParaRPr>
            </a:p>
          </p:txBody>
        </p:sp>
      </p:grpSp>
      <p:sp>
        <p:nvSpPr>
          <p:cNvPr id="76" name="TextBox 75"/>
          <p:cNvSpPr txBox="1"/>
          <p:nvPr/>
        </p:nvSpPr>
        <p:spPr bwMode="auto">
          <a:xfrm>
            <a:off x="2864498" y="587829"/>
            <a:ext cx="16981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zh-CN" altLang="en-US" sz="2400" dirty="0">
                <a:solidFill>
                  <a:schemeClr val="tx1"/>
                </a:solidFill>
                <a:latin typeface="黑体" pitchFamily="49" charset="-122"/>
                <a:ea typeface="黑体" pitchFamily="49" charset="-122"/>
              </a:rPr>
              <a:t>因此，令</a:t>
            </a:r>
            <a:endParaRPr lang="zh-CN" altLang="en-US" sz="2400" dirty="0">
              <a:latin typeface="Times New Roman" panose="02020603050405020304" pitchFamily="18" charset="0"/>
            </a:endParaRPr>
          </a:p>
        </p:txBody>
      </p:sp>
      <p:sp>
        <p:nvSpPr>
          <p:cNvPr id="77" name="TextBox 76"/>
          <p:cNvSpPr txBox="1"/>
          <p:nvPr/>
        </p:nvSpPr>
        <p:spPr bwMode="auto">
          <a:xfrm>
            <a:off x="3163077" y="2771192"/>
            <a:ext cx="18381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tlCol="0">
            <a:spAutoFit/>
          </a:bodyPr>
          <a:lstStyle/>
          <a:p>
            <a:pPr eaLnBrk="1" hangingPunct="1">
              <a:spcBef>
                <a:spcPct val="50000"/>
              </a:spcBef>
            </a:pPr>
            <a:r>
              <a:rPr lang="zh-CN" altLang="en-US" sz="2400" dirty="0">
                <a:solidFill>
                  <a:schemeClr val="tx1"/>
                </a:solidFill>
                <a:latin typeface="黑体" pitchFamily="49" charset="-122"/>
                <a:ea typeface="黑体" pitchFamily="49" charset="-122"/>
              </a:rPr>
              <a:t>因此，令</a:t>
            </a:r>
            <a:endParaRPr lang="en-US" altLang="zh-CN" sz="2400" dirty="0">
              <a:solidFill>
                <a:schemeClr val="tx1"/>
              </a:solidFill>
              <a:latin typeface="黑体" pitchFamily="49" charset="-122"/>
              <a:ea typeface="黑体" pitchFamily="49" charset="-122"/>
            </a:endParaRPr>
          </a:p>
        </p:txBody>
      </p:sp>
      <p:grpSp>
        <p:nvGrpSpPr>
          <p:cNvPr id="73" name="组合 72">
            <a:extLst>
              <a:ext uri="{FF2B5EF4-FFF2-40B4-BE49-F238E27FC236}">
                <a16:creationId xmlns:a16="http://schemas.microsoft.com/office/drawing/2014/main" id="{BAB5A510-8A88-48DF-A453-4F0059BC98B0}"/>
              </a:ext>
            </a:extLst>
          </p:cNvPr>
          <p:cNvGrpSpPr/>
          <p:nvPr/>
        </p:nvGrpSpPr>
        <p:grpSpPr>
          <a:xfrm>
            <a:off x="464026" y="4527289"/>
            <a:ext cx="1965325" cy="457200"/>
            <a:chOff x="799306" y="4542529"/>
            <a:chExt cx="1965325" cy="457200"/>
          </a:xfrm>
        </p:grpSpPr>
        <p:sp>
          <p:nvSpPr>
            <p:cNvPr id="74" name="Rectangle 73">
              <a:extLst>
                <a:ext uri="{FF2B5EF4-FFF2-40B4-BE49-F238E27FC236}">
                  <a16:creationId xmlns:a16="http://schemas.microsoft.com/office/drawing/2014/main" id="{16743FEE-DFAE-4D36-B6B2-D0AE1DD3CBE2}"/>
                </a:ext>
              </a:extLst>
            </p:cNvPr>
            <p:cNvSpPr>
              <a:spLocks noChangeArrowheads="1"/>
            </p:cNvSpPr>
            <p:nvPr/>
          </p:nvSpPr>
          <p:spPr bwMode="auto">
            <a:xfrm>
              <a:off x="799306" y="4542529"/>
              <a:ext cx="1965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r>
                <a:rPr lang="en-US" altLang="zh-CN" sz="2400" dirty="0">
                  <a:solidFill>
                    <a:schemeClr val="tx1"/>
                  </a:solidFill>
                  <a:latin typeface="Times New Roman" pitchFamily="18" charset="0"/>
                  <a:cs typeface="Times New Roman" pitchFamily="18" charset="0"/>
                </a:rPr>
                <a:t>5.    </a:t>
              </a:r>
              <a:r>
                <a:rPr lang="en-US" altLang="zh-CN" sz="2400" i="1" dirty="0">
                  <a:solidFill>
                    <a:schemeClr val="tx1"/>
                  </a:solidFill>
                  <a:latin typeface="Times New Roman" pitchFamily="18" charset="0"/>
                  <a:cs typeface="Times New Roman" pitchFamily="18" charset="0"/>
                </a:rPr>
                <a:t>D</a:t>
              </a:r>
              <a:r>
                <a:rPr lang="en-US" altLang="zh-CN" sz="2400" dirty="0">
                  <a:solidFill>
                    <a:schemeClr val="tx1"/>
                  </a:solidFill>
                </a:rPr>
                <a:t>      </a:t>
              </a:r>
              <a:r>
                <a:rPr lang="en-US" altLang="zh-CN" sz="2400" i="1" dirty="0">
                  <a:solidFill>
                    <a:schemeClr val="tx1"/>
                  </a:solidFill>
                  <a:latin typeface="Times New Roman" pitchFamily="18" charset="0"/>
                  <a:cs typeface="Times New Roman" pitchFamily="18" charset="0"/>
                </a:rPr>
                <a:t>T’</a:t>
              </a:r>
              <a:endParaRPr lang="en-US" altLang="zh-CN" sz="2400" dirty="0">
                <a:solidFill>
                  <a:schemeClr val="tx1"/>
                </a:solidFill>
              </a:endParaRPr>
            </a:p>
          </p:txBody>
        </p:sp>
        <p:sp>
          <p:nvSpPr>
            <p:cNvPr id="75" name="AutoShape 71">
              <a:extLst>
                <a:ext uri="{FF2B5EF4-FFF2-40B4-BE49-F238E27FC236}">
                  <a16:creationId xmlns:a16="http://schemas.microsoft.com/office/drawing/2014/main" id="{615762B1-EE91-4436-B730-B829D64F1D77}"/>
                </a:ext>
              </a:extLst>
            </p:cNvPr>
            <p:cNvSpPr>
              <a:spLocks noChangeArrowheads="1"/>
            </p:cNvSpPr>
            <p:nvPr/>
          </p:nvSpPr>
          <p:spPr bwMode="auto">
            <a:xfrm>
              <a:off x="1697769" y="4647509"/>
              <a:ext cx="338137" cy="238125"/>
            </a:xfrm>
            <a:prstGeom prst="rightArrow">
              <a:avLst>
                <a:gd name="adj1" fmla="val 50000"/>
                <a:gd name="adj2" fmla="val 35500"/>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animEffect transition="in" filter="blinds(horizontal)">
                                      <p:cBhvr>
                                        <p:cTn id="17" dur="500"/>
                                        <p:tgtEl>
                                          <p:spTgt spid="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1+#ppt_w/2"/>
                                          </p:val>
                                        </p:tav>
                                        <p:tav tm="100000">
                                          <p:val>
                                            <p:strVal val="#ppt_x"/>
                                          </p:val>
                                        </p:tav>
                                      </p:tavLst>
                                    </p:anim>
                                    <p:anim calcmode="lin" valueType="num">
                                      <p:cBhvr additive="base">
                                        <p:cTn id="32" dur="5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blinds(horizontal)">
                                      <p:cBhvr>
                                        <p:cTn id="47" dur="500"/>
                                        <p:tgtEl>
                                          <p:spTgt spid="7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left)">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46"/>
                                        </p:tgtEl>
                                        <p:attrNameLst>
                                          <p:attrName>style.visibility</p:attrName>
                                        </p:attrNameLst>
                                      </p:cBhvr>
                                      <p:to>
                                        <p:strVal val="visible"/>
                                      </p:to>
                                    </p:set>
                                    <p:anim calcmode="lin" valueType="num">
                                      <p:cBhvr additive="base">
                                        <p:cTn id="61" dur="500" fill="hold"/>
                                        <p:tgtEl>
                                          <p:spTgt spid="46"/>
                                        </p:tgtEl>
                                        <p:attrNameLst>
                                          <p:attrName>ppt_x</p:attrName>
                                        </p:attrNameLst>
                                      </p:cBhvr>
                                      <p:tavLst>
                                        <p:tav tm="0">
                                          <p:val>
                                            <p:strVal val="1+#ppt_w/2"/>
                                          </p:val>
                                        </p:tav>
                                        <p:tav tm="100000">
                                          <p:val>
                                            <p:strVal val="#ppt_x"/>
                                          </p:val>
                                        </p:tav>
                                      </p:tavLst>
                                    </p:anim>
                                    <p:anim calcmode="lin" valueType="num">
                                      <p:cBhvr additive="base">
                                        <p:cTn id="62"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blinds(horizontal)">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wipe(left)">
                                      <p:cBhvr>
                                        <p:cTn id="76" dur="500"/>
                                        <p:tgtEl>
                                          <p:spTgt spid="26"/>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wipe(left)">
                                      <p:cBhvr>
                                        <p:cTn id="80" dur="500"/>
                                        <p:tgtEl>
                                          <p:spTgt spid="29"/>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nodeType="clickEffect">
                                  <p:stCondLst>
                                    <p:cond delay="0"/>
                                  </p:stCondLst>
                                  <p:childTnLst>
                                    <p:set>
                                      <p:cBhvr>
                                        <p:cTn id="84" dur="1" fill="hold">
                                          <p:stCondLst>
                                            <p:cond delay="0"/>
                                          </p:stCondLst>
                                        </p:cTn>
                                        <p:tgtEl>
                                          <p:spTgt spid="34"/>
                                        </p:tgtEl>
                                        <p:attrNameLst>
                                          <p:attrName>style.visibility</p:attrName>
                                        </p:attrNameLst>
                                      </p:cBhvr>
                                      <p:to>
                                        <p:strVal val="visible"/>
                                      </p:to>
                                    </p:set>
                                    <p:anim calcmode="lin" valueType="num">
                                      <p:cBhvr additive="base">
                                        <p:cTn id="85" dur="500" fill="hold"/>
                                        <p:tgtEl>
                                          <p:spTgt spid="34"/>
                                        </p:tgtEl>
                                        <p:attrNameLst>
                                          <p:attrName>ppt_x</p:attrName>
                                        </p:attrNameLst>
                                      </p:cBhvr>
                                      <p:tavLst>
                                        <p:tav tm="0">
                                          <p:val>
                                            <p:strVal val="1+#ppt_w/2"/>
                                          </p:val>
                                        </p:tav>
                                        <p:tav tm="100000">
                                          <p:val>
                                            <p:strVal val="#ppt_x"/>
                                          </p:val>
                                        </p:tav>
                                      </p:tavLst>
                                    </p:anim>
                                    <p:anim calcmode="lin" valueType="num">
                                      <p:cBhvr additive="base">
                                        <p:cTn id="86"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itchFamily="49" charset="-122"/>
                <a:ea typeface="黑体" pitchFamily="49" charset="-122"/>
              </a:rPr>
              <a:t>6.11 </a:t>
            </a:r>
            <a:r>
              <a:rPr lang="zh-CN" altLang="en-US" dirty="0">
                <a:latin typeface="黑体" pitchFamily="49" charset="-122"/>
                <a:ea typeface="黑体" pitchFamily="49" charset="-122"/>
              </a:rPr>
              <a:t>触发器总结</a:t>
            </a:r>
          </a:p>
        </p:txBody>
      </p:sp>
      <p:sp>
        <p:nvSpPr>
          <p:cNvPr id="4" name="灯片编号占位符 3"/>
          <p:cNvSpPr>
            <a:spLocks noGrp="1"/>
          </p:cNvSpPr>
          <p:nvPr>
            <p:ph type="sldNum" sz="quarter" idx="12"/>
          </p:nvPr>
        </p:nvSpPr>
        <p:spPr/>
        <p:txBody>
          <a:bodyPr/>
          <a:lstStyle/>
          <a:p>
            <a:pPr>
              <a:defRPr/>
            </a:pPr>
            <a:fld id="{315B291C-51FB-4C18-A138-CCB3C24CD792}" type="slidenum">
              <a:rPr lang="en-US" altLang="zh-CN" smtClean="0"/>
              <a:pPr>
                <a:defRPr/>
              </a:pPr>
              <a:t>49</a:t>
            </a:fld>
            <a:endParaRPr lang="en-US" altLang="zh-CN" dirty="0"/>
          </a:p>
        </p:txBody>
      </p:sp>
      <p:sp>
        <p:nvSpPr>
          <p:cNvPr id="5" name="Rectangle 3" descr="水滴">
            <a:extLst>
              <a:ext uri="{FF2B5EF4-FFF2-40B4-BE49-F238E27FC236}">
                <a16:creationId xmlns:a16="http://schemas.microsoft.com/office/drawing/2014/main" id="{2BA2EB03-6E0E-4571-90B7-E12EAD5B0BA2}"/>
              </a:ext>
            </a:extLst>
          </p:cNvPr>
          <p:cNvSpPr>
            <a:spLocks noChangeArrowheads="1"/>
          </p:cNvSpPr>
          <p:nvPr/>
        </p:nvSpPr>
        <p:spPr bwMode="auto">
          <a:xfrm>
            <a:off x="416131" y="1940560"/>
            <a:ext cx="152400" cy="152400"/>
          </a:xfrm>
          <a:prstGeom prst="rect">
            <a:avLst/>
          </a:prstGeom>
          <a:blipFill dpi="0" rotWithShape="0">
            <a:blip r:embed="rId2" cstate="print">
              <a:duotone>
                <a:prstClr val="black"/>
                <a:schemeClr val="accent2">
                  <a:tint val="45000"/>
                  <a:satMod val="400000"/>
                </a:schemeClr>
              </a:duotone>
            </a:blip>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Text Box 4">
            <a:extLst>
              <a:ext uri="{FF2B5EF4-FFF2-40B4-BE49-F238E27FC236}">
                <a16:creationId xmlns:a16="http://schemas.microsoft.com/office/drawing/2014/main" id="{8D17C360-CEF1-4746-B3B7-5F4493297B5C}"/>
              </a:ext>
            </a:extLst>
          </p:cNvPr>
          <p:cNvSpPr txBox="1">
            <a:spLocks noChangeArrowheads="1"/>
          </p:cNvSpPr>
          <p:nvPr/>
        </p:nvSpPr>
        <p:spPr bwMode="auto">
          <a:xfrm>
            <a:off x="739775" y="1363503"/>
            <a:ext cx="8404225" cy="14589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触发器和门电路是构成数字系统的基本逻辑单元。</a:t>
            </a:r>
          </a:p>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前者具有记忆功能，用于构成时序逻辑电路；</a:t>
            </a:r>
          </a:p>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后者没有记忆功能，用于构成组合逻辑电路。</a:t>
            </a:r>
          </a:p>
        </p:txBody>
      </p:sp>
      <p:sp>
        <p:nvSpPr>
          <p:cNvPr id="7" name="Rectangle 9">
            <a:extLst>
              <a:ext uri="{FF2B5EF4-FFF2-40B4-BE49-F238E27FC236}">
                <a16:creationId xmlns:a16="http://schemas.microsoft.com/office/drawing/2014/main" id="{193EB12B-7ACD-49FC-88AA-05322FE49154}"/>
              </a:ext>
            </a:extLst>
          </p:cNvPr>
          <p:cNvSpPr>
            <a:spLocks noChangeArrowheads="1"/>
          </p:cNvSpPr>
          <p:nvPr/>
        </p:nvSpPr>
        <p:spPr bwMode="auto">
          <a:xfrm>
            <a:off x="739775" y="3090307"/>
            <a:ext cx="7848600" cy="2057400"/>
          </a:xfrm>
          <a:prstGeom prst="rect">
            <a:avLst/>
          </a:prstGeom>
          <a:solidFill>
            <a:srgbClr val="CCECFF">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触发器有两个基本特性：①有两个稳定状态；</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②在外信号作用下，两个稳定状态可相互转换，</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没有外信号作用时，保持原状态不变。因此，</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触发器具有记忆功能，常用来保存二进制信息。</a:t>
            </a:r>
          </a:p>
        </p:txBody>
      </p:sp>
      <p:sp>
        <p:nvSpPr>
          <p:cNvPr id="8" name="Rectangle 10">
            <a:extLst>
              <a:ext uri="{FF2B5EF4-FFF2-40B4-BE49-F238E27FC236}">
                <a16:creationId xmlns:a16="http://schemas.microsoft.com/office/drawing/2014/main" id="{43EF648F-C766-4DEC-A66C-E7D18CF9926C}"/>
              </a:ext>
            </a:extLst>
          </p:cNvPr>
          <p:cNvSpPr>
            <a:spLocks noChangeArrowheads="1"/>
          </p:cNvSpPr>
          <p:nvPr/>
        </p:nvSpPr>
        <p:spPr bwMode="auto">
          <a:xfrm>
            <a:off x="895556" y="5415598"/>
            <a:ext cx="6788150" cy="9890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一个触发器可存储 </a:t>
            </a:r>
            <a:r>
              <a:rPr kumimoji="1" lang="en-US" altLang="zh-CN"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1 </a:t>
            </a:r>
            <a:r>
              <a:rPr kumimoji="1" lang="zh-CN" altLang="en-US"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位二进制码，存储</a:t>
            </a:r>
          </a:p>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 </a:t>
            </a:r>
            <a:r>
              <a:rPr kumimoji="1" lang="en-US" altLang="zh-CN" sz="2800"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n </a:t>
            </a:r>
            <a:r>
              <a:rPr kumimoji="1" lang="zh-CN" altLang="en-US"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位二进制码则需用 </a:t>
            </a:r>
            <a:r>
              <a:rPr kumimoji="1" lang="en-US" altLang="zh-CN" sz="2800"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n </a:t>
            </a:r>
            <a:r>
              <a:rPr kumimoji="1" lang="zh-CN" altLang="en-US" sz="2800"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个触发器。</a:t>
            </a:r>
          </a:p>
        </p:txBody>
      </p:sp>
      <p:sp>
        <p:nvSpPr>
          <p:cNvPr id="9" name="Rectangle 11" descr="水滴">
            <a:extLst>
              <a:ext uri="{FF2B5EF4-FFF2-40B4-BE49-F238E27FC236}">
                <a16:creationId xmlns:a16="http://schemas.microsoft.com/office/drawing/2014/main" id="{4607325E-7CD9-4E10-8BC2-315C0DCDF3CC}"/>
              </a:ext>
            </a:extLst>
          </p:cNvPr>
          <p:cNvSpPr>
            <a:spLocks noChangeArrowheads="1"/>
          </p:cNvSpPr>
          <p:nvPr/>
        </p:nvSpPr>
        <p:spPr bwMode="auto">
          <a:xfrm>
            <a:off x="416131" y="3515360"/>
            <a:ext cx="152400" cy="152400"/>
          </a:xfrm>
          <a:prstGeom prst="rect">
            <a:avLst/>
          </a:prstGeom>
          <a:blipFill dpi="0" rotWithShape="0">
            <a:blip r:embed="rId2" cstate="print">
              <a:duotone>
                <a:prstClr val="black"/>
                <a:schemeClr val="accent2">
                  <a:tint val="45000"/>
                  <a:satMod val="400000"/>
                </a:schemeClr>
              </a:duotone>
            </a:blip>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5" presetClass="entr" presetSubtype="1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par>
                          <p:cTn id="15" fill="hold">
                            <p:stCondLst>
                              <p:cond delay="500"/>
                            </p:stCondLst>
                            <p:childTnLst>
                              <p:par>
                                <p:cTn id="16" presetID="5" presetClass="entr" presetSubtype="1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nimBg="1" autoUpdateAnimBg="0"/>
      <p:bldP spid="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mtClean="0"/>
              <a:pPr>
                <a:defRPr/>
              </a:pPr>
              <a:t>50</a:t>
            </a:fld>
            <a:endParaRPr lang="en-US" altLang="zh-CN" dirty="0"/>
          </a:p>
        </p:txBody>
      </p:sp>
      <p:sp>
        <p:nvSpPr>
          <p:cNvPr id="5"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50</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sp>
        <p:nvSpPr>
          <p:cNvPr id="6" name="Text Box 2">
            <a:extLst>
              <a:ext uri="{FF2B5EF4-FFF2-40B4-BE49-F238E27FC236}">
                <a16:creationId xmlns:a16="http://schemas.microsoft.com/office/drawing/2014/main" id="{CD877347-6FD6-4F53-9814-040D2C942594}"/>
              </a:ext>
            </a:extLst>
          </p:cNvPr>
          <p:cNvSpPr txBox="1">
            <a:spLocks noChangeArrowheads="1"/>
          </p:cNvSpPr>
          <p:nvPr/>
        </p:nvSpPr>
        <p:spPr bwMode="auto">
          <a:xfrm>
            <a:off x="1168400" y="600075"/>
            <a:ext cx="7497763" cy="180022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just" defTabSz="914400" rtl="0" eaLnBrk="1" fontAlgn="t" latinLnBrk="0" hangingPunct="1">
              <a:lnSpc>
                <a:spcPct val="100000"/>
              </a:lnSpc>
              <a:spcBef>
                <a:spcPct val="10000"/>
              </a:spcBef>
              <a:spcAft>
                <a:spcPct val="0"/>
              </a:spcAft>
              <a:buClrTx/>
              <a:buSzTx/>
              <a:buFontTx/>
              <a:buNone/>
              <a:tabLst/>
              <a:defRPr/>
            </a:pPr>
            <a:r>
              <a:rPr kumimoji="1" lang="zh-CN" altLang="en-US"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触发器的逻辑功能是指触发器的次态与现态及输入信号之间的逻辑关系。其描述方法主要有功能表、特性方程、激励表、状态转换图和波形图</a:t>
            </a:r>
            <a:r>
              <a:rPr kumimoji="1" lang="en-US" altLang="zh-CN"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a:t>
            </a:r>
            <a:r>
              <a:rPr kumimoji="1" lang="zh-CN" altLang="en-US"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又称时序图</a:t>
            </a:r>
            <a:r>
              <a:rPr kumimoji="1" lang="en-US" altLang="zh-CN"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a:t>
            </a:r>
            <a:r>
              <a:rPr kumimoji="1" lang="zh-CN" altLang="en-US"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等。 </a:t>
            </a:r>
          </a:p>
        </p:txBody>
      </p:sp>
      <p:sp>
        <p:nvSpPr>
          <p:cNvPr id="7" name="Rectangle 3" descr="水滴">
            <a:extLst>
              <a:ext uri="{FF2B5EF4-FFF2-40B4-BE49-F238E27FC236}">
                <a16:creationId xmlns:a16="http://schemas.microsoft.com/office/drawing/2014/main" id="{560B1A43-9204-4C04-815A-038893455D77}"/>
              </a:ext>
            </a:extLst>
          </p:cNvPr>
          <p:cNvSpPr>
            <a:spLocks noChangeArrowheads="1"/>
          </p:cNvSpPr>
          <p:nvPr/>
        </p:nvSpPr>
        <p:spPr bwMode="auto">
          <a:xfrm>
            <a:off x="852488" y="812800"/>
            <a:ext cx="152400" cy="152400"/>
          </a:xfrm>
          <a:prstGeom prst="rect">
            <a:avLst/>
          </a:prstGeom>
          <a:blipFill dpi="0" rotWithShape="0">
            <a:blip r:embed="rId3" cstate="print">
              <a:duotone>
                <a:prstClr val="black"/>
                <a:schemeClr val="accent2">
                  <a:tint val="45000"/>
                  <a:satMod val="400000"/>
                </a:schemeClr>
              </a:duotone>
            </a:blip>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Text Box 9">
            <a:extLst>
              <a:ext uri="{FF2B5EF4-FFF2-40B4-BE49-F238E27FC236}">
                <a16:creationId xmlns:a16="http://schemas.microsoft.com/office/drawing/2014/main" id="{5E4725CB-6A25-429A-9527-F13E678D64AE}"/>
              </a:ext>
            </a:extLst>
          </p:cNvPr>
          <p:cNvSpPr txBox="1">
            <a:spLocks noChangeArrowheads="1"/>
          </p:cNvSpPr>
          <p:nvPr/>
        </p:nvSpPr>
        <p:spPr bwMode="auto">
          <a:xfrm>
            <a:off x="1284288" y="2530475"/>
            <a:ext cx="5727700" cy="5191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t" latinLnBrk="0" hangingPunct="1">
              <a:lnSpc>
                <a:spcPct val="100000"/>
              </a:lnSpc>
              <a:spcBef>
                <a:spcPct val="1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FFCC66"/>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触发器根据逻辑功能不同分为 </a:t>
            </a:r>
          </a:p>
        </p:txBody>
      </p:sp>
      <p:grpSp>
        <p:nvGrpSpPr>
          <p:cNvPr id="10" name="Group 158">
            <a:extLst>
              <a:ext uri="{FF2B5EF4-FFF2-40B4-BE49-F238E27FC236}">
                <a16:creationId xmlns:a16="http://schemas.microsoft.com/office/drawing/2014/main" id="{6EEEE6F3-8552-4BAA-A924-F37DF2B61370}"/>
              </a:ext>
            </a:extLst>
          </p:cNvPr>
          <p:cNvGrpSpPr>
            <a:grpSpLocks/>
          </p:cNvGrpSpPr>
          <p:nvPr/>
        </p:nvGrpSpPr>
        <p:grpSpPr bwMode="auto">
          <a:xfrm>
            <a:off x="577850" y="3090867"/>
            <a:ext cx="8062913" cy="369888"/>
            <a:chOff x="364" y="1835"/>
            <a:chExt cx="4985" cy="233"/>
          </a:xfrm>
        </p:grpSpPr>
        <p:sp>
          <p:nvSpPr>
            <p:cNvPr id="11" name="Text Box 60" descr="窄竖线">
              <a:extLst>
                <a:ext uri="{FF2B5EF4-FFF2-40B4-BE49-F238E27FC236}">
                  <a16:creationId xmlns:a16="http://schemas.microsoft.com/office/drawing/2014/main" id="{C547B130-20B9-4A78-B12D-95B896501160}"/>
                </a:ext>
              </a:extLst>
            </p:cNvPr>
            <p:cNvSpPr txBox="1">
              <a:spLocks noChangeArrowheads="1"/>
            </p:cNvSpPr>
            <p:nvPr/>
          </p:nvSpPr>
          <p:spPr bwMode="auto">
            <a:xfrm>
              <a:off x="1328" y="1835"/>
              <a:ext cx="760" cy="233"/>
            </a:xfrm>
            <a:prstGeom prst="rect">
              <a:avLst/>
            </a:prstGeom>
            <a:pattFill prst="narVert">
              <a:fgClr>
                <a:srgbClr val="00CC00"/>
              </a:fgClr>
              <a:bgClr>
                <a:srgbClr val="FFFFFF"/>
              </a:bgClr>
            </a:patt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D</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 </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触发器 </a:t>
              </a:r>
            </a:p>
          </p:txBody>
        </p:sp>
        <p:sp>
          <p:nvSpPr>
            <p:cNvPr id="12" name="Text Box 76" descr="窄竖线">
              <a:extLst>
                <a:ext uri="{FF2B5EF4-FFF2-40B4-BE49-F238E27FC236}">
                  <a16:creationId xmlns:a16="http://schemas.microsoft.com/office/drawing/2014/main" id="{26D998A4-8B99-4A64-A0B0-DA9BE908B80E}"/>
                </a:ext>
              </a:extLst>
            </p:cNvPr>
            <p:cNvSpPr txBox="1">
              <a:spLocks noChangeArrowheads="1"/>
            </p:cNvSpPr>
            <p:nvPr/>
          </p:nvSpPr>
          <p:spPr bwMode="auto">
            <a:xfrm>
              <a:off x="3296" y="1835"/>
              <a:ext cx="728" cy="233"/>
            </a:xfrm>
            <a:prstGeom prst="rect">
              <a:avLst/>
            </a:prstGeom>
            <a:pattFill prst="narVert">
              <a:fgClr>
                <a:srgbClr val="00CC00"/>
              </a:fgClr>
              <a:bgClr>
                <a:srgbClr val="FFFFFF"/>
              </a:bgClr>
            </a:patt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T</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 </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触发器 </a:t>
              </a:r>
            </a:p>
          </p:txBody>
        </p:sp>
        <p:sp>
          <p:nvSpPr>
            <p:cNvPr id="13" name="Text Box 94" descr="窄竖线">
              <a:extLst>
                <a:ext uri="{FF2B5EF4-FFF2-40B4-BE49-F238E27FC236}">
                  <a16:creationId xmlns:a16="http://schemas.microsoft.com/office/drawing/2014/main" id="{206B3B15-F7BF-4D96-AF98-D4DAE07512D5}"/>
                </a:ext>
              </a:extLst>
            </p:cNvPr>
            <p:cNvSpPr txBox="1">
              <a:spLocks noChangeArrowheads="1"/>
            </p:cNvSpPr>
            <p:nvPr/>
          </p:nvSpPr>
          <p:spPr bwMode="auto">
            <a:xfrm>
              <a:off x="364" y="1835"/>
              <a:ext cx="858" cy="233"/>
            </a:xfrm>
            <a:prstGeom prst="rect">
              <a:avLst/>
            </a:prstGeom>
            <a:pattFill prst="narVert">
              <a:fgClr>
                <a:srgbClr val="00CC00"/>
              </a:fgClr>
              <a:bgClr>
                <a:srgbClr val="FFFFFF"/>
              </a:bgClr>
            </a:patt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RS</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 </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触发器 </a:t>
              </a:r>
            </a:p>
          </p:txBody>
        </p:sp>
        <p:sp>
          <p:nvSpPr>
            <p:cNvPr id="14" name="Text Box 122" descr="窄竖线">
              <a:extLst>
                <a:ext uri="{FF2B5EF4-FFF2-40B4-BE49-F238E27FC236}">
                  <a16:creationId xmlns:a16="http://schemas.microsoft.com/office/drawing/2014/main" id="{79A6EC22-ACF3-4537-ABDB-59CD8E5EBEEF}"/>
                </a:ext>
              </a:extLst>
            </p:cNvPr>
            <p:cNvSpPr txBox="1">
              <a:spLocks noChangeArrowheads="1"/>
            </p:cNvSpPr>
            <p:nvPr/>
          </p:nvSpPr>
          <p:spPr bwMode="auto">
            <a:xfrm>
              <a:off x="2176" y="1835"/>
              <a:ext cx="848" cy="233"/>
            </a:xfrm>
            <a:prstGeom prst="rect">
              <a:avLst/>
            </a:prstGeom>
            <a:pattFill prst="narVert">
              <a:fgClr>
                <a:srgbClr val="00CC00"/>
              </a:fgClr>
              <a:bgClr>
                <a:srgbClr val="FFFFFF"/>
              </a:bgClr>
            </a:patt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JK</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 </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触发器 </a:t>
              </a:r>
            </a:p>
          </p:txBody>
        </p:sp>
        <p:sp>
          <p:nvSpPr>
            <p:cNvPr id="15" name="Text Box 152" descr="窄竖线">
              <a:extLst>
                <a:ext uri="{FF2B5EF4-FFF2-40B4-BE49-F238E27FC236}">
                  <a16:creationId xmlns:a16="http://schemas.microsoft.com/office/drawing/2014/main" id="{40E9516B-1D53-4989-9A70-3E7C0FD1AEBA}"/>
                </a:ext>
              </a:extLst>
            </p:cNvPr>
            <p:cNvSpPr txBox="1">
              <a:spLocks noChangeArrowheads="1"/>
            </p:cNvSpPr>
            <p:nvPr/>
          </p:nvSpPr>
          <p:spPr bwMode="auto">
            <a:xfrm>
              <a:off x="4445" y="1835"/>
              <a:ext cx="904" cy="233"/>
            </a:xfrm>
            <a:prstGeom prst="rect">
              <a:avLst/>
            </a:prstGeom>
            <a:pattFill prst="narVert">
              <a:fgClr>
                <a:srgbClr val="00CC00"/>
              </a:fgClr>
              <a:bgClr>
                <a:srgbClr val="FFFFFF"/>
              </a:bgClr>
            </a:patt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T</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触发器</a:t>
              </a:r>
            </a:p>
          </p:txBody>
        </p:sp>
      </p:grpSp>
      <p:grpSp>
        <p:nvGrpSpPr>
          <p:cNvPr id="16" name="Group 163">
            <a:extLst>
              <a:ext uri="{FF2B5EF4-FFF2-40B4-BE49-F238E27FC236}">
                <a16:creationId xmlns:a16="http://schemas.microsoft.com/office/drawing/2014/main" id="{EBDBC5C2-C2E0-4B37-B5E3-6BA0AD4FDA09}"/>
              </a:ext>
            </a:extLst>
          </p:cNvPr>
          <p:cNvGrpSpPr>
            <a:grpSpLocks/>
          </p:cNvGrpSpPr>
          <p:nvPr/>
        </p:nvGrpSpPr>
        <p:grpSpPr bwMode="auto">
          <a:xfrm>
            <a:off x="369888" y="3671887"/>
            <a:ext cx="8680450" cy="2844799"/>
            <a:chOff x="233" y="2313"/>
            <a:chExt cx="5468" cy="1792"/>
          </a:xfrm>
        </p:grpSpPr>
        <p:grpSp>
          <p:nvGrpSpPr>
            <p:cNvPr id="17" name="Group 61">
              <a:extLst>
                <a:ext uri="{FF2B5EF4-FFF2-40B4-BE49-F238E27FC236}">
                  <a16:creationId xmlns:a16="http://schemas.microsoft.com/office/drawing/2014/main" id="{4B4E1220-8E88-4881-83D3-C89DFF93B369}"/>
                </a:ext>
              </a:extLst>
            </p:cNvPr>
            <p:cNvGrpSpPr>
              <a:grpSpLocks/>
            </p:cNvGrpSpPr>
            <p:nvPr/>
          </p:nvGrpSpPr>
          <p:grpSpPr bwMode="auto">
            <a:xfrm>
              <a:off x="1364" y="2337"/>
              <a:ext cx="629" cy="724"/>
              <a:chOff x="1679" y="1489"/>
              <a:chExt cx="629" cy="724"/>
            </a:xfrm>
          </p:grpSpPr>
          <p:sp>
            <p:nvSpPr>
              <p:cNvPr id="91" name="Line 62">
                <a:extLst>
                  <a:ext uri="{FF2B5EF4-FFF2-40B4-BE49-F238E27FC236}">
                    <a16:creationId xmlns:a16="http://schemas.microsoft.com/office/drawing/2014/main" id="{3918412B-2760-4AA0-BB7F-0CBD81BDECD8}"/>
                  </a:ext>
                </a:extLst>
              </p:cNvPr>
              <p:cNvSpPr>
                <a:spLocks noChangeShapeType="1"/>
              </p:cNvSpPr>
              <p:nvPr/>
            </p:nvSpPr>
            <p:spPr bwMode="auto">
              <a:xfrm>
                <a:off x="1684" y="1489"/>
                <a:ext cx="624"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 name="Line 63">
                <a:extLst>
                  <a:ext uri="{FF2B5EF4-FFF2-40B4-BE49-F238E27FC236}">
                    <a16:creationId xmlns:a16="http://schemas.microsoft.com/office/drawing/2014/main" id="{6255F826-B1B9-4F5F-864D-A47CDC92EC09}"/>
                  </a:ext>
                </a:extLst>
              </p:cNvPr>
              <p:cNvSpPr>
                <a:spLocks noChangeShapeType="1"/>
              </p:cNvSpPr>
              <p:nvPr/>
            </p:nvSpPr>
            <p:spPr bwMode="auto">
              <a:xfrm>
                <a:off x="1681" y="1719"/>
                <a:ext cx="627"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3" name="Line 64">
                <a:extLst>
                  <a:ext uri="{FF2B5EF4-FFF2-40B4-BE49-F238E27FC236}">
                    <a16:creationId xmlns:a16="http://schemas.microsoft.com/office/drawing/2014/main" id="{487809B9-BF4E-44B7-8411-286031A40512}"/>
                  </a:ext>
                </a:extLst>
              </p:cNvPr>
              <p:cNvSpPr>
                <a:spLocks noChangeShapeType="1"/>
              </p:cNvSpPr>
              <p:nvPr/>
            </p:nvSpPr>
            <p:spPr bwMode="auto">
              <a:xfrm>
                <a:off x="1680" y="2210"/>
                <a:ext cx="628"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4" name="Line 65">
                <a:extLst>
                  <a:ext uri="{FF2B5EF4-FFF2-40B4-BE49-F238E27FC236}">
                    <a16:creationId xmlns:a16="http://schemas.microsoft.com/office/drawing/2014/main" id="{F1CD3C11-AE6C-4780-880B-890F9B329067}"/>
                  </a:ext>
                </a:extLst>
              </p:cNvPr>
              <p:cNvSpPr>
                <a:spLocks noChangeShapeType="1"/>
              </p:cNvSpPr>
              <p:nvPr/>
            </p:nvSpPr>
            <p:spPr bwMode="auto">
              <a:xfrm>
                <a:off x="1679" y="1489"/>
                <a:ext cx="0" cy="715"/>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5" name="Line 66">
                <a:extLst>
                  <a:ext uri="{FF2B5EF4-FFF2-40B4-BE49-F238E27FC236}">
                    <a16:creationId xmlns:a16="http://schemas.microsoft.com/office/drawing/2014/main" id="{948125DE-06F8-4369-A049-5387D5DBFDB4}"/>
                  </a:ext>
                </a:extLst>
              </p:cNvPr>
              <p:cNvSpPr>
                <a:spLocks noChangeShapeType="1"/>
              </p:cNvSpPr>
              <p:nvPr/>
            </p:nvSpPr>
            <p:spPr bwMode="auto">
              <a:xfrm>
                <a:off x="1924" y="1489"/>
                <a:ext cx="0" cy="724"/>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 name="Line 67">
                <a:extLst>
                  <a:ext uri="{FF2B5EF4-FFF2-40B4-BE49-F238E27FC236}">
                    <a16:creationId xmlns:a16="http://schemas.microsoft.com/office/drawing/2014/main" id="{C3F90CCE-B192-4DC2-BF6A-E2FF07212C4B}"/>
                  </a:ext>
                </a:extLst>
              </p:cNvPr>
              <p:cNvSpPr>
                <a:spLocks noChangeShapeType="1"/>
              </p:cNvSpPr>
              <p:nvPr/>
            </p:nvSpPr>
            <p:spPr bwMode="auto">
              <a:xfrm>
                <a:off x="2308" y="1489"/>
                <a:ext cx="0" cy="718"/>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7" name="Rectangle 68">
                <a:extLst>
                  <a:ext uri="{FF2B5EF4-FFF2-40B4-BE49-F238E27FC236}">
                    <a16:creationId xmlns:a16="http://schemas.microsoft.com/office/drawing/2014/main" id="{11133A34-2817-45F1-89C8-87DB3F6A11A3}"/>
                  </a:ext>
                </a:extLst>
              </p:cNvPr>
              <p:cNvSpPr>
                <a:spLocks noChangeArrowheads="1"/>
              </p:cNvSpPr>
              <p:nvPr/>
            </p:nvSpPr>
            <p:spPr bwMode="auto">
              <a:xfrm>
                <a:off x="1924" y="194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 </a:t>
                </a:r>
              </a:p>
            </p:txBody>
          </p:sp>
          <p:sp>
            <p:nvSpPr>
              <p:cNvPr id="98" name="Rectangle 69">
                <a:extLst>
                  <a:ext uri="{FF2B5EF4-FFF2-40B4-BE49-F238E27FC236}">
                    <a16:creationId xmlns:a16="http://schemas.microsoft.com/office/drawing/2014/main" id="{ACC6C37E-4F17-4F73-9B27-0F614398143F}"/>
                  </a:ext>
                </a:extLst>
              </p:cNvPr>
              <p:cNvSpPr>
                <a:spLocks noChangeArrowheads="1"/>
              </p:cNvSpPr>
              <p:nvPr/>
            </p:nvSpPr>
            <p:spPr bwMode="auto">
              <a:xfrm>
                <a:off x="1924" y="171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endParaRPr kumimoji="1" lang="en-US" altLang="zh-CN" sz="2400" b="1" i="0" u="none" strike="noStrike" kern="1200" cap="none" spc="0" normalizeH="0" baseline="30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9" name="Rectangle 70">
                <a:extLst>
                  <a:ext uri="{FF2B5EF4-FFF2-40B4-BE49-F238E27FC236}">
                    <a16:creationId xmlns:a16="http://schemas.microsoft.com/office/drawing/2014/main" id="{15C1BE13-3AFC-49E4-AE0D-5F478C6AE633}"/>
                  </a:ext>
                </a:extLst>
              </p:cNvPr>
              <p:cNvSpPr>
                <a:spLocks noChangeArrowheads="1"/>
              </p:cNvSpPr>
              <p:nvPr/>
            </p:nvSpPr>
            <p:spPr bwMode="auto">
              <a:xfrm>
                <a:off x="1924" y="148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100" name="Rectangle 71">
                <a:extLst>
                  <a:ext uri="{FF2B5EF4-FFF2-40B4-BE49-F238E27FC236}">
                    <a16:creationId xmlns:a16="http://schemas.microsoft.com/office/drawing/2014/main" id="{EB7B590F-CDCD-4290-A037-CBEA5970EA24}"/>
                  </a:ext>
                </a:extLst>
              </p:cNvPr>
              <p:cNvSpPr>
                <a:spLocks noChangeArrowheads="1"/>
              </p:cNvSpPr>
              <p:nvPr/>
            </p:nvSpPr>
            <p:spPr bwMode="auto">
              <a:xfrm>
                <a:off x="1700" y="194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101" name="Rectangle 72">
                <a:extLst>
                  <a:ext uri="{FF2B5EF4-FFF2-40B4-BE49-F238E27FC236}">
                    <a16:creationId xmlns:a16="http://schemas.microsoft.com/office/drawing/2014/main" id="{1FB99355-9286-4DBC-B17F-B975C11E1A9B}"/>
                  </a:ext>
                </a:extLst>
              </p:cNvPr>
              <p:cNvSpPr>
                <a:spLocks noChangeArrowheads="1"/>
              </p:cNvSpPr>
              <p:nvPr/>
            </p:nvSpPr>
            <p:spPr bwMode="auto">
              <a:xfrm>
                <a:off x="1700" y="171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102" name="Rectangle 73">
                <a:extLst>
                  <a:ext uri="{FF2B5EF4-FFF2-40B4-BE49-F238E27FC236}">
                    <a16:creationId xmlns:a16="http://schemas.microsoft.com/office/drawing/2014/main" id="{EC57C918-CA9B-4705-9642-F384EBE7F002}"/>
                  </a:ext>
                </a:extLst>
              </p:cNvPr>
              <p:cNvSpPr>
                <a:spLocks noChangeArrowheads="1"/>
              </p:cNvSpPr>
              <p:nvPr/>
            </p:nvSpPr>
            <p:spPr bwMode="auto">
              <a:xfrm>
                <a:off x="1700" y="148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p>
            </p:txBody>
          </p:sp>
        </p:grpSp>
        <p:sp>
          <p:nvSpPr>
            <p:cNvPr id="18" name="Rectangle 74">
              <a:extLst>
                <a:ext uri="{FF2B5EF4-FFF2-40B4-BE49-F238E27FC236}">
                  <a16:creationId xmlns:a16="http://schemas.microsoft.com/office/drawing/2014/main" id="{561AC2EE-99BD-42DB-822E-51DD32755814}"/>
                </a:ext>
              </a:extLst>
            </p:cNvPr>
            <p:cNvSpPr>
              <a:spLocks noChangeArrowheads="1"/>
            </p:cNvSpPr>
            <p:nvPr/>
          </p:nvSpPr>
          <p:spPr bwMode="auto">
            <a:xfrm>
              <a:off x="1342" y="3233"/>
              <a:ext cx="694" cy="233"/>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D</a:t>
              </a:r>
            </a:p>
          </p:txBody>
        </p:sp>
        <p:grpSp>
          <p:nvGrpSpPr>
            <p:cNvPr id="19" name="Group 77">
              <a:extLst>
                <a:ext uri="{FF2B5EF4-FFF2-40B4-BE49-F238E27FC236}">
                  <a16:creationId xmlns:a16="http://schemas.microsoft.com/office/drawing/2014/main" id="{FE0854D7-2D42-47DB-8E86-F2CD3D970D37}"/>
                </a:ext>
              </a:extLst>
            </p:cNvPr>
            <p:cNvGrpSpPr>
              <a:grpSpLocks/>
            </p:cNvGrpSpPr>
            <p:nvPr/>
          </p:nvGrpSpPr>
          <p:grpSpPr bwMode="auto">
            <a:xfrm>
              <a:off x="3323" y="2337"/>
              <a:ext cx="629" cy="724"/>
              <a:chOff x="3430" y="1489"/>
              <a:chExt cx="629" cy="724"/>
            </a:xfrm>
          </p:grpSpPr>
          <p:grpSp>
            <p:nvGrpSpPr>
              <p:cNvPr id="77" name="Group 78">
                <a:extLst>
                  <a:ext uri="{FF2B5EF4-FFF2-40B4-BE49-F238E27FC236}">
                    <a16:creationId xmlns:a16="http://schemas.microsoft.com/office/drawing/2014/main" id="{2C893CE8-D881-4931-9C3C-9A24549A156D}"/>
                  </a:ext>
                </a:extLst>
              </p:cNvPr>
              <p:cNvGrpSpPr>
                <a:grpSpLocks/>
              </p:cNvGrpSpPr>
              <p:nvPr/>
            </p:nvGrpSpPr>
            <p:grpSpPr bwMode="auto">
              <a:xfrm>
                <a:off x="3430" y="1489"/>
                <a:ext cx="629" cy="724"/>
                <a:chOff x="1679" y="1489"/>
                <a:chExt cx="629" cy="724"/>
              </a:xfrm>
            </p:grpSpPr>
            <p:sp>
              <p:nvSpPr>
                <p:cNvPr id="79" name="Line 79">
                  <a:extLst>
                    <a:ext uri="{FF2B5EF4-FFF2-40B4-BE49-F238E27FC236}">
                      <a16:creationId xmlns:a16="http://schemas.microsoft.com/office/drawing/2014/main" id="{C5DB1415-579B-4C2A-9A75-0B5C60A29F26}"/>
                    </a:ext>
                  </a:extLst>
                </p:cNvPr>
                <p:cNvSpPr>
                  <a:spLocks noChangeShapeType="1"/>
                </p:cNvSpPr>
                <p:nvPr/>
              </p:nvSpPr>
              <p:spPr bwMode="auto">
                <a:xfrm>
                  <a:off x="1684" y="1489"/>
                  <a:ext cx="624"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0" name="Line 80">
                  <a:extLst>
                    <a:ext uri="{FF2B5EF4-FFF2-40B4-BE49-F238E27FC236}">
                      <a16:creationId xmlns:a16="http://schemas.microsoft.com/office/drawing/2014/main" id="{4BD8B457-54E6-4F3F-B5A6-9273E0E02440}"/>
                    </a:ext>
                  </a:extLst>
                </p:cNvPr>
                <p:cNvSpPr>
                  <a:spLocks noChangeShapeType="1"/>
                </p:cNvSpPr>
                <p:nvPr/>
              </p:nvSpPr>
              <p:spPr bwMode="auto">
                <a:xfrm>
                  <a:off x="1681" y="1719"/>
                  <a:ext cx="627"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1" name="Line 81">
                  <a:extLst>
                    <a:ext uri="{FF2B5EF4-FFF2-40B4-BE49-F238E27FC236}">
                      <a16:creationId xmlns:a16="http://schemas.microsoft.com/office/drawing/2014/main" id="{15DBA6A1-7BE2-4341-97A9-D00FE7CF53B1}"/>
                    </a:ext>
                  </a:extLst>
                </p:cNvPr>
                <p:cNvSpPr>
                  <a:spLocks noChangeShapeType="1"/>
                </p:cNvSpPr>
                <p:nvPr/>
              </p:nvSpPr>
              <p:spPr bwMode="auto">
                <a:xfrm>
                  <a:off x="1680" y="2210"/>
                  <a:ext cx="628"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2" name="Line 82">
                  <a:extLst>
                    <a:ext uri="{FF2B5EF4-FFF2-40B4-BE49-F238E27FC236}">
                      <a16:creationId xmlns:a16="http://schemas.microsoft.com/office/drawing/2014/main" id="{3C232D30-9BF0-42F3-BD4D-FF85FA056D99}"/>
                    </a:ext>
                  </a:extLst>
                </p:cNvPr>
                <p:cNvSpPr>
                  <a:spLocks noChangeShapeType="1"/>
                </p:cNvSpPr>
                <p:nvPr/>
              </p:nvSpPr>
              <p:spPr bwMode="auto">
                <a:xfrm>
                  <a:off x="1679" y="1489"/>
                  <a:ext cx="0" cy="715"/>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3" name="Line 83">
                  <a:extLst>
                    <a:ext uri="{FF2B5EF4-FFF2-40B4-BE49-F238E27FC236}">
                      <a16:creationId xmlns:a16="http://schemas.microsoft.com/office/drawing/2014/main" id="{624B340D-6D8A-4B76-AE67-2B43B9F4EE3E}"/>
                    </a:ext>
                  </a:extLst>
                </p:cNvPr>
                <p:cNvSpPr>
                  <a:spLocks noChangeShapeType="1"/>
                </p:cNvSpPr>
                <p:nvPr/>
              </p:nvSpPr>
              <p:spPr bwMode="auto">
                <a:xfrm>
                  <a:off x="1924" y="1489"/>
                  <a:ext cx="0" cy="724"/>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4" name="Line 84">
                  <a:extLst>
                    <a:ext uri="{FF2B5EF4-FFF2-40B4-BE49-F238E27FC236}">
                      <a16:creationId xmlns:a16="http://schemas.microsoft.com/office/drawing/2014/main" id="{4AF5B16C-28C7-4607-B1AA-012390C6F210}"/>
                    </a:ext>
                  </a:extLst>
                </p:cNvPr>
                <p:cNvSpPr>
                  <a:spLocks noChangeShapeType="1"/>
                </p:cNvSpPr>
                <p:nvPr/>
              </p:nvSpPr>
              <p:spPr bwMode="auto">
                <a:xfrm>
                  <a:off x="2308" y="1489"/>
                  <a:ext cx="0" cy="718"/>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5" name="Rectangle 85">
                  <a:extLst>
                    <a:ext uri="{FF2B5EF4-FFF2-40B4-BE49-F238E27FC236}">
                      <a16:creationId xmlns:a16="http://schemas.microsoft.com/office/drawing/2014/main" id="{6F326ECA-46CF-4C12-A381-49D3A014EBFD}"/>
                    </a:ext>
                  </a:extLst>
                </p:cNvPr>
                <p:cNvSpPr>
                  <a:spLocks noChangeArrowheads="1"/>
                </p:cNvSpPr>
                <p:nvPr/>
              </p:nvSpPr>
              <p:spPr bwMode="auto">
                <a:xfrm>
                  <a:off x="1924" y="1949"/>
                  <a:ext cx="384" cy="230"/>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86" name="Rectangle 86">
                  <a:extLst>
                    <a:ext uri="{FF2B5EF4-FFF2-40B4-BE49-F238E27FC236}">
                      <a16:creationId xmlns:a16="http://schemas.microsoft.com/office/drawing/2014/main" id="{987A6216-1ED7-4E7E-9EF9-23691D699E59}"/>
                    </a:ext>
                  </a:extLst>
                </p:cNvPr>
                <p:cNvSpPr>
                  <a:spLocks noChangeArrowheads="1"/>
                </p:cNvSpPr>
                <p:nvPr/>
              </p:nvSpPr>
              <p:spPr bwMode="auto">
                <a:xfrm>
                  <a:off x="1924" y="171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87" name="Rectangle 87">
                  <a:extLst>
                    <a:ext uri="{FF2B5EF4-FFF2-40B4-BE49-F238E27FC236}">
                      <a16:creationId xmlns:a16="http://schemas.microsoft.com/office/drawing/2014/main" id="{1D4787C7-C3B3-42F3-9762-3B7285DF7DB5}"/>
                    </a:ext>
                  </a:extLst>
                </p:cNvPr>
                <p:cNvSpPr>
                  <a:spLocks noChangeArrowheads="1"/>
                </p:cNvSpPr>
                <p:nvPr/>
              </p:nvSpPr>
              <p:spPr bwMode="auto">
                <a:xfrm>
                  <a:off x="1924" y="148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88" name="Rectangle 88">
                  <a:extLst>
                    <a:ext uri="{FF2B5EF4-FFF2-40B4-BE49-F238E27FC236}">
                      <a16:creationId xmlns:a16="http://schemas.microsoft.com/office/drawing/2014/main" id="{50388784-4782-4449-9283-760EA9D0E837}"/>
                    </a:ext>
                  </a:extLst>
                </p:cNvPr>
                <p:cNvSpPr>
                  <a:spLocks noChangeArrowheads="1"/>
                </p:cNvSpPr>
                <p:nvPr/>
              </p:nvSpPr>
              <p:spPr bwMode="auto">
                <a:xfrm>
                  <a:off x="1700" y="194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89" name="Rectangle 89">
                  <a:extLst>
                    <a:ext uri="{FF2B5EF4-FFF2-40B4-BE49-F238E27FC236}">
                      <a16:creationId xmlns:a16="http://schemas.microsoft.com/office/drawing/2014/main" id="{9DDA665D-FF57-4743-BE6B-0C25668D30DF}"/>
                    </a:ext>
                  </a:extLst>
                </p:cNvPr>
                <p:cNvSpPr>
                  <a:spLocks noChangeArrowheads="1"/>
                </p:cNvSpPr>
                <p:nvPr/>
              </p:nvSpPr>
              <p:spPr bwMode="auto">
                <a:xfrm>
                  <a:off x="1700" y="171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90" name="Rectangle 90">
                  <a:extLst>
                    <a:ext uri="{FF2B5EF4-FFF2-40B4-BE49-F238E27FC236}">
                      <a16:creationId xmlns:a16="http://schemas.microsoft.com/office/drawing/2014/main" id="{FE594FF6-B089-41C4-AAD1-9AF584A4CBA6}"/>
                    </a:ext>
                  </a:extLst>
                </p:cNvPr>
                <p:cNvSpPr>
                  <a:spLocks noChangeArrowheads="1"/>
                </p:cNvSpPr>
                <p:nvPr/>
              </p:nvSpPr>
              <p:spPr bwMode="auto">
                <a:xfrm>
                  <a:off x="1700" y="148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T</a:t>
                  </a:r>
                </a:p>
              </p:txBody>
            </p:sp>
          </p:grpSp>
          <p:sp>
            <p:nvSpPr>
              <p:cNvPr id="78" name="Line 91">
                <a:extLst>
                  <a:ext uri="{FF2B5EF4-FFF2-40B4-BE49-F238E27FC236}">
                    <a16:creationId xmlns:a16="http://schemas.microsoft.com/office/drawing/2014/main" id="{8DD1BCC9-5AD4-4CBB-90C5-BB9573DC285D}"/>
                  </a:ext>
                </a:extLst>
              </p:cNvPr>
              <p:cNvSpPr>
                <a:spLocks noChangeShapeType="1"/>
              </p:cNvSpPr>
              <p:nvPr/>
            </p:nvSpPr>
            <p:spPr bwMode="auto">
              <a:xfrm>
                <a:off x="3779" y="1981"/>
                <a:ext cx="173"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20" name="Object 92">
              <a:extLst>
                <a:ext uri="{FF2B5EF4-FFF2-40B4-BE49-F238E27FC236}">
                  <a16:creationId xmlns:a16="http://schemas.microsoft.com/office/drawing/2014/main" id="{4873F976-C309-4C20-825D-C772D3C90305}"/>
                </a:ext>
              </a:extLst>
            </p:cNvPr>
            <p:cNvGraphicFramePr>
              <a:graphicFrameLocks noChangeAspect="1"/>
            </p:cNvGraphicFramePr>
            <p:nvPr>
              <p:extLst>
                <p:ext uri="{D42A27DB-BD31-4B8C-83A1-F6EECF244321}">
                  <p14:modId xmlns:p14="http://schemas.microsoft.com/office/powerpoint/2010/main" val="1120001148"/>
                </p:ext>
              </p:extLst>
            </p:nvPr>
          </p:nvGraphicFramePr>
          <p:xfrm>
            <a:off x="3120" y="3217"/>
            <a:ext cx="1097" cy="239"/>
          </p:xfrm>
          <a:graphic>
            <a:graphicData uri="http://schemas.openxmlformats.org/presentationml/2006/ole">
              <mc:AlternateContent xmlns:mc="http://schemas.openxmlformats.org/markup-compatibility/2006">
                <mc:Choice xmlns:v="urn:schemas-microsoft-com:vml" Requires="v">
                  <p:oleObj spid="_x0000_s328725" name="Equation" r:id="rId4" imgW="1764534" imgH="406224" progId="Equation.3">
                    <p:embed/>
                  </p:oleObj>
                </mc:Choice>
                <mc:Fallback>
                  <p:oleObj name="Equation" r:id="rId4" imgW="1764534" imgH="406224"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0" y="3217"/>
                          <a:ext cx="1097" cy="239"/>
                        </a:xfrm>
                        <a:prstGeom prst="rect">
                          <a:avLst/>
                        </a:prstGeom>
                        <a:solidFill>
                          <a:srgbClr val="FFCCCC">
                            <a:alpha val="50195"/>
                          </a:srgbClr>
                        </a:solidFill>
                      </p:spPr>
                    </p:pic>
                  </p:oleObj>
                </mc:Fallback>
              </mc:AlternateContent>
            </a:graphicData>
          </a:graphic>
        </p:graphicFrame>
        <p:grpSp>
          <p:nvGrpSpPr>
            <p:cNvPr id="21" name="Group 95">
              <a:extLst>
                <a:ext uri="{FF2B5EF4-FFF2-40B4-BE49-F238E27FC236}">
                  <a16:creationId xmlns:a16="http://schemas.microsoft.com/office/drawing/2014/main" id="{919EFA4B-5261-4F04-8114-EAD1B6476D24}"/>
                </a:ext>
              </a:extLst>
            </p:cNvPr>
            <p:cNvGrpSpPr>
              <a:grpSpLocks/>
            </p:cNvGrpSpPr>
            <p:nvPr/>
          </p:nvGrpSpPr>
          <p:grpSpPr bwMode="auto">
            <a:xfrm>
              <a:off x="334" y="2337"/>
              <a:ext cx="852" cy="1150"/>
              <a:chOff x="578" y="1489"/>
              <a:chExt cx="834" cy="1150"/>
            </a:xfrm>
          </p:grpSpPr>
          <p:sp>
            <p:nvSpPr>
              <p:cNvPr id="56" name="Rectangle 96">
                <a:extLst>
                  <a:ext uri="{FF2B5EF4-FFF2-40B4-BE49-F238E27FC236}">
                    <a16:creationId xmlns:a16="http://schemas.microsoft.com/office/drawing/2014/main" id="{F05D7B67-7D8C-4AF2-9791-79B372F167A0}"/>
                  </a:ext>
                </a:extLst>
              </p:cNvPr>
              <p:cNvSpPr>
                <a:spLocks noChangeArrowheads="1"/>
              </p:cNvSpPr>
              <p:nvPr/>
            </p:nvSpPr>
            <p:spPr bwMode="auto">
              <a:xfrm>
                <a:off x="1028" y="240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不定</a:t>
                </a:r>
                <a:endParaRPr kumimoji="1" lang="zh-CN" altLang="en-US" sz="2400" b="1" i="0" u="none" strike="noStrike" kern="1200" cap="none" spc="0" normalizeH="0" baseline="30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 name="Rectangle 97">
                <a:extLst>
                  <a:ext uri="{FF2B5EF4-FFF2-40B4-BE49-F238E27FC236}">
                    <a16:creationId xmlns:a16="http://schemas.microsoft.com/office/drawing/2014/main" id="{93E7F079-5F06-4B0C-AFA8-BEBFF9E53C8E}"/>
                  </a:ext>
                </a:extLst>
              </p:cNvPr>
              <p:cNvSpPr>
                <a:spLocks noChangeArrowheads="1"/>
              </p:cNvSpPr>
              <p:nvPr/>
            </p:nvSpPr>
            <p:spPr bwMode="auto">
              <a:xfrm>
                <a:off x="1028" y="217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0</a:t>
                </a:r>
              </a:p>
            </p:txBody>
          </p:sp>
          <p:sp>
            <p:nvSpPr>
              <p:cNvPr id="58" name="Rectangle 98">
                <a:extLst>
                  <a:ext uri="{FF2B5EF4-FFF2-40B4-BE49-F238E27FC236}">
                    <a16:creationId xmlns:a16="http://schemas.microsoft.com/office/drawing/2014/main" id="{6467E39A-D4E7-49B7-9802-2A1E6F394E53}"/>
                  </a:ext>
                </a:extLst>
              </p:cNvPr>
              <p:cNvSpPr>
                <a:spLocks noChangeArrowheads="1"/>
              </p:cNvSpPr>
              <p:nvPr/>
            </p:nvSpPr>
            <p:spPr bwMode="auto">
              <a:xfrm>
                <a:off x="1028" y="194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1</a:t>
                </a: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59" name="Rectangle 99">
                <a:extLst>
                  <a:ext uri="{FF2B5EF4-FFF2-40B4-BE49-F238E27FC236}">
                    <a16:creationId xmlns:a16="http://schemas.microsoft.com/office/drawing/2014/main" id="{1076985F-C81E-48D0-AED3-0073D5C084AF}"/>
                  </a:ext>
                </a:extLst>
              </p:cNvPr>
              <p:cNvSpPr>
                <a:spLocks noChangeArrowheads="1"/>
              </p:cNvSpPr>
              <p:nvPr/>
            </p:nvSpPr>
            <p:spPr bwMode="auto">
              <a:xfrm>
                <a:off x="1028" y="171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60" name="Rectangle 100">
                <a:extLst>
                  <a:ext uri="{FF2B5EF4-FFF2-40B4-BE49-F238E27FC236}">
                    <a16:creationId xmlns:a16="http://schemas.microsoft.com/office/drawing/2014/main" id="{3F945C2C-6D61-419A-9784-A04B55FCD581}"/>
                  </a:ext>
                </a:extLst>
              </p:cNvPr>
              <p:cNvSpPr>
                <a:spLocks noChangeArrowheads="1"/>
              </p:cNvSpPr>
              <p:nvPr/>
            </p:nvSpPr>
            <p:spPr bwMode="auto">
              <a:xfrm>
                <a:off x="1028" y="148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1" name="Line 101">
                <a:extLst>
                  <a:ext uri="{FF2B5EF4-FFF2-40B4-BE49-F238E27FC236}">
                    <a16:creationId xmlns:a16="http://schemas.microsoft.com/office/drawing/2014/main" id="{1849C853-900E-442A-86CE-C1FFA676ECD5}"/>
                  </a:ext>
                </a:extLst>
              </p:cNvPr>
              <p:cNvSpPr>
                <a:spLocks noChangeShapeType="1"/>
              </p:cNvSpPr>
              <p:nvPr/>
            </p:nvSpPr>
            <p:spPr bwMode="auto">
              <a:xfrm>
                <a:off x="587" y="1489"/>
                <a:ext cx="825"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2" name="Line 102">
                <a:extLst>
                  <a:ext uri="{FF2B5EF4-FFF2-40B4-BE49-F238E27FC236}">
                    <a16:creationId xmlns:a16="http://schemas.microsoft.com/office/drawing/2014/main" id="{FF3EA1EB-64EA-421D-BD44-5BF7DAB92BCB}"/>
                  </a:ext>
                </a:extLst>
              </p:cNvPr>
              <p:cNvSpPr>
                <a:spLocks noChangeShapeType="1"/>
              </p:cNvSpPr>
              <p:nvPr/>
            </p:nvSpPr>
            <p:spPr bwMode="auto">
              <a:xfrm>
                <a:off x="578" y="1719"/>
                <a:ext cx="834"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 name="Line 103">
                <a:extLst>
                  <a:ext uri="{FF2B5EF4-FFF2-40B4-BE49-F238E27FC236}">
                    <a16:creationId xmlns:a16="http://schemas.microsoft.com/office/drawing/2014/main" id="{1B80F342-65AF-4121-911C-9B2B9C4C96D8}"/>
                  </a:ext>
                </a:extLst>
              </p:cNvPr>
              <p:cNvSpPr>
                <a:spLocks noChangeShapeType="1"/>
              </p:cNvSpPr>
              <p:nvPr/>
            </p:nvSpPr>
            <p:spPr bwMode="auto">
              <a:xfrm>
                <a:off x="580" y="2639"/>
                <a:ext cx="832"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 name="Rectangle 104">
                <a:extLst>
                  <a:ext uri="{FF2B5EF4-FFF2-40B4-BE49-F238E27FC236}">
                    <a16:creationId xmlns:a16="http://schemas.microsoft.com/office/drawing/2014/main" id="{12BF20F9-AB13-412B-88D9-6C6C46F59EB4}"/>
                  </a:ext>
                </a:extLst>
              </p:cNvPr>
              <p:cNvSpPr>
                <a:spLocks noChangeArrowheads="1"/>
              </p:cNvSpPr>
              <p:nvPr/>
            </p:nvSpPr>
            <p:spPr bwMode="auto">
              <a:xfrm>
                <a:off x="804" y="240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5" name="Rectangle 105">
                <a:extLst>
                  <a:ext uri="{FF2B5EF4-FFF2-40B4-BE49-F238E27FC236}">
                    <a16:creationId xmlns:a16="http://schemas.microsoft.com/office/drawing/2014/main" id="{FBC2362A-FC93-4149-AB5B-26892D46F99A}"/>
                  </a:ext>
                </a:extLst>
              </p:cNvPr>
              <p:cNvSpPr>
                <a:spLocks noChangeArrowheads="1"/>
              </p:cNvSpPr>
              <p:nvPr/>
            </p:nvSpPr>
            <p:spPr bwMode="auto">
              <a:xfrm>
                <a:off x="579" y="240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6" name="Rectangle 106">
                <a:extLst>
                  <a:ext uri="{FF2B5EF4-FFF2-40B4-BE49-F238E27FC236}">
                    <a16:creationId xmlns:a16="http://schemas.microsoft.com/office/drawing/2014/main" id="{58797775-6C5F-4B63-AD13-1DA605581827}"/>
                  </a:ext>
                </a:extLst>
              </p:cNvPr>
              <p:cNvSpPr>
                <a:spLocks noChangeArrowheads="1"/>
              </p:cNvSpPr>
              <p:nvPr/>
            </p:nvSpPr>
            <p:spPr bwMode="auto">
              <a:xfrm>
                <a:off x="804" y="217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67" name="Rectangle 107">
                <a:extLst>
                  <a:ext uri="{FF2B5EF4-FFF2-40B4-BE49-F238E27FC236}">
                    <a16:creationId xmlns:a16="http://schemas.microsoft.com/office/drawing/2014/main" id="{1B2FAB20-511B-4184-8010-93F799ADC831}"/>
                  </a:ext>
                </a:extLst>
              </p:cNvPr>
              <p:cNvSpPr>
                <a:spLocks noChangeArrowheads="1"/>
              </p:cNvSpPr>
              <p:nvPr/>
            </p:nvSpPr>
            <p:spPr bwMode="auto">
              <a:xfrm>
                <a:off x="579" y="217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1</a:t>
                </a:r>
              </a:p>
            </p:txBody>
          </p:sp>
          <p:sp>
            <p:nvSpPr>
              <p:cNvPr id="68" name="Rectangle 108">
                <a:extLst>
                  <a:ext uri="{FF2B5EF4-FFF2-40B4-BE49-F238E27FC236}">
                    <a16:creationId xmlns:a16="http://schemas.microsoft.com/office/drawing/2014/main" id="{6B2FAA51-A574-440C-B76B-EA16002DD72C}"/>
                  </a:ext>
                </a:extLst>
              </p:cNvPr>
              <p:cNvSpPr>
                <a:spLocks noChangeArrowheads="1"/>
              </p:cNvSpPr>
              <p:nvPr/>
            </p:nvSpPr>
            <p:spPr bwMode="auto">
              <a:xfrm>
                <a:off x="804" y="194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1</a:t>
                </a:r>
              </a:p>
            </p:txBody>
          </p:sp>
          <p:sp>
            <p:nvSpPr>
              <p:cNvPr id="69" name="Rectangle 109">
                <a:extLst>
                  <a:ext uri="{FF2B5EF4-FFF2-40B4-BE49-F238E27FC236}">
                    <a16:creationId xmlns:a16="http://schemas.microsoft.com/office/drawing/2014/main" id="{F8F659AF-05D4-4244-8561-FA9D9C044476}"/>
                  </a:ext>
                </a:extLst>
              </p:cNvPr>
              <p:cNvSpPr>
                <a:spLocks noChangeArrowheads="1"/>
              </p:cNvSpPr>
              <p:nvPr/>
            </p:nvSpPr>
            <p:spPr bwMode="auto">
              <a:xfrm>
                <a:off x="579" y="194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70" name="Rectangle 110">
                <a:extLst>
                  <a:ext uri="{FF2B5EF4-FFF2-40B4-BE49-F238E27FC236}">
                    <a16:creationId xmlns:a16="http://schemas.microsoft.com/office/drawing/2014/main" id="{41135C72-9A5B-46B6-AA99-196731F6F496}"/>
                  </a:ext>
                </a:extLst>
              </p:cNvPr>
              <p:cNvSpPr>
                <a:spLocks noChangeArrowheads="1"/>
              </p:cNvSpPr>
              <p:nvPr/>
            </p:nvSpPr>
            <p:spPr bwMode="auto">
              <a:xfrm>
                <a:off x="804" y="171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71" name="Rectangle 111">
                <a:extLst>
                  <a:ext uri="{FF2B5EF4-FFF2-40B4-BE49-F238E27FC236}">
                    <a16:creationId xmlns:a16="http://schemas.microsoft.com/office/drawing/2014/main" id="{B9E57963-1819-4834-9963-9C8375C306D8}"/>
                  </a:ext>
                </a:extLst>
              </p:cNvPr>
              <p:cNvSpPr>
                <a:spLocks noChangeArrowheads="1"/>
              </p:cNvSpPr>
              <p:nvPr/>
            </p:nvSpPr>
            <p:spPr bwMode="auto">
              <a:xfrm>
                <a:off x="579" y="171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72" name="Rectangle 112">
                <a:extLst>
                  <a:ext uri="{FF2B5EF4-FFF2-40B4-BE49-F238E27FC236}">
                    <a16:creationId xmlns:a16="http://schemas.microsoft.com/office/drawing/2014/main" id="{180076D9-CB6B-43FC-857F-A7CA5040B064}"/>
                  </a:ext>
                </a:extLst>
              </p:cNvPr>
              <p:cNvSpPr>
                <a:spLocks noChangeArrowheads="1"/>
              </p:cNvSpPr>
              <p:nvPr/>
            </p:nvSpPr>
            <p:spPr bwMode="auto">
              <a:xfrm>
                <a:off x="804" y="148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S</a:t>
                </a:r>
              </a:p>
            </p:txBody>
          </p:sp>
          <p:sp>
            <p:nvSpPr>
              <p:cNvPr id="73" name="Rectangle 113">
                <a:extLst>
                  <a:ext uri="{FF2B5EF4-FFF2-40B4-BE49-F238E27FC236}">
                    <a16:creationId xmlns:a16="http://schemas.microsoft.com/office/drawing/2014/main" id="{83E0F6B3-700D-4DFE-AB3D-AFF92F19A6BD}"/>
                  </a:ext>
                </a:extLst>
              </p:cNvPr>
              <p:cNvSpPr>
                <a:spLocks noChangeArrowheads="1"/>
              </p:cNvSpPr>
              <p:nvPr/>
            </p:nvSpPr>
            <p:spPr bwMode="auto">
              <a:xfrm>
                <a:off x="579" y="148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R</a:t>
                </a:r>
              </a:p>
            </p:txBody>
          </p:sp>
          <p:sp>
            <p:nvSpPr>
              <p:cNvPr id="74" name="Line 114">
                <a:extLst>
                  <a:ext uri="{FF2B5EF4-FFF2-40B4-BE49-F238E27FC236}">
                    <a16:creationId xmlns:a16="http://schemas.microsoft.com/office/drawing/2014/main" id="{3B665FAF-4E57-45CD-8E53-65806BA85440}"/>
                  </a:ext>
                </a:extLst>
              </p:cNvPr>
              <p:cNvSpPr>
                <a:spLocks noChangeShapeType="1"/>
              </p:cNvSpPr>
              <p:nvPr/>
            </p:nvSpPr>
            <p:spPr bwMode="auto">
              <a:xfrm>
                <a:off x="579" y="1489"/>
                <a:ext cx="0" cy="115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5" name="Line 115">
                <a:extLst>
                  <a:ext uri="{FF2B5EF4-FFF2-40B4-BE49-F238E27FC236}">
                    <a16:creationId xmlns:a16="http://schemas.microsoft.com/office/drawing/2014/main" id="{ADA1395C-9EA0-483D-BC8D-628BE32E91D1}"/>
                  </a:ext>
                </a:extLst>
              </p:cNvPr>
              <p:cNvSpPr>
                <a:spLocks noChangeShapeType="1"/>
              </p:cNvSpPr>
              <p:nvPr/>
            </p:nvSpPr>
            <p:spPr bwMode="auto">
              <a:xfrm>
                <a:off x="1028" y="1489"/>
                <a:ext cx="0" cy="115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6" name="Line 116">
                <a:extLst>
                  <a:ext uri="{FF2B5EF4-FFF2-40B4-BE49-F238E27FC236}">
                    <a16:creationId xmlns:a16="http://schemas.microsoft.com/office/drawing/2014/main" id="{5C53E744-67FC-4C84-AFFA-47A13EB0B8AA}"/>
                  </a:ext>
                </a:extLst>
              </p:cNvPr>
              <p:cNvSpPr>
                <a:spLocks noChangeShapeType="1"/>
              </p:cNvSpPr>
              <p:nvPr/>
            </p:nvSpPr>
            <p:spPr bwMode="auto">
              <a:xfrm>
                <a:off x="1412" y="1489"/>
                <a:ext cx="0" cy="115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2" name="Rectangle 118">
              <a:extLst>
                <a:ext uri="{FF2B5EF4-FFF2-40B4-BE49-F238E27FC236}">
                  <a16:creationId xmlns:a16="http://schemas.microsoft.com/office/drawing/2014/main" id="{AABA1929-98DA-4E22-87B8-1F633A643C24}"/>
                </a:ext>
              </a:extLst>
            </p:cNvPr>
            <p:cNvSpPr>
              <a:spLocks noChangeArrowheads="1"/>
            </p:cNvSpPr>
            <p:nvPr/>
          </p:nvSpPr>
          <p:spPr bwMode="auto">
            <a:xfrm>
              <a:off x="299" y="3640"/>
              <a:ext cx="1560" cy="465"/>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S</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RQ</a:t>
              </a:r>
              <a:r>
                <a:rPr kumimoji="1" lang="en-US" altLang="zh-CN" sz="2400" b="1" i="1" u="none" strike="noStrike" kern="1200" cap="none" spc="0" normalizeH="0" baseline="3000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endPar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RS</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en-US" altLang="zh-CN" sz="2400" b="1" i="0" u="none" strike="noStrike" kern="1200" cap="none" spc="0" normalizeH="0" baseline="0" noProof="0" dirty="0">
                  <a:ln>
                    <a:solidFill>
                      <a:schemeClr val="tx1"/>
                    </a:solidFill>
                  </a:ln>
                  <a:solidFill>
                    <a:srgbClr val="000000"/>
                  </a:solidFill>
                  <a:effectLst/>
                  <a:uLnTx/>
                  <a:uFillTx/>
                  <a:latin typeface="宋体" panose="02010600030101010101" pitchFamily="2" charset="-122"/>
                  <a:ea typeface="宋体" panose="02010600030101010101" pitchFamily="2" charset="-122"/>
                  <a:cs typeface="+mn-cs"/>
                </a:rPr>
                <a:t>(</a:t>
              </a:r>
              <a:r>
                <a:rPr kumimoji="1" lang="zh-CN" altLang="en-US" sz="2400" b="1" i="0" u="none" strike="noStrike" kern="1200" cap="none" spc="0" normalizeH="0" baseline="0" noProof="0" dirty="0">
                  <a:ln>
                    <a:solidFill>
                      <a:schemeClr val="tx1"/>
                    </a:solidFill>
                  </a:ln>
                  <a:solidFill>
                    <a:srgbClr val="000000"/>
                  </a:solidFill>
                  <a:effectLst/>
                  <a:uLnTx/>
                  <a:uFillTx/>
                  <a:latin typeface="宋体" panose="02010600030101010101" pitchFamily="2" charset="-122"/>
                  <a:ea typeface="宋体" panose="02010600030101010101" pitchFamily="2" charset="-122"/>
                  <a:cs typeface="+mn-cs"/>
                </a:rPr>
                <a:t>约束条件</a:t>
              </a:r>
              <a:r>
                <a:rPr kumimoji="1" lang="en-US" altLang="zh-CN" sz="2400" b="1" i="0" u="none" strike="noStrike" kern="1200" cap="none" spc="0" normalizeH="0" baseline="0" noProof="0" dirty="0">
                  <a:ln>
                    <a:solidFill>
                      <a:schemeClr val="tx1"/>
                    </a:solidFill>
                  </a:ln>
                  <a:solidFill>
                    <a:srgbClr val="000000"/>
                  </a:solidFill>
                  <a:effectLst/>
                  <a:uLnTx/>
                  <a:uFillTx/>
                  <a:latin typeface="宋体" panose="02010600030101010101" pitchFamily="2" charset="-122"/>
                  <a:ea typeface="宋体" panose="02010600030101010101" pitchFamily="2" charset="-122"/>
                  <a:cs typeface="+mn-cs"/>
                </a:rPr>
                <a:t>)</a:t>
              </a:r>
            </a:p>
          </p:txBody>
        </p:sp>
        <p:sp>
          <p:nvSpPr>
            <p:cNvPr id="23" name="AutoShape 119">
              <a:extLst>
                <a:ext uri="{FF2B5EF4-FFF2-40B4-BE49-F238E27FC236}">
                  <a16:creationId xmlns:a16="http://schemas.microsoft.com/office/drawing/2014/main" id="{4974F3A1-F10D-402D-8A96-62B70C51DB6F}"/>
                </a:ext>
              </a:extLst>
            </p:cNvPr>
            <p:cNvSpPr>
              <a:spLocks/>
            </p:cNvSpPr>
            <p:nvPr/>
          </p:nvSpPr>
          <p:spPr bwMode="auto">
            <a:xfrm>
              <a:off x="233" y="3697"/>
              <a:ext cx="65" cy="346"/>
            </a:xfrm>
            <a:prstGeom prst="leftBrace">
              <a:avLst>
                <a:gd name="adj1" fmla="val 42564"/>
                <a:gd name="adj2" fmla="val 50000"/>
              </a:avLst>
            </a:prstGeom>
            <a:solidFill>
              <a:srgbClr val="FFCCCC">
                <a:alpha val="50000"/>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Line 120">
              <a:extLst>
                <a:ext uri="{FF2B5EF4-FFF2-40B4-BE49-F238E27FC236}">
                  <a16:creationId xmlns:a16="http://schemas.microsoft.com/office/drawing/2014/main" id="{DD26781F-91C9-4A1C-8F30-215C2A33EF6A}"/>
                </a:ext>
              </a:extLst>
            </p:cNvPr>
            <p:cNvSpPr>
              <a:spLocks noChangeShapeType="1"/>
            </p:cNvSpPr>
            <p:nvPr/>
          </p:nvSpPr>
          <p:spPr bwMode="auto">
            <a:xfrm>
              <a:off x="1112" y="3674"/>
              <a:ext cx="114"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5" name="Group 123">
              <a:extLst>
                <a:ext uri="{FF2B5EF4-FFF2-40B4-BE49-F238E27FC236}">
                  <a16:creationId xmlns:a16="http://schemas.microsoft.com/office/drawing/2014/main" id="{4AC082E1-34A3-4FD1-BA99-6F90BD108127}"/>
                </a:ext>
              </a:extLst>
            </p:cNvPr>
            <p:cNvGrpSpPr>
              <a:grpSpLocks/>
            </p:cNvGrpSpPr>
            <p:nvPr/>
          </p:nvGrpSpPr>
          <p:grpSpPr bwMode="auto">
            <a:xfrm>
              <a:off x="2162" y="2330"/>
              <a:ext cx="834" cy="1150"/>
              <a:chOff x="2413" y="1482"/>
              <a:chExt cx="834" cy="1150"/>
            </a:xfrm>
          </p:grpSpPr>
          <p:grpSp>
            <p:nvGrpSpPr>
              <p:cNvPr id="33" name="Group 124">
                <a:extLst>
                  <a:ext uri="{FF2B5EF4-FFF2-40B4-BE49-F238E27FC236}">
                    <a16:creationId xmlns:a16="http://schemas.microsoft.com/office/drawing/2014/main" id="{6AA098C7-DD39-415E-B927-FD252E4B9988}"/>
                  </a:ext>
                </a:extLst>
              </p:cNvPr>
              <p:cNvGrpSpPr>
                <a:grpSpLocks/>
              </p:cNvGrpSpPr>
              <p:nvPr/>
            </p:nvGrpSpPr>
            <p:grpSpPr bwMode="auto">
              <a:xfrm>
                <a:off x="2413" y="1482"/>
                <a:ext cx="834" cy="1150"/>
                <a:chOff x="578" y="1489"/>
                <a:chExt cx="834" cy="1150"/>
              </a:xfrm>
            </p:grpSpPr>
            <p:sp>
              <p:nvSpPr>
                <p:cNvPr id="35" name="Rectangle 125">
                  <a:extLst>
                    <a:ext uri="{FF2B5EF4-FFF2-40B4-BE49-F238E27FC236}">
                      <a16:creationId xmlns:a16="http://schemas.microsoft.com/office/drawing/2014/main" id="{85FDDF20-3B92-4304-AF3C-94296C0E36EB}"/>
                    </a:ext>
                  </a:extLst>
                </p:cNvPr>
                <p:cNvSpPr>
                  <a:spLocks noChangeArrowheads="1"/>
                </p:cNvSpPr>
                <p:nvPr/>
              </p:nvSpPr>
              <p:spPr bwMode="auto">
                <a:xfrm>
                  <a:off x="1028" y="240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36" name="Rectangle 126">
                  <a:extLst>
                    <a:ext uri="{FF2B5EF4-FFF2-40B4-BE49-F238E27FC236}">
                      <a16:creationId xmlns:a16="http://schemas.microsoft.com/office/drawing/2014/main" id="{B49A1CF9-0E6D-4396-99CB-19847F1D56C0}"/>
                    </a:ext>
                  </a:extLst>
                </p:cNvPr>
                <p:cNvSpPr>
                  <a:spLocks noChangeArrowheads="1"/>
                </p:cNvSpPr>
                <p:nvPr/>
              </p:nvSpPr>
              <p:spPr bwMode="auto">
                <a:xfrm>
                  <a:off x="1028" y="217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1</a:t>
                  </a:r>
                </a:p>
              </p:txBody>
            </p:sp>
            <p:sp>
              <p:nvSpPr>
                <p:cNvPr id="37" name="Rectangle 127">
                  <a:extLst>
                    <a:ext uri="{FF2B5EF4-FFF2-40B4-BE49-F238E27FC236}">
                      <a16:creationId xmlns:a16="http://schemas.microsoft.com/office/drawing/2014/main" id="{4DA6D45C-8D9C-4A1F-A8CC-A466080CF6A8}"/>
                    </a:ext>
                  </a:extLst>
                </p:cNvPr>
                <p:cNvSpPr>
                  <a:spLocks noChangeArrowheads="1"/>
                </p:cNvSpPr>
                <p:nvPr/>
              </p:nvSpPr>
              <p:spPr bwMode="auto">
                <a:xfrm>
                  <a:off x="1028" y="194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0</a:t>
                  </a: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38" name="Rectangle 128">
                  <a:extLst>
                    <a:ext uri="{FF2B5EF4-FFF2-40B4-BE49-F238E27FC236}">
                      <a16:creationId xmlns:a16="http://schemas.microsoft.com/office/drawing/2014/main" id="{AA5D54EC-F6DE-4131-ADED-A649B72A86F1}"/>
                    </a:ext>
                  </a:extLst>
                </p:cNvPr>
                <p:cNvSpPr>
                  <a:spLocks noChangeArrowheads="1"/>
                </p:cNvSpPr>
                <p:nvPr/>
              </p:nvSpPr>
              <p:spPr bwMode="auto">
                <a:xfrm>
                  <a:off x="1028" y="171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39" name="Rectangle 129">
                  <a:extLst>
                    <a:ext uri="{FF2B5EF4-FFF2-40B4-BE49-F238E27FC236}">
                      <a16:creationId xmlns:a16="http://schemas.microsoft.com/office/drawing/2014/main" id="{7E142214-CA72-4EE1-BF76-90AE5A83A3A0}"/>
                    </a:ext>
                  </a:extLst>
                </p:cNvPr>
                <p:cNvSpPr>
                  <a:spLocks noChangeArrowheads="1"/>
                </p:cNvSpPr>
                <p:nvPr/>
              </p:nvSpPr>
              <p:spPr bwMode="auto">
                <a:xfrm>
                  <a:off x="1028" y="1489"/>
                  <a:ext cx="38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40" name="Line 130">
                  <a:extLst>
                    <a:ext uri="{FF2B5EF4-FFF2-40B4-BE49-F238E27FC236}">
                      <a16:creationId xmlns:a16="http://schemas.microsoft.com/office/drawing/2014/main" id="{C65C2DAD-CF30-419C-8387-A1FFA2B09C15}"/>
                    </a:ext>
                  </a:extLst>
                </p:cNvPr>
                <p:cNvSpPr>
                  <a:spLocks noChangeShapeType="1"/>
                </p:cNvSpPr>
                <p:nvPr/>
              </p:nvSpPr>
              <p:spPr bwMode="auto">
                <a:xfrm>
                  <a:off x="587" y="1489"/>
                  <a:ext cx="825"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Line 131">
                  <a:extLst>
                    <a:ext uri="{FF2B5EF4-FFF2-40B4-BE49-F238E27FC236}">
                      <a16:creationId xmlns:a16="http://schemas.microsoft.com/office/drawing/2014/main" id="{797CF70C-59A2-421D-B954-C11D3EBC1C0B}"/>
                    </a:ext>
                  </a:extLst>
                </p:cNvPr>
                <p:cNvSpPr>
                  <a:spLocks noChangeShapeType="1"/>
                </p:cNvSpPr>
                <p:nvPr/>
              </p:nvSpPr>
              <p:spPr bwMode="auto">
                <a:xfrm>
                  <a:off x="578" y="1719"/>
                  <a:ext cx="834"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132">
                  <a:extLst>
                    <a:ext uri="{FF2B5EF4-FFF2-40B4-BE49-F238E27FC236}">
                      <a16:creationId xmlns:a16="http://schemas.microsoft.com/office/drawing/2014/main" id="{BD4E7011-0AD4-4FAA-BCA4-72D8304E2402}"/>
                    </a:ext>
                  </a:extLst>
                </p:cNvPr>
                <p:cNvSpPr>
                  <a:spLocks noChangeShapeType="1"/>
                </p:cNvSpPr>
                <p:nvPr/>
              </p:nvSpPr>
              <p:spPr bwMode="auto">
                <a:xfrm>
                  <a:off x="580" y="2639"/>
                  <a:ext cx="832" cy="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Rectangle 133">
                  <a:extLst>
                    <a:ext uri="{FF2B5EF4-FFF2-40B4-BE49-F238E27FC236}">
                      <a16:creationId xmlns:a16="http://schemas.microsoft.com/office/drawing/2014/main" id="{67D827D3-C7FB-4AB5-89FD-E883E2758F1C}"/>
                    </a:ext>
                  </a:extLst>
                </p:cNvPr>
                <p:cNvSpPr>
                  <a:spLocks noChangeArrowheads="1"/>
                </p:cNvSpPr>
                <p:nvPr/>
              </p:nvSpPr>
              <p:spPr bwMode="auto">
                <a:xfrm>
                  <a:off x="804" y="240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44" name="Rectangle 134">
                  <a:extLst>
                    <a:ext uri="{FF2B5EF4-FFF2-40B4-BE49-F238E27FC236}">
                      <a16:creationId xmlns:a16="http://schemas.microsoft.com/office/drawing/2014/main" id="{A8E72C76-2883-4342-BE43-9EF1B37075E7}"/>
                    </a:ext>
                  </a:extLst>
                </p:cNvPr>
                <p:cNvSpPr>
                  <a:spLocks noChangeArrowheads="1"/>
                </p:cNvSpPr>
                <p:nvPr/>
              </p:nvSpPr>
              <p:spPr bwMode="auto">
                <a:xfrm>
                  <a:off x="579" y="240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45" name="Rectangle 135">
                  <a:extLst>
                    <a:ext uri="{FF2B5EF4-FFF2-40B4-BE49-F238E27FC236}">
                      <a16:creationId xmlns:a16="http://schemas.microsoft.com/office/drawing/2014/main" id="{43C30DBF-CD64-4CB4-A472-955673CBE9FA}"/>
                    </a:ext>
                  </a:extLst>
                </p:cNvPr>
                <p:cNvSpPr>
                  <a:spLocks noChangeArrowheads="1"/>
                </p:cNvSpPr>
                <p:nvPr/>
              </p:nvSpPr>
              <p:spPr bwMode="auto">
                <a:xfrm>
                  <a:off x="804" y="217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46" name="Rectangle 136">
                  <a:extLst>
                    <a:ext uri="{FF2B5EF4-FFF2-40B4-BE49-F238E27FC236}">
                      <a16:creationId xmlns:a16="http://schemas.microsoft.com/office/drawing/2014/main" id="{1A2EB604-8C11-4BA7-9C99-9F87DEFADD6B}"/>
                    </a:ext>
                  </a:extLst>
                </p:cNvPr>
                <p:cNvSpPr>
                  <a:spLocks noChangeArrowheads="1"/>
                </p:cNvSpPr>
                <p:nvPr/>
              </p:nvSpPr>
              <p:spPr bwMode="auto">
                <a:xfrm>
                  <a:off x="579" y="217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1</a:t>
                  </a:r>
                </a:p>
              </p:txBody>
            </p:sp>
            <p:sp>
              <p:nvSpPr>
                <p:cNvPr id="47" name="Rectangle 137">
                  <a:extLst>
                    <a:ext uri="{FF2B5EF4-FFF2-40B4-BE49-F238E27FC236}">
                      <a16:creationId xmlns:a16="http://schemas.microsoft.com/office/drawing/2014/main" id="{7DB41F96-851F-4A57-9830-AA9F632030FF}"/>
                    </a:ext>
                  </a:extLst>
                </p:cNvPr>
                <p:cNvSpPr>
                  <a:spLocks noChangeArrowheads="1"/>
                </p:cNvSpPr>
                <p:nvPr/>
              </p:nvSpPr>
              <p:spPr bwMode="auto">
                <a:xfrm>
                  <a:off x="804" y="194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48" name="Rectangle 138">
                  <a:extLst>
                    <a:ext uri="{FF2B5EF4-FFF2-40B4-BE49-F238E27FC236}">
                      <a16:creationId xmlns:a16="http://schemas.microsoft.com/office/drawing/2014/main" id="{B51051BA-288D-4046-8E03-BFC58027AF2E}"/>
                    </a:ext>
                  </a:extLst>
                </p:cNvPr>
                <p:cNvSpPr>
                  <a:spLocks noChangeArrowheads="1"/>
                </p:cNvSpPr>
                <p:nvPr/>
              </p:nvSpPr>
              <p:spPr bwMode="auto">
                <a:xfrm>
                  <a:off x="579" y="194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rPr>
                    <a:t>0</a:t>
                  </a:r>
                </a:p>
              </p:txBody>
            </p:sp>
            <p:sp>
              <p:nvSpPr>
                <p:cNvPr id="49" name="Rectangle 139">
                  <a:extLst>
                    <a:ext uri="{FF2B5EF4-FFF2-40B4-BE49-F238E27FC236}">
                      <a16:creationId xmlns:a16="http://schemas.microsoft.com/office/drawing/2014/main" id="{40439D8E-B434-484B-9EEA-239B59C5C134}"/>
                    </a:ext>
                  </a:extLst>
                </p:cNvPr>
                <p:cNvSpPr>
                  <a:spLocks noChangeArrowheads="1"/>
                </p:cNvSpPr>
                <p:nvPr/>
              </p:nvSpPr>
              <p:spPr bwMode="auto">
                <a:xfrm>
                  <a:off x="804" y="171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50" name="Rectangle 140">
                  <a:extLst>
                    <a:ext uri="{FF2B5EF4-FFF2-40B4-BE49-F238E27FC236}">
                      <a16:creationId xmlns:a16="http://schemas.microsoft.com/office/drawing/2014/main" id="{6918B2C6-9169-4388-8E65-5F19FBCCF977}"/>
                    </a:ext>
                  </a:extLst>
                </p:cNvPr>
                <p:cNvSpPr>
                  <a:spLocks noChangeArrowheads="1"/>
                </p:cNvSpPr>
                <p:nvPr/>
              </p:nvSpPr>
              <p:spPr bwMode="auto">
                <a:xfrm>
                  <a:off x="579" y="171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51" name="Rectangle 141">
                  <a:extLst>
                    <a:ext uri="{FF2B5EF4-FFF2-40B4-BE49-F238E27FC236}">
                      <a16:creationId xmlns:a16="http://schemas.microsoft.com/office/drawing/2014/main" id="{5CC91925-2475-4AA5-8D24-5B3C4BDACE2E}"/>
                    </a:ext>
                  </a:extLst>
                </p:cNvPr>
                <p:cNvSpPr>
                  <a:spLocks noChangeArrowheads="1"/>
                </p:cNvSpPr>
                <p:nvPr/>
              </p:nvSpPr>
              <p:spPr bwMode="auto">
                <a:xfrm>
                  <a:off x="804" y="1489"/>
                  <a:ext cx="224"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K</a:t>
                  </a:r>
                </a:p>
              </p:txBody>
            </p:sp>
            <p:sp>
              <p:nvSpPr>
                <p:cNvPr id="52" name="Rectangle 142">
                  <a:extLst>
                    <a:ext uri="{FF2B5EF4-FFF2-40B4-BE49-F238E27FC236}">
                      <a16:creationId xmlns:a16="http://schemas.microsoft.com/office/drawing/2014/main" id="{53F50DD5-3439-47CA-A386-763EBB68AB13}"/>
                    </a:ext>
                  </a:extLst>
                </p:cNvPr>
                <p:cNvSpPr>
                  <a:spLocks noChangeArrowheads="1"/>
                </p:cNvSpPr>
                <p:nvPr/>
              </p:nvSpPr>
              <p:spPr bwMode="auto">
                <a:xfrm>
                  <a:off x="579" y="1489"/>
                  <a:ext cx="225" cy="230"/>
                </a:xfrm>
                <a:prstGeom prst="rect">
                  <a:avLst/>
                </a:prstGeom>
                <a:solidFill>
                  <a:srgbClr val="FFCC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J</a:t>
                  </a:r>
                </a:p>
              </p:txBody>
            </p:sp>
            <p:sp>
              <p:nvSpPr>
                <p:cNvPr id="53" name="Line 143">
                  <a:extLst>
                    <a:ext uri="{FF2B5EF4-FFF2-40B4-BE49-F238E27FC236}">
                      <a16:creationId xmlns:a16="http://schemas.microsoft.com/office/drawing/2014/main" id="{B7573A7B-BAC9-4B7F-A9DC-E02CD45CC7EF}"/>
                    </a:ext>
                  </a:extLst>
                </p:cNvPr>
                <p:cNvSpPr>
                  <a:spLocks noChangeShapeType="1"/>
                </p:cNvSpPr>
                <p:nvPr/>
              </p:nvSpPr>
              <p:spPr bwMode="auto">
                <a:xfrm>
                  <a:off x="579" y="1489"/>
                  <a:ext cx="0" cy="115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 name="Line 144">
                  <a:extLst>
                    <a:ext uri="{FF2B5EF4-FFF2-40B4-BE49-F238E27FC236}">
                      <a16:creationId xmlns:a16="http://schemas.microsoft.com/office/drawing/2014/main" id="{3A4A0529-72DB-41FE-9A25-4CFEA712F7DC}"/>
                    </a:ext>
                  </a:extLst>
                </p:cNvPr>
                <p:cNvSpPr>
                  <a:spLocks noChangeShapeType="1"/>
                </p:cNvSpPr>
                <p:nvPr/>
              </p:nvSpPr>
              <p:spPr bwMode="auto">
                <a:xfrm>
                  <a:off x="1028" y="1489"/>
                  <a:ext cx="0" cy="115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 name="Line 145">
                  <a:extLst>
                    <a:ext uri="{FF2B5EF4-FFF2-40B4-BE49-F238E27FC236}">
                      <a16:creationId xmlns:a16="http://schemas.microsoft.com/office/drawing/2014/main" id="{97C6411A-2B99-4BC1-A298-0C35E8692365}"/>
                    </a:ext>
                  </a:extLst>
                </p:cNvPr>
                <p:cNvSpPr>
                  <a:spLocks noChangeShapeType="1"/>
                </p:cNvSpPr>
                <p:nvPr/>
              </p:nvSpPr>
              <p:spPr bwMode="auto">
                <a:xfrm>
                  <a:off x="1412" y="1489"/>
                  <a:ext cx="0" cy="1150"/>
                </a:xfrm>
                <a:prstGeom prst="line">
                  <a:avLst/>
                </a:prstGeom>
                <a:no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4" name="Line 146">
                <a:extLst>
                  <a:ext uri="{FF2B5EF4-FFF2-40B4-BE49-F238E27FC236}">
                    <a16:creationId xmlns:a16="http://schemas.microsoft.com/office/drawing/2014/main" id="{C4BAA975-6A85-4E05-B9E9-5C0DA1C937C4}"/>
                  </a:ext>
                </a:extLst>
              </p:cNvPr>
              <p:cNvSpPr>
                <a:spLocks noChangeShapeType="1"/>
              </p:cNvSpPr>
              <p:nvPr/>
            </p:nvSpPr>
            <p:spPr bwMode="auto">
              <a:xfrm>
                <a:off x="2975" y="2438"/>
                <a:ext cx="157"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26" name="Group 147">
              <a:extLst>
                <a:ext uri="{FF2B5EF4-FFF2-40B4-BE49-F238E27FC236}">
                  <a16:creationId xmlns:a16="http://schemas.microsoft.com/office/drawing/2014/main" id="{AE6731A1-48DB-444C-8460-D5953A2EB591}"/>
                </a:ext>
              </a:extLst>
            </p:cNvPr>
            <p:cNvGrpSpPr>
              <a:grpSpLocks/>
            </p:cNvGrpSpPr>
            <p:nvPr/>
          </p:nvGrpSpPr>
          <p:grpSpPr bwMode="auto">
            <a:xfrm>
              <a:off x="2120" y="3649"/>
              <a:ext cx="1377" cy="233"/>
              <a:chOff x="2206" y="2705"/>
              <a:chExt cx="1258" cy="233"/>
            </a:xfrm>
          </p:grpSpPr>
          <p:sp>
            <p:nvSpPr>
              <p:cNvPr id="30" name="Rectangle 148">
                <a:extLst>
                  <a:ext uri="{FF2B5EF4-FFF2-40B4-BE49-F238E27FC236}">
                    <a16:creationId xmlns:a16="http://schemas.microsoft.com/office/drawing/2014/main" id="{0A97EC29-8100-4E6C-A1B4-FD8BC6D22844}"/>
                  </a:ext>
                </a:extLst>
              </p:cNvPr>
              <p:cNvSpPr>
                <a:spLocks noChangeArrowheads="1"/>
              </p:cNvSpPr>
              <p:nvPr/>
            </p:nvSpPr>
            <p:spPr bwMode="auto">
              <a:xfrm>
                <a:off x="2206" y="2705"/>
                <a:ext cx="1258" cy="233"/>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JQ</a:t>
                </a:r>
                <a:r>
                  <a:rPr kumimoji="1" lang="en-US" altLang="zh-CN" sz="2400" b="1" i="1" u="none" strike="noStrike" kern="1200" cap="none" spc="0" normalizeH="0" baseline="3000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1"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KQ</a:t>
                </a:r>
                <a:r>
                  <a:rPr kumimoji="1" lang="en-US" altLang="zh-CN" sz="2400" b="1" i="1" u="none" strike="noStrike" kern="1200" cap="none" spc="0" normalizeH="0" baseline="30000" noProof="0" dirty="0" err="1">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endPar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 name="Line 149">
                <a:extLst>
                  <a:ext uri="{FF2B5EF4-FFF2-40B4-BE49-F238E27FC236}">
                    <a16:creationId xmlns:a16="http://schemas.microsoft.com/office/drawing/2014/main" id="{88BFC3D7-27BB-433B-B4E0-8841884DF084}"/>
                  </a:ext>
                </a:extLst>
              </p:cNvPr>
              <p:cNvSpPr>
                <a:spLocks noChangeShapeType="1"/>
              </p:cNvSpPr>
              <p:nvPr/>
            </p:nvSpPr>
            <p:spPr bwMode="auto">
              <a:xfrm>
                <a:off x="2777" y="2738"/>
                <a:ext cx="173"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 name="Line 150">
                <a:extLst>
                  <a:ext uri="{FF2B5EF4-FFF2-40B4-BE49-F238E27FC236}">
                    <a16:creationId xmlns:a16="http://schemas.microsoft.com/office/drawing/2014/main" id="{5A6FCEC9-7D77-4FF1-8D9D-F99C78AA0651}"/>
                  </a:ext>
                </a:extLst>
              </p:cNvPr>
              <p:cNvSpPr>
                <a:spLocks noChangeShapeType="1"/>
              </p:cNvSpPr>
              <p:nvPr/>
            </p:nvSpPr>
            <p:spPr bwMode="auto">
              <a:xfrm>
                <a:off x="3093" y="2730"/>
                <a:ext cx="126"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7" name="Text Box 153">
              <a:extLst>
                <a:ext uri="{FF2B5EF4-FFF2-40B4-BE49-F238E27FC236}">
                  <a16:creationId xmlns:a16="http://schemas.microsoft.com/office/drawing/2014/main" id="{BF7C36C9-DDB9-41BE-9B27-BF8658673CCF}"/>
                </a:ext>
              </a:extLst>
            </p:cNvPr>
            <p:cNvSpPr txBox="1">
              <a:spLocks noChangeArrowheads="1"/>
            </p:cNvSpPr>
            <p:nvPr/>
          </p:nvSpPr>
          <p:spPr bwMode="auto">
            <a:xfrm>
              <a:off x="4057" y="2313"/>
              <a:ext cx="1644" cy="698"/>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只有 </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输入端，</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无数据输入端。</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来一个</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CP</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itchFamily="18" charset="0"/>
                  <a:ea typeface="黑体" pitchFamily="49" charset="-122"/>
                  <a:cs typeface="Times New Roman" pitchFamily="18" charset="0"/>
                </a:rPr>
                <a:t>翻转一次</a:t>
              </a:r>
            </a:p>
          </p:txBody>
        </p:sp>
        <p:sp>
          <p:nvSpPr>
            <p:cNvPr id="28" name="Rectangle 155">
              <a:extLst>
                <a:ext uri="{FF2B5EF4-FFF2-40B4-BE49-F238E27FC236}">
                  <a16:creationId xmlns:a16="http://schemas.microsoft.com/office/drawing/2014/main" id="{30B8FD96-1E6C-41A8-9A6E-FBC48257E75C}"/>
                </a:ext>
              </a:extLst>
            </p:cNvPr>
            <p:cNvSpPr>
              <a:spLocks noChangeArrowheads="1"/>
            </p:cNvSpPr>
            <p:nvPr/>
          </p:nvSpPr>
          <p:spPr bwMode="auto">
            <a:xfrm>
              <a:off x="4415" y="3120"/>
              <a:ext cx="864" cy="233"/>
            </a:xfrm>
            <a:prstGeom prst="rect">
              <a:avLst/>
            </a:prstGeom>
            <a:solidFill>
              <a:srgbClr val="FFCCCC">
                <a:alpha val="50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b="1" i="1"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en-US" altLang="zh-CN" sz="2400" b="1" i="1" u="none" strike="noStrike" kern="1200" cap="none" spc="0" normalizeH="0" baseline="30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29" name="Line 156">
              <a:extLst>
                <a:ext uri="{FF2B5EF4-FFF2-40B4-BE49-F238E27FC236}">
                  <a16:creationId xmlns:a16="http://schemas.microsoft.com/office/drawing/2014/main" id="{CA40A12B-39B5-4B27-BFCA-86E6D5903BD9}"/>
                </a:ext>
              </a:extLst>
            </p:cNvPr>
            <p:cNvSpPr>
              <a:spLocks noChangeShapeType="1"/>
            </p:cNvSpPr>
            <p:nvPr/>
          </p:nvSpPr>
          <p:spPr bwMode="auto">
            <a:xfrm>
              <a:off x="4943" y="3146"/>
              <a:ext cx="210"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par>
                          <p:cTn id="7" fill="hold">
                            <p:stCondLst>
                              <p:cond delay="500"/>
                            </p:stCondLst>
                            <p:childTnLst>
                              <p:par>
                                <p:cTn id="8" presetID="5" presetClass="entr" presetSubtype="1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heckerboard(across)">
                                      <p:cBhvr>
                                        <p:cTn id="15" dur="500"/>
                                        <p:tgtEl>
                                          <p:spTgt spid="8"/>
                                        </p:tgtEl>
                                      </p:cBhvr>
                                    </p:animEffect>
                                  </p:childTnLst>
                                </p:cTn>
                              </p:par>
                            </p:childTnLst>
                          </p:cTn>
                        </p:par>
                        <p:par>
                          <p:cTn id="16" fill="hold">
                            <p:stCondLst>
                              <p:cond delay="500"/>
                            </p:stCondLst>
                            <p:childTnLst>
                              <p:par>
                                <p:cTn id="17" presetID="17" presetClass="entr" presetSubtype="1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dissolv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p:cNvSpPr>
          <p:nvPr/>
        </p:nvSpPr>
        <p:spPr>
          <a:xfrm>
            <a:off x="222737" y="6478561"/>
            <a:ext cx="902677" cy="33840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315B291C-51FB-4C18-A138-CCB3C24CD792}" type="slidenum">
              <a:rPr kumimoji="1" lang="en-US" altLang="zh-CN" sz="1800" b="1" i="0" u="none" strike="noStrike" kern="1200" cap="none" spc="0" normalizeH="0" baseline="0" noProof="0" smtClean="0">
                <a:ln>
                  <a:noFill/>
                </a:ln>
                <a:solidFill>
                  <a:schemeClr val="tx2"/>
                </a:solidFill>
                <a:effectLst/>
                <a:uLnTx/>
                <a:uFillTx/>
                <a:latin typeface="Tahoma" panose="020B0604030504040204" pitchFamily="34" charset="0"/>
                <a:ea typeface="宋体" panose="02010600030101010101" pitchFamily="2" charset="-122"/>
                <a:cs typeface="+mn-cs"/>
              </a:rPr>
              <a:pPr marL="0" marR="0" lvl="0" indent="0" algn="l" defTabSz="914400" rtl="0" eaLnBrk="0" fontAlgn="base" latinLnBrk="0" hangingPunct="0">
                <a:lnSpc>
                  <a:spcPct val="100000"/>
                </a:lnSpc>
                <a:spcBef>
                  <a:spcPct val="0"/>
                </a:spcBef>
                <a:spcAft>
                  <a:spcPct val="0"/>
                </a:spcAft>
                <a:buClrTx/>
                <a:buSzTx/>
                <a:buFontTx/>
                <a:buNone/>
                <a:tabLst/>
                <a:defRPr/>
              </a:pPr>
              <a:t>51</a:t>
            </a:fld>
            <a:endParaRPr kumimoji="1" lang="en-US" altLang="zh-CN" sz="18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endParaRPr>
          </a:p>
        </p:txBody>
      </p:sp>
      <p:grpSp>
        <p:nvGrpSpPr>
          <p:cNvPr id="3" name="Group 2">
            <a:extLst>
              <a:ext uri="{FF2B5EF4-FFF2-40B4-BE49-F238E27FC236}">
                <a16:creationId xmlns:a16="http://schemas.microsoft.com/office/drawing/2014/main" id="{5EA6DB75-4B37-4CE9-B270-18E0CA73CEAE}"/>
              </a:ext>
            </a:extLst>
          </p:cNvPr>
          <p:cNvGrpSpPr>
            <a:grpSpLocks/>
          </p:cNvGrpSpPr>
          <p:nvPr/>
        </p:nvGrpSpPr>
        <p:grpSpPr bwMode="auto">
          <a:xfrm>
            <a:off x="1371600" y="1362079"/>
            <a:ext cx="6159500" cy="382588"/>
            <a:chOff x="864" y="1859"/>
            <a:chExt cx="3880" cy="241"/>
          </a:xfrm>
        </p:grpSpPr>
        <p:sp>
          <p:nvSpPr>
            <p:cNvPr id="4" name="Text Box 3" descr="窄竖线">
              <a:extLst>
                <a:ext uri="{FF2B5EF4-FFF2-40B4-BE49-F238E27FC236}">
                  <a16:creationId xmlns:a16="http://schemas.microsoft.com/office/drawing/2014/main" id="{5890D3F2-1590-4B46-AE30-53BB7AB6AD6A}"/>
                </a:ext>
              </a:extLst>
            </p:cNvPr>
            <p:cNvSpPr txBox="1">
              <a:spLocks noChangeArrowheads="1"/>
            </p:cNvSpPr>
            <p:nvPr/>
          </p:nvSpPr>
          <p:spPr bwMode="auto">
            <a:xfrm>
              <a:off x="864" y="1859"/>
              <a:ext cx="1024" cy="233"/>
            </a:xfrm>
            <a:prstGeom prst="rect">
              <a:avLst/>
            </a:prstGeom>
            <a:solidFill>
              <a:srgbClr val="00B050"/>
            </a:solidFill>
            <a:ln>
              <a:noFill/>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uLnTx/>
                  <a:uFillTx/>
                  <a:latin typeface="黑体" pitchFamily="49" charset="-122"/>
                  <a:ea typeface="黑体" pitchFamily="49" charset="-122"/>
                </a:rPr>
                <a:t>电平触发器 </a:t>
              </a:r>
            </a:p>
          </p:txBody>
        </p:sp>
        <p:sp>
          <p:nvSpPr>
            <p:cNvPr id="5" name="Text Box 4" descr="窄竖线">
              <a:extLst>
                <a:ext uri="{FF2B5EF4-FFF2-40B4-BE49-F238E27FC236}">
                  <a16:creationId xmlns:a16="http://schemas.microsoft.com/office/drawing/2014/main" id="{F582A02E-67A1-4C26-857F-DFC91C21560F}"/>
                </a:ext>
              </a:extLst>
            </p:cNvPr>
            <p:cNvSpPr txBox="1">
              <a:spLocks noChangeArrowheads="1"/>
            </p:cNvSpPr>
            <p:nvPr/>
          </p:nvSpPr>
          <p:spPr bwMode="auto">
            <a:xfrm>
              <a:off x="2312" y="1867"/>
              <a:ext cx="1008" cy="233"/>
            </a:xfrm>
            <a:prstGeom prst="rect">
              <a:avLst/>
            </a:prstGeom>
            <a:solidFill>
              <a:srgbClr val="00B050"/>
            </a:solidFill>
            <a:ln>
              <a:noFill/>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边沿触发器 </a:t>
              </a:r>
            </a:p>
          </p:txBody>
        </p:sp>
        <p:sp>
          <p:nvSpPr>
            <p:cNvPr id="6" name="Text Box 5" descr="窄竖线">
              <a:extLst>
                <a:ext uri="{FF2B5EF4-FFF2-40B4-BE49-F238E27FC236}">
                  <a16:creationId xmlns:a16="http://schemas.microsoft.com/office/drawing/2014/main" id="{68C87713-8BA1-4189-87EE-736B974D3620}"/>
                </a:ext>
              </a:extLst>
            </p:cNvPr>
            <p:cNvSpPr txBox="1">
              <a:spLocks noChangeArrowheads="1"/>
            </p:cNvSpPr>
            <p:nvPr/>
          </p:nvSpPr>
          <p:spPr bwMode="auto">
            <a:xfrm>
              <a:off x="3744" y="1867"/>
              <a:ext cx="1000" cy="233"/>
            </a:xfrm>
            <a:prstGeom prst="rect">
              <a:avLst/>
            </a:prstGeom>
            <a:solidFill>
              <a:srgbClr val="00B050"/>
            </a:solidFill>
            <a:ln>
              <a:noFill/>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主从触发器</a:t>
              </a:r>
              <a:r>
                <a:rPr kumimoji="1" lang="zh-CN" altLang="en-US"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 </a:t>
              </a:r>
            </a:p>
          </p:txBody>
        </p:sp>
      </p:grpSp>
      <p:sp>
        <p:nvSpPr>
          <p:cNvPr id="7" name="Text Box 6">
            <a:extLst>
              <a:ext uri="{FF2B5EF4-FFF2-40B4-BE49-F238E27FC236}">
                <a16:creationId xmlns:a16="http://schemas.microsoft.com/office/drawing/2014/main" id="{41F4F322-C9FA-4D88-B34B-84DD2BA79182}"/>
              </a:ext>
            </a:extLst>
          </p:cNvPr>
          <p:cNvSpPr txBox="1">
            <a:spLocks noChangeArrowheads="1"/>
          </p:cNvSpPr>
          <p:nvPr/>
        </p:nvSpPr>
        <p:spPr bwMode="auto">
          <a:xfrm>
            <a:off x="1556385" y="334645"/>
            <a:ext cx="4754563" cy="519113"/>
          </a:xfrm>
          <a:prstGeom prst="rect">
            <a:avLst/>
          </a:prstGeom>
          <a:ln>
            <a:noFill/>
            <a:headEnd/>
            <a:tailEnd/>
          </a:ln>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just" defTabSz="914400" rtl="0" eaLnBrk="1" fontAlgn="t"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FFCC66"/>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solidFill>
                    <a:schemeClr val="tx1"/>
                  </a:solidFill>
                </a:ln>
                <a:solidFill>
                  <a:srgbClr val="000000"/>
                </a:solidFill>
                <a:effectLst/>
                <a:uLnTx/>
                <a:uFillTx/>
                <a:latin typeface="黑体" pitchFamily="49" charset="-122"/>
                <a:ea typeface="黑体" pitchFamily="49" charset="-122"/>
              </a:rPr>
              <a:t>根据触发方式不同分为 </a:t>
            </a:r>
          </a:p>
        </p:txBody>
      </p:sp>
      <p:grpSp>
        <p:nvGrpSpPr>
          <p:cNvPr id="8" name="Group 60">
            <a:extLst>
              <a:ext uri="{FF2B5EF4-FFF2-40B4-BE49-F238E27FC236}">
                <a16:creationId xmlns:a16="http://schemas.microsoft.com/office/drawing/2014/main" id="{4257A0A8-2A6B-46D7-B497-99E79568F7D2}"/>
              </a:ext>
            </a:extLst>
          </p:cNvPr>
          <p:cNvGrpSpPr>
            <a:grpSpLocks/>
          </p:cNvGrpSpPr>
          <p:nvPr/>
        </p:nvGrpSpPr>
        <p:grpSpPr bwMode="auto">
          <a:xfrm>
            <a:off x="1371600" y="2184400"/>
            <a:ext cx="6310313" cy="3322638"/>
            <a:chOff x="864" y="1560"/>
            <a:chExt cx="3975" cy="2093"/>
          </a:xfrm>
        </p:grpSpPr>
        <p:graphicFrame>
          <p:nvGraphicFramePr>
            <p:cNvPr id="9" name="Object 23">
              <a:extLst>
                <a:ext uri="{FF2B5EF4-FFF2-40B4-BE49-F238E27FC236}">
                  <a16:creationId xmlns:a16="http://schemas.microsoft.com/office/drawing/2014/main" id="{9554FD97-B793-4931-A18C-963FD9EED93B}"/>
                </a:ext>
              </a:extLst>
            </p:cNvPr>
            <p:cNvGraphicFramePr>
              <a:graphicFrameLocks noChangeAspect="1"/>
            </p:cNvGraphicFramePr>
            <p:nvPr>
              <p:extLst>
                <p:ext uri="{D42A27DB-BD31-4B8C-83A1-F6EECF244321}">
                  <p14:modId xmlns:p14="http://schemas.microsoft.com/office/powerpoint/2010/main" val="3707097682"/>
                </p:ext>
              </p:extLst>
            </p:nvPr>
          </p:nvGraphicFramePr>
          <p:xfrm>
            <a:off x="1027" y="2072"/>
            <a:ext cx="1050" cy="1344"/>
          </p:xfrm>
          <a:graphic>
            <a:graphicData uri="http://schemas.openxmlformats.org/presentationml/2006/ole">
              <mc:AlternateContent xmlns:mc="http://schemas.openxmlformats.org/markup-compatibility/2006">
                <mc:Choice xmlns:v="urn:schemas-microsoft-com:vml" Requires="v">
                  <p:oleObj spid="_x0000_s329787" name="BMP 图象" r:id="rId3" imgW="1666667" imgH="2133898" progId="PBrush">
                    <p:embed/>
                  </p:oleObj>
                </mc:Choice>
                <mc:Fallback>
                  <p:oleObj name="BMP 图象" r:id="rId3" imgW="1666667" imgH="2133898"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 y="2072"/>
                          <a:ext cx="1050" cy="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2">
              <a:extLst>
                <a:ext uri="{FF2B5EF4-FFF2-40B4-BE49-F238E27FC236}">
                  <a16:creationId xmlns:a16="http://schemas.microsoft.com/office/drawing/2014/main" id="{E0C5916C-CBC6-41EC-8341-009556F598AC}"/>
                </a:ext>
              </a:extLst>
            </p:cNvPr>
            <p:cNvSpPr txBox="1">
              <a:spLocks noChangeArrowheads="1"/>
            </p:cNvSpPr>
            <p:nvPr/>
          </p:nvSpPr>
          <p:spPr bwMode="auto">
            <a:xfrm>
              <a:off x="864" y="1560"/>
              <a:ext cx="400" cy="233"/>
            </a:xfrm>
            <a:prstGeom prst="rect">
              <a:avLst/>
            </a:prstGeom>
            <a:ln>
              <a:noFill/>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例如</a:t>
              </a:r>
            </a:p>
          </p:txBody>
        </p:sp>
        <p:sp>
          <p:nvSpPr>
            <p:cNvPr id="11" name="Rectangle 19">
              <a:extLst>
                <a:ext uri="{FF2B5EF4-FFF2-40B4-BE49-F238E27FC236}">
                  <a16:creationId xmlns:a16="http://schemas.microsoft.com/office/drawing/2014/main" id="{7CBE7086-16A8-4ACF-8A8F-77DD9C77FB5C}"/>
                </a:ext>
              </a:extLst>
            </p:cNvPr>
            <p:cNvSpPr>
              <a:spLocks noChangeArrowheads="1"/>
            </p:cNvSpPr>
            <p:nvPr/>
          </p:nvSpPr>
          <p:spPr bwMode="auto">
            <a:xfrm>
              <a:off x="1113" y="2746"/>
              <a:ext cx="334" cy="291"/>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1J</a:t>
              </a:r>
              <a:endParaRPr kumimoji="1" lang="en-US" altLang="zh-CN" sz="2400" b="1" i="0" u="none" strike="noStrike" kern="1200" cap="none" spc="0" normalizeH="0" baseline="0" noProof="0" dirty="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12" name="Rectangle 16">
              <a:extLst>
                <a:ext uri="{FF2B5EF4-FFF2-40B4-BE49-F238E27FC236}">
                  <a16:creationId xmlns:a16="http://schemas.microsoft.com/office/drawing/2014/main" id="{A4D697AD-7B5B-45C2-82C0-B8EEB64E0DE3}"/>
                </a:ext>
              </a:extLst>
            </p:cNvPr>
            <p:cNvSpPr>
              <a:spLocks noChangeArrowheads="1"/>
            </p:cNvSpPr>
            <p:nvPr/>
          </p:nvSpPr>
          <p:spPr bwMode="auto">
            <a:xfrm>
              <a:off x="1832"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13" name="Rectangle 24">
              <a:extLst>
                <a:ext uri="{FF2B5EF4-FFF2-40B4-BE49-F238E27FC236}">
                  <a16:creationId xmlns:a16="http://schemas.microsoft.com/office/drawing/2014/main" id="{733410F7-52A4-46FB-902E-DE6A2AE3040D}"/>
                </a:ext>
              </a:extLst>
            </p:cNvPr>
            <p:cNvSpPr>
              <a:spLocks noChangeArrowheads="1"/>
            </p:cNvSpPr>
            <p:nvPr/>
          </p:nvSpPr>
          <p:spPr bwMode="auto">
            <a:xfrm>
              <a:off x="1632" y="2745"/>
              <a:ext cx="361" cy="288"/>
            </a:xfrm>
            <a:prstGeom prst="rect">
              <a:avLst/>
            </a:prstGeom>
            <a:ln>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lt1"/>
            </a:lnRef>
            <a:fillRef idx="1">
              <a:schemeClr val="accent3"/>
            </a:fillRef>
            <a:effectRef idx="1">
              <a:schemeClr val="accent3"/>
            </a:effectRef>
            <a:fontRef idx="minor">
              <a:schemeClr val="lt1"/>
            </a:fontRef>
          </p:style>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1K</a:t>
              </a:r>
              <a:endPar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21">
              <a:extLst>
                <a:ext uri="{FF2B5EF4-FFF2-40B4-BE49-F238E27FC236}">
                  <a16:creationId xmlns:a16="http://schemas.microsoft.com/office/drawing/2014/main" id="{ED2C827D-2502-4CA1-A589-3430DB8EE1E3}"/>
                </a:ext>
              </a:extLst>
            </p:cNvPr>
            <p:cNvSpPr>
              <a:spLocks noChangeArrowheads="1"/>
            </p:cNvSpPr>
            <p:nvPr/>
          </p:nvSpPr>
          <p:spPr bwMode="auto">
            <a:xfrm>
              <a:off x="1351" y="2753"/>
              <a:ext cx="35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C1</a:t>
              </a:r>
              <a:endParaRPr kumimoji="1" lang="en-US" altLang="zh-CN" sz="2400" b="1" i="0" u="none" strike="noStrike" kern="1200" cap="none" spc="0" normalizeH="0" baseline="-2500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5" name="Line 17">
              <a:extLst>
                <a:ext uri="{FF2B5EF4-FFF2-40B4-BE49-F238E27FC236}">
                  <a16:creationId xmlns:a16="http://schemas.microsoft.com/office/drawing/2014/main" id="{6F79F3C3-8AAD-4D29-A7A4-4E3458C2443B}"/>
                </a:ext>
              </a:extLst>
            </p:cNvPr>
            <p:cNvSpPr>
              <a:spLocks noChangeShapeType="1"/>
            </p:cNvSpPr>
            <p:nvPr/>
          </p:nvSpPr>
          <p:spPr bwMode="auto">
            <a:xfrm>
              <a:off x="1904" y="1920"/>
              <a:ext cx="128" cy="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Rectangle 18">
              <a:extLst>
                <a:ext uri="{FF2B5EF4-FFF2-40B4-BE49-F238E27FC236}">
                  <a16:creationId xmlns:a16="http://schemas.microsoft.com/office/drawing/2014/main" id="{C61D7282-7C86-4E9A-A3DD-9ED4F2AC586A}"/>
                </a:ext>
              </a:extLst>
            </p:cNvPr>
            <p:cNvSpPr>
              <a:spLocks noChangeArrowheads="1"/>
            </p:cNvSpPr>
            <p:nvPr/>
          </p:nvSpPr>
          <p:spPr bwMode="auto">
            <a:xfrm>
              <a:off x="1008"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17" name="Rectangle 20">
              <a:extLst>
                <a:ext uri="{FF2B5EF4-FFF2-40B4-BE49-F238E27FC236}">
                  <a16:creationId xmlns:a16="http://schemas.microsoft.com/office/drawing/2014/main" id="{F64ADEB5-6AF7-49E4-9C4C-68111C3ED490}"/>
                </a:ext>
              </a:extLst>
            </p:cNvPr>
            <p:cNvSpPr>
              <a:spLocks noChangeArrowheads="1"/>
            </p:cNvSpPr>
            <p:nvPr/>
          </p:nvSpPr>
          <p:spPr bwMode="auto">
            <a:xfrm>
              <a:off x="1121" y="3357"/>
              <a:ext cx="212"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J</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Rectangle 22">
              <a:extLst>
                <a:ext uri="{FF2B5EF4-FFF2-40B4-BE49-F238E27FC236}">
                  <a16:creationId xmlns:a16="http://schemas.microsoft.com/office/drawing/2014/main" id="{9F63A253-5CE4-45C8-9491-BEC3703039AA}"/>
                </a:ext>
              </a:extLst>
            </p:cNvPr>
            <p:cNvSpPr>
              <a:spLocks noChangeArrowheads="1"/>
            </p:cNvSpPr>
            <p:nvPr/>
          </p:nvSpPr>
          <p:spPr bwMode="auto">
            <a:xfrm>
              <a:off x="1361" y="3365"/>
              <a:ext cx="36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CP</a:t>
              </a:r>
              <a:endParaRPr kumimoji="1" lang="en-US" altLang="zh-CN" sz="2400" b="1" i="1" u="none" strike="noStrike" kern="1200" cap="none" spc="0" normalizeH="0" baseline="-2500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9" name="Rectangle 25">
              <a:extLst>
                <a:ext uri="{FF2B5EF4-FFF2-40B4-BE49-F238E27FC236}">
                  <a16:creationId xmlns:a16="http://schemas.microsoft.com/office/drawing/2014/main" id="{76DFF641-92CC-4C1E-B8B5-5F567501D0FE}"/>
                </a:ext>
              </a:extLst>
            </p:cNvPr>
            <p:cNvSpPr>
              <a:spLocks noChangeArrowheads="1"/>
            </p:cNvSpPr>
            <p:nvPr/>
          </p:nvSpPr>
          <p:spPr bwMode="auto">
            <a:xfrm>
              <a:off x="1737" y="3365"/>
              <a:ext cx="244"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K</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Line 26">
              <a:extLst>
                <a:ext uri="{FF2B5EF4-FFF2-40B4-BE49-F238E27FC236}">
                  <a16:creationId xmlns:a16="http://schemas.microsoft.com/office/drawing/2014/main" id="{4C527ED9-4C09-4E30-B6FB-51DD83EED818}"/>
                </a:ext>
              </a:extLst>
            </p:cNvPr>
            <p:cNvSpPr>
              <a:spLocks noChangeShapeType="1"/>
            </p:cNvSpPr>
            <p:nvPr/>
          </p:nvSpPr>
          <p:spPr bwMode="auto">
            <a:xfrm>
              <a:off x="1552" y="3048"/>
              <a:ext cx="0" cy="352"/>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1" name="Object 27">
              <a:extLst>
                <a:ext uri="{FF2B5EF4-FFF2-40B4-BE49-F238E27FC236}">
                  <a16:creationId xmlns:a16="http://schemas.microsoft.com/office/drawing/2014/main" id="{FE6DEDCD-19FB-49BA-90B4-BF9996101B46}"/>
                </a:ext>
              </a:extLst>
            </p:cNvPr>
            <p:cNvGraphicFramePr>
              <a:graphicFrameLocks noChangeAspect="1"/>
            </p:cNvGraphicFramePr>
            <p:nvPr/>
          </p:nvGraphicFramePr>
          <p:xfrm>
            <a:off x="2403" y="2072"/>
            <a:ext cx="1050" cy="1344"/>
          </p:xfrm>
          <a:graphic>
            <a:graphicData uri="http://schemas.openxmlformats.org/presentationml/2006/ole">
              <mc:AlternateContent xmlns:mc="http://schemas.openxmlformats.org/markup-compatibility/2006">
                <mc:Choice xmlns:v="urn:schemas-microsoft-com:vml" Requires="v">
                  <p:oleObj spid="_x0000_s329788" name="BMP 图象" r:id="rId5" imgW="1666667" imgH="2133898" progId="PBrush">
                    <p:embed/>
                  </p:oleObj>
                </mc:Choice>
                <mc:Fallback>
                  <p:oleObj name="BMP 图象" r:id="rId5" imgW="1666667" imgH="2133898" progId="PBrush">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 y="2072"/>
                          <a:ext cx="1050" cy="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Rectangle 28">
              <a:extLst>
                <a:ext uri="{FF2B5EF4-FFF2-40B4-BE49-F238E27FC236}">
                  <a16:creationId xmlns:a16="http://schemas.microsoft.com/office/drawing/2014/main" id="{11220231-72F1-4C9E-806A-9BDFBA8A96F5}"/>
                </a:ext>
              </a:extLst>
            </p:cNvPr>
            <p:cNvSpPr>
              <a:spLocks noChangeArrowheads="1"/>
            </p:cNvSpPr>
            <p:nvPr/>
          </p:nvSpPr>
          <p:spPr bwMode="auto">
            <a:xfrm>
              <a:off x="3208"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23" name="Line 29">
              <a:extLst>
                <a:ext uri="{FF2B5EF4-FFF2-40B4-BE49-F238E27FC236}">
                  <a16:creationId xmlns:a16="http://schemas.microsoft.com/office/drawing/2014/main" id="{BE512C49-8E9B-4D46-AE0C-AEE87771146D}"/>
                </a:ext>
              </a:extLst>
            </p:cNvPr>
            <p:cNvSpPr>
              <a:spLocks noChangeShapeType="1"/>
            </p:cNvSpPr>
            <p:nvPr/>
          </p:nvSpPr>
          <p:spPr bwMode="auto">
            <a:xfrm>
              <a:off x="3280" y="1920"/>
              <a:ext cx="128" cy="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Rectangle 30">
              <a:extLst>
                <a:ext uri="{FF2B5EF4-FFF2-40B4-BE49-F238E27FC236}">
                  <a16:creationId xmlns:a16="http://schemas.microsoft.com/office/drawing/2014/main" id="{C3638465-F6FB-47B1-8285-84EE1D7D3D55}"/>
                </a:ext>
              </a:extLst>
            </p:cNvPr>
            <p:cNvSpPr>
              <a:spLocks noChangeArrowheads="1"/>
            </p:cNvSpPr>
            <p:nvPr/>
          </p:nvSpPr>
          <p:spPr bwMode="auto">
            <a:xfrm>
              <a:off x="2384"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25" name="Rectangle 31">
              <a:extLst>
                <a:ext uri="{FF2B5EF4-FFF2-40B4-BE49-F238E27FC236}">
                  <a16:creationId xmlns:a16="http://schemas.microsoft.com/office/drawing/2014/main" id="{7EEE6BEC-136C-43C6-B3D5-422E879F95C8}"/>
                </a:ext>
              </a:extLst>
            </p:cNvPr>
            <p:cNvSpPr>
              <a:spLocks noChangeArrowheads="1"/>
            </p:cNvSpPr>
            <p:nvPr/>
          </p:nvSpPr>
          <p:spPr bwMode="auto">
            <a:xfrm>
              <a:off x="2467" y="2753"/>
              <a:ext cx="308"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1J</a:t>
              </a:r>
              <a:endParaRPr kumimoji="1" lang="en-US" altLang="zh-CN" sz="2400" b="1" i="0" u="none" strike="noStrike" kern="1200" cap="none" spc="0" normalizeH="0" baseline="0" noProof="0" dirty="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26" name="Rectangle 32">
              <a:extLst>
                <a:ext uri="{FF2B5EF4-FFF2-40B4-BE49-F238E27FC236}">
                  <a16:creationId xmlns:a16="http://schemas.microsoft.com/office/drawing/2014/main" id="{36060EA1-CE20-47A2-9790-FFD1DBABD2DF}"/>
                </a:ext>
              </a:extLst>
            </p:cNvPr>
            <p:cNvSpPr>
              <a:spLocks noChangeArrowheads="1"/>
            </p:cNvSpPr>
            <p:nvPr/>
          </p:nvSpPr>
          <p:spPr bwMode="auto">
            <a:xfrm>
              <a:off x="2497" y="3357"/>
              <a:ext cx="212"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J</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 name="Rectangle 33">
              <a:extLst>
                <a:ext uri="{FF2B5EF4-FFF2-40B4-BE49-F238E27FC236}">
                  <a16:creationId xmlns:a16="http://schemas.microsoft.com/office/drawing/2014/main" id="{81AEB4AD-6525-4B9E-867E-9AA5B40E50C7}"/>
                </a:ext>
              </a:extLst>
            </p:cNvPr>
            <p:cNvSpPr>
              <a:spLocks noChangeArrowheads="1"/>
            </p:cNvSpPr>
            <p:nvPr/>
          </p:nvSpPr>
          <p:spPr bwMode="auto">
            <a:xfrm>
              <a:off x="2761" y="2717"/>
              <a:ext cx="35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C1</a:t>
              </a:r>
              <a:endParaRPr kumimoji="1" lang="en-US" altLang="zh-CN" sz="2400" b="1" i="0" u="none" strike="noStrike" kern="1200" cap="none" spc="0" normalizeH="0" baseline="-2500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8" name="Rectangle 34">
              <a:extLst>
                <a:ext uri="{FF2B5EF4-FFF2-40B4-BE49-F238E27FC236}">
                  <a16:creationId xmlns:a16="http://schemas.microsoft.com/office/drawing/2014/main" id="{22C6B4DB-E003-449B-BA94-1111348DEEE6}"/>
                </a:ext>
              </a:extLst>
            </p:cNvPr>
            <p:cNvSpPr>
              <a:spLocks noChangeArrowheads="1"/>
            </p:cNvSpPr>
            <p:nvPr/>
          </p:nvSpPr>
          <p:spPr bwMode="auto">
            <a:xfrm>
              <a:off x="2737" y="3365"/>
              <a:ext cx="36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CP</a:t>
              </a:r>
              <a:endParaRPr kumimoji="1" lang="en-US" altLang="zh-CN" sz="2400" b="1" i="1" u="none" strike="noStrike" kern="1200" cap="none" spc="0" normalizeH="0" baseline="-2500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9" name="Rectangle 35">
              <a:extLst>
                <a:ext uri="{FF2B5EF4-FFF2-40B4-BE49-F238E27FC236}">
                  <a16:creationId xmlns:a16="http://schemas.microsoft.com/office/drawing/2014/main" id="{5C839FE4-BFAC-4E92-9BF7-005E5F216101}"/>
                </a:ext>
              </a:extLst>
            </p:cNvPr>
            <p:cNvSpPr>
              <a:spLocks noChangeArrowheads="1"/>
            </p:cNvSpPr>
            <p:nvPr/>
          </p:nvSpPr>
          <p:spPr bwMode="auto">
            <a:xfrm>
              <a:off x="3020" y="2739"/>
              <a:ext cx="36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1K</a:t>
              </a:r>
              <a:endPar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 name="Rectangle 36">
              <a:extLst>
                <a:ext uri="{FF2B5EF4-FFF2-40B4-BE49-F238E27FC236}">
                  <a16:creationId xmlns:a16="http://schemas.microsoft.com/office/drawing/2014/main" id="{099AFC05-C7C4-4DB0-AB4C-770350C3D041}"/>
                </a:ext>
              </a:extLst>
            </p:cNvPr>
            <p:cNvSpPr>
              <a:spLocks noChangeArrowheads="1"/>
            </p:cNvSpPr>
            <p:nvPr/>
          </p:nvSpPr>
          <p:spPr bwMode="auto">
            <a:xfrm>
              <a:off x="3113" y="3365"/>
              <a:ext cx="244"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K</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 name="Line 37">
              <a:extLst>
                <a:ext uri="{FF2B5EF4-FFF2-40B4-BE49-F238E27FC236}">
                  <a16:creationId xmlns:a16="http://schemas.microsoft.com/office/drawing/2014/main" id="{33EF8DA3-7D9E-486E-B839-EFA955722460}"/>
                </a:ext>
              </a:extLst>
            </p:cNvPr>
            <p:cNvSpPr>
              <a:spLocks noChangeShapeType="1"/>
            </p:cNvSpPr>
            <p:nvPr/>
          </p:nvSpPr>
          <p:spPr bwMode="auto">
            <a:xfrm>
              <a:off x="2920" y="3048"/>
              <a:ext cx="0" cy="352"/>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32" name="Object 38">
              <a:extLst>
                <a:ext uri="{FF2B5EF4-FFF2-40B4-BE49-F238E27FC236}">
                  <a16:creationId xmlns:a16="http://schemas.microsoft.com/office/drawing/2014/main" id="{8BC32134-CC2B-460F-AF63-D3E072555948}"/>
                </a:ext>
              </a:extLst>
            </p:cNvPr>
            <p:cNvGraphicFramePr>
              <a:graphicFrameLocks noChangeAspect="1"/>
            </p:cNvGraphicFramePr>
            <p:nvPr>
              <p:extLst>
                <p:ext uri="{D42A27DB-BD31-4B8C-83A1-F6EECF244321}">
                  <p14:modId xmlns:p14="http://schemas.microsoft.com/office/powerpoint/2010/main" val="2856732531"/>
                </p:ext>
              </p:extLst>
            </p:nvPr>
          </p:nvGraphicFramePr>
          <p:xfrm>
            <a:off x="3779" y="2072"/>
            <a:ext cx="1050" cy="1344"/>
          </p:xfrm>
          <a:graphic>
            <a:graphicData uri="http://schemas.openxmlformats.org/presentationml/2006/ole">
              <mc:AlternateContent xmlns:mc="http://schemas.openxmlformats.org/markup-compatibility/2006">
                <mc:Choice xmlns:v="urn:schemas-microsoft-com:vml" Requires="v">
                  <p:oleObj spid="_x0000_s329789" name="BMP 图象" r:id="rId6" imgW="1666667" imgH="2133898" progId="PBrush">
                    <p:embed/>
                  </p:oleObj>
                </mc:Choice>
                <mc:Fallback>
                  <p:oleObj name="BMP 图象" r:id="rId6" imgW="1666667" imgH="2133898" progId="PBrush">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 y="2072"/>
                          <a:ext cx="1050" cy="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Rectangle 39">
              <a:extLst>
                <a:ext uri="{FF2B5EF4-FFF2-40B4-BE49-F238E27FC236}">
                  <a16:creationId xmlns:a16="http://schemas.microsoft.com/office/drawing/2014/main" id="{59BC26E4-C395-41A5-A41F-FA2DBE653C50}"/>
                </a:ext>
              </a:extLst>
            </p:cNvPr>
            <p:cNvSpPr>
              <a:spLocks noChangeArrowheads="1"/>
            </p:cNvSpPr>
            <p:nvPr/>
          </p:nvSpPr>
          <p:spPr bwMode="auto">
            <a:xfrm>
              <a:off x="4584"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34" name="Line 40">
              <a:extLst>
                <a:ext uri="{FF2B5EF4-FFF2-40B4-BE49-F238E27FC236}">
                  <a16:creationId xmlns:a16="http://schemas.microsoft.com/office/drawing/2014/main" id="{13CC8CA0-B02A-41E2-A263-60714C1D7905}"/>
                </a:ext>
              </a:extLst>
            </p:cNvPr>
            <p:cNvSpPr>
              <a:spLocks noChangeShapeType="1"/>
            </p:cNvSpPr>
            <p:nvPr/>
          </p:nvSpPr>
          <p:spPr bwMode="auto">
            <a:xfrm>
              <a:off x="4656" y="1920"/>
              <a:ext cx="128" cy="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 name="Rectangle 41">
              <a:extLst>
                <a:ext uri="{FF2B5EF4-FFF2-40B4-BE49-F238E27FC236}">
                  <a16:creationId xmlns:a16="http://schemas.microsoft.com/office/drawing/2014/main" id="{9818FB92-4664-416B-9333-639B04DBC2B9}"/>
                </a:ext>
              </a:extLst>
            </p:cNvPr>
            <p:cNvSpPr>
              <a:spLocks noChangeArrowheads="1"/>
            </p:cNvSpPr>
            <p:nvPr/>
          </p:nvSpPr>
          <p:spPr bwMode="auto">
            <a:xfrm>
              <a:off x="3760" y="1869"/>
              <a:ext cx="255"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Q</a:t>
              </a:r>
            </a:p>
          </p:txBody>
        </p:sp>
        <p:sp>
          <p:nvSpPr>
            <p:cNvPr id="36" name="Rectangle 42">
              <a:extLst>
                <a:ext uri="{FF2B5EF4-FFF2-40B4-BE49-F238E27FC236}">
                  <a16:creationId xmlns:a16="http://schemas.microsoft.com/office/drawing/2014/main" id="{0B4806C5-ED5C-4C28-B64F-09B718AAF4C3}"/>
                </a:ext>
              </a:extLst>
            </p:cNvPr>
            <p:cNvSpPr>
              <a:spLocks noChangeArrowheads="1"/>
            </p:cNvSpPr>
            <p:nvPr/>
          </p:nvSpPr>
          <p:spPr bwMode="auto">
            <a:xfrm>
              <a:off x="3842" y="2739"/>
              <a:ext cx="308"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1J</a:t>
              </a:r>
              <a:endParaRPr kumimoji="1" lang="en-US" altLang="zh-CN" sz="2400" b="1" i="0" u="none" strike="noStrike" kern="1200" cap="none" spc="0" normalizeH="0" baseline="0" noProof="0" dirty="0">
                <a:ln>
                  <a:solidFill>
                    <a:schemeClr val="tx1"/>
                  </a:solidFill>
                </a:ln>
                <a:solidFill>
                  <a:srgbClr val="FF3300"/>
                </a:solidFill>
                <a:effectLst/>
                <a:uLnTx/>
                <a:uFillTx/>
                <a:latin typeface="Times New Roman" panose="02020603050405020304" pitchFamily="18" charset="0"/>
                <a:ea typeface="宋体" panose="02010600030101010101" pitchFamily="2" charset="-122"/>
                <a:cs typeface="+mn-cs"/>
              </a:endParaRPr>
            </a:p>
          </p:txBody>
        </p:sp>
        <p:sp>
          <p:nvSpPr>
            <p:cNvPr id="37" name="Rectangle 43">
              <a:extLst>
                <a:ext uri="{FF2B5EF4-FFF2-40B4-BE49-F238E27FC236}">
                  <a16:creationId xmlns:a16="http://schemas.microsoft.com/office/drawing/2014/main" id="{05B301AF-0A3B-4AF8-8414-5C12C361A873}"/>
                </a:ext>
              </a:extLst>
            </p:cNvPr>
            <p:cNvSpPr>
              <a:spLocks noChangeArrowheads="1"/>
            </p:cNvSpPr>
            <p:nvPr/>
          </p:nvSpPr>
          <p:spPr bwMode="auto">
            <a:xfrm>
              <a:off x="3873" y="3357"/>
              <a:ext cx="212"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J</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 name="Rectangle 44">
              <a:extLst>
                <a:ext uri="{FF2B5EF4-FFF2-40B4-BE49-F238E27FC236}">
                  <a16:creationId xmlns:a16="http://schemas.microsoft.com/office/drawing/2014/main" id="{A4C88F47-815E-439A-8E68-9838B51C77D9}"/>
                </a:ext>
              </a:extLst>
            </p:cNvPr>
            <p:cNvSpPr>
              <a:spLocks noChangeArrowheads="1"/>
            </p:cNvSpPr>
            <p:nvPr/>
          </p:nvSpPr>
          <p:spPr bwMode="auto">
            <a:xfrm>
              <a:off x="4129" y="2749"/>
              <a:ext cx="360" cy="291"/>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C1</a:t>
              </a:r>
              <a:endParaRPr kumimoji="1" lang="en-US" altLang="zh-CN" sz="2400" b="1" i="0" u="none" strike="noStrike" kern="1200" cap="none" spc="0" normalizeH="0" baseline="-25000" noProof="0" dirty="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9" name="Rectangle 45">
              <a:extLst>
                <a:ext uri="{FF2B5EF4-FFF2-40B4-BE49-F238E27FC236}">
                  <a16:creationId xmlns:a16="http://schemas.microsoft.com/office/drawing/2014/main" id="{C73FB995-4250-464D-9FDB-99E58CF820A3}"/>
                </a:ext>
              </a:extLst>
            </p:cNvPr>
            <p:cNvSpPr>
              <a:spLocks noChangeArrowheads="1"/>
            </p:cNvSpPr>
            <p:nvPr/>
          </p:nvSpPr>
          <p:spPr bwMode="auto">
            <a:xfrm>
              <a:off x="4113" y="3365"/>
              <a:ext cx="36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rPr>
                <a:t>CP</a:t>
              </a:r>
              <a:endParaRPr kumimoji="1" lang="en-US" altLang="zh-CN" sz="2400" b="1" i="1" u="none" strike="noStrike" kern="1200" cap="none" spc="0" normalizeH="0" baseline="-25000" noProof="0">
                <a:ln>
                  <a:solidFill>
                    <a:schemeClr val="tx1"/>
                  </a:solid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0" name="Rectangle 46">
              <a:extLst>
                <a:ext uri="{FF2B5EF4-FFF2-40B4-BE49-F238E27FC236}">
                  <a16:creationId xmlns:a16="http://schemas.microsoft.com/office/drawing/2014/main" id="{D34C4F1D-8D1D-4466-8F0D-ADD3CEEB9C24}"/>
                </a:ext>
              </a:extLst>
            </p:cNvPr>
            <p:cNvSpPr>
              <a:spLocks noChangeArrowheads="1"/>
            </p:cNvSpPr>
            <p:nvPr/>
          </p:nvSpPr>
          <p:spPr bwMode="auto">
            <a:xfrm>
              <a:off x="4403" y="2749"/>
              <a:ext cx="361"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1K</a:t>
              </a:r>
              <a:endParaRPr kumimoji="1" lang="en-US" altLang="zh-CN" sz="2400" b="1" i="0" u="none" strike="noStrike" kern="1200" cap="none" spc="0" normalizeH="0" baseline="-25000" noProof="0" dirty="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Rectangle 47">
              <a:extLst>
                <a:ext uri="{FF2B5EF4-FFF2-40B4-BE49-F238E27FC236}">
                  <a16:creationId xmlns:a16="http://schemas.microsoft.com/office/drawing/2014/main" id="{07BA5E46-49CE-47D0-8132-302B66DF2D31}"/>
                </a:ext>
              </a:extLst>
            </p:cNvPr>
            <p:cNvSpPr>
              <a:spLocks noChangeArrowheads="1"/>
            </p:cNvSpPr>
            <p:nvPr/>
          </p:nvSpPr>
          <p:spPr bwMode="auto">
            <a:xfrm>
              <a:off x="4489" y="3365"/>
              <a:ext cx="244" cy="288"/>
            </a:xfrm>
            <a:prstGeom prst="rect">
              <a:avLst/>
            </a:prstGeom>
            <a:ln>
              <a:noFill/>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wrap="non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1" i="1"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rPr>
                <a:t>K</a:t>
              </a:r>
              <a:endParaRPr kumimoji="1" lang="en-US" altLang="zh-CN" sz="2400" b="1" i="1" u="none" strike="noStrike" kern="1200" cap="none" spc="0" normalizeH="0" baseline="-2500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48">
              <a:extLst>
                <a:ext uri="{FF2B5EF4-FFF2-40B4-BE49-F238E27FC236}">
                  <a16:creationId xmlns:a16="http://schemas.microsoft.com/office/drawing/2014/main" id="{94C34713-EB62-462F-9638-983B7064E859}"/>
                </a:ext>
              </a:extLst>
            </p:cNvPr>
            <p:cNvSpPr>
              <a:spLocks noChangeShapeType="1"/>
            </p:cNvSpPr>
            <p:nvPr/>
          </p:nvSpPr>
          <p:spPr bwMode="auto">
            <a:xfrm>
              <a:off x="4296" y="3048"/>
              <a:ext cx="0" cy="352"/>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Line 51">
              <a:extLst>
                <a:ext uri="{FF2B5EF4-FFF2-40B4-BE49-F238E27FC236}">
                  <a16:creationId xmlns:a16="http://schemas.microsoft.com/office/drawing/2014/main" id="{D2060977-7860-41F4-B7F5-A68F7EE52143}"/>
                </a:ext>
              </a:extLst>
            </p:cNvPr>
            <p:cNvSpPr>
              <a:spLocks noChangeShapeType="1"/>
            </p:cNvSpPr>
            <p:nvPr/>
          </p:nvSpPr>
          <p:spPr bwMode="auto">
            <a:xfrm>
              <a:off x="3920" y="2472"/>
              <a:ext cx="152" cy="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4" name="Line 53">
              <a:extLst>
                <a:ext uri="{FF2B5EF4-FFF2-40B4-BE49-F238E27FC236}">
                  <a16:creationId xmlns:a16="http://schemas.microsoft.com/office/drawing/2014/main" id="{7675D931-6573-47E2-B10B-DA057023F080}"/>
                </a:ext>
              </a:extLst>
            </p:cNvPr>
            <p:cNvSpPr>
              <a:spLocks noChangeShapeType="1"/>
            </p:cNvSpPr>
            <p:nvPr/>
          </p:nvSpPr>
          <p:spPr bwMode="auto">
            <a:xfrm>
              <a:off x="4064" y="2472"/>
              <a:ext cx="0" cy="12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5" name="Line 54">
              <a:extLst>
                <a:ext uri="{FF2B5EF4-FFF2-40B4-BE49-F238E27FC236}">
                  <a16:creationId xmlns:a16="http://schemas.microsoft.com/office/drawing/2014/main" id="{D1C62555-43C8-4E65-B839-D047C618EA46}"/>
                </a:ext>
              </a:extLst>
            </p:cNvPr>
            <p:cNvSpPr>
              <a:spLocks noChangeShapeType="1"/>
            </p:cNvSpPr>
            <p:nvPr/>
          </p:nvSpPr>
          <p:spPr bwMode="auto">
            <a:xfrm>
              <a:off x="4528" y="2472"/>
              <a:ext cx="152" cy="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 name="Line 55">
              <a:extLst>
                <a:ext uri="{FF2B5EF4-FFF2-40B4-BE49-F238E27FC236}">
                  <a16:creationId xmlns:a16="http://schemas.microsoft.com/office/drawing/2014/main" id="{773EAC58-C015-46F1-A85E-643B78763C09}"/>
                </a:ext>
              </a:extLst>
            </p:cNvPr>
            <p:cNvSpPr>
              <a:spLocks noChangeShapeType="1"/>
            </p:cNvSpPr>
            <p:nvPr/>
          </p:nvSpPr>
          <p:spPr bwMode="auto">
            <a:xfrm>
              <a:off x="4672" y="2472"/>
              <a:ext cx="0" cy="120"/>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Line 56">
              <a:extLst>
                <a:ext uri="{FF2B5EF4-FFF2-40B4-BE49-F238E27FC236}">
                  <a16:creationId xmlns:a16="http://schemas.microsoft.com/office/drawing/2014/main" id="{A4F73998-32B4-4685-83C2-2649E064D9D8}"/>
                </a:ext>
              </a:extLst>
            </p:cNvPr>
            <p:cNvSpPr>
              <a:spLocks noChangeShapeType="1"/>
            </p:cNvSpPr>
            <p:nvPr/>
          </p:nvSpPr>
          <p:spPr bwMode="auto">
            <a:xfrm flipV="1">
              <a:off x="2832" y="2960"/>
              <a:ext cx="88" cy="88"/>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 name="Line 57">
              <a:extLst>
                <a:ext uri="{FF2B5EF4-FFF2-40B4-BE49-F238E27FC236}">
                  <a16:creationId xmlns:a16="http://schemas.microsoft.com/office/drawing/2014/main" id="{48F6F5F7-1EF1-4942-86E3-4043D1A52C5C}"/>
                </a:ext>
              </a:extLst>
            </p:cNvPr>
            <p:cNvSpPr>
              <a:spLocks noChangeShapeType="1"/>
            </p:cNvSpPr>
            <p:nvPr/>
          </p:nvSpPr>
          <p:spPr bwMode="auto">
            <a:xfrm flipH="1" flipV="1">
              <a:off x="2912" y="2952"/>
              <a:ext cx="88" cy="88"/>
            </a:xfrm>
            <a:prstGeom prst="line">
              <a:avLst/>
            </a:prstGeom>
            <a:ln>
              <a:solidFill>
                <a:schemeClr val="tx1"/>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3"/>
            </a:lnRef>
            <a:fillRef idx="1">
              <a:schemeClr val="lt1"/>
            </a:fillRef>
            <a:effectRef idx="0">
              <a:schemeClr val="accent3"/>
            </a:effectRef>
            <a:fontRef idx="minor">
              <a:schemeClr val="dk1"/>
            </a:fontRef>
          </p:style>
          <p:txBody>
            <a:bodyP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solidFill>
                    <a:schemeClr val="tx1"/>
                  </a:solid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a:extLst>
              <a:ext uri="{FF2B5EF4-FFF2-40B4-BE49-F238E27FC236}">
                <a16:creationId xmlns:a16="http://schemas.microsoft.com/office/drawing/2014/main" id="{CCA313FF-F521-4DE8-A93D-5967979EBA51}"/>
              </a:ext>
            </a:extLst>
          </p:cNvPr>
          <p:cNvSpPr txBox="1">
            <a:spLocks noChangeArrowheads="1"/>
          </p:cNvSpPr>
          <p:nvPr/>
        </p:nvSpPr>
        <p:spPr bwMode="auto">
          <a:xfrm>
            <a:off x="904875" y="1095375"/>
            <a:ext cx="5133975" cy="519113"/>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t"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CC66"/>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黑体" pitchFamily="49" charset="-122"/>
                <a:ea typeface="黑体" pitchFamily="49" charset="-122"/>
              </a:rPr>
              <a:t>根据是否受时钟控制分为 </a:t>
            </a:r>
          </a:p>
        </p:txBody>
      </p:sp>
      <p:grpSp>
        <p:nvGrpSpPr>
          <p:cNvPr id="168963" name="Group 3">
            <a:extLst>
              <a:ext uri="{FF2B5EF4-FFF2-40B4-BE49-F238E27FC236}">
                <a16:creationId xmlns:a16="http://schemas.microsoft.com/office/drawing/2014/main" id="{452C82DB-DE94-4295-AA2C-CE82C03DBDE3}"/>
              </a:ext>
            </a:extLst>
          </p:cNvPr>
          <p:cNvGrpSpPr>
            <a:grpSpLocks/>
          </p:cNvGrpSpPr>
          <p:nvPr/>
        </p:nvGrpSpPr>
        <p:grpSpPr bwMode="auto">
          <a:xfrm>
            <a:off x="1009650" y="1901827"/>
            <a:ext cx="5575300" cy="369888"/>
            <a:chOff x="864" y="730"/>
            <a:chExt cx="3512" cy="233"/>
          </a:xfrm>
        </p:grpSpPr>
        <p:sp>
          <p:nvSpPr>
            <p:cNvPr id="168964" name="Text Box 4" descr="窄竖线">
              <a:extLst>
                <a:ext uri="{FF2B5EF4-FFF2-40B4-BE49-F238E27FC236}">
                  <a16:creationId xmlns:a16="http://schemas.microsoft.com/office/drawing/2014/main" id="{B39ED788-8E76-4050-BF14-4A43E5A2E4A2}"/>
                </a:ext>
              </a:extLst>
            </p:cNvPr>
            <p:cNvSpPr txBox="1">
              <a:spLocks noChangeArrowheads="1"/>
            </p:cNvSpPr>
            <p:nvPr/>
          </p:nvSpPr>
          <p:spPr bwMode="auto">
            <a:xfrm>
              <a:off x="864" y="730"/>
              <a:ext cx="1024" cy="233"/>
            </a:xfrm>
            <a:prstGeom prst="rect">
              <a:avLst/>
            </a:prstGeom>
            <a:pattFill prst="narVert">
              <a:fgClr>
                <a:srgbClr val="00CC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黑体" pitchFamily="49" charset="-122"/>
                  <a:ea typeface="黑体" pitchFamily="49" charset="-122"/>
                </a:rPr>
                <a:t>异步触发器 </a:t>
              </a:r>
            </a:p>
          </p:txBody>
        </p:sp>
        <p:sp>
          <p:nvSpPr>
            <p:cNvPr id="168965" name="Text Box 5" descr="窄竖线">
              <a:extLst>
                <a:ext uri="{FF2B5EF4-FFF2-40B4-BE49-F238E27FC236}">
                  <a16:creationId xmlns:a16="http://schemas.microsoft.com/office/drawing/2014/main" id="{8A689367-A608-448C-A03E-01A289A1E8DE}"/>
                </a:ext>
              </a:extLst>
            </p:cNvPr>
            <p:cNvSpPr txBox="1">
              <a:spLocks noChangeArrowheads="1"/>
            </p:cNvSpPr>
            <p:nvPr/>
          </p:nvSpPr>
          <p:spPr bwMode="auto">
            <a:xfrm>
              <a:off x="3368" y="730"/>
              <a:ext cx="1008" cy="233"/>
            </a:xfrm>
            <a:prstGeom prst="rect">
              <a:avLst/>
            </a:prstGeom>
            <a:pattFill prst="narVert">
              <a:fgClr>
                <a:srgbClr val="00CC00"/>
              </a:fgClr>
              <a:bgClr>
                <a:srgbClr val="FFFFFF"/>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黑体" pitchFamily="49" charset="-122"/>
                  <a:ea typeface="黑体" pitchFamily="49" charset="-122"/>
                </a:rPr>
                <a:t>钟控触发器 </a:t>
              </a:r>
            </a:p>
          </p:txBody>
        </p:sp>
      </p:grpSp>
      <p:sp>
        <p:nvSpPr>
          <p:cNvPr id="168966" name="AutoShape 6">
            <a:extLst>
              <a:ext uri="{FF2B5EF4-FFF2-40B4-BE49-F238E27FC236}">
                <a16:creationId xmlns:a16="http://schemas.microsoft.com/office/drawing/2014/main" id="{D5FDFDD5-4E11-4382-9BA1-E5D1CA22D1D9}"/>
              </a:ext>
            </a:extLst>
          </p:cNvPr>
          <p:cNvSpPr>
            <a:spLocks noChangeArrowheads="1"/>
          </p:cNvSpPr>
          <p:nvPr/>
        </p:nvSpPr>
        <p:spPr bwMode="auto">
          <a:xfrm>
            <a:off x="747713" y="3760788"/>
            <a:ext cx="7835900" cy="1611312"/>
          </a:xfrm>
          <a:prstGeom prst="wedgeRectCallout">
            <a:avLst>
              <a:gd name="adj1" fmla="val -32861"/>
              <a:gd name="adj2" fmla="val -88819"/>
            </a:avLst>
          </a:prstGeom>
          <a:solidFill>
            <a:srgbClr val="CCEC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lstStyle/>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基本 </a:t>
            </a:r>
            <a:r>
              <a:rPr kumimoji="1" lang="en-US" altLang="zh-CN" sz="2400"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RS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触发器是构成各种触发器的基础。它的输</a:t>
            </a:r>
          </a:p>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出受输入信号直接控制，不能定时控制，常用作集成触</a:t>
            </a:r>
          </a:p>
          <a:p>
            <a:pPr marL="0" marR="0" lvl="0" indent="0" algn="l" defTabSz="914400" rtl="0" eaLnBrk="1" fontAlgn="t" latinLnBrk="0" hangingPunct="1">
              <a:lnSpc>
                <a:spcPct val="100000"/>
              </a:lnSpc>
              <a:spcBef>
                <a:spcPct val="1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发器的辅助输入端，用于直接置 </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0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或直接置 </a:t>
            </a:r>
            <a:r>
              <a:rPr kumimoji="1" lang="en-US" altLang="zh-CN"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1</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a:t>
            </a:r>
          </a:p>
        </p:txBody>
      </p:sp>
      <p:sp>
        <p:nvSpPr>
          <p:cNvPr id="168967" name="Text Box 7">
            <a:extLst>
              <a:ext uri="{FF2B5EF4-FFF2-40B4-BE49-F238E27FC236}">
                <a16:creationId xmlns:a16="http://schemas.microsoft.com/office/drawing/2014/main" id="{0CACAFDB-15A3-43D9-8AC9-8AF51A085219}"/>
              </a:ext>
            </a:extLst>
          </p:cNvPr>
          <p:cNvSpPr txBox="1">
            <a:spLocks noChangeArrowheads="1"/>
          </p:cNvSpPr>
          <p:nvPr/>
        </p:nvSpPr>
        <p:spPr bwMode="auto">
          <a:xfrm>
            <a:off x="709613" y="4943475"/>
            <a:ext cx="8120062" cy="457200"/>
          </a:xfrm>
          <a:prstGeom prst="rect">
            <a:avLst/>
          </a:prstGeom>
          <a:noFill/>
          <a:ln>
            <a:noFill/>
          </a:ln>
          <a:effectLst/>
          <a:extLst>
            <a:ext uri="{909E8E84-426E-40DD-AFC4-6F175D3DCCD1}">
              <a14:hiddenFill xmlns:a14="http://schemas.microsoft.com/office/drawing/2010/main">
                <a:solidFill>
                  <a:srgbClr val="CCE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400" b="1" i="0" u="none" strike="noStrike" kern="1200" cap="none" spc="0" normalizeH="0" baseline="0" noProof="0" dirty="0">
                <a:ln>
                  <a:noFill/>
                </a:ln>
                <a:solidFill>
                  <a:srgbClr val="000000"/>
                </a:solidFill>
                <a:effectLst/>
                <a:uLnTx/>
                <a:uFillTx/>
                <a:latin typeface="黑体" pitchFamily="49" charset="-122"/>
                <a:ea typeface="黑体" pitchFamily="49" charset="-122"/>
              </a:rPr>
              <a:t>使用时须注意弄清它的有效电平，并满足约束条件。</a:t>
            </a:r>
          </a:p>
        </p:txBody>
      </p:sp>
      <p:sp>
        <p:nvSpPr>
          <p:cNvPr id="168972" name="AutoShape 12">
            <a:extLst>
              <a:ext uri="{FF2B5EF4-FFF2-40B4-BE49-F238E27FC236}">
                <a16:creationId xmlns:a16="http://schemas.microsoft.com/office/drawing/2014/main" id="{ED68EF5E-BECF-433B-8ECD-6E5C3851D10B}"/>
              </a:ext>
            </a:extLst>
          </p:cNvPr>
          <p:cNvSpPr>
            <a:spLocks noChangeArrowheads="1"/>
          </p:cNvSpPr>
          <p:nvPr/>
        </p:nvSpPr>
        <p:spPr bwMode="auto">
          <a:xfrm>
            <a:off x="800100" y="2644775"/>
            <a:ext cx="2284413" cy="379413"/>
          </a:xfrm>
          <a:prstGeom prst="wedgeRectCallout">
            <a:avLst>
              <a:gd name="adj1" fmla="val -19630"/>
              <a:gd name="adj2" fmla="val -114852"/>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基本 </a:t>
            </a:r>
            <a:r>
              <a:rPr kumimoji="1" lang="en-US" altLang="zh-CN" sz="2400"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RS </a:t>
            </a: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触发器</a:t>
            </a:r>
          </a:p>
        </p:txBody>
      </p:sp>
      <p:sp>
        <p:nvSpPr>
          <p:cNvPr id="168973" name="AutoShape 13">
            <a:extLst>
              <a:ext uri="{FF2B5EF4-FFF2-40B4-BE49-F238E27FC236}">
                <a16:creationId xmlns:a16="http://schemas.microsoft.com/office/drawing/2014/main" id="{FA9A9CA6-C66E-402A-BCB2-87BFA2F08CBF}"/>
              </a:ext>
            </a:extLst>
          </p:cNvPr>
          <p:cNvSpPr>
            <a:spLocks noChangeArrowheads="1"/>
          </p:cNvSpPr>
          <p:nvPr/>
        </p:nvSpPr>
        <p:spPr bwMode="auto">
          <a:xfrm>
            <a:off x="3213100" y="2644775"/>
            <a:ext cx="5387975" cy="379413"/>
          </a:xfrm>
          <a:prstGeom prst="wedgeRectCallout">
            <a:avLst>
              <a:gd name="adj1" fmla="val 2944"/>
              <a:gd name="adj2" fmla="val -114852"/>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同步触发器、主从触发器和边沿触发器</a:t>
            </a:r>
          </a:p>
        </p:txBody>
      </p:sp>
    </p:spTree>
    <p:extLst>
      <p:ext uri="{BB962C8B-B14F-4D97-AF65-F5344CB8AC3E}">
        <p14:creationId xmlns:p14="http://schemas.microsoft.com/office/powerpoint/2010/main" val="420409586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68962"/>
                                        </p:tgtEl>
                                        <p:attrNameLst>
                                          <p:attrName>style.visibility</p:attrName>
                                        </p:attrNameLst>
                                      </p:cBhvr>
                                      <p:to>
                                        <p:strVal val="visible"/>
                                      </p:to>
                                    </p:set>
                                    <p:animEffect transition="in" filter="checkerboard(across)">
                                      <p:cBhvr>
                                        <p:cTn id="7" dur="500"/>
                                        <p:tgtEl>
                                          <p:spTgt spid="168962"/>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168963"/>
                                        </p:tgtEl>
                                        <p:attrNameLst>
                                          <p:attrName>style.visibility</p:attrName>
                                        </p:attrNameLst>
                                      </p:cBhvr>
                                      <p:to>
                                        <p:strVal val="visible"/>
                                      </p:to>
                                    </p:set>
                                    <p:anim calcmode="lin" valueType="num">
                                      <p:cBhvr>
                                        <p:cTn id="12" dur="500" fill="hold"/>
                                        <p:tgtEl>
                                          <p:spTgt spid="168963"/>
                                        </p:tgtEl>
                                        <p:attrNameLst>
                                          <p:attrName>ppt_w</p:attrName>
                                        </p:attrNameLst>
                                      </p:cBhvr>
                                      <p:tavLst>
                                        <p:tav tm="0">
                                          <p:val>
                                            <p:fltVal val="0"/>
                                          </p:val>
                                        </p:tav>
                                        <p:tav tm="100000">
                                          <p:val>
                                            <p:strVal val="#ppt_w"/>
                                          </p:val>
                                        </p:tav>
                                      </p:tavLst>
                                    </p:anim>
                                    <p:anim calcmode="lin" valueType="num">
                                      <p:cBhvr>
                                        <p:cTn id="13" dur="500" fill="hold"/>
                                        <p:tgtEl>
                                          <p:spTgt spid="168963"/>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8972"/>
                                        </p:tgtEl>
                                        <p:attrNameLst>
                                          <p:attrName>style.visibility</p:attrName>
                                        </p:attrNameLst>
                                      </p:cBhvr>
                                      <p:to>
                                        <p:strVal val="visible"/>
                                      </p:to>
                                    </p:set>
                                    <p:anim calcmode="lin" valueType="num">
                                      <p:cBhvr additive="base">
                                        <p:cTn id="18" dur="500" fill="hold"/>
                                        <p:tgtEl>
                                          <p:spTgt spid="168972"/>
                                        </p:tgtEl>
                                        <p:attrNameLst>
                                          <p:attrName>ppt_x</p:attrName>
                                        </p:attrNameLst>
                                      </p:cBhvr>
                                      <p:tavLst>
                                        <p:tav tm="0">
                                          <p:val>
                                            <p:strVal val="0-#ppt_w/2"/>
                                          </p:val>
                                        </p:tav>
                                        <p:tav tm="100000">
                                          <p:val>
                                            <p:strVal val="#ppt_x"/>
                                          </p:val>
                                        </p:tav>
                                      </p:tavLst>
                                    </p:anim>
                                    <p:anim calcmode="lin" valueType="num">
                                      <p:cBhvr additive="base">
                                        <p:cTn id="19" dur="500" fill="hold"/>
                                        <p:tgtEl>
                                          <p:spTgt spid="16897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68973"/>
                                        </p:tgtEl>
                                        <p:attrNameLst>
                                          <p:attrName>style.visibility</p:attrName>
                                        </p:attrNameLst>
                                      </p:cBhvr>
                                      <p:to>
                                        <p:strVal val="visible"/>
                                      </p:to>
                                    </p:set>
                                    <p:anim calcmode="lin" valueType="num">
                                      <p:cBhvr additive="base">
                                        <p:cTn id="24" dur="500" fill="hold"/>
                                        <p:tgtEl>
                                          <p:spTgt spid="168973"/>
                                        </p:tgtEl>
                                        <p:attrNameLst>
                                          <p:attrName>ppt_x</p:attrName>
                                        </p:attrNameLst>
                                      </p:cBhvr>
                                      <p:tavLst>
                                        <p:tav tm="0">
                                          <p:val>
                                            <p:strVal val="1+#ppt_w/2"/>
                                          </p:val>
                                        </p:tav>
                                        <p:tav tm="100000">
                                          <p:val>
                                            <p:strVal val="#ppt_x"/>
                                          </p:val>
                                        </p:tav>
                                      </p:tavLst>
                                    </p:anim>
                                    <p:anim calcmode="lin" valueType="num">
                                      <p:cBhvr additive="base">
                                        <p:cTn id="25" dur="500" fill="hold"/>
                                        <p:tgtEl>
                                          <p:spTgt spid="16897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68966"/>
                                        </p:tgtEl>
                                        <p:attrNameLst>
                                          <p:attrName>style.visibility</p:attrName>
                                        </p:attrNameLst>
                                      </p:cBhvr>
                                      <p:to>
                                        <p:strVal val="visible"/>
                                      </p:to>
                                    </p:set>
                                    <p:anim calcmode="lin" valueType="num">
                                      <p:cBhvr additive="base">
                                        <p:cTn id="30" dur="500" fill="hold"/>
                                        <p:tgtEl>
                                          <p:spTgt spid="168966"/>
                                        </p:tgtEl>
                                        <p:attrNameLst>
                                          <p:attrName>ppt_x</p:attrName>
                                        </p:attrNameLst>
                                      </p:cBhvr>
                                      <p:tavLst>
                                        <p:tav tm="0">
                                          <p:val>
                                            <p:strVal val="1+#ppt_w/2"/>
                                          </p:val>
                                        </p:tav>
                                        <p:tav tm="100000">
                                          <p:val>
                                            <p:strVal val="#ppt_x"/>
                                          </p:val>
                                        </p:tav>
                                      </p:tavLst>
                                    </p:anim>
                                    <p:anim calcmode="lin" valueType="num">
                                      <p:cBhvr additive="base">
                                        <p:cTn id="31" dur="500" fill="hold"/>
                                        <p:tgtEl>
                                          <p:spTgt spid="168966"/>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68967"/>
                                        </p:tgtEl>
                                        <p:attrNameLst>
                                          <p:attrName>style.visibility</p:attrName>
                                        </p:attrNameLst>
                                      </p:cBhvr>
                                      <p:to>
                                        <p:strVal val="visible"/>
                                      </p:to>
                                    </p:set>
                                    <p:animEffect transition="in" filter="checkerboard(across)">
                                      <p:cBhvr>
                                        <p:cTn id="36" dur="500"/>
                                        <p:tgtEl>
                                          <p:spTgt spid="16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utoUpdateAnimBg="0"/>
      <p:bldP spid="168966" grpId="0" animBg="1" autoUpdateAnimBg="0"/>
      <p:bldP spid="168967" grpId="0" autoUpdateAnimBg="0"/>
      <p:bldP spid="168972" grpId="0" animBg="1" autoUpdateAnimBg="0"/>
      <p:bldP spid="168973"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7" name="Text Box 17">
            <a:extLst>
              <a:ext uri="{FF2B5EF4-FFF2-40B4-BE49-F238E27FC236}">
                <a16:creationId xmlns:a16="http://schemas.microsoft.com/office/drawing/2014/main" id="{583E421A-85D0-4DDF-9FDA-BC6862A0CBBD}"/>
              </a:ext>
            </a:extLst>
          </p:cNvPr>
          <p:cNvSpPr txBox="1">
            <a:spLocks noChangeArrowheads="1"/>
          </p:cNvSpPr>
          <p:nvPr/>
        </p:nvSpPr>
        <p:spPr bwMode="auto">
          <a:xfrm>
            <a:off x="1371600" y="1025525"/>
            <a:ext cx="4541838" cy="427038"/>
          </a:xfrm>
          <a:prstGeom prst="rect">
            <a:avLst/>
          </a:prstGeom>
          <a:noFill/>
          <a:ln>
            <a:noFill/>
          </a:ln>
          <a:effectLst/>
          <a:extLst>
            <a:ext uri="{909E8E84-426E-40DD-AFC4-6F175D3DCCD1}">
              <a14:hiddenFill xmlns:a14="http://schemas.microsoft.com/office/drawing/2010/main">
                <a:solidFill>
                  <a:srgbClr val="CCCCF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黑体" pitchFamily="49" charset="-122"/>
                <a:ea typeface="黑体" pitchFamily="49" charset="-122"/>
              </a:rPr>
              <a:t>不同触发方式的工作特点 </a:t>
            </a:r>
          </a:p>
        </p:txBody>
      </p:sp>
      <p:sp>
        <p:nvSpPr>
          <p:cNvPr id="122898" name="Text Box 18">
            <a:extLst>
              <a:ext uri="{FF2B5EF4-FFF2-40B4-BE49-F238E27FC236}">
                <a16:creationId xmlns:a16="http://schemas.microsoft.com/office/drawing/2014/main" id="{713E947B-AF91-405D-9E36-797BC688840B}"/>
              </a:ext>
            </a:extLst>
          </p:cNvPr>
          <p:cNvSpPr txBox="1">
            <a:spLocks noChangeArrowheads="1"/>
          </p:cNvSpPr>
          <p:nvPr/>
        </p:nvSpPr>
        <p:spPr bwMode="auto">
          <a:xfrm>
            <a:off x="1295400" y="1997075"/>
            <a:ext cx="7262813" cy="1815882"/>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30000"/>
              </a:spcBef>
              <a:spcAft>
                <a:spcPct val="0"/>
              </a:spcAft>
              <a:buClrTx/>
              <a:buSzTx/>
              <a:buFontTx/>
              <a:buNone/>
              <a:tabLst/>
              <a:defRPr/>
            </a:pP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正电平触发式触发器的状态在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 1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期间翻转，在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 0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期间保持不变。电平触发式触发器的缺点是存在空翻现象，通常只能用于数据锁存。 </a:t>
            </a:r>
          </a:p>
        </p:txBody>
      </p:sp>
      <p:sp>
        <p:nvSpPr>
          <p:cNvPr id="122899" name="AutoShape 19">
            <a:extLst>
              <a:ext uri="{FF2B5EF4-FFF2-40B4-BE49-F238E27FC236}">
                <a16:creationId xmlns:a16="http://schemas.microsoft.com/office/drawing/2014/main" id="{095CA972-C96D-4A14-8765-DB9728D972DD}"/>
              </a:ext>
            </a:extLst>
          </p:cNvPr>
          <p:cNvSpPr>
            <a:spLocks noChangeArrowheads="1"/>
          </p:cNvSpPr>
          <p:nvPr/>
        </p:nvSpPr>
        <p:spPr bwMode="auto">
          <a:xfrm>
            <a:off x="863600" y="2127250"/>
            <a:ext cx="203200" cy="203200"/>
          </a:xfrm>
          <a:prstGeom prst="smileyFace">
            <a:avLst>
              <a:gd name="adj" fmla="val 4653"/>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903" name="Text Box 23">
            <a:extLst>
              <a:ext uri="{FF2B5EF4-FFF2-40B4-BE49-F238E27FC236}">
                <a16:creationId xmlns:a16="http://schemas.microsoft.com/office/drawing/2014/main" id="{D9DB31E8-76F5-4884-ACC0-29E15914C185}"/>
              </a:ext>
            </a:extLst>
          </p:cNvPr>
          <p:cNvSpPr txBox="1">
            <a:spLocks noChangeArrowheads="1"/>
          </p:cNvSpPr>
          <p:nvPr/>
        </p:nvSpPr>
        <p:spPr bwMode="auto">
          <a:xfrm>
            <a:off x="1282700" y="3787775"/>
            <a:ext cx="7823200" cy="2246769"/>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00000"/>
              </a:lnSpc>
              <a:spcBef>
                <a:spcPct val="30000"/>
              </a:spcBef>
              <a:spcAft>
                <a:spcPct val="0"/>
              </a:spcAft>
              <a:buClrTx/>
              <a:buSzTx/>
              <a:buFontTx/>
              <a:buNone/>
              <a:tabLst/>
              <a:defRPr/>
            </a:pP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主从触发器由分别工作在时钟脉冲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不同时段的主触发器和从触发器构成，通常只能在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下降沿时刻状态发生翻转，而在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其它时刻保持状态不变。它虽然克服了空翻，但对输入信号仍有限制。 </a:t>
            </a:r>
          </a:p>
        </p:txBody>
      </p:sp>
      <p:sp>
        <p:nvSpPr>
          <p:cNvPr id="122904" name="AutoShape 24">
            <a:extLst>
              <a:ext uri="{FF2B5EF4-FFF2-40B4-BE49-F238E27FC236}">
                <a16:creationId xmlns:a16="http://schemas.microsoft.com/office/drawing/2014/main" id="{0549851C-7CE5-4407-824F-79AD1BFEF7C5}"/>
              </a:ext>
            </a:extLst>
          </p:cNvPr>
          <p:cNvSpPr>
            <a:spLocks noChangeArrowheads="1"/>
          </p:cNvSpPr>
          <p:nvPr/>
        </p:nvSpPr>
        <p:spPr bwMode="auto">
          <a:xfrm>
            <a:off x="838200" y="3930650"/>
            <a:ext cx="203200" cy="203200"/>
          </a:xfrm>
          <a:prstGeom prst="smileyFace">
            <a:avLst>
              <a:gd name="adj" fmla="val 4653"/>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7250264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22897"/>
                                        </p:tgtEl>
                                        <p:attrNameLst>
                                          <p:attrName>style.visibility</p:attrName>
                                        </p:attrNameLst>
                                      </p:cBhvr>
                                      <p:to>
                                        <p:strVal val="visible"/>
                                      </p:to>
                                    </p:set>
                                    <p:animEffect transition="in" filter="checkerboard(across)">
                                      <p:cBhvr>
                                        <p:cTn id="7" dur="500"/>
                                        <p:tgtEl>
                                          <p:spTgt spid="1228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122899"/>
                                        </p:tgtEl>
                                        <p:attrNameLst>
                                          <p:attrName>style.visibility</p:attrName>
                                        </p:attrNameLst>
                                      </p:cBhvr>
                                      <p:to>
                                        <p:strVal val="visible"/>
                                      </p:to>
                                    </p:set>
                                    <p:anim calcmode="lin" valueType="num">
                                      <p:cBhvr additive="base">
                                        <p:cTn id="12" dur="500" fill="hold"/>
                                        <p:tgtEl>
                                          <p:spTgt spid="122899"/>
                                        </p:tgtEl>
                                        <p:attrNameLst>
                                          <p:attrName>ppt_x</p:attrName>
                                        </p:attrNameLst>
                                      </p:cBhvr>
                                      <p:tavLst>
                                        <p:tav tm="0">
                                          <p:val>
                                            <p:strVal val="0-#ppt_w/2"/>
                                          </p:val>
                                        </p:tav>
                                        <p:tav tm="100000">
                                          <p:val>
                                            <p:strVal val="#ppt_x"/>
                                          </p:val>
                                        </p:tav>
                                      </p:tavLst>
                                    </p:anim>
                                    <p:anim calcmode="lin" valueType="num">
                                      <p:cBhvr additive="base">
                                        <p:cTn id="13" dur="500" fill="hold"/>
                                        <p:tgtEl>
                                          <p:spTgt spid="12289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5" presetClass="entr" presetSubtype="10" fill="hold" grpId="0" nodeType="afterEffect">
                                  <p:stCondLst>
                                    <p:cond delay="0"/>
                                  </p:stCondLst>
                                  <p:childTnLst>
                                    <p:set>
                                      <p:cBhvr>
                                        <p:cTn id="16" dur="1" fill="hold">
                                          <p:stCondLst>
                                            <p:cond delay="0"/>
                                          </p:stCondLst>
                                        </p:cTn>
                                        <p:tgtEl>
                                          <p:spTgt spid="122898"/>
                                        </p:tgtEl>
                                        <p:attrNameLst>
                                          <p:attrName>style.visibility</p:attrName>
                                        </p:attrNameLst>
                                      </p:cBhvr>
                                      <p:to>
                                        <p:strVal val="visible"/>
                                      </p:to>
                                    </p:set>
                                    <p:animEffect transition="in" filter="checkerboard(across)">
                                      <p:cBhvr>
                                        <p:cTn id="17" dur="500"/>
                                        <p:tgtEl>
                                          <p:spTgt spid="1228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22904"/>
                                        </p:tgtEl>
                                        <p:attrNameLst>
                                          <p:attrName>style.visibility</p:attrName>
                                        </p:attrNameLst>
                                      </p:cBhvr>
                                      <p:to>
                                        <p:strVal val="visible"/>
                                      </p:to>
                                    </p:set>
                                    <p:anim calcmode="lin" valueType="num">
                                      <p:cBhvr additive="base">
                                        <p:cTn id="22" dur="500" fill="hold"/>
                                        <p:tgtEl>
                                          <p:spTgt spid="122904"/>
                                        </p:tgtEl>
                                        <p:attrNameLst>
                                          <p:attrName>ppt_x</p:attrName>
                                        </p:attrNameLst>
                                      </p:cBhvr>
                                      <p:tavLst>
                                        <p:tav tm="0">
                                          <p:val>
                                            <p:strVal val="0-#ppt_w/2"/>
                                          </p:val>
                                        </p:tav>
                                        <p:tav tm="100000">
                                          <p:val>
                                            <p:strVal val="#ppt_x"/>
                                          </p:val>
                                        </p:tav>
                                      </p:tavLst>
                                    </p:anim>
                                    <p:anim calcmode="lin" valueType="num">
                                      <p:cBhvr additive="base">
                                        <p:cTn id="23" dur="500" fill="hold"/>
                                        <p:tgtEl>
                                          <p:spTgt spid="122904"/>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500"/>
                            </p:stCondLst>
                            <p:childTnLst>
                              <p:par>
                                <p:cTn id="25" presetID="5" presetClass="entr" presetSubtype="10" fill="hold" grpId="0" nodeType="afterEffect">
                                  <p:stCondLst>
                                    <p:cond delay="0"/>
                                  </p:stCondLst>
                                  <p:childTnLst>
                                    <p:set>
                                      <p:cBhvr>
                                        <p:cTn id="26" dur="1" fill="hold">
                                          <p:stCondLst>
                                            <p:cond delay="0"/>
                                          </p:stCondLst>
                                        </p:cTn>
                                        <p:tgtEl>
                                          <p:spTgt spid="122903"/>
                                        </p:tgtEl>
                                        <p:attrNameLst>
                                          <p:attrName>style.visibility</p:attrName>
                                        </p:attrNameLst>
                                      </p:cBhvr>
                                      <p:to>
                                        <p:strVal val="visible"/>
                                      </p:to>
                                    </p:set>
                                    <p:animEffect transition="in" filter="checkerboard(across)">
                                      <p:cBhvr>
                                        <p:cTn id="27" dur="500"/>
                                        <p:tgtEl>
                                          <p:spTgt spid="122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7" grpId="0" autoUpdateAnimBg="0"/>
      <p:bldP spid="122898" grpId="0" autoUpdateAnimBg="0"/>
      <p:bldP spid="122903"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3" name="Text Box 5">
            <a:extLst>
              <a:ext uri="{FF2B5EF4-FFF2-40B4-BE49-F238E27FC236}">
                <a16:creationId xmlns:a16="http://schemas.microsoft.com/office/drawing/2014/main" id="{87A393B7-C526-45C3-BB62-95D6276281DE}"/>
              </a:ext>
            </a:extLst>
          </p:cNvPr>
          <p:cNvSpPr txBox="1">
            <a:spLocks noChangeArrowheads="1"/>
          </p:cNvSpPr>
          <p:nvPr/>
        </p:nvSpPr>
        <p:spPr bwMode="auto">
          <a:xfrm>
            <a:off x="1371600" y="3934460"/>
            <a:ext cx="7112000" cy="1772793"/>
          </a:xfrm>
          <a:prstGeom prst="rect">
            <a:avLst/>
          </a:prstGeom>
          <a:solidFill>
            <a:srgbClr val="FFCC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t" latinLnBrk="0" hangingPunct="1">
              <a:lnSpc>
                <a:spcPct val="130000"/>
              </a:lnSpc>
              <a:spcBef>
                <a:spcPct val="0"/>
              </a:spcBef>
              <a:spcAft>
                <a:spcPct val="0"/>
              </a:spcAft>
              <a:buClrTx/>
              <a:buSzTx/>
              <a:buFontTx/>
              <a:buNone/>
              <a:tabLst/>
              <a:defRPr/>
            </a:pPr>
            <a:r>
              <a:rPr kumimoji="1" lang="zh-CN" altLang="en-US" b="1" i="0" u="none" strike="noStrike" kern="1200" cap="none" spc="0" normalizeH="0" baseline="0" noProof="0" dirty="0">
                <a:ln>
                  <a:noFill/>
                </a:ln>
                <a:solidFill>
                  <a:srgbClr val="FF3300"/>
                </a:solidFill>
                <a:effectLst/>
                <a:uLnTx/>
                <a:uFillTx/>
                <a:latin typeface="黑体" pitchFamily="49" charset="-122"/>
                <a:ea typeface="黑体" pitchFamily="49" charset="-122"/>
              </a:rPr>
              <a:t>分析触发器时应弄清楚触发器的功能、触发方式（触发沿或触发电平</a:t>
            </a:r>
            <a:r>
              <a:rPr kumimoji="1" lang="en-US" altLang="zh-CN" b="1" i="0" u="none" strike="noStrike" kern="1200" cap="none" spc="0" normalizeH="0" baseline="0" noProof="0" dirty="0">
                <a:ln>
                  <a:noFill/>
                </a:ln>
                <a:solidFill>
                  <a:srgbClr val="FF3300"/>
                </a:solidFill>
                <a:effectLst/>
                <a:uLnTx/>
                <a:uFillTx/>
                <a:latin typeface="黑体" pitchFamily="49" charset="-122"/>
                <a:ea typeface="黑体" pitchFamily="49" charset="-122"/>
              </a:rPr>
              <a:t>)</a:t>
            </a:r>
            <a:r>
              <a:rPr kumimoji="1" lang="zh-CN" altLang="en-US" b="1" i="0" u="none" strike="noStrike" kern="1200" cap="none" spc="0" normalizeH="0" baseline="0" noProof="0" dirty="0">
                <a:ln>
                  <a:noFill/>
                </a:ln>
                <a:solidFill>
                  <a:srgbClr val="FF3300"/>
                </a:solidFill>
                <a:effectLst/>
                <a:uLnTx/>
                <a:uFillTx/>
                <a:latin typeface="黑体" pitchFamily="49" charset="-122"/>
                <a:ea typeface="黑体" pitchFamily="49" charset="-122"/>
              </a:rPr>
              <a:t>，并弄清楚异步输入端是否加上了有效电平。 </a:t>
            </a:r>
          </a:p>
        </p:txBody>
      </p:sp>
      <p:sp>
        <p:nvSpPr>
          <p:cNvPr id="160774" name="Rectangle 6" descr="水滴">
            <a:extLst>
              <a:ext uri="{FF2B5EF4-FFF2-40B4-BE49-F238E27FC236}">
                <a16:creationId xmlns:a16="http://schemas.microsoft.com/office/drawing/2014/main" id="{E474CAA4-7A9A-4C2E-8583-E1652744A291}"/>
              </a:ext>
            </a:extLst>
          </p:cNvPr>
          <p:cNvSpPr>
            <a:spLocks noChangeArrowheads="1"/>
          </p:cNvSpPr>
          <p:nvPr/>
        </p:nvSpPr>
        <p:spPr bwMode="auto">
          <a:xfrm>
            <a:off x="896620" y="4561205"/>
            <a:ext cx="152400" cy="152400"/>
          </a:xfrm>
          <a:prstGeom prst="rect">
            <a:avLst/>
          </a:prstGeom>
          <a:blipFill dpi="0" rotWithShape="0">
            <a:blip r:embed="rId2" cstate="print"/>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0778" name="Text Box 10">
            <a:extLst>
              <a:ext uri="{FF2B5EF4-FFF2-40B4-BE49-F238E27FC236}">
                <a16:creationId xmlns:a16="http://schemas.microsoft.com/office/drawing/2014/main" id="{371E5B57-D7E6-4127-BC99-2452CDA7D253}"/>
              </a:ext>
            </a:extLst>
          </p:cNvPr>
          <p:cNvSpPr txBox="1">
            <a:spLocks noChangeArrowheads="1"/>
          </p:cNvSpPr>
          <p:nvPr/>
        </p:nvSpPr>
        <p:spPr bwMode="auto">
          <a:xfrm>
            <a:off x="1308100" y="1235075"/>
            <a:ext cx="7620000" cy="2332946"/>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t" latinLnBrk="0" hangingPunct="1">
              <a:lnSpc>
                <a:spcPct val="130000"/>
              </a:lnSpc>
              <a:spcBef>
                <a:spcPct val="0"/>
              </a:spcBef>
              <a:spcAft>
                <a:spcPct val="0"/>
              </a:spcAft>
              <a:buClrTx/>
              <a:buSzTx/>
              <a:buFontTx/>
              <a:buNone/>
              <a:tabLst/>
              <a:defRPr/>
            </a:pP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边沿触发器只能在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上升沿</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或下降沿</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时刻接收输入信号，其状态只能在 </a:t>
            </a:r>
            <a:r>
              <a:rPr kumimoji="1" lang="en-US" altLang="zh-CN" b="1" i="1"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CP </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上升沿</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或下降沿</a:t>
            </a:r>
            <a:r>
              <a:rPr kumimoji="1" lang="en-US" altLang="zh-CN"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a:t>
            </a:r>
            <a:r>
              <a:rPr kumimoji="1" lang="zh-CN" altLang="en-US"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Times New Roman" pitchFamily="18" charset="0"/>
              </a:rPr>
              <a:t>时刻发生翻转。它应用范围广、可靠性高、抗干扰能力强。 </a:t>
            </a:r>
          </a:p>
        </p:txBody>
      </p:sp>
      <p:sp>
        <p:nvSpPr>
          <p:cNvPr id="160780" name="AutoShape 12">
            <a:extLst>
              <a:ext uri="{FF2B5EF4-FFF2-40B4-BE49-F238E27FC236}">
                <a16:creationId xmlns:a16="http://schemas.microsoft.com/office/drawing/2014/main" id="{0B205114-F260-4791-BDBE-3DD9C960C9CE}"/>
              </a:ext>
            </a:extLst>
          </p:cNvPr>
          <p:cNvSpPr>
            <a:spLocks noChangeArrowheads="1"/>
          </p:cNvSpPr>
          <p:nvPr/>
        </p:nvSpPr>
        <p:spPr bwMode="auto">
          <a:xfrm>
            <a:off x="863600" y="1377950"/>
            <a:ext cx="203200" cy="203200"/>
          </a:xfrm>
          <a:prstGeom prst="smileyFace">
            <a:avLst>
              <a:gd name="adj" fmla="val 4653"/>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t"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6144943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60780"/>
                                        </p:tgtEl>
                                        <p:attrNameLst>
                                          <p:attrName>style.visibility</p:attrName>
                                        </p:attrNameLst>
                                      </p:cBhvr>
                                      <p:to>
                                        <p:strVal val="visible"/>
                                      </p:to>
                                    </p:set>
                                    <p:anim calcmode="lin" valueType="num">
                                      <p:cBhvr additive="base">
                                        <p:cTn id="7" dur="500" fill="hold"/>
                                        <p:tgtEl>
                                          <p:spTgt spid="160780"/>
                                        </p:tgtEl>
                                        <p:attrNameLst>
                                          <p:attrName>ppt_x</p:attrName>
                                        </p:attrNameLst>
                                      </p:cBhvr>
                                      <p:tavLst>
                                        <p:tav tm="0">
                                          <p:val>
                                            <p:strVal val="0-#ppt_w/2"/>
                                          </p:val>
                                        </p:tav>
                                        <p:tav tm="100000">
                                          <p:val>
                                            <p:strVal val="#ppt_x"/>
                                          </p:val>
                                        </p:tav>
                                      </p:tavLst>
                                    </p:anim>
                                    <p:anim calcmode="lin" valueType="num">
                                      <p:cBhvr additive="base">
                                        <p:cTn id="8" dur="500" fill="hold"/>
                                        <p:tgtEl>
                                          <p:spTgt spid="16078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 presetClass="entr" presetSubtype="10" fill="hold" grpId="0" nodeType="afterEffect">
                                  <p:stCondLst>
                                    <p:cond delay="0"/>
                                  </p:stCondLst>
                                  <p:childTnLst>
                                    <p:set>
                                      <p:cBhvr>
                                        <p:cTn id="11" dur="1" fill="hold">
                                          <p:stCondLst>
                                            <p:cond delay="0"/>
                                          </p:stCondLst>
                                        </p:cTn>
                                        <p:tgtEl>
                                          <p:spTgt spid="160778"/>
                                        </p:tgtEl>
                                        <p:attrNameLst>
                                          <p:attrName>style.visibility</p:attrName>
                                        </p:attrNameLst>
                                      </p:cBhvr>
                                      <p:to>
                                        <p:strVal val="visible"/>
                                      </p:to>
                                    </p:set>
                                    <p:animEffect transition="in" filter="checkerboard(across)">
                                      <p:cBhvr>
                                        <p:cTn id="12" dur="500"/>
                                        <p:tgtEl>
                                          <p:spTgt spid="1607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60774"/>
                                        </p:tgtEl>
                                        <p:attrNameLst>
                                          <p:attrName>style.visibility</p:attrName>
                                        </p:attrNameLst>
                                      </p:cBhvr>
                                      <p:to>
                                        <p:strVal val="visible"/>
                                      </p:to>
                                    </p:set>
                                  </p:childTnLst>
                                </p:cTn>
                              </p:par>
                            </p:childTnLst>
                          </p:cTn>
                        </p:par>
                        <p:par>
                          <p:cTn id="17" fill="hold" nodeType="afterGroup">
                            <p:stCondLst>
                              <p:cond delay="500"/>
                            </p:stCondLst>
                            <p:childTnLst>
                              <p:par>
                                <p:cTn id="18" presetID="5" presetClass="entr" presetSubtype="10" fill="hold" grpId="0" nodeType="afterEffect">
                                  <p:stCondLst>
                                    <p:cond delay="0"/>
                                  </p:stCondLst>
                                  <p:childTnLst>
                                    <p:set>
                                      <p:cBhvr>
                                        <p:cTn id="19" dur="1" fill="hold">
                                          <p:stCondLst>
                                            <p:cond delay="0"/>
                                          </p:stCondLst>
                                        </p:cTn>
                                        <p:tgtEl>
                                          <p:spTgt spid="160773"/>
                                        </p:tgtEl>
                                        <p:attrNameLst>
                                          <p:attrName>style.visibility</p:attrName>
                                        </p:attrNameLst>
                                      </p:cBhvr>
                                      <p:to>
                                        <p:strVal val="visible"/>
                                      </p:to>
                                    </p:set>
                                    <p:animEffect transition="in" filter="checkerboard(across)">
                                      <p:cBhvr>
                                        <p:cTn id="20" dur="500"/>
                                        <p:tgtEl>
                                          <p:spTgt spid="160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animBg="1" autoUpdateAnimBg="0"/>
      <p:bldP spid="160778"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D0E5D8-1240-4DFA-9682-078327BE937A}"/>
              </a:ext>
            </a:extLst>
          </p:cNvPr>
          <p:cNvSpPr>
            <a:spLocks noGrp="1"/>
          </p:cNvSpPr>
          <p:nvPr>
            <p:ph type="ctrTitle" idx="4294967295"/>
          </p:nvPr>
        </p:nvSpPr>
        <p:spPr>
          <a:xfrm>
            <a:off x="1404937" y="2619375"/>
            <a:ext cx="6334125" cy="695325"/>
          </a:xfrm>
        </p:spPr>
        <p:txBody>
          <a:bodyPr/>
          <a:lstStyle/>
          <a:p>
            <a:r>
              <a:rPr lang="zh-CN" altLang="en-US" dirty="0">
                <a:latin typeface="黑体" pitchFamily="49" charset="-122"/>
                <a:ea typeface="黑体" pitchFamily="49" charset="-122"/>
              </a:rPr>
              <a:t>思考：触发器的发展脉络！</a:t>
            </a:r>
          </a:p>
        </p:txBody>
      </p:sp>
    </p:spTree>
    <p:extLst>
      <p:ext uri="{BB962C8B-B14F-4D97-AF65-F5344CB8AC3E}">
        <p14:creationId xmlns:p14="http://schemas.microsoft.com/office/powerpoint/2010/main" val="3254813343"/>
      </p:ext>
    </p:extLst>
  </p:cSld>
  <p:clrMapOvr>
    <a:masterClrMapping/>
  </p:clrMapOvr>
  <p:transition>
    <p:blinds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0930B27-FE97-4E4A-8BDD-8C27D44B127E}"/>
              </a:ext>
            </a:extLst>
          </p:cNvPr>
          <p:cNvSpPr>
            <a:spLocks noGrp="1"/>
          </p:cNvSpPr>
          <p:nvPr>
            <p:ph type="ctrTitle"/>
          </p:nvPr>
        </p:nvSpPr>
        <p:spPr>
          <a:xfrm>
            <a:off x="3259016" y="2529251"/>
            <a:ext cx="2050740" cy="695360"/>
          </a:xfrm>
        </p:spPr>
        <p:txBody>
          <a:bodyPr/>
          <a:lstStyle/>
          <a:p>
            <a:r>
              <a:rPr lang="en-US" altLang="zh-CN" dirty="0"/>
              <a:t>THE END</a:t>
            </a:r>
            <a:endParaRPr lang="zh-CN" altLang="en-US" dirty="0"/>
          </a:p>
        </p:txBody>
      </p:sp>
      <p:sp>
        <p:nvSpPr>
          <p:cNvPr id="4" name="灯片编号占位符 3">
            <a:extLst>
              <a:ext uri="{FF2B5EF4-FFF2-40B4-BE49-F238E27FC236}">
                <a16:creationId xmlns:a16="http://schemas.microsoft.com/office/drawing/2014/main" id="{D20E8BBB-7051-40F6-B9A0-9CA822B58631}"/>
              </a:ext>
            </a:extLst>
          </p:cNvPr>
          <p:cNvSpPr>
            <a:spLocks noGrp="1"/>
          </p:cNvSpPr>
          <p:nvPr>
            <p:ph type="sldNum" sz="quarter" idx="4294967295"/>
          </p:nvPr>
        </p:nvSpPr>
        <p:spPr>
          <a:xfrm>
            <a:off x="0" y="6478588"/>
            <a:ext cx="903288" cy="338137"/>
          </a:xfrm>
          <a:prstGeom prst="rect">
            <a:avLst/>
          </a:prstGeom>
        </p:spPr>
        <p:txBody>
          <a:bodyPr/>
          <a:lstStyle/>
          <a:p>
            <a:pPr>
              <a:defRPr/>
            </a:pPr>
            <a:fld id="{315B291C-51FB-4C18-A138-CCB3C24CD792}" type="slidenum">
              <a:rPr lang="en-US" altLang="zh-CN" sz="1800" smtClean="0">
                <a:solidFill>
                  <a:schemeClr val="tx2"/>
                </a:solidFill>
              </a:rPr>
              <a:pPr>
                <a:defRPr/>
              </a:pPr>
              <a:t>56</a:t>
            </a:fld>
            <a:endParaRPr lang="en-US" altLang="zh-CN" sz="1800" dirty="0">
              <a:solidFill>
                <a:schemeClr val="tx2"/>
              </a:solidFill>
            </a:endParaRPr>
          </a:p>
        </p:txBody>
      </p:sp>
    </p:spTree>
    <p:extLst>
      <p:ext uri="{BB962C8B-B14F-4D97-AF65-F5344CB8AC3E}">
        <p14:creationId xmlns:p14="http://schemas.microsoft.com/office/powerpoint/2010/main" val="3467342033"/>
      </p:ext>
    </p:extLst>
  </p:cSld>
  <p:clrMapOvr>
    <a:masterClrMapping/>
  </p:clrMapOvr>
  <p:transition>
    <p:blinds dir="vert"/>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自定义 1">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l">
          <a:spcBef>
            <a:spcPct val="50000"/>
          </a:spcBef>
          <a:defRPr dirty="0">
            <a:solidFill>
              <a:schemeClr val="tx1"/>
            </a:solidFill>
            <a:latin typeface="Times New Roman" panose="02020603050405020304" pitchFamily="18" charset="0"/>
            <a:cs typeface="Times New Roman" panose="02020603050405020304" pitchFamily="18" charset="0"/>
          </a:defRPr>
        </a:defPPr>
      </a:lstStyle>
    </a:spDef>
    <a:lnDef>
      <a:spPr bwMode="auto">
        <a:xfrm>
          <a:off x="0" y="0"/>
          <a:ext cx="1" cy="1"/>
        </a:xfrm>
        <a:custGeom>
          <a:avLst/>
          <a:gdLst/>
          <a:ahLst/>
          <a:cxnLst/>
          <a:rect l="0" t="0" r="0" b="0"/>
          <a:pathLst/>
        </a:custGeom>
        <a:noFill/>
        <a:ln w="381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spAutoFit/>
      </a:bodyPr>
      <a:lstStyle>
        <a:defPPr algn="l" eaLnBrk="1" hangingPunct="1">
          <a:spcBef>
            <a:spcPct val="50000"/>
          </a:spcBef>
          <a:buClrTx/>
          <a:buSzTx/>
          <a:buFontTx/>
          <a:buNone/>
          <a:defRPr sz="2800">
            <a:latin typeface="Times New Roman" panose="02020603050405020304" pitchFamily="18" charset="0"/>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 .pptx" id="{216D6A2A-6FD1-419D-A4BC-D85D53E7A2EE}" vid="{50C1903F-5E40-456C-BCE7-CE883FFFEE6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课件北航模板</Template>
  <TotalTime>6856</TotalTime>
  <Words>4194</Words>
  <Application>Microsoft Office PowerPoint</Application>
  <PresentationFormat>全屏显示(4:3)</PresentationFormat>
  <Paragraphs>1371</Paragraphs>
  <Slides>56</Slides>
  <Notes>11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56</vt:i4>
      </vt:variant>
    </vt:vector>
  </HeadingPairs>
  <TitlesOfParts>
    <vt:vector size="68" baseType="lpstr">
      <vt:lpstr>黑体</vt:lpstr>
      <vt:lpstr>宋体</vt:lpstr>
      <vt:lpstr>Arial</vt:lpstr>
      <vt:lpstr>Calibri</vt:lpstr>
      <vt:lpstr>Georgia</vt:lpstr>
      <vt:lpstr>Tahoma</vt:lpstr>
      <vt:lpstr>Times New Roman</vt:lpstr>
      <vt:lpstr>Wingdings</vt:lpstr>
      <vt:lpstr>Blends</vt:lpstr>
      <vt:lpstr>位图图像</vt:lpstr>
      <vt:lpstr>BMP 图象</vt:lpstr>
      <vt:lpstr>Equation</vt:lpstr>
      <vt:lpstr>第六部分 触发器</vt:lpstr>
      <vt:lpstr>PowerPoint 演示文稿</vt:lpstr>
      <vt:lpstr>PowerPoint 演示文稿</vt:lpstr>
      <vt:lpstr>PowerPoint 演示文稿</vt:lpstr>
      <vt:lpstr>§6.2   基本R—S触发器</vt:lpstr>
      <vt:lpstr>§6.3   R其他形式R—S触发器</vt:lpstr>
      <vt:lpstr>§ 6.4 同步时钟触发器</vt:lpstr>
      <vt:lpstr>PowerPoint 演示文稿</vt:lpstr>
      <vt:lpstr>§ 6.4 同步时钟触发器</vt:lpstr>
      <vt:lpstr>§ 6.5 触发器功能的几种表示方法</vt:lpstr>
      <vt:lpstr>§ 6.5 触发器功能的几种表示方法</vt:lpstr>
      <vt:lpstr>§ 6.5 触发器功能的几种表示方法</vt:lpstr>
      <vt:lpstr>PowerPoint 演示文稿</vt:lpstr>
      <vt:lpstr>§ 6.6 同步D触发器（锁存器）</vt:lpstr>
      <vt:lpstr>PowerPoint 演示文稿</vt:lpstr>
      <vt:lpstr>§ 6.6 同步D触发器（锁存器）</vt:lpstr>
      <vt:lpstr>§ 6.7 不同形式的电位触发器</vt:lpstr>
      <vt:lpstr>PowerPoint 演示文稿</vt:lpstr>
      <vt:lpstr>PowerPoint 演示文稿</vt:lpstr>
      <vt:lpstr>§ 6.8 主从触发器</vt:lpstr>
      <vt:lpstr>§ 6.8 主从触发器</vt:lpstr>
      <vt:lpstr>§ 6.8 主从触发器</vt:lpstr>
      <vt:lpstr>PowerPoint 演示文稿</vt:lpstr>
      <vt:lpstr>PowerPoint 演示文稿</vt:lpstr>
      <vt:lpstr>PowerPoint 演示文稿</vt:lpstr>
      <vt:lpstr>PowerPoint 演示文稿</vt:lpstr>
      <vt:lpstr>四、几点注意</vt:lpstr>
      <vt:lpstr>§ 6.9 边沿触发器（维持阻塞D触发器）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6.10 边沿触发的J-K触发器</vt:lpstr>
      <vt:lpstr>§ 6.10边沿触发的J-K触发器</vt:lpstr>
      <vt:lpstr>§ 6.10边沿触发的J-K触发器</vt:lpstr>
      <vt:lpstr>PowerPoint 演示文稿</vt:lpstr>
      <vt:lpstr>PowerPoint 演示文稿</vt:lpstr>
      <vt:lpstr>PowerPoint 演示文稿</vt:lpstr>
      <vt:lpstr>PowerPoint 演示文稿</vt:lpstr>
      <vt:lpstr>6.11 触发器总结</vt:lpstr>
      <vt:lpstr>PowerPoint 演示文稿</vt:lpstr>
      <vt:lpstr>PowerPoint 演示文稿</vt:lpstr>
      <vt:lpstr>PowerPoint 演示文稿</vt:lpstr>
      <vt:lpstr>PowerPoint 演示文稿</vt:lpstr>
      <vt:lpstr>PowerPoint 演示文稿</vt:lpstr>
      <vt:lpstr>思考：触发器的发展脉络！</vt:lpstr>
      <vt:lpstr>THE END</vt:lpstr>
    </vt:vector>
  </TitlesOfParts>
  <Company>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逻辑代数及逻辑函数的化简</dc:title>
  <dc:creator>thtf</dc:creator>
  <cp:lastModifiedBy>Dong Xu</cp:lastModifiedBy>
  <cp:revision>600</cp:revision>
  <dcterms:created xsi:type="dcterms:W3CDTF">2004-02-20T06:45:48Z</dcterms:created>
  <dcterms:modified xsi:type="dcterms:W3CDTF">2019-11-13T14:47:48Z</dcterms:modified>
</cp:coreProperties>
</file>